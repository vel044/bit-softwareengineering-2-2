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2" r:id="rId2"/>
    <p:sldId id="263" r:id="rId3"/>
    <p:sldId id="265" r:id="rId4"/>
    <p:sldId id="266" r:id="rId5"/>
    <p:sldId id="267" r:id="rId6"/>
    <p:sldId id="275" r:id="rId7"/>
    <p:sldId id="276" r:id="rId8"/>
    <p:sldId id="277" r:id="rId9"/>
    <p:sldId id="278" r:id="rId10"/>
    <p:sldId id="279" r:id="rId11"/>
    <p:sldId id="280" r:id="rId12"/>
  </p:sldIdLst>
  <p:sldSz cx="12192000" cy="6858000"/>
  <p:notesSz cx="12192000" cy="6858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8" d="100"/>
          <a:sy n="58" d="100"/>
        </p:scale>
        <p:origin x="80" y="8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550085" y="863155"/>
            <a:ext cx="10318750" cy="0"/>
          </a:xfrm>
          <a:custGeom>
            <a:avLst/>
            <a:gdLst/>
            <a:ahLst/>
            <a:cxnLst/>
            <a:rect l="l" t="t" r="r" b="b"/>
            <a:pathLst>
              <a:path w="10318750">
                <a:moveTo>
                  <a:pt x="0" y="0"/>
                </a:moveTo>
                <a:lnTo>
                  <a:pt x="10318623" y="0"/>
                </a:lnTo>
              </a:path>
            </a:pathLst>
          </a:custGeom>
          <a:ln w="28575">
            <a:solidFill>
              <a:srgbClr val="A03E0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11163300" y="6187440"/>
            <a:ext cx="706120" cy="670560"/>
          </a:xfrm>
          <a:custGeom>
            <a:avLst/>
            <a:gdLst/>
            <a:ahLst/>
            <a:cxnLst/>
            <a:rect l="l" t="t" r="r" b="b"/>
            <a:pathLst>
              <a:path w="706120" h="670559">
                <a:moveTo>
                  <a:pt x="0" y="670560"/>
                </a:moveTo>
                <a:lnTo>
                  <a:pt x="705611" y="670560"/>
                </a:lnTo>
                <a:lnTo>
                  <a:pt x="705611" y="0"/>
                </a:lnTo>
                <a:lnTo>
                  <a:pt x="0" y="0"/>
                </a:lnTo>
                <a:lnTo>
                  <a:pt x="0" y="67056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11149063" y="6181725"/>
            <a:ext cx="726440" cy="676275"/>
          </a:xfrm>
          <a:custGeom>
            <a:avLst/>
            <a:gdLst/>
            <a:ahLst/>
            <a:cxnLst/>
            <a:rect l="l" t="t" r="r" b="b"/>
            <a:pathLst>
              <a:path w="726440" h="676275">
                <a:moveTo>
                  <a:pt x="12700" y="676275"/>
                </a:moveTo>
                <a:lnTo>
                  <a:pt x="0" y="676275"/>
                </a:lnTo>
                <a:lnTo>
                  <a:pt x="0" y="0"/>
                </a:lnTo>
                <a:lnTo>
                  <a:pt x="725995" y="0"/>
                </a:lnTo>
                <a:lnTo>
                  <a:pt x="725995" y="6350"/>
                </a:lnTo>
                <a:lnTo>
                  <a:pt x="12700" y="6350"/>
                </a:lnTo>
                <a:lnTo>
                  <a:pt x="6350" y="12700"/>
                </a:lnTo>
                <a:lnTo>
                  <a:pt x="12700" y="12700"/>
                </a:lnTo>
                <a:lnTo>
                  <a:pt x="12700" y="669925"/>
                </a:lnTo>
                <a:lnTo>
                  <a:pt x="6350" y="669925"/>
                </a:lnTo>
                <a:lnTo>
                  <a:pt x="12700" y="676275"/>
                </a:lnTo>
                <a:close/>
              </a:path>
              <a:path w="726440" h="676275">
                <a:moveTo>
                  <a:pt x="12700" y="12700"/>
                </a:moveTo>
                <a:lnTo>
                  <a:pt x="6350" y="12700"/>
                </a:lnTo>
                <a:lnTo>
                  <a:pt x="12700" y="6350"/>
                </a:lnTo>
                <a:lnTo>
                  <a:pt x="12700" y="12700"/>
                </a:lnTo>
                <a:close/>
              </a:path>
              <a:path w="726440" h="676275">
                <a:moveTo>
                  <a:pt x="713295" y="12700"/>
                </a:moveTo>
                <a:lnTo>
                  <a:pt x="12700" y="12700"/>
                </a:lnTo>
                <a:lnTo>
                  <a:pt x="12700" y="6350"/>
                </a:lnTo>
                <a:lnTo>
                  <a:pt x="713295" y="6350"/>
                </a:lnTo>
                <a:lnTo>
                  <a:pt x="713295" y="12700"/>
                </a:lnTo>
                <a:close/>
              </a:path>
              <a:path w="726440" h="676275">
                <a:moveTo>
                  <a:pt x="713295" y="676275"/>
                </a:moveTo>
                <a:lnTo>
                  <a:pt x="713295" y="6350"/>
                </a:lnTo>
                <a:lnTo>
                  <a:pt x="719645" y="12700"/>
                </a:lnTo>
                <a:lnTo>
                  <a:pt x="725995" y="12700"/>
                </a:lnTo>
                <a:lnTo>
                  <a:pt x="725995" y="669925"/>
                </a:lnTo>
                <a:lnTo>
                  <a:pt x="719645" y="669925"/>
                </a:lnTo>
                <a:lnTo>
                  <a:pt x="713295" y="676275"/>
                </a:lnTo>
                <a:close/>
              </a:path>
              <a:path w="726440" h="676275">
                <a:moveTo>
                  <a:pt x="725995" y="12700"/>
                </a:moveTo>
                <a:lnTo>
                  <a:pt x="719645" y="12700"/>
                </a:lnTo>
                <a:lnTo>
                  <a:pt x="713295" y="6350"/>
                </a:lnTo>
                <a:lnTo>
                  <a:pt x="725995" y="6350"/>
                </a:lnTo>
                <a:lnTo>
                  <a:pt x="725995" y="12700"/>
                </a:lnTo>
                <a:close/>
              </a:path>
              <a:path w="726440" h="676275">
                <a:moveTo>
                  <a:pt x="12700" y="676275"/>
                </a:moveTo>
                <a:lnTo>
                  <a:pt x="6350" y="669925"/>
                </a:lnTo>
                <a:lnTo>
                  <a:pt x="12700" y="669925"/>
                </a:lnTo>
                <a:lnTo>
                  <a:pt x="12700" y="676275"/>
                </a:lnTo>
                <a:close/>
              </a:path>
              <a:path w="726440" h="676275">
                <a:moveTo>
                  <a:pt x="713295" y="676275"/>
                </a:moveTo>
                <a:lnTo>
                  <a:pt x="12700" y="676275"/>
                </a:lnTo>
                <a:lnTo>
                  <a:pt x="12700" y="669925"/>
                </a:lnTo>
                <a:lnTo>
                  <a:pt x="713295" y="669925"/>
                </a:lnTo>
                <a:lnTo>
                  <a:pt x="713295" y="676275"/>
                </a:lnTo>
                <a:close/>
              </a:path>
              <a:path w="726440" h="676275">
                <a:moveTo>
                  <a:pt x="725995" y="676275"/>
                </a:moveTo>
                <a:lnTo>
                  <a:pt x="713295" y="676275"/>
                </a:lnTo>
                <a:lnTo>
                  <a:pt x="719645" y="669925"/>
                </a:lnTo>
                <a:lnTo>
                  <a:pt x="725995" y="669925"/>
                </a:lnTo>
                <a:lnTo>
                  <a:pt x="725995" y="676275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318515" y="0"/>
            <a:ext cx="1049020" cy="873760"/>
          </a:xfrm>
          <a:custGeom>
            <a:avLst/>
            <a:gdLst/>
            <a:ahLst/>
            <a:cxnLst/>
            <a:rect l="l" t="t" r="r" b="b"/>
            <a:pathLst>
              <a:path w="1049020" h="873760">
                <a:moveTo>
                  <a:pt x="0" y="0"/>
                </a:moveTo>
                <a:lnTo>
                  <a:pt x="1048512" y="0"/>
                </a:lnTo>
                <a:lnTo>
                  <a:pt x="1048512" y="873252"/>
                </a:lnTo>
                <a:lnTo>
                  <a:pt x="0" y="873252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k object 20"/>
          <p:cNvSpPr/>
          <p:nvPr/>
        </p:nvSpPr>
        <p:spPr>
          <a:xfrm>
            <a:off x="312280" y="0"/>
            <a:ext cx="1061720" cy="879475"/>
          </a:xfrm>
          <a:custGeom>
            <a:avLst/>
            <a:gdLst/>
            <a:ahLst/>
            <a:cxnLst/>
            <a:rect l="l" t="t" r="r" b="b"/>
            <a:pathLst>
              <a:path w="1061720" h="879475">
                <a:moveTo>
                  <a:pt x="1061440" y="879475"/>
                </a:moveTo>
                <a:lnTo>
                  <a:pt x="0" y="879475"/>
                </a:lnTo>
                <a:lnTo>
                  <a:pt x="0" y="0"/>
                </a:lnTo>
                <a:lnTo>
                  <a:pt x="12700" y="0"/>
                </a:lnTo>
                <a:lnTo>
                  <a:pt x="6350" y="6350"/>
                </a:lnTo>
                <a:lnTo>
                  <a:pt x="12700" y="6350"/>
                </a:lnTo>
                <a:lnTo>
                  <a:pt x="12700" y="866775"/>
                </a:lnTo>
                <a:lnTo>
                  <a:pt x="6350" y="866775"/>
                </a:lnTo>
                <a:lnTo>
                  <a:pt x="12700" y="873125"/>
                </a:lnTo>
                <a:lnTo>
                  <a:pt x="1061440" y="873125"/>
                </a:lnTo>
                <a:lnTo>
                  <a:pt x="1061440" y="879475"/>
                </a:lnTo>
                <a:close/>
              </a:path>
              <a:path w="1061720" h="879475">
                <a:moveTo>
                  <a:pt x="12700" y="6350"/>
                </a:moveTo>
                <a:lnTo>
                  <a:pt x="6350" y="6350"/>
                </a:lnTo>
                <a:lnTo>
                  <a:pt x="12700" y="0"/>
                </a:lnTo>
                <a:lnTo>
                  <a:pt x="12700" y="6350"/>
                </a:lnTo>
                <a:close/>
              </a:path>
              <a:path w="1061720" h="879475">
                <a:moveTo>
                  <a:pt x="1048740" y="6350"/>
                </a:moveTo>
                <a:lnTo>
                  <a:pt x="12700" y="6350"/>
                </a:lnTo>
                <a:lnTo>
                  <a:pt x="12700" y="0"/>
                </a:lnTo>
                <a:lnTo>
                  <a:pt x="1048740" y="0"/>
                </a:lnTo>
                <a:lnTo>
                  <a:pt x="1048740" y="6350"/>
                </a:lnTo>
                <a:close/>
              </a:path>
              <a:path w="1061720" h="879475">
                <a:moveTo>
                  <a:pt x="1048740" y="873125"/>
                </a:moveTo>
                <a:lnTo>
                  <a:pt x="1048740" y="0"/>
                </a:lnTo>
                <a:lnTo>
                  <a:pt x="1055090" y="6350"/>
                </a:lnTo>
                <a:lnTo>
                  <a:pt x="1061440" y="6350"/>
                </a:lnTo>
                <a:lnTo>
                  <a:pt x="1061440" y="866775"/>
                </a:lnTo>
                <a:lnTo>
                  <a:pt x="1055090" y="866775"/>
                </a:lnTo>
                <a:lnTo>
                  <a:pt x="1048740" y="873125"/>
                </a:lnTo>
                <a:close/>
              </a:path>
              <a:path w="1061720" h="879475">
                <a:moveTo>
                  <a:pt x="1061440" y="6350"/>
                </a:moveTo>
                <a:lnTo>
                  <a:pt x="1055090" y="6350"/>
                </a:lnTo>
                <a:lnTo>
                  <a:pt x="1048740" y="0"/>
                </a:lnTo>
                <a:lnTo>
                  <a:pt x="1061440" y="0"/>
                </a:lnTo>
                <a:lnTo>
                  <a:pt x="1061440" y="6350"/>
                </a:lnTo>
                <a:close/>
              </a:path>
              <a:path w="1061720" h="879475">
                <a:moveTo>
                  <a:pt x="12700" y="873125"/>
                </a:moveTo>
                <a:lnTo>
                  <a:pt x="6350" y="866775"/>
                </a:lnTo>
                <a:lnTo>
                  <a:pt x="12700" y="866775"/>
                </a:lnTo>
                <a:lnTo>
                  <a:pt x="12700" y="873125"/>
                </a:lnTo>
                <a:close/>
              </a:path>
              <a:path w="1061720" h="879475">
                <a:moveTo>
                  <a:pt x="1048740" y="873125"/>
                </a:moveTo>
                <a:lnTo>
                  <a:pt x="12700" y="873125"/>
                </a:lnTo>
                <a:lnTo>
                  <a:pt x="12700" y="866775"/>
                </a:lnTo>
                <a:lnTo>
                  <a:pt x="1048740" y="866775"/>
                </a:lnTo>
                <a:lnTo>
                  <a:pt x="1048740" y="873125"/>
                </a:lnTo>
                <a:close/>
              </a:path>
              <a:path w="1061720" h="879475">
                <a:moveTo>
                  <a:pt x="1061440" y="873125"/>
                </a:moveTo>
                <a:lnTo>
                  <a:pt x="1048740" y="873125"/>
                </a:lnTo>
                <a:lnTo>
                  <a:pt x="1055090" y="866775"/>
                </a:lnTo>
                <a:lnTo>
                  <a:pt x="1061440" y="866775"/>
                </a:lnTo>
                <a:lnTo>
                  <a:pt x="1061440" y="8731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k object 21"/>
          <p:cNvSpPr/>
          <p:nvPr/>
        </p:nvSpPr>
        <p:spPr>
          <a:xfrm>
            <a:off x="318515" y="6187440"/>
            <a:ext cx="10845165" cy="670560"/>
          </a:xfrm>
          <a:custGeom>
            <a:avLst/>
            <a:gdLst/>
            <a:ahLst/>
            <a:cxnLst/>
            <a:rect l="l" t="t" r="r" b="b"/>
            <a:pathLst>
              <a:path w="10845165" h="670559">
                <a:moveTo>
                  <a:pt x="0" y="0"/>
                </a:moveTo>
                <a:lnTo>
                  <a:pt x="10844784" y="0"/>
                </a:lnTo>
                <a:lnTo>
                  <a:pt x="10844784" y="670560"/>
                </a:lnTo>
                <a:lnTo>
                  <a:pt x="0" y="670560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k object 22"/>
          <p:cNvSpPr/>
          <p:nvPr/>
        </p:nvSpPr>
        <p:spPr>
          <a:xfrm>
            <a:off x="1379219" y="0"/>
            <a:ext cx="166370" cy="875030"/>
          </a:xfrm>
          <a:custGeom>
            <a:avLst/>
            <a:gdLst/>
            <a:ahLst/>
            <a:cxnLst/>
            <a:rect l="l" t="t" r="r" b="b"/>
            <a:pathLst>
              <a:path w="166369" h="875030">
                <a:moveTo>
                  <a:pt x="0" y="0"/>
                </a:moveTo>
                <a:lnTo>
                  <a:pt x="166115" y="0"/>
                </a:lnTo>
                <a:lnTo>
                  <a:pt x="166115" y="874776"/>
                </a:lnTo>
                <a:lnTo>
                  <a:pt x="0" y="874776"/>
                </a:lnTo>
                <a:lnTo>
                  <a:pt x="0" y="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k object 23"/>
          <p:cNvSpPr/>
          <p:nvPr/>
        </p:nvSpPr>
        <p:spPr>
          <a:xfrm>
            <a:off x="1372552" y="0"/>
            <a:ext cx="180340" cy="879475"/>
          </a:xfrm>
          <a:custGeom>
            <a:avLst/>
            <a:gdLst/>
            <a:ahLst/>
            <a:cxnLst/>
            <a:rect l="l" t="t" r="r" b="b"/>
            <a:pathLst>
              <a:path w="180340" h="879475">
                <a:moveTo>
                  <a:pt x="179781" y="879475"/>
                </a:moveTo>
                <a:lnTo>
                  <a:pt x="0" y="879475"/>
                </a:lnTo>
                <a:lnTo>
                  <a:pt x="0" y="0"/>
                </a:lnTo>
                <a:lnTo>
                  <a:pt x="11087" y="0"/>
                </a:lnTo>
                <a:lnTo>
                  <a:pt x="6350" y="4737"/>
                </a:lnTo>
                <a:lnTo>
                  <a:pt x="12700" y="4737"/>
                </a:lnTo>
                <a:lnTo>
                  <a:pt x="12700" y="866775"/>
                </a:lnTo>
                <a:lnTo>
                  <a:pt x="6350" y="866775"/>
                </a:lnTo>
                <a:lnTo>
                  <a:pt x="12700" y="873125"/>
                </a:lnTo>
                <a:lnTo>
                  <a:pt x="179781" y="873125"/>
                </a:lnTo>
                <a:lnTo>
                  <a:pt x="179781" y="879475"/>
                </a:lnTo>
                <a:close/>
              </a:path>
              <a:path w="180340" h="879475">
                <a:moveTo>
                  <a:pt x="12700" y="4737"/>
                </a:moveTo>
                <a:lnTo>
                  <a:pt x="6350" y="4737"/>
                </a:lnTo>
                <a:lnTo>
                  <a:pt x="11087" y="0"/>
                </a:lnTo>
                <a:lnTo>
                  <a:pt x="12700" y="0"/>
                </a:lnTo>
                <a:lnTo>
                  <a:pt x="12700" y="4737"/>
                </a:lnTo>
                <a:close/>
              </a:path>
              <a:path w="180340" h="879475">
                <a:moveTo>
                  <a:pt x="167081" y="4737"/>
                </a:moveTo>
                <a:lnTo>
                  <a:pt x="12700" y="4737"/>
                </a:lnTo>
                <a:lnTo>
                  <a:pt x="12700" y="0"/>
                </a:lnTo>
                <a:lnTo>
                  <a:pt x="167081" y="0"/>
                </a:lnTo>
                <a:lnTo>
                  <a:pt x="167081" y="4737"/>
                </a:lnTo>
                <a:close/>
              </a:path>
              <a:path w="180340" h="879475">
                <a:moveTo>
                  <a:pt x="167081" y="873125"/>
                </a:moveTo>
                <a:lnTo>
                  <a:pt x="167081" y="0"/>
                </a:lnTo>
                <a:lnTo>
                  <a:pt x="168694" y="0"/>
                </a:lnTo>
                <a:lnTo>
                  <a:pt x="173431" y="4737"/>
                </a:lnTo>
                <a:lnTo>
                  <a:pt x="179781" y="4737"/>
                </a:lnTo>
                <a:lnTo>
                  <a:pt x="179781" y="866775"/>
                </a:lnTo>
                <a:lnTo>
                  <a:pt x="173431" y="866775"/>
                </a:lnTo>
                <a:lnTo>
                  <a:pt x="167081" y="873125"/>
                </a:lnTo>
                <a:close/>
              </a:path>
              <a:path w="180340" h="879475">
                <a:moveTo>
                  <a:pt x="179781" y="4737"/>
                </a:moveTo>
                <a:lnTo>
                  <a:pt x="173431" y="4737"/>
                </a:lnTo>
                <a:lnTo>
                  <a:pt x="168694" y="0"/>
                </a:lnTo>
                <a:lnTo>
                  <a:pt x="179781" y="0"/>
                </a:lnTo>
                <a:lnTo>
                  <a:pt x="179781" y="4737"/>
                </a:lnTo>
                <a:close/>
              </a:path>
              <a:path w="180340" h="879475">
                <a:moveTo>
                  <a:pt x="12700" y="873125"/>
                </a:moveTo>
                <a:lnTo>
                  <a:pt x="6350" y="866775"/>
                </a:lnTo>
                <a:lnTo>
                  <a:pt x="12700" y="866775"/>
                </a:lnTo>
                <a:lnTo>
                  <a:pt x="12700" y="873125"/>
                </a:lnTo>
                <a:close/>
              </a:path>
              <a:path w="180340" h="879475">
                <a:moveTo>
                  <a:pt x="167081" y="873125"/>
                </a:moveTo>
                <a:lnTo>
                  <a:pt x="12700" y="873125"/>
                </a:lnTo>
                <a:lnTo>
                  <a:pt x="12700" y="866775"/>
                </a:lnTo>
                <a:lnTo>
                  <a:pt x="167081" y="866775"/>
                </a:lnTo>
                <a:lnTo>
                  <a:pt x="167081" y="873125"/>
                </a:lnTo>
                <a:close/>
              </a:path>
              <a:path w="180340" h="879475">
                <a:moveTo>
                  <a:pt x="179781" y="873125"/>
                </a:moveTo>
                <a:lnTo>
                  <a:pt x="167081" y="873125"/>
                </a:lnTo>
                <a:lnTo>
                  <a:pt x="173431" y="866775"/>
                </a:lnTo>
                <a:lnTo>
                  <a:pt x="179781" y="866775"/>
                </a:lnTo>
                <a:lnTo>
                  <a:pt x="179781" y="873125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k object 24"/>
          <p:cNvSpPr/>
          <p:nvPr/>
        </p:nvSpPr>
        <p:spPr>
          <a:xfrm>
            <a:off x="9837419" y="347472"/>
            <a:ext cx="1969007" cy="4328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k object 25"/>
          <p:cNvSpPr/>
          <p:nvPr/>
        </p:nvSpPr>
        <p:spPr>
          <a:xfrm>
            <a:off x="1366469" y="0"/>
            <a:ext cx="0" cy="1061720"/>
          </a:xfrm>
          <a:custGeom>
            <a:avLst/>
            <a:gdLst/>
            <a:ahLst/>
            <a:cxnLst/>
            <a:rect l="l" t="t" r="r" b="b"/>
            <a:pathLst>
              <a:path h="1061720">
                <a:moveTo>
                  <a:pt x="0" y="0"/>
                </a:moveTo>
                <a:lnTo>
                  <a:pt x="0" y="1061593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k object 26"/>
          <p:cNvSpPr/>
          <p:nvPr/>
        </p:nvSpPr>
        <p:spPr>
          <a:xfrm>
            <a:off x="11155413" y="6119786"/>
            <a:ext cx="0" cy="738505"/>
          </a:xfrm>
          <a:custGeom>
            <a:avLst/>
            <a:gdLst/>
            <a:ahLst/>
            <a:cxnLst/>
            <a:rect l="l" t="t" r="r" b="b"/>
            <a:pathLst>
              <a:path h="738504">
                <a:moveTo>
                  <a:pt x="0" y="0"/>
                </a:moveTo>
                <a:lnTo>
                  <a:pt x="0" y="738212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k object 27"/>
          <p:cNvSpPr/>
          <p:nvPr/>
        </p:nvSpPr>
        <p:spPr>
          <a:xfrm>
            <a:off x="2595765" y="6404203"/>
            <a:ext cx="235585" cy="264160"/>
          </a:xfrm>
          <a:custGeom>
            <a:avLst/>
            <a:gdLst/>
            <a:ahLst/>
            <a:cxnLst/>
            <a:rect l="l" t="t" r="r" b="b"/>
            <a:pathLst>
              <a:path w="235585" h="264159">
                <a:moveTo>
                  <a:pt x="114769" y="81279"/>
                </a:moveTo>
                <a:lnTo>
                  <a:pt x="112890" y="81279"/>
                </a:lnTo>
                <a:lnTo>
                  <a:pt x="107238" y="73660"/>
                </a:lnTo>
                <a:lnTo>
                  <a:pt x="118529" y="68579"/>
                </a:lnTo>
                <a:lnTo>
                  <a:pt x="126996" y="66039"/>
                </a:lnTo>
                <a:lnTo>
                  <a:pt x="135464" y="62229"/>
                </a:lnTo>
                <a:lnTo>
                  <a:pt x="143932" y="59689"/>
                </a:lnTo>
                <a:lnTo>
                  <a:pt x="152400" y="55879"/>
                </a:lnTo>
                <a:lnTo>
                  <a:pt x="156159" y="55879"/>
                </a:lnTo>
                <a:lnTo>
                  <a:pt x="158038" y="52070"/>
                </a:lnTo>
                <a:lnTo>
                  <a:pt x="159918" y="49529"/>
                </a:lnTo>
                <a:lnTo>
                  <a:pt x="162446" y="40639"/>
                </a:lnTo>
                <a:lnTo>
                  <a:pt x="166801" y="22860"/>
                </a:lnTo>
                <a:lnTo>
                  <a:pt x="169329" y="13970"/>
                </a:lnTo>
                <a:lnTo>
                  <a:pt x="169329" y="10160"/>
                </a:lnTo>
                <a:lnTo>
                  <a:pt x="176847" y="0"/>
                </a:lnTo>
                <a:lnTo>
                  <a:pt x="184378" y="0"/>
                </a:lnTo>
                <a:lnTo>
                  <a:pt x="184378" y="1270"/>
                </a:lnTo>
                <a:lnTo>
                  <a:pt x="186258" y="6350"/>
                </a:lnTo>
                <a:lnTo>
                  <a:pt x="186258" y="8889"/>
                </a:lnTo>
                <a:lnTo>
                  <a:pt x="179965" y="19050"/>
                </a:lnTo>
                <a:lnTo>
                  <a:pt x="176849" y="29210"/>
                </a:lnTo>
                <a:lnTo>
                  <a:pt x="175144" y="40639"/>
                </a:lnTo>
                <a:lnTo>
                  <a:pt x="173088" y="52070"/>
                </a:lnTo>
                <a:lnTo>
                  <a:pt x="181849" y="53339"/>
                </a:lnTo>
                <a:lnTo>
                  <a:pt x="202997" y="53339"/>
                </a:lnTo>
                <a:lnTo>
                  <a:pt x="208838" y="55879"/>
                </a:lnTo>
                <a:lnTo>
                  <a:pt x="203190" y="63500"/>
                </a:lnTo>
                <a:lnTo>
                  <a:pt x="191909" y="63500"/>
                </a:lnTo>
                <a:lnTo>
                  <a:pt x="179912" y="64770"/>
                </a:lnTo>
                <a:lnTo>
                  <a:pt x="156159" y="64770"/>
                </a:lnTo>
                <a:lnTo>
                  <a:pt x="146898" y="68579"/>
                </a:lnTo>
                <a:lnTo>
                  <a:pt x="138518" y="72389"/>
                </a:lnTo>
                <a:lnTo>
                  <a:pt x="122288" y="77470"/>
                </a:lnTo>
                <a:lnTo>
                  <a:pt x="114769" y="81279"/>
                </a:lnTo>
                <a:close/>
              </a:path>
              <a:path w="235585" h="264159">
                <a:moveTo>
                  <a:pt x="68727" y="60960"/>
                </a:moveTo>
                <a:lnTo>
                  <a:pt x="52679" y="60960"/>
                </a:lnTo>
                <a:lnTo>
                  <a:pt x="62057" y="55879"/>
                </a:lnTo>
                <a:lnTo>
                  <a:pt x="69848" y="48260"/>
                </a:lnTo>
                <a:lnTo>
                  <a:pt x="75169" y="40639"/>
                </a:lnTo>
                <a:lnTo>
                  <a:pt x="77139" y="29210"/>
                </a:lnTo>
                <a:lnTo>
                  <a:pt x="77139" y="24129"/>
                </a:lnTo>
                <a:lnTo>
                  <a:pt x="80899" y="16510"/>
                </a:lnTo>
                <a:lnTo>
                  <a:pt x="82778" y="10160"/>
                </a:lnTo>
                <a:lnTo>
                  <a:pt x="90309" y="5079"/>
                </a:lnTo>
                <a:lnTo>
                  <a:pt x="92189" y="5079"/>
                </a:lnTo>
                <a:lnTo>
                  <a:pt x="99098" y="7620"/>
                </a:lnTo>
                <a:lnTo>
                  <a:pt x="105122" y="12700"/>
                </a:lnTo>
                <a:lnTo>
                  <a:pt x="109382" y="19050"/>
                </a:lnTo>
                <a:lnTo>
                  <a:pt x="110998" y="27939"/>
                </a:lnTo>
                <a:lnTo>
                  <a:pt x="110998" y="33020"/>
                </a:lnTo>
                <a:lnTo>
                  <a:pt x="122288" y="40639"/>
                </a:lnTo>
                <a:lnTo>
                  <a:pt x="127939" y="45720"/>
                </a:lnTo>
                <a:lnTo>
                  <a:pt x="129819" y="52070"/>
                </a:lnTo>
                <a:lnTo>
                  <a:pt x="99720" y="52070"/>
                </a:lnTo>
                <a:lnTo>
                  <a:pt x="95948" y="53339"/>
                </a:lnTo>
                <a:lnTo>
                  <a:pt x="94773" y="59689"/>
                </a:lnTo>
                <a:lnTo>
                  <a:pt x="69608" y="59689"/>
                </a:lnTo>
                <a:lnTo>
                  <a:pt x="68727" y="60960"/>
                </a:lnTo>
                <a:close/>
              </a:path>
              <a:path w="235585" h="264159">
                <a:moveTo>
                  <a:pt x="43268" y="105410"/>
                </a:moveTo>
                <a:lnTo>
                  <a:pt x="37630" y="104139"/>
                </a:lnTo>
                <a:lnTo>
                  <a:pt x="31978" y="104139"/>
                </a:lnTo>
                <a:lnTo>
                  <a:pt x="26339" y="101600"/>
                </a:lnTo>
                <a:lnTo>
                  <a:pt x="20370" y="99060"/>
                </a:lnTo>
                <a:lnTo>
                  <a:pt x="16695" y="93979"/>
                </a:lnTo>
                <a:lnTo>
                  <a:pt x="15490" y="87629"/>
                </a:lnTo>
                <a:lnTo>
                  <a:pt x="16929" y="81279"/>
                </a:lnTo>
                <a:lnTo>
                  <a:pt x="18808" y="77470"/>
                </a:lnTo>
                <a:lnTo>
                  <a:pt x="18808" y="72389"/>
                </a:lnTo>
                <a:lnTo>
                  <a:pt x="48920" y="36829"/>
                </a:lnTo>
                <a:lnTo>
                  <a:pt x="50800" y="34289"/>
                </a:lnTo>
                <a:lnTo>
                  <a:pt x="56438" y="36829"/>
                </a:lnTo>
                <a:lnTo>
                  <a:pt x="60210" y="40639"/>
                </a:lnTo>
                <a:lnTo>
                  <a:pt x="63969" y="41910"/>
                </a:lnTo>
                <a:lnTo>
                  <a:pt x="60210" y="45720"/>
                </a:lnTo>
                <a:lnTo>
                  <a:pt x="58318" y="49529"/>
                </a:lnTo>
                <a:lnTo>
                  <a:pt x="54559" y="52070"/>
                </a:lnTo>
                <a:lnTo>
                  <a:pt x="54559" y="57150"/>
                </a:lnTo>
                <a:lnTo>
                  <a:pt x="52679" y="60960"/>
                </a:lnTo>
                <a:lnTo>
                  <a:pt x="68727" y="60960"/>
                </a:lnTo>
                <a:lnTo>
                  <a:pt x="62558" y="69850"/>
                </a:lnTo>
                <a:lnTo>
                  <a:pt x="55503" y="81279"/>
                </a:lnTo>
                <a:lnTo>
                  <a:pt x="41389" y="101600"/>
                </a:lnTo>
                <a:lnTo>
                  <a:pt x="41389" y="104139"/>
                </a:lnTo>
                <a:lnTo>
                  <a:pt x="43268" y="105410"/>
                </a:lnTo>
                <a:close/>
              </a:path>
              <a:path w="235585" h="264159">
                <a:moveTo>
                  <a:pt x="127939" y="63500"/>
                </a:moveTo>
                <a:lnTo>
                  <a:pt x="120408" y="60960"/>
                </a:lnTo>
                <a:lnTo>
                  <a:pt x="112890" y="57150"/>
                </a:lnTo>
                <a:lnTo>
                  <a:pt x="107238" y="55879"/>
                </a:lnTo>
                <a:lnTo>
                  <a:pt x="99720" y="52070"/>
                </a:lnTo>
                <a:lnTo>
                  <a:pt x="129819" y="52070"/>
                </a:lnTo>
                <a:lnTo>
                  <a:pt x="133578" y="59689"/>
                </a:lnTo>
                <a:lnTo>
                  <a:pt x="127939" y="63500"/>
                </a:lnTo>
                <a:close/>
              </a:path>
              <a:path w="235585" h="264159">
                <a:moveTo>
                  <a:pt x="202997" y="53339"/>
                </a:moveTo>
                <a:lnTo>
                  <a:pt x="181849" y="53339"/>
                </a:lnTo>
                <a:lnTo>
                  <a:pt x="190963" y="52070"/>
                </a:lnTo>
                <a:lnTo>
                  <a:pt x="200077" y="52070"/>
                </a:lnTo>
                <a:lnTo>
                  <a:pt x="202997" y="53339"/>
                </a:lnTo>
                <a:close/>
              </a:path>
              <a:path w="235585" h="264159">
                <a:moveTo>
                  <a:pt x="29165" y="160019"/>
                </a:moveTo>
                <a:lnTo>
                  <a:pt x="19288" y="156210"/>
                </a:lnTo>
                <a:lnTo>
                  <a:pt x="9410" y="151130"/>
                </a:lnTo>
                <a:lnTo>
                  <a:pt x="0" y="147319"/>
                </a:lnTo>
                <a:lnTo>
                  <a:pt x="0" y="140969"/>
                </a:lnTo>
                <a:lnTo>
                  <a:pt x="37395" y="120650"/>
                </a:lnTo>
                <a:lnTo>
                  <a:pt x="50948" y="111760"/>
                </a:lnTo>
                <a:lnTo>
                  <a:pt x="63969" y="104139"/>
                </a:lnTo>
                <a:lnTo>
                  <a:pt x="65849" y="101600"/>
                </a:lnTo>
                <a:lnTo>
                  <a:pt x="69608" y="100330"/>
                </a:lnTo>
                <a:lnTo>
                  <a:pt x="69608" y="96520"/>
                </a:lnTo>
                <a:lnTo>
                  <a:pt x="70695" y="87629"/>
                </a:lnTo>
                <a:lnTo>
                  <a:pt x="71253" y="78739"/>
                </a:lnTo>
                <a:lnTo>
                  <a:pt x="71370" y="73660"/>
                </a:lnTo>
                <a:lnTo>
                  <a:pt x="71488" y="59689"/>
                </a:lnTo>
                <a:lnTo>
                  <a:pt x="94773" y="59689"/>
                </a:lnTo>
                <a:lnTo>
                  <a:pt x="94068" y="63500"/>
                </a:lnTo>
                <a:lnTo>
                  <a:pt x="91484" y="78739"/>
                </a:lnTo>
                <a:lnTo>
                  <a:pt x="90309" y="93979"/>
                </a:lnTo>
                <a:lnTo>
                  <a:pt x="91954" y="107950"/>
                </a:lnTo>
                <a:lnTo>
                  <a:pt x="97828" y="123189"/>
                </a:lnTo>
                <a:lnTo>
                  <a:pt x="119782" y="123189"/>
                </a:lnTo>
                <a:lnTo>
                  <a:pt x="122288" y="128269"/>
                </a:lnTo>
                <a:lnTo>
                  <a:pt x="222008" y="128269"/>
                </a:lnTo>
                <a:lnTo>
                  <a:pt x="214477" y="132080"/>
                </a:lnTo>
                <a:lnTo>
                  <a:pt x="165569" y="132080"/>
                </a:lnTo>
                <a:lnTo>
                  <a:pt x="154274" y="139700"/>
                </a:lnTo>
                <a:lnTo>
                  <a:pt x="142989" y="144780"/>
                </a:lnTo>
                <a:lnTo>
                  <a:pt x="135637" y="149860"/>
                </a:lnTo>
                <a:lnTo>
                  <a:pt x="133070" y="151130"/>
                </a:lnTo>
                <a:lnTo>
                  <a:pt x="48920" y="151130"/>
                </a:lnTo>
                <a:lnTo>
                  <a:pt x="39042" y="158750"/>
                </a:lnTo>
                <a:lnTo>
                  <a:pt x="29165" y="160019"/>
                </a:lnTo>
                <a:close/>
              </a:path>
              <a:path w="235585" h="264159">
                <a:moveTo>
                  <a:pt x="201307" y="66039"/>
                </a:moveTo>
                <a:lnTo>
                  <a:pt x="193789" y="64770"/>
                </a:lnTo>
                <a:lnTo>
                  <a:pt x="193789" y="63500"/>
                </a:lnTo>
                <a:lnTo>
                  <a:pt x="203190" y="63500"/>
                </a:lnTo>
                <a:lnTo>
                  <a:pt x="201307" y="66039"/>
                </a:lnTo>
                <a:close/>
              </a:path>
              <a:path w="235585" h="264159">
                <a:moveTo>
                  <a:pt x="169117" y="87629"/>
                </a:moveTo>
                <a:lnTo>
                  <a:pt x="152400" y="87629"/>
                </a:lnTo>
                <a:lnTo>
                  <a:pt x="152400" y="81279"/>
                </a:lnTo>
                <a:lnTo>
                  <a:pt x="154279" y="73660"/>
                </a:lnTo>
                <a:lnTo>
                  <a:pt x="156159" y="64770"/>
                </a:lnTo>
                <a:lnTo>
                  <a:pt x="179912" y="64770"/>
                </a:lnTo>
                <a:lnTo>
                  <a:pt x="172151" y="69850"/>
                </a:lnTo>
                <a:lnTo>
                  <a:pt x="168624" y="78739"/>
                </a:lnTo>
                <a:lnTo>
                  <a:pt x="169117" y="87629"/>
                </a:lnTo>
                <a:close/>
              </a:path>
              <a:path w="235585" h="264159">
                <a:moveTo>
                  <a:pt x="222008" y="128269"/>
                </a:moveTo>
                <a:lnTo>
                  <a:pt x="122288" y="128269"/>
                </a:lnTo>
                <a:lnTo>
                  <a:pt x="142989" y="107950"/>
                </a:lnTo>
                <a:lnTo>
                  <a:pt x="141109" y="104139"/>
                </a:lnTo>
                <a:lnTo>
                  <a:pt x="141109" y="101600"/>
                </a:lnTo>
                <a:lnTo>
                  <a:pt x="139230" y="97789"/>
                </a:lnTo>
                <a:lnTo>
                  <a:pt x="133578" y="95250"/>
                </a:lnTo>
                <a:lnTo>
                  <a:pt x="133578" y="92710"/>
                </a:lnTo>
                <a:lnTo>
                  <a:pt x="135458" y="87629"/>
                </a:lnTo>
                <a:lnTo>
                  <a:pt x="141109" y="85089"/>
                </a:lnTo>
                <a:lnTo>
                  <a:pt x="146748" y="87629"/>
                </a:lnTo>
                <a:lnTo>
                  <a:pt x="169117" y="87629"/>
                </a:lnTo>
                <a:lnTo>
                  <a:pt x="169329" y="91439"/>
                </a:lnTo>
                <a:lnTo>
                  <a:pt x="171208" y="96520"/>
                </a:lnTo>
                <a:lnTo>
                  <a:pt x="174967" y="101600"/>
                </a:lnTo>
                <a:lnTo>
                  <a:pt x="178739" y="109219"/>
                </a:lnTo>
                <a:lnTo>
                  <a:pt x="225448" y="109219"/>
                </a:lnTo>
                <a:lnTo>
                  <a:pt x="231419" y="113030"/>
                </a:lnTo>
                <a:lnTo>
                  <a:pt x="235178" y="116839"/>
                </a:lnTo>
                <a:lnTo>
                  <a:pt x="235178" y="123189"/>
                </a:lnTo>
                <a:lnTo>
                  <a:pt x="229539" y="124460"/>
                </a:lnTo>
                <a:lnTo>
                  <a:pt x="222008" y="128269"/>
                </a:lnTo>
                <a:close/>
              </a:path>
              <a:path w="235585" h="264159">
                <a:moveTo>
                  <a:pt x="225448" y="109219"/>
                </a:moveTo>
                <a:lnTo>
                  <a:pt x="184703" y="109219"/>
                </a:lnTo>
                <a:lnTo>
                  <a:pt x="191200" y="107950"/>
                </a:lnTo>
                <a:lnTo>
                  <a:pt x="205079" y="105410"/>
                </a:lnTo>
                <a:lnTo>
                  <a:pt x="212100" y="105410"/>
                </a:lnTo>
                <a:lnTo>
                  <a:pt x="218949" y="106680"/>
                </a:lnTo>
                <a:lnTo>
                  <a:pt x="225448" y="109219"/>
                </a:lnTo>
                <a:close/>
              </a:path>
              <a:path w="235585" h="264159">
                <a:moveTo>
                  <a:pt x="119782" y="123189"/>
                </a:moveTo>
                <a:lnTo>
                  <a:pt x="97828" y="123189"/>
                </a:lnTo>
                <a:lnTo>
                  <a:pt x="105359" y="115569"/>
                </a:lnTo>
                <a:lnTo>
                  <a:pt x="109118" y="107950"/>
                </a:lnTo>
                <a:lnTo>
                  <a:pt x="118529" y="120650"/>
                </a:lnTo>
                <a:lnTo>
                  <a:pt x="119782" y="123189"/>
                </a:lnTo>
                <a:close/>
              </a:path>
              <a:path w="235585" h="264159">
                <a:moveTo>
                  <a:pt x="152400" y="223519"/>
                </a:moveTo>
                <a:lnTo>
                  <a:pt x="144226" y="219710"/>
                </a:lnTo>
                <a:lnTo>
                  <a:pt x="139225" y="214630"/>
                </a:lnTo>
                <a:lnTo>
                  <a:pt x="137046" y="208280"/>
                </a:lnTo>
                <a:lnTo>
                  <a:pt x="137337" y="200660"/>
                </a:lnTo>
                <a:lnTo>
                  <a:pt x="142281" y="182880"/>
                </a:lnTo>
                <a:lnTo>
                  <a:pt x="148634" y="166369"/>
                </a:lnTo>
                <a:lnTo>
                  <a:pt x="156397" y="148589"/>
                </a:lnTo>
                <a:lnTo>
                  <a:pt x="165569" y="132080"/>
                </a:lnTo>
                <a:lnTo>
                  <a:pt x="198051" y="132080"/>
                </a:lnTo>
                <a:lnTo>
                  <a:pt x="190730" y="135889"/>
                </a:lnTo>
                <a:lnTo>
                  <a:pt x="184468" y="140969"/>
                </a:lnTo>
                <a:lnTo>
                  <a:pt x="178739" y="147319"/>
                </a:lnTo>
                <a:lnTo>
                  <a:pt x="184378" y="148589"/>
                </a:lnTo>
                <a:lnTo>
                  <a:pt x="191909" y="148589"/>
                </a:lnTo>
                <a:lnTo>
                  <a:pt x="195668" y="152400"/>
                </a:lnTo>
                <a:lnTo>
                  <a:pt x="199428" y="154939"/>
                </a:lnTo>
                <a:lnTo>
                  <a:pt x="203200" y="160019"/>
                </a:lnTo>
                <a:lnTo>
                  <a:pt x="182499" y="160019"/>
                </a:lnTo>
                <a:lnTo>
                  <a:pt x="176796" y="161289"/>
                </a:lnTo>
                <a:lnTo>
                  <a:pt x="169329" y="167639"/>
                </a:lnTo>
                <a:lnTo>
                  <a:pt x="173088" y="172719"/>
                </a:lnTo>
                <a:lnTo>
                  <a:pt x="182499" y="172719"/>
                </a:lnTo>
                <a:lnTo>
                  <a:pt x="182499" y="179069"/>
                </a:lnTo>
                <a:lnTo>
                  <a:pt x="165569" y="179069"/>
                </a:lnTo>
                <a:lnTo>
                  <a:pt x="158038" y="186689"/>
                </a:lnTo>
                <a:lnTo>
                  <a:pt x="158038" y="187960"/>
                </a:lnTo>
                <a:lnTo>
                  <a:pt x="169329" y="191769"/>
                </a:lnTo>
                <a:lnTo>
                  <a:pt x="178739" y="196850"/>
                </a:lnTo>
                <a:lnTo>
                  <a:pt x="180854" y="200660"/>
                </a:lnTo>
                <a:lnTo>
                  <a:pt x="156159" y="200660"/>
                </a:lnTo>
                <a:lnTo>
                  <a:pt x="154279" y="208280"/>
                </a:lnTo>
                <a:lnTo>
                  <a:pt x="154279" y="215900"/>
                </a:lnTo>
                <a:lnTo>
                  <a:pt x="152400" y="223519"/>
                </a:lnTo>
                <a:close/>
              </a:path>
              <a:path w="235585" h="264159">
                <a:moveTo>
                  <a:pt x="45420" y="224789"/>
                </a:moveTo>
                <a:lnTo>
                  <a:pt x="39509" y="223519"/>
                </a:lnTo>
                <a:lnTo>
                  <a:pt x="33834" y="219710"/>
                </a:lnTo>
                <a:lnTo>
                  <a:pt x="30805" y="214630"/>
                </a:lnTo>
                <a:lnTo>
                  <a:pt x="30246" y="208280"/>
                </a:lnTo>
                <a:lnTo>
                  <a:pt x="31978" y="200660"/>
                </a:lnTo>
                <a:lnTo>
                  <a:pt x="36215" y="189230"/>
                </a:lnTo>
                <a:lnTo>
                  <a:pt x="48920" y="151130"/>
                </a:lnTo>
                <a:lnTo>
                  <a:pt x="133070" y="151130"/>
                </a:lnTo>
                <a:lnTo>
                  <a:pt x="120234" y="157480"/>
                </a:lnTo>
                <a:lnTo>
                  <a:pt x="112890" y="161289"/>
                </a:lnTo>
                <a:lnTo>
                  <a:pt x="110998" y="161289"/>
                </a:lnTo>
                <a:lnTo>
                  <a:pt x="107238" y="163830"/>
                </a:lnTo>
                <a:lnTo>
                  <a:pt x="101600" y="163830"/>
                </a:lnTo>
                <a:lnTo>
                  <a:pt x="99720" y="165100"/>
                </a:lnTo>
                <a:lnTo>
                  <a:pt x="92189" y="180339"/>
                </a:lnTo>
                <a:lnTo>
                  <a:pt x="92286" y="191769"/>
                </a:lnTo>
                <a:lnTo>
                  <a:pt x="92415" y="196850"/>
                </a:lnTo>
                <a:lnTo>
                  <a:pt x="69608" y="196850"/>
                </a:lnTo>
                <a:lnTo>
                  <a:pt x="67729" y="203200"/>
                </a:lnTo>
                <a:lnTo>
                  <a:pt x="63969" y="207010"/>
                </a:lnTo>
                <a:lnTo>
                  <a:pt x="62090" y="212089"/>
                </a:lnTo>
                <a:lnTo>
                  <a:pt x="57236" y="219710"/>
                </a:lnTo>
                <a:lnTo>
                  <a:pt x="51504" y="223519"/>
                </a:lnTo>
                <a:lnTo>
                  <a:pt x="45420" y="224789"/>
                </a:lnTo>
                <a:close/>
              </a:path>
              <a:path w="235585" h="264159">
                <a:moveTo>
                  <a:pt x="210220" y="242569"/>
                </a:moveTo>
                <a:lnTo>
                  <a:pt x="188137" y="242569"/>
                </a:lnTo>
                <a:lnTo>
                  <a:pt x="188137" y="240030"/>
                </a:lnTo>
                <a:lnTo>
                  <a:pt x="190030" y="240030"/>
                </a:lnTo>
                <a:lnTo>
                  <a:pt x="190030" y="171450"/>
                </a:lnTo>
                <a:lnTo>
                  <a:pt x="186791" y="163830"/>
                </a:lnTo>
                <a:lnTo>
                  <a:pt x="182499" y="160019"/>
                </a:lnTo>
                <a:lnTo>
                  <a:pt x="203200" y="160019"/>
                </a:lnTo>
                <a:lnTo>
                  <a:pt x="205079" y="163830"/>
                </a:lnTo>
                <a:lnTo>
                  <a:pt x="210220" y="242569"/>
                </a:lnTo>
                <a:close/>
              </a:path>
              <a:path w="235585" h="264159">
                <a:moveTo>
                  <a:pt x="182499" y="184150"/>
                </a:moveTo>
                <a:lnTo>
                  <a:pt x="165569" y="179069"/>
                </a:lnTo>
                <a:lnTo>
                  <a:pt x="182499" y="179069"/>
                </a:lnTo>
                <a:lnTo>
                  <a:pt x="182499" y="184150"/>
                </a:lnTo>
                <a:close/>
              </a:path>
              <a:path w="235585" h="264159">
                <a:moveTo>
                  <a:pt x="95948" y="255269"/>
                </a:moveTo>
                <a:lnTo>
                  <a:pt x="90309" y="252730"/>
                </a:lnTo>
                <a:lnTo>
                  <a:pt x="84658" y="252730"/>
                </a:lnTo>
                <a:lnTo>
                  <a:pt x="69608" y="242569"/>
                </a:lnTo>
                <a:lnTo>
                  <a:pt x="71488" y="232410"/>
                </a:lnTo>
                <a:lnTo>
                  <a:pt x="73375" y="224789"/>
                </a:lnTo>
                <a:lnTo>
                  <a:pt x="73645" y="219710"/>
                </a:lnTo>
                <a:lnTo>
                  <a:pt x="73740" y="212089"/>
                </a:lnTo>
                <a:lnTo>
                  <a:pt x="73380" y="199389"/>
                </a:lnTo>
                <a:lnTo>
                  <a:pt x="71488" y="199389"/>
                </a:lnTo>
                <a:lnTo>
                  <a:pt x="69608" y="196850"/>
                </a:lnTo>
                <a:lnTo>
                  <a:pt x="92415" y="196850"/>
                </a:lnTo>
                <a:lnTo>
                  <a:pt x="92512" y="200660"/>
                </a:lnTo>
                <a:lnTo>
                  <a:pt x="93364" y="213360"/>
                </a:lnTo>
                <a:lnTo>
                  <a:pt x="94568" y="226060"/>
                </a:lnTo>
                <a:lnTo>
                  <a:pt x="95948" y="238760"/>
                </a:lnTo>
                <a:lnTo>
                  <a:pt x="95948" y="255269"/>
                </a:lnTo>
                <a:close/>
              </a:path>
              <a:path w="235585" h="264159">
                <a:moveTo>
                  <a:pt x="173088" y="214630"/>
                </a:moveTo>
                <a:lnTo>
                  <a:pt x="167449" y="208280"/>
                </a:lnTo>
                <a:lnTo>
                  <a:pt x="161798" y="204469"/>
                </a:lnTo>
                <a:lnTo>
                  <a:pt x="159918" y="204469"/>
                </a:lnTo>
                <a:lnTo>
                  <a:pt x="156159" y="200660"/>
                </a:lnTo>
                <a:lnTo>
                  <a:pt x="180854" y="200660"/>
                </a:lnTo>
                <a:lnTo>
                  <a:pt x="184378" y="207010"/>
                </a:lnTo>
                <a:lnTo>
                  <a:pt x="180619" y="208280"/>
                </a:lnTo>
                <a:lnTo>
                  <a:pt x="173088" y="214630"/>
                </a:lnTo>
                <a:close/>
              </a:path>
              <a:path w="235585" h="264159">
                <a:moveTo>
                  <a:pt x="206959" y="264160"/>
                </a:moveTo>
                <a:lnTo>
                  <a:pt x="201307" y="262889"/>
                </a:lnTo>
                <a:lnTo>
                  <a:pt x="195668" y="262889"/>
                </a:lnTo>
                <a:lnTo>
                  <a:pt x="191909" y="260350"/>
                </a:lnTo>
                <a:lnTo>
                  <a:pt x="185204" y="255269"/>
                </a:lnTo>
                <a:lnTo>
                  <a:pt x="179204" y="248919"/>
                </a:lnTo>
                <a:lnTo>
                  <a:pt x="173912" y="242569"/>
                </a:lnTo>
                <a:lnTo>
                  <a:pt x="169329" y="236219"/>
                </a:lnTo>
                <a:lnTo>
                  <a:pt x="167449" y="234950"/>
                </a:lnTo>
                <a:lnTo>
                  <a:pt x="167449" y="228600"/>
                </a:lnTo>
                <a:lnTo>
                  <a:pt x="173088" y="232410"/>
                </a:lnTo>
                <a:lnTo>
                  <a:pt x="180619" y="236219"/>
                </a:lnTo>
                <a:lnTo>
                  <a:pt x="188137" y="242569"/>
                </a:lnTo>
                <a:lnTo>
                  <a:pt x="210220" y="242569"/>
                </a:lnTo>
                <a:lnTo>
                  <a:pt x="210635" y="248919"/>
                </a:lnTo>
                <a:lnTo>
                  <a:pt x="210718" y="255269"/>
                </a:lnTo>
                <a:lnTo>
                  <a:pt x="206959" y="260350"/>
                </a:lnTo>
                <a:lnTo>
                  <a:pt x="206959" y="2641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k object 28"/>
          <p:cNvSpPr/>
          <p:nvPr/>
        </p:nvSpPr>
        <p:spPr>
          <a:xfrm>
            <a:off x="2931477" y="6450622"/>
            <a:ext cx="131035" cy="1977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k object 29"/>
          <p:cNvSpPr/>
          <p:nvPr/>
        </p:nvSpPr>
        <p:spPr>
          <a:xfrm>
            <a:off x="2014359" y="6385217"/>
            <a:ext cx="236769" cy="29737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k object 30"/>
          <p:cNvSpPr/>
          <p:nvPr/>
        </p:nvSpPr>
        <p:spPr>
          <a:xfrm>
            <a:off x="2351033" y="6466890"/>
            <a:ext cx="141664" cy="15610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k object 31"/>
          <p:cNvSpPr/>
          <p:nvPr/>
        </p:nvSpPr>
        <p:spPr>
          <a:xfrm>
            <a:off x="1171854" y="6431394"/>
            <a:ext cx="209530" cy="22401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bk object 32"/>
          <p:cNvSpPr/>
          <p:nvPr/>
        </p:nvSpPr>
        <p:spPr>
          <a:xfrm>
            <a:off x="587286" y="6381750"/>
            <a:ext cx="241935" cy="287020"/>
          </a:xfrm>
          <a:custGeom>
            <a:avLst/>
            <a:gdLst/>
            <a:ahLst/>
            <a:cxnLst/>
            <a:rect l="l" t="t" r="r" b="b"/>
            <a:pathLst>
              <a:path w="241934" h="287020">
                <a:moveTo>
                  <a:pt x="198069" y="81279"/>
                </a:moveTo>
                <a:lnTo>
                  <a:pt x="128270" y="81279"/>
                </a:lnTo>
                <a:lnTo>
                  <a:pt x="132054" y="77470"/>
                </a:lnTo>
                <a:lnTo>
                  <a:pt x="133934" y="71120"/>
                </a:lnTo>
                <a:lnTo>
                  <a:pt x="139592" y="54610"/>
                </a:lnTo>
                <a:lnTo>
                  <a:pt x="145249" y="39370"/>
                </a:lnTo>
                <a:lnTo>
                  <a:pt x="150907" y="25400"/>
                </a:lnTo>
                <a:lnTo>
                  <a:pt x="158457" y="5079"/>
                </a:lnTo>
                <a:lnTo>
                  <a:pt x="158457" y="0"/>
                </a:lnTo>
                <a:lnTo>
                  <a:pt x="173545" y="6350"/>
                </a:lnTo>
                <a:lnTo>
                  <a:pt x="177317" y="16510"/>
                </a:lnTo>
                <a:lnTo>
                  <a:pt x="171665" y="20320"/>
                </a:lnTo>
                <a:lnTo>
                  <a:pt x="162847" y="31750"/>
                </a:lnTo>
                <a:lnTo>
                  <a:pt x="157746" y="45720"/>
                </a:lnTo>
                <a:lnTo>
                  <a:pt x="154417" y="60960"/>
                </a:lnTo>
                <a:lnTo>
                  <a:pt x="150914" y="76200"/>
                </a:lnTo>
                <a:lnTo>
                  <a:pt x="199961" y="76200"/>
                </a:lnTo>
                <a:lnTo>
                  <a:pt x="199961" y="77470"/>
                </a:lnTo>
                <a:lnTo>
                  <a:pt x="198069" y="81279"/>
                </a:lnTo>
                <a:close/>
              </a:path>
              <a:path w="241934" h="287020">
                <a:moveTo>
                  <a:pt x="25469" y="226059"/>
                </a:moveTo>
                <a:lnTo>
                  <a:pt x="0" y="191770"/>
                </a:lnTo>
                <a:lnTo>
                  <a:pt x="0" y="190500"/>
                </a:lnTo>
                <a:lnTo>
                  <a:pt x="1892" y="187959"/>
                </a:lnTo>
                <a:lnTo>
                  <a:pt x="1892" y="186690"/>
                </a:lnTo>
                <a:lnTo>
                  <a:pt x="10645" y="173990"/>
                </a:lnTo>
                <a:lnTo>
                  <a:pt x="19575" y="161290"/>
                </a:lnTo>
                <a:lnTo>
                  <a:pt x="28150" y="147320"/>
                </a:lnTo>
                <a:lnTo>
                  <a:pt x="35839" y="134620"/>
                </a:lnTo>
                <a:lnTo>
                  <a:pt x="39762" y="127000"/>
                </a:lnTo>
                <a:lnTo>
                  <a:pt x="43153" y="119379"/>
                </a:lnTo>
                <a:lnTo>
                  <a:pt x="46188" y="110489"/>
                </a:lnTo>
                <a:lnTo>
                  <a:pt x="49047" y="102870"/>
                </a:lnTo>
                <a:lnTo>
                  <a:pt x="50939" y="100329"/>
                </a:lnTo>
                <a:lnTo>
                  <a:pt x="47167" y="99060"/>
                </a:lnTo>
                <a:lnTo>
                  <a:pt x="47167" y="95250"/>
                </a:lnTo>
                <a:lnTo>
                  <a:pt x="39679" y="85089"/>
                </a:lnTo>
                <a:lnTo>
                  <a:pt x="36788" y="76200"/>
                </a:lnTo>
                <a:lnTo>
                  <a:pt x="38141" y="66039"/>
                </a:lnTo>
                <a:lnTo>
                  <a:pt x="64344" y="30479"/>
                </a:lnTo>
                <a:lnTo>
                  <a:pt x="81675" y="22860"/>
                </a:lnTo>
                <a:lnTo>
                  <a:pt x="88896" y="22860"/>
                </a:lnTo>
                <a:lnTo>
                  <a:pt x="95055" y="25400"/>
                </a:lnTo>
                <a:lnTo>
                  <a:pt x="99974" y="29210"/>
                </a:lnTo>
                <a:lnTo>
                  <a:pt x="105638" y="36829"/>
                </a:lnTo>
                <a:lnTo>
                  <a:pt x="105638" y="40639"/>
                </a:lnTo>
                <a:lnTo>
                  <a:pt x="96202" y="44450"/>
                </a:lnTo>
                <a:lnTo>
                  <a:pt x="87571" y="48260"/>
                </a:lnTo>
                <a:lnTo>
                  <a:pt x="80881" y="53339"/>
                </a:lnTo>
                <a:lnTo>
                  <a:pt x="75251" y="59689"/>
                </a:lnTo>
                <a:lnTo>
                  <a:pt x="69799" y="67310"/>
                </a:lnTo>
                <a:lnTo>
                  <a:pt x="67906" y="72389"/>
                </a:lnTo>
                <a:lnTo>
                  <a:pt x="67906" y="77470"/>
                </a:lnTo>
                <a:lnTo>
                  <a:pt x="77342" y="83820"/>
                </a:lnTo>
                <a:lnTo>
                  <a:pt x="79235" y="87629"/>
                </a:lnTo>
                <a:lnTo>
                  <a:pt x="81114" y="88900"/>
                </a:lnTo>
                <a:lnTo>
                  <a:pt x="91343" y="101600"/>
                </a:lnTo>
                <a:lnTo>
                  <a:pt x="96443" y="111760"/>
                </a:lnTo>
                <a:lnTo>
                  <a:pt x="96238" y="123190"/>
                </a:lnTo>
                <a:lnTo>
                  <a:pt x="90550" y="135890"/>
                </a:lnTo>
                <a:lnTo>
                  <a:pt x="101866" y="140970"/>
                </a:lnTo>
                <a:lnTo>
                  <a:pt x="132676" y="140970"/>
                </a:lnTo>
                <a:lnTo>
                  <a:pt x="130162" y="143509"/>
                </a:lnTo>
                <a:lnTo>
                  <a:pt x="128270" y="143509"/>
                </a:lnTo>
                <a:lnTo>
                  <a:pt x="126390" y="144779"/>
                </a:lnTo>
                <a:lnTo>
                  <a:pt x="81114" y="144779"/>
                </a:lnTo>
                <a:lnTo>
                  <a:pt x="64134" y="173990"/>
                </a:lnTo>
                <a:lnTo>
                  <a:pt x="62255" y="175259"/>
                </a:lnTo>
                <a:lnTo>
                  <a:pt x="62255" y="179070"/>
                </a:lnTo>
                <a:lnTo>
                  <a:pt x="64134" y="182879"/>
                </a:lnTo>
                <a:lnTo>
                  <a:pt x="64134" y="186690"/>
                </a:lnTo>
                <a:lnTo>
                  <a:pt x="66027" y="191770"/>
                </a:lnTo>
                <a:lnTo>
                  <a:pt x="66027" y="195579"/>
                </a:lnTo>
                <a:lnTo>
                  <a:pt x="61573" y="219709"/>
                </a:lnTo>
                <a:lnTo>
                  <a:pt x="37731" y="219709"/>
                </a:lnTo>
                <a:lnTo>
                  <a:pt x="31245" y="224790"/>
                </a:lnTo>
                <a:lnTo>
                  <a:pt x="25469" y="226059"/>
                </a:lnTo>
                <a:close/>
              </a:path>
              <a:path w="241934" h="287020">
                <a:moveTo>
                  <a:pt x="199961" y="76200"/>
                </a:moveTo>
                <a:lnTo>
                  <a:pt x="150914" y="76200"/>
                </a:lnTo>
                <a:lnTo>
                  <a:pt x="158284" y="73660"/>
                </a:lnTo>
                <a:lnTo>
                  <a:pt x="173725" y="68579"/>
                </a:lnTo>
                <a:lnTo>
                  <a:pt x="181089" y="67310"/>
                </a:lnTo>
                <a:lnTo>
                  <a:pt x="184861" y="64770"/>
                </a:lnTo>
                <a:lnTo>
                  <a:pt x="190525" y="64770"/>
                </a:lnTo>
                <a:lnTo>
                  <a:pt x="192417" y="67310"/>
                </a:lnTo>
                <a:lnTo>
                  <a:pt x="196189" y="68579"/>
                </a:lnTo>
                <a:lnTo>
                  <a:pt x="199961" y="72389"/>
                </a:lnTo>
                <a:lnTo>
                  <a:pt x="199961" y="76200"/>
                </a:lnTo>
                <a:close/>
              </a:path>
              <a:path w="241934" h="287020">
                <a:moveTo>
                  <a:pt x="132676" y="140970"/>
                </a:moveTo>
                <a:lnTo>
                  <a:pt x="101866" y="140970"/>
                </a:lnTo>
                <a:lnTo>
                  <a:pt x="118846" y="130809"/>
                </a:lnTo>
                <a:lnTo>
                  <a:pt x="115484" y="121920"/>
                </a:lnTo>
                <a:lnTo>
                  <a:pt x="117428" y="114300"/>
                </a:lnTo>
                <a:lnTo>
                  <a:pt x="121495" y="106679"/>
                </a:lnTo>
                <a:lnTo>
                  <a:pt x="124498" y="99060"/>
                </a:lnTo>
                <a:lnTo>
                  <a:pt x="111302" y="99060"/>
                </a:lnTo>
                <a:lnTo>
                  <a:pt x="105638" y="96520"/>
                </a:lnTo>
                <a:lnTo>
                  <a:pt x="101866" y="95250"/>
                </a:lnTo>
                <a:lnTo>
                  <a:pt x="96202" y="91439"/>
                </a:lnTo>
                <a:lnTo>
                  <a:pt x="92430" y="87629"/>
                </a:lnTo>
                <a:lnTo>
                  <a:pt x="92430" y="85089"/>
                </a:lnTo>
                <a:lnTo>
                  <a:pt x="94322" y="85089"/>
                </a:lnTo>
                <a:lnTo>
                  <a:pt x="101104" y="83820"/>
                </a:lnTo>
                <a:lnTo>
                  <a:pt x="113952" y="82550"/>
                </a:lnTo>
                <a:lnTo>
                  <a:pt x="120726" y="81279"/>
                </a:lnTo>
                <a:lnTo>
                  <a:pt x="194297" y="81279"/>
                </a:lnTo>
                <a:lnTo>
                  <a:pt x="154686" y="92710"/>
                </a:lnTo>
                <a:lnTo>
                  <a:pt x="147142" y="92710"/>
                </a:lnTo>
                <a:lnTo>
                  <a:pt x="145249" y="95250"/>
                </a:lnTo>
                <a:lnTo>
                  <a:pt x="143370" y="100329"/>
                </a:lnTo>
                <a:lnTo>
                  <a:pt x="139598" y="107950"/>
                </a:lnTo>
                <a:lnTo>
                  <a:pt x="137706" y="113029"/>
                </a:lnTo>
                <a:lnTo>
                  <a:pt x="133934" y="120650"/>
                </a:lnTo>
                <a:lnTo>
                  <a:pt x="182963" y="120650"/>
                </a:lnTo>
                <a:lnTo>
                  <a:pt x="192417" y="123190"/>
                </a:lnTo>
                <a:lnTo>
                  <a:pt x="199961" y="124459"/>
                </a:lnTo>
                <a:lnTo>
                  <a:pt x="207505" y="128270"/>
                </a:lnTo>
                <a:lnTo>
                  <a:pt x="207505" y="132079"/>
                </a:lnTo>
                <a:lnTo>
                  <a:pt x="152793" y="132079"/>
                </a:lnTo>
                <a:lnTo>
                  <a:pt x="152793" y="135890"/>
                </a:lnTo>
                <a:lnTo>
                  <a:pt x="143370" y="135890"/>
                </a:lnTo>
                <a:lnTo>
                  <a:pt x="137706" y="138429"/>
                </a:lnTo>
                <a:lnTo>
                  <a:pt x="133934" y="139700"/>
                </a:lnTo>
                <a:lnTo>
                  <a:pt x="132676" y="140970"/>
                </a:lnTo>
                <a:close/>
              </a:path>
              <a:path w="241934" h="287020">
                <a:moveTo>
                  <a:pt x="182963" y="120650"/>
                </a:moveTo>
                <a:lnTo>
                  <a:pt x="133934" y="120650"/>
                </a:lnTo>
                <a:lnTo>
                  <a:pt x="149173" y="118110"/>
                </a:lnTo>
                <a:lnTo>
                  <a:pt x="163880" y="118110"/>
                </a:lnTo>
                <a:lnTo>
                  <a:pt x="178236" y="119379"/>
                </a:lnTo>
                <a:lnTo>
                  <a:pt x="182963" y="120650"/>
                </a:lnTo>
                <a:close/>
              </a:path>
              <a:path w="241934" h="287020">
                <a:moveTo>
                  <a:pt x="202476" y="167640"/>
                </a:moveTo>
                <a:lnTo>
                  <a:pt x="152793" y="167640"/>
                </a:lnTo>
                <a:lnTo>
                  <a:pt x="179209" y="140970"/>
                </a:lnTo>
                <a:lnTo>
                  <a:pt x="182981" y="135890"/>
                </a:lnTo>
                <a:lnTo>
                  <a:pt x="179209" y="132079"/>
                </a:lnTo>
                <a:lnTo>
                  <a:pt x="207505" y="132079"/>
                </a:lnTo>
                <a:lnTo>
                  <a:pt x="207575" y="139700"/>
                </a:lnTo>
                <a:lnTo>
                  <a:pt x="207855" y="144779"/>
                </a:lnTo>
                <a:lnTo>
                  <a:pt x="206086" y="149859"/>
                </a:lnTo>
                <a:lnTo>
                  <a:pt x="202197" y="154940"/>
                </a:lnTo>
                <a:lnTo>
                  <a:pt x="196189" y="158750"/>
                </a:lnTo>
                <a:lnTo>
                  <a:pt x="194297" y="158750"/>
                </a:lnTo>
                <a:lnTo>
                  <a:pt x="190525" y="162559"/>
                </a:lnTo>
                <a:lnTo>
                  <a:pt x="194297" y="163829"/>
                </a:lnTo>
                <a:lnTo>
                  <a:pt x="198069" y="163829"/>
                </a:lnTo>
                <a:lnTo>
                  <a:pt x="199961" y="166370"/>
                </a:lnTo>
                <a:lnTo>
                  <a:pt x="202476" y="167640"/>
                </a:lnTo>
                <a:close/>
              </a:path>
              <a:path w="241934" h="287020">
                <a:moveTo>
                  <a:pt x="208448" y="171450"/>
                </a:moveTo>
                <a:lnTo>
                  <a:pt x="128270" y="171450"/>
                </a:lnTo>
                <a:lnTo>
                  <a:pt x="135672" y="167640"/>
                </a:lnTo>
                <a:lnTo>
                  <a:pt x="140773" y="160020"/>
                </a:lnTo>
                <a:lnTo>
                  <a:pt x="143396" y="148590"/>
                </a:lnTo>
                <a:lnTo>
                  <a:pt x="143370" y="135890"/>
                </a:lnTo>
                <a:lnTo>
                  <a:pt x="152793" y="135890"/>
                </a:lnTo>
                <a:lnTo>
                  <a:pt x="152793" y="154940"/>
                </a:lnTo>
                <a:lnTo>
                  <a:pt x="149021" y="166370"/>
                </a:lnTo>
                <a:lnTo>
                  <a:pt x="150914" y="166370"/>
                </a:lnTo>
                <a:lnTo>
                  <a:pt x="150914" y="167640"/>
                </a:lnTo>
                <a:lnTo>
                  <a:pt x="202476" y="167640"/>
                </a:lnTo>
                <a:lnTo>
                  <a:pt x="207505" y="170179"/>
                </a:lnTo>
                <a:lnTo>
                  <a:pt x="208448" y="171450"/>
                </a:lnTo>
                <a:close/>
              </a:path>
              <a:path w="241934" h="287020">
                <a:moveTo>
                  <a:pt x="210019" y="180340"/>
                </a:moveTo>
                <a:lnTo>
                  <a:pt x="96202" y="180340"/>
                </a:lnTo>
                <a:lnTo>
                  <a:pt x="92257" y="171450"/>
                </a:lnTo>
                <a:lnTo>
                  <a:pt x="85067" y="153670"/>
                </a:lnTo>
                <a:lnTo>
                  <a:pt x="81114" y="144779"/>
                </a:lnTo>
                <a:lnTo>
                  <a:pt x="126390" y="144779"/>
                </a:lnTo>
                <a:lnTo>
                  <a:pt x="126390" y="151129"/>
                </a:lnTo>
                <a:lnTo>
                  <a:pt x="118846" y="151129"/>
                </a:lnTo>
                <a:lnTo>
                  <a:pt x="103758" y="156209"/>
                </a:lnTo>
                <a:lnTo>
                  <a:pt x="101866" y="158750"/>
                </a:lnTo>
                <a:lnTo>
                  <a:pt x="105638" y="163829"/>
                </a:lnTo>
                <a:lnTo>
                  <a:pt x="109410" y="175259"/>
                </a:lnTo>
                <a:lnTo>
                  <a:pt x="113182" y="176529"/>
                </a:lnTo>
                <a:lnTo>
                  <a:pt x="210962" y="176529"/>
                </a:lnTo>
                <a:lnTo>
                  <a:pt x="210019" y="180340"/>
                </a:lnTo>
                <a:close/>
              </a:path>
              <a:path w="241934" h="287020">
                <a:moveTo>
                  <a:pt x="210962" y="176529"/>
                </a:moveTo>
                <a:lnTo>
                  <a:pt x="113182" y="176529"/>
                </a:lnTo>
                <a:lnTo>
                  <a:pt x="122618" y="173990"/>
                </a:lnTo>
                <a:lnTo>
                  <a:pt x="118846" y="158750"/>
                </a:lnTo>
                <a:lnTo>
                  <a:pt x="118846" y="151129"/>
                </a:lnTo>
                <a:lnTo>
                  <a:pt x="126390" y="151129"/>
                </a:lnTo>
                <a:lnTo>
                  <a:pt x="126390" y="156209"/>
                </a:lnTo>
                <a:lnTo>
                  <a:pt x="128270" y="163829"/>
                </a:lnTo>
                <a:lnTo>
                  <a:pt x="128270" y="171450"/>
                </a:lnTo>
                <a:lnTo>
                  <a:pt x="208448" y="171450"/>
                </a:lnTo>
                <a:lnTo>
                  <a:pt x="211277" y="175259"/>
                </a:lnTo>
                <a:lnTo>
                  <a:pt x="210962" y="176529"/>
                </a:lnTo>
                <a:close/>
              </a:path>
              <a:path w="241934" h="287020">
                <a:moveTo>
                  <a:pt x="83007" y="214629"/>
                </a:moveTo>
                <a:lnTo>
                  <a:pt x="77342" y="207009"/>
                </a:lnTo>
                <a:lnTo>
                  <a:pt x="73011" y="200659"/>
                </a:lnTo>
                <a:lnTo>
                  <a:pt x="70977" y="194309"/>
                </a:lnTo>
                <a:lnTo>
                  <a:pt x="70710" y="187959"/>
                </a:lnTo>
                <a:lnTo>
                  <a:pt x="71678" y="180340"/>
                </a:lnTo>
                <a:lnTo>
                  <a:pt x="71678" y="179070"/>
                </a:lnTo>
                <a:lnTo>
                  <a:pt x="90550" y="179070"/>
                </a:lnTo>
                <a:lnTo>
                  <a:pt x="96202" y="180340"/>
                </a:lnTo>
                <a:lnTo>
                  <a:pt x="210019" y="180340"/>
                </a:lnTo>
                <a:lnTo>
                  <a:pt x="207505" y="190500"/>
                </a:lnTo>
                <a:lnTo>
                  <a:pt x="201841" y="191770"/>
                </a:lnTo>
                <a:lnTo>
                  <a:pt x="188645" y="191770"/>
                </a:lnTo>
                <a:lnTo>
                  <a:pt x="181089" y="194309"/>
                </a:lnTo>
                <a:lnTo>
                  <a:pt x="173545" y="194309"/>
                </a:lnTo>
                <a:lnTo>
                  <a:pt x="165558" y="196850"/>
                </a:lnTo>
                <a:lnTo>
                  <a:pt x="160441" y="201929"/>
                </a:lnTo>
                <a:lnTo>
                  <a:pt x="133934" y="201929"/>
                </a:lnTo>
                <a:lnTo>
                  <a:pt x="128270" y="203200"/>
                </a:lnTo>
                <a:lnTo>
                  <a:pt x="122618" y="203200"/>
                </a:lnTo>
                <a:lnTo>
                  <a:pt x="103758" y="209550"/>
                </a:lnTo>
                <a:lnTo>
                  <a:pt x="98094" y="210820"/>
                </a:lnTo>
                <a:lnTo>
                  <a:pt x="83007" y="214629"/>
                </a:lnTo>
                <a:close/>
              </a:path>
              <a:path w="241934" h="287020">
                <a:moveTo>
                  <a:pt x="204104" y="261620"/>
                </a:moveTo>
                <a:lnTo>
                  <a:pt x="177317" y="261620"/>
                </a:lnTo>
                <a:lnTo>
                  <a:pt x="166001" y="238759"/>
                </a:lnTo>
                <a:lnTo>
                  <a:pt x="162229" y="237490"/>
                </a:lnTo>
                <a:lnTo>
                  <a:pt x="160350" y="237490"/>
                </a:lnTo>
                <a:lnTo>
                  <a:pt x="144814" y="234950"/>
                </a:lnTo>
                <a:lnTo>
                  <a:pt x="136531" y="229870"/>
                </a:lnTo>
                <a:lnTo>
                  <a:pt x="133553" y="222250"/>
                </a:lnTo>
                <a:lnTo>
                  <a:pt x="133807" y="212090"/>
                </a:lnTo>
                <a:lnTo>
                  <a:pt x="133934" y="201929"/>
                </a:lnTo>
                <a:lnTo>
                  <a:pt x="160441" y="201929"/>
                </a:lnTo>
                <a:lnTo>
                  <a:pt x="159162" y="203200"/>
                </a:lnTo>
                <a:lnTo>
                  <a:pt x="155243" y="209550"/>
                </a:lnTo>
                <a:lnTo>
                  <a:pt x="154686" y="218440"/>
                </a:lnTo>
                <a:lnTo>
                  <a:pt x="241465" y="218440"/>
                </a:lnTo>
                <a:lnTo>
                  <a:pt x="237680" y="223520"/>
                </a:lnTo>
                <a:lnTo>
                  <a:pt x="203258" y="223520"/>
                </a:lnTo>
                <a:lnTo>
                  <a:pt x="192944" y="226059"/>
                </a:lnTo>
                <a:lnTo>
                  <a:pt x="182981" y="229870"/>
                </a:lnTo>
                <a:lnTo>
                  <a:pt x="188964" y="238759"/>
                </a:lnTo>
                <a:lnTo>
                  <a:pt x="195478" y="248920"/>
                </a:lnTo>
                <a:lnTo>
                  <a:pt x="202344" y="259079"/>
                </a:lnTo>
                <a:lnTo>
                  <a:pt x="204104" y="261620"/>
                </a:lnTo>
                <a:close/>
              </a:path>
              <a:path w="241934" h="287020">
                <a:moveTo>
                  <a:pt x="241465" y="218440"/>
                </a:moveTo>
                <a:lnTo>
                  <a:pt x="160350" y="218440"/>
                </a:lnTo>
                <a:lnTo>
                  <a:pt x="162229" y="215900"/>
                </a:lnTo>
                <a:lnTo>
                  <a:pt x="174994" y="210820"/>
                </a:lnTo>
                <a:lnTo>
                  <a:pt x="187934" y="207009"/>
                </a:lnTo>
                <a:lnTo>
                  <a:pt x="201227" y="204470"/>
                </a:lnTo>
                <a:lnTo>
                  <a:pt x="215049" y="203200"/>
                </a:lnTo>
                <a:lnTo>
                  <a:pt x="241465" y="212090"/>
                </a:lnTo>
                <a:lnTo>
                  <a:pt x="241465" y="218440"/>
                </a:lnTo>
                <a:close/>
              </a:path>
              <a:path w="241934" h="287020">
                <a:moveTo>
                  <a:pt x="49047" y="287020"/>
                </a:moveTo>
                <a:lnTo>
                  <a:pt x="38377" y="284479"/>
                </a:lnTo>
                <a:lnTo>
                  <a:pt x="31599" y="280670"/>
                </a:lnTo>
                <a:lnTo>
                  <a:pt x="28357" y="273050"/>
                </a:lnTo>
                <a:lnTo>
                  <a:pt x="28295" y="262890"/>
                </a:lnTo>
                <a:lnTo>
                  <a:pt x="30830" y="252729"/>
                </a:lnTo>
                <a:lnTo>
                  <a:pt x="33013" y="242570"/>
                </a:lnTo>
                <a:lnTo>
                  <a:pt x="35196" y="231140"/>
                </a:lnTo>
                <a:lnTo>
                  <a:pt x="37731" y="219709"/>
                </a:lnTo>
                <a:lnTo>
                  <a:pt x="61573" y="219709"/>
                </a:lnTo>
                <a:lnTo>
                  <a:pt x="57773" y="240029"/>
                </a:lnTo>
                <a:lnTo>
                  <a:pt x="54091" y="260350"/>
                </a:lnTo>
                <a:lnTo>
                  <a:pt x="50939" y="281940"/>
                </a:lnTo>
                <a:lnTo>
                  <a:pt x="49047" y="283209"/>
                </a:lnTo>
                <a:lnTo>
                  <a:pt x="49047" y="287020"/>
                </a:lnTo>
                <a:close/>
              </a:path>
              <a:path w="241934" h="287020">
                <a:moveTo>
                  <a:pt x="235800" y="229870"/>
                </a:moveTo>
                <a:lnTo>
                  <a:pt x="230136" y="229870"/>
                </a:lnTo>
                <a:lnTo>
                  <a:pt x="226364" y="227329"/>
                </a:lnTo>
                <a:lnTo>
                  <a:pt x="214280" y="223520"/>
                </a:lnTo>
                <a:lnTo>
                  <a:pt x="237680" y="223520"/>
                </a:lnTo>
                <a:lnTo>
                  <a:pt x="235800" y="229870"/>
                </a:lnTo>
                <a:close/>
              </a:path>
              <a:path w="241934" h="287020">
                <a:moveTo>
                  <a:pt x="209384" y="285750"/>
                </a:moveTo>
                <a:lnTo>
                  <a:pt x="198069" y="285750"/>
                </a:lnTo>
                <a:lnTo>
                  <a:pt x="159164" y="275590"/>
                </a:lnTo>
                <a:lnTo>
                  <a:pt x="141035" y="267970"/>
                </a:lnTo>
                <a:lnTo>
                  <a:pt x="124498" y="257809"/>
                </a:lnTo>
                <a:lnTo>
                  <a:pt x="119135" y="254000"/>
                </a:lnTo>
                <a:lnTo>
                  <a:pt x="109121" y="245109"/>
                </a:lnTo>
                <a:lnTo>
                  <a:pt x="103758" y="241300"/>
                </a:lnTo>
                <a:lnTo>
                  <a:pt x="99974" y="237490"/>
                </a:lnTo>
                <a:lnTo>
                  <a:pt x="99974" y="226059"/>
                </a:lnTo>
                <a:lnTo>
                  <a:pt x="109410" y="226059"/>
                </a:lnTo>
                <a:lnTo>
                  <a:pt x="113182" y="229870"/>
                </a:lnTo>
                <a:lnTo>
                  <a:pt x="115074" y="233679"/>
                </a:lnTo>
                <a:lnTo>
                  <a:pt x="128191" y="245109"/>
                </a:lnTo>
                <a:lnTo>
                  <a:pt x="142190" y="252729"/>
                </a:lnTo>
                <a:lnTo>
                  <a:pt x="157249" y="259079"/>
                </a:lnTo>
                <a:lnTo>
                  <a:pt x="173545" y="261620"/>
                </a:lnTo>
                <a:lnTo>
                  <a:pt x="204104" y="261620"/>
                </a:lnTo>
                <a:lnTo>
                  <a:pt x="209384" y="269240"/>
                </a:lnTo>
                <a:lnTo>
                  <a:pt x="211277" y="273050"/>
                </a:lnTo>
                <a:lnTo>
                  <a:pt x="211277" y="280670"/>
                </a:lnTo>
                <a:lnTo>
                  <a:pt x="209384" y="283209"/>
                </a:lnTo>
                <a:lnTo>
                  <a:pt x="209384" y="2857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bk object 33"/>
          <p:cNvSpPr/>
          <p:nvPr/>
        </p:nvSpPr>
        <p:spPr>
          <a:xfrm>
            <a:off x="653580" y="6606463"/>
            <a:ext cx="29209" cy="80645"/>
          </a:xfrm>
          <a:custGeom>
            <a:avLst/>
            <a:gdLst/>
            <a:ahLst/>
            <a:cxnLst/>
            <a:rect l="l" t="t" r="r" b="b"/>
            <a:pathLst>
              <a:path w="29209" h="80645">
                <a:moveTo>
                  <a:pt x="16878" y="80251"/>
                </a:moveTo>
                <a:lnTo>
                  <a:pt x="11252" y="76517"/>
                </a:lnTo>
                <a:lnTo>
                  <a:pt x="3759" y="72783"/>
                </a:lnTo>
                <a:lnTo>
                  <a:pt x="0" y="69049"/>
                </a:lnTo>
                <a:lnTo>
                  <a:pt x="116" y="64880"/>
                </a:lnTo>
                <a:lnTo>
                  <a:pt x="4219" y="49600"/>
                </a:lnTo>
                <a:lnTo>
                  <a:pt x="8439" y="33358"/>
                </a:lnTo>
                <a:lnTo>
                  <a:pt x="12658" y="16765"/>
                </a:lnTo>
                <a:lnTo>
                  <a:pt x="16878" y="0"/>
                </a:lnTo>
                <a:lnTo>
                  <a:pt x="23647" y="4251"/>
                </a:lnTo>
                <a:lnTo>
                  <a:pt x="27428" y="8856"/>
                </a:lnTo>
                <a:lnTo>
                  <a:pt x="28747" y="14164"/>
                </a:lnTo>
                <a:lnTo>
                  <a:pt x="28130" y="20523"/>
                </a:lnTo>
                <a:lnTo>
                  <a:pt x="24527" y="34843"/>
                </a:lnTo>
                <a:lnTo>
                  <a:pt x="21804" y="49687"/>
                </a:lnTo>
                <a:lnTo>
                  <a:pt x="19358" y="65316"/>
                </a:lnTo>
                <a:lnTo>
                  <a:pt x="16878" y="8025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bk object 34"/>
          <p:cNvSpPr/>
          <p:nvPr/>
        </p:nvSpPr>
        <p:spPr>
          <a:xfrm>
            <a:off x="916328" y="6468922"/>
            <a:ext cx="157970" cy="13956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bk object 35"/>
          <p:cNvSpPr/>
          <p:nvPr/>
        </p:nvSpPr>
        <p:spPr>
          <a:xfrm>
            <a:off x="1501914" y="6445298"/>
            <a:ext cx="182330" cy="18338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999614" y="1688464"/>
            <a:ext cx="8192770" cy="10020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5/9/2024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F1F1F1"/>
                </a:solidFill>
                <a:latin typeface="微软雅黑"/>
                <a:cs typeface="微软雅黑"/>
              </a:defRPr>
            </a:lvl1pPr>
          </a:lstStyle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 u="heavy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5/9/2024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F1F1F1"/>
                </a:solidFill>
                <a:latin typeface="微软雅黑"/>
                <a:cs typeface="微软雅黑"/>
              </a:defRPr>
            </a:lvl1pPr>
          </a:lstStyle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3915156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0" y="0"/>
            <a:ext cx="3918204" cy="6858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3960456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38100">
            <a:solidFill>
              <a:srgbClr val="006C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3955160" y="3357041"/>
            <a:ext cx="141681" cy="16436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k object 20"/>
          <p:cNvSpPr/>
          <p:nvPr/>
        </p:nvSpPr>
        <p:spPr>
          <a:xfrm>
            <a:off x="3960876" y="2796539"/>
            <a:ext cx="0" cy="1264920"/>
          </a:xfrm>
          <a:custGeom>
            <a:avLst/>
            <a:gdLst/>
            <a:ahLst/>
            <a:cxnLst/>
            <a:rect l="l" t="t" r="r" b="b"/>
            <a:pathLst>
              <a:path h="1264920">
                <a:moveTo>
                  <a:pt x="0" y="0"/>
                </a:moveTo>
                <a:lnTo>
                  <a:pt x="0" y="1264920"/>
                </a:lnTo>
              </a:path>
            </a:pathLst>
          </a:custGeom>
          <a:ln w="3175">
            <a:solidFill>
              <a:srgbClr val="A03E0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k object 21"/>
          <p:cNvSpPr/>
          <p:nvPr/>
        </p:nvSpPr>
        <p:spPr>
          <a:xfrm>
            <a:off x="3961510" y="2796997"/>
            <a:ext cx="0" cy="1264285"/>
          </a:xfrm>
          <a:custGeom>
            <a:avLst/>
            <a:gdLst/>
            <a:ahLst/>
            <a:cxnLst/>
            <a:rect l="l" t="t" r="r" b="b"/>
            <a:pathLst>
              <a:path h="1264285">
                <a:moveTo>
                  <a:pt x="0" y="0"/>
                </a:moveTo>
                <a:lnTo>
                  <a:pt x="0" y="1264005"/>
                </a:lnTo>
              </a:path>
            </a:pathLst>
          </a:custGeom>
          <a:ln w="38100">
            <a:solidFill>
              <a:srgbClr val="A03E0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k object 22"/>
          <p:cNvSpPr/>
          <p:nvPr/>
        </p:nvSpPr>
        <p:spPr>
          <a:xfrm>
            <a:off x="1053541" y="1526082"/>
            <a:ext cx="1727200" cy="0"/>
          </a:xfrm>
          <a:custGeom>
            <a:avLst/>
            <a:gdLst/>
            <a:ahLst/>
            <a:cxnLst/>
            <a:rect l="l" t="t" r="r" b="b"/>
            <a:pathLst>
              <a:path w="1727200">
                <a:moveTo>
                  <a:pt x="0" y="0"/>
                </a:moveTo>
                <a:lnTo>
                  <a:pt x="1727034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 u="heavy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5/9/2024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F1F1F1"/>
                </a:solidFill>
                <a:latin typeface="微软雅黑"/>
                <a:cs typeface="微软雅黑"/>
              </a:defRPr>
            </a:lvl1pPr>
          </a:lstStyle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550085" y="863155"/>
            <a:ext cx="10318750" cy="0"/>
          </a:xfrm>
          <a:custGeom>
            <a:avLst/>
            <a:gdLst/>
            <a:ahLst/>
            <a:cxnLst/>
            <a:rect l="l" t="t" r="r" b="b"/>
            <a:pathLst>
              <a:path w="10318750">
                <a:moveTo>
                  <a:pt x="0" y="0"/>
                </a:moveTo>
                <a:lnTo>
                  <a:pt x="10318623" y="0"/>
                </a:lnTo>
              </a:path>
            </a:pathLst>
          </a:custGeom>
          <a:ln w="28575">
            <a:solidFill>
              <a:srgbClr val="A03E0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11163300" y="6187440"/>
            <a:ext cx="706120" cy="670560"/>
          </a:xfrm>
          <a:custGeom>
            <a:avLst/>
            <a:gdLst/>
            <a:ahLst/>
            <a:cxnLst/>
            <a:rect l="l" t="t" r="r" b="b"/>
            <a:pathLst>
              <a:path w="706120" h="670559">
                <a:moveTo>
                  <a:pt x="0" y="670560"/>
                </a:moveTo>
                <a:lnTo>
                  <a:pt x="705611" y="670560"/>
                </a:lnTo>
                <a:lnTo>
                  <a:pt x="705611" y="0"/>
                </a:lnTo>
                <a:lnTo>
                  <a:pt x="0" y="0"/>
                </a:lnTo>
                <a:lnTo>
                  <a:pt x="0" y="67056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11149063" y="6181725"/>
            <a:ext cx="726440" cy="676275"/>
          </a:xfrm>
          <a:custGeom>
            <a:avLst/>
            <a:gdLst/>
            <a:ahLst/>
            <a:cxnLst/>
            <a:rect l="l" t="t" r="r" b="b"/>
            <a:pathLst>
              <a:path w="726440" h="676275">
                <a:moveTo>
                  <a:pt x="12700" y="676275"/>
                </a:moveTo>
                <a:lnTo>
                  <a:pt x="0" y="676275"/>
                </a:lnTo>
                <a:lnTo>
                  <a:pt x="0" y="0"/>
                </a:lnTo>
                <a:lnTo>
                  <a:pt x="725995" y="0"/>
                </a:lnTo>
                <a:lnTo>
                  <a:pt x="725995" y="6350"/>
                </a:lnTo>
                <a:lnTo>
                  <a:pt x="12700" y="6350"/>
                </a:lnTo>
                <a:lnTo>
                  <a:pt x="6350" y="12700"/>
                </a:lnTo>
                <a:lnTo>
                  <a:pt x="12700" y="12700"/>
                </a:lnTo>
                <a:lnTo>
                  <a:pt x="12700" y="669925"/>
                </a:lnTo>
                <a:lnTo>
                  <a:pt x="6350" y="669925"/>
                </a:lnTo>
                <a:lnTo>
                  <a:pt x="12700" y="676275"/>
                </a:lnTo>
                <a:close/>
              </a:path>
              <a:path w="726440" h="676275">
                <a:moveTo>
                  <a:pt x="12700" y="12700"/>
                </a:moveTo>
                <a:lnTo>
                  <a:pt x="6350" y="12700"/>
                </a:lnTo>
                <a:lnTo>
                  <a:pt x="12700" y="6350"/>
                </a:lnTo>
                <a:lnTo>
                  <a:pt x="12700" y="12700"/>
                </a:lnTo>
                <a:close/>
              </a:path>
              <a:path w="726440" h="676275">
                <a:moveTo>
                  <a:pt x="713295" y="12700"/>
                </a:moveTo>
                <a:lnTo>
                  <a:pt x="12700" y="12700"/>
                </a:lnTo>
                <a:lnTo>
                  <a:pt x="12700" y="6350"/>
                </a:lnTo>
                <a:lnTo>
                  <a:pt x="713295" y="6350"/>
                </a:lnTo>
                <a:lnTo>
                  <a:pt x="713295" y="12700"/>
                </a:lnTo>
                <a:close/>
              </a:path>
              <a:path w="726440" h="676275">
                <a:moveTo>
                  <a:pt x="713295" y="676275"/>
                </a:moveTo>
                <a:lnTo>
                  <a:pt x="713295" y="6350"/>
                </a:lnTo>
                <a:lnTo>
                  <a:pt x="719645" y="12700"/>
                </a:lnTo>
                <a:lnTo>
                  <a:pt x="725995" y="12700"/>
                </a:lnTo>
                <a:lnTo>
                  <a:pt x="725995" y="669925"/>
                </a:lnTo>
                <a:lnTo>
                  <a:pt x="719645" y="669925"/>
                </a:lnTo>
                <a:lnTo>
                  <a:pt x="713295" y="676275"/>
                </a:lnTo>
                <a:close/>
              </a:path>
              <a:path w="726440" h="676275">
                <a:moveTo>
                  <a:pt x="725995" y="12700"/>
                </a:moveTo>
                <a:lnTo>
                  <a:pt x="719645" y="12700"/>
                </a:lnTo>
                <a:lnTo>
                  <a:pt x="713295" y="6350"/>
                </a:lnTo>
                <a:lnTo>
                  <a:pt x="725995" y="6350"/>
                </a:lnTo>
                <a:lnTo>
                  <a:pt x="725995" y="12700"/>
                </a:lnTo>
                <a:close/>
              </a:path>
              <a:path w="726440" h="676275">
                <a:moveTo>
                  <a:pt x="12700" y="676275"/>
                </a:moveTo>
                <a:lnTo>
                  <a:pt x="6350" y="669925"/>
                </a:lnTo>
                <a:lnTo>
                  <a:pt x="12700" y="669925"/>
                </a:lnTo>
                <a:lnTo>
                  <a:pt x="12700" y="676275"/>
                </a:lnTo>
                <a:close/>
              </a:path>
              <a:path w="726440" h="676275">
                <a:moveTo>
                  <a:pt x="713295" y="676275"/>
                </a:moveTo>
                <a:lnTo>
                  <a:pt x="12700" y="676275"/>
                </a:lnTo>
                <a:lnTo>
                  <a:pt x="12700" y="669925"/>
                </a:lnTo>
                <a:lnTo>
                  <a:pt x="713295" y="669925"/>
                </a:lnTo>
                <a:lnTo>
                  <a:pt x="713295" y="676275"/>
                </a:lnTo>
                <a:close/>
              </a:path>
              <a:path w="726440" h="676275">
                <a:moveTo>
                  <a:pt x="725995" y="676275"/>
                </a:moveTo>
                <a:lnTo>
                  <a:pt x="713295" y="676275"/>
                </a:lnTo>
                <a:lnTo>
                  <a:pt x="719645" y="669925"/>
                </a:lnTo>
                <a:lnTo>
                  <a:pt x="725995" y="669925"/>
                </a:lnTo>
                <a:lnTo>
                  <a:pt x="725995" y="676275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318515" y="0"/>
            <a:ext cx="1049020" cy="873760"/>
          </a:xfrm>
          <a:custGeom>
            <a:avLst/>
            <a:gdLst/>
            <a:ahLst/>
            <a:cxnLst/>
            <a:rect l="l" t="t" r="r" b="b"/>
            <a:pathLst>
              <a:path w="1049020" h="873760">
                <a:moveTo>
                  <a:pt x="0" y="0"/>
                </a:moveTo>
                <a:lnTo>
                  <a:pt x="1048512" y="0"/>
                </a:lnTo>
                <a:lnTo>
                  <a:pt x="1048512" y="873252"/>
                </a:lnTo>
                <a:lnTo>
                  <a:pt x="0" y="873252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k object 20"/>
          <p:cNvSpPr/>
          <p:nvPr/>
        </p:nvSpPr>
        <p:spPr>
          <a:xfrm>
            <a:off x="312280" y="0"/>
            <a:ext cx="1061720" cy="879475"/>
          </a:xfrm>
          <a:custGeom>
            <a:avLst/>
            <a:gdLst/>
            <a:ahLst/>
            <a:cxnLst/>
            <a:rect l="l" t="t" r="r" b="b"/>
            <a:pathLst>
              <a:path w="1061720" h="879475">
                <a:moveTo>
                  <a:pt x="1061440" y="879475"/>
                </a:moveTo>
                <a:lnTo>
                  <a:pt x="0" y="879475"/>
                </a:lnTo>
                <a:lnTo>
                  <a:pt x="0" y="0"/>
                </a:lnTo>
                <a:lnTo>
                  <a:pt x="12700" y="0"/>
                </a:lnTo>
                <a:lnTo>
                  <a:pt x="6350" y="6350"/>
                </a:lnTo>
                <a:lnTo>
                  <a:pt x="12700" y="6350"/>
                </a:lnTo>
                <a:lnTo>
                  <a:pt x="12700" y="866775"/>
                </a:lnTo>
                <a:lnTo>
                  <a:pt x="6350" y="866775"/>
                </a:lnTo>
                <a:lnTo>
                  <a:pt x="12700" y="873125"/>
                </a:lnTo>
                <a:lnTo>
                  <a:pt x="1061440" y="873125"/>
                </a:lnTo>
                <a:lnTo>
                  <a:pt x="1061440" y="879475"/>
                </a:lnTo>
                <a:close/>
              </a:path>
              <a:path w="1061720" h="879475">
                <a:moveTo>
                  <a:pt x="12700" y="6350"/>
                </a:moveTo>
                <a:lnTo>
                  <a:pt x="6350" y="6350"/>
                </a:lnTo>
                <a:lnTo>
                  <a:pt x="12700" y="0"/>
                </a:lnTo>
                <a:lnTo>
                  <a:pt x="12700" y="6350"/>
                </a:lnTo>
                <a:close/>
              </a:path>
              <a:path w="1061720" h="879475">
                <a:moveTo>
                  <a:pt x="1048740" y="6350"/>
                </a:moveTo>
                <a:lnTo>
                  <a:pt x="12700" y="6350"/>
                </a:lnTo>
                <a:lnTo>
                  <a:pt x="12700" y="0"/>
                </a:lnTo>
                <a:lnTo>
                  <a:pt x="1048740" y="0"/>
                </a:lnTo>
                <a:lnTo>
                  <a:pt x="1048740" y="6350"/>
                </a:lnTo>
                <a:close/>
              </a:path>
              <a:path w="1061720" h="879475">
                <a:moveTo>
                  <a:pt x="1048740" y="873125"/>
                </a:moveTo>
                <a:lnTo>
                  <a:pt x="1048740" y="0"/>
                </a:lnTo>
                <a:lnTo>
                  <a:pt x="1055090" y="6350"/>
                </a:lnTo>
                <a:lnTo>
                  <a:pt x="1061440" y="6350"/>
                </a:lnTo>
                <a:lnTo>
                  <a:pt x="1061440" y="866775"/>
                </a:lnTo>
                <a:lnTo>
                  <a:pt x="1055090" y="866775"/>
                </a:lnTo>
                <a:lnTo>
                  <a:pt x="1048740" y="873125"/>
                </a:lnTo>
                <a:close/>
              </a:path>
              <a:path w="1061720" h="879475">
                <a:moveTo>
                  <a:pt x="1061440" y="6350"/>
                </a:moveTo>
                <a:lnTo>
                  <a:pt x="1055090" y="6350"/>
                </a:lnTo>
                <a:lnTo>
                  <a:pt x="1048740" y="0"/>
                </a:lnTo>
                <a:lnTo>
                  <a:pt x="1061440" y="0"/>
                </a:lnTo>
                <a:lnTo>
                  <a:pt x="1061440" y="6350"/>
                </a:lnTo>
                <a:close/>
              </a:path>
              <a:path w="1061720" h="879475">
                <a:moveTo>
                  <a:pt x="12700" y="873125"/>
                </a:moveTo>
                <a:lnTo>
                  <a:pt x="6350" y="866775"/>
                </a:lnTo>
                <a:lnTo>
                  <a:pt x="12700" y="866775"/>
                </a:lnTo>
                <a:lnTo>
                  <a:pt x="12700" y="873125"/>
                </a:lnTo>
                <a:close/>
              </a:path>
              <a:path w="1061720" h="879475">
                <a:moveTo>
                  <a:pt x="1048740" y="873125"/>
                </a:moveTo>
                <a:lnTo>
                  <a:pt x="12700" y="873125"/>
                </a:lnTo>
                <a:lnTo>
                  <a:pt x="12700" y="866775"/>
                </a:lnTo>
                <a:lnTo>
                  <a:pt x="1048740" y="866775"/>
                </a:lnTo>
                <a:lnTo>
                  <a:pt x="1048740" y="873125"/>
                </a:lnTo>
                <a:close/>
              </a:path>
              <a:path w="1061720" h="879475">
                <a:moveTo>
                  <a:pt x="1061440" y="873125"/>
                </a:moveTo>
                <a:lnTo>
                  <a:pt x="1048740" y="873125"/>
                </a:lnTo>
                <a:lnTo>
                  <a:pt x="1055090" y="866775"/>
                </a:lnTo>
                <a:lnTo>
                  <a:pt x="1061440" y="866775"/>
                </a:lnTo>
                <a:lnTo>
                  <a:pt x="1061440" y="8731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k object 21"/>
          <p:cNvSpPr/>
          <p:nvPr/>
        </p:nvSpPr>
        <p:spPr>
          <a:xfrm>
            <a:off x="318515" y="6187440"/>
            <a:ext cx="10845165" cy="670560"/>
          </a:xfrm>
          <a:custGeom>
            <a:avLst/>
            <a:gdLst/>
            <a:ahLst/>
            <a:cxnLst/>
            <a:rect l="l" t="t" r="r" b="b"/>
            <a:pathLst>
              <a:path w="10845165" h="670559">
                <a:moveTo>
                  <a:pt x="0" y="0"/>
                </a:moveTo>
                <a:lnTo>
                  <a:pt x="10844784" y="0"/>
                </a:lnTo>
                <a:lnTo>
                  <a:pt x="10844784" y="670560"/>
                </a:lnTo>
                <a:lnTo>
                  <a:pt x="0" y="670560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k object 22"/>
          <p:cNvSpPr/>
          <p:nvPr/>
        </p:nvSpPr>
        <p:spPr>
          <a:xfrm>
            <a:off x="1379219" y="0"/>
            <a:ext cx="166370" cy="875030"/>
          </a:xfrm>
          <a:custGeom>
            <a:avLst/>
            <a:gdLst/>
            <a:ahLst/>
            <a:cxnLst/>
            <a:rect l="l" t="t" r="r" b="b"/>
            <a:pathLst>
              <a:path w="166369" h="875030">
                <a:moveTo>
                  <a:pt x="0" y="0"/>
                </a:moveTo>
                <a:lnTo>
                  <a:pt x="166115" y="0"/>
                </a:lnTo>
                <a:lnTo>
                  <a:pt x="166115" y="874776"/>
                </a:lnTo>
                <a:lnTo>
                  <a:pt x="0" y="874776"/>
                </a:lnTo>
                <a:lnTo>
                  <a:pt x="0" y="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k object 23"/>
          <p:cNvSpPr/>
          <p:nvPr/>
        </p:nvSpPr>
        <p:spPr>
          <a:xfrm>
            <a:off x="1372552" y="0"/>
            <a:ext cx="180340" cy="879475"/>
          </a:xfrm>
          <a:custGeom>
            <a:avLst/>
            <a:gdLst/>
            <a:ahLst/>
            <a:cxnLst/>
            <a:rect l="l" t="t" r="r" b="b"/>
            <a:pathLst>
              <a:path w="180340" h="879475">
                <a:moveTo>
                  <a:pt x="179781" y="879475"/>
                </a:moveTo>
                <a:lnTo>
                  <a:pt x="0" y="879475"/>
                </a:lnTo>
                <a:lnTo>
                  <a:pt x="0" y="0"/>
                </a:lnTo>
                <a:lnTo>
                  <a:pt x="11087" y="0"/>
                </a:lnTo>
                <a:lnTo>
                  <a:pt x="6350" y="4737"/>
                </a:lnTo>
                <a:lnTo>
                  <a:pt x="12700" y="4737"/>
                </a:lnTo>
                <a:lnTo>
                  <a:pt x="12700" y="866775"/>
                </a:lnTo>
                <a:lnTo>
                  <a:pt x="6350" y="866775"/>
                </a:lnTo>
                <a:lnTo>
                  <a:pt x="12700" y="873125"/>
                </a:lnTo>
                <a:lnTo>
                  <a:pt x="179781" y="873125"/>
                </a:lnTo>
                <a:lnTo>
                  <a:pt x="179781" y="879475"/>
                </a:lnTo>
                <a:close/>
              </a:path>
              <a:path w="180340" h="879475">
                <a:moveTo>
                  <a:pt x="12700" y="4737"/>
                </a:moveTo>
                <a:lnTo>
                  <a:pt x="6350" y="4737"/>
                </a:lnTo>
                <a:lnTo>
                  <a:pt x="11087" y="0"/>
                </a:lnTo>
                <a:lnTo>
                  <a:pt x="12700" y="0"/>
                </a:lnTo>
                <a:lnTo>
                  <a:pt x="12700" y="4737"/>
                </a:lnTo>
                <a:close/>
              </a:path>
              <a:path w="180340" h="879475">
                <a:moveTo>
                  <a:pt x="167081" y="4737"/>
                </a:moveTo>
                <a:lnTo>
                  <a:pt x="12700" y="4737"/>
                </a:lnTo>
                <a:lnTo>
                  <a:pt x="12700" y="0"/>
                </a:lnTo>
                <a:lnTo>
                  <a:pt x="167081" y="0"/>
                </a:lnTo>
                <a:lnTo>
                  <a:pt x="167081" y="4737"/>
                </a:lnTo>
                <a:close/>
              </a:path>
              <a:path w="180340" h="879475">
                <a:moveTo>
                  <a:pt x="167081" y="873125"/>
                </a:moveTo>
                <a:lnTo>
                  <a:pt x="167081" y="0"/>
                </a:lnTo>
                <a:lnTo>
                  <a:pt x="168694" y="0"/>
                </a:lnTo>
                <a:lnTo>
                  <a:pt x="173431" y="4737"/>
                </a:lnTo>
                <a:lnTo>
                  <a:pt x="179781" y="4737"/>
                </a:lnTo>
                <a:lnTo>
                  <a:pt x="179781" y="866775"/>
                </a:lnTo>
                <a:lnTo>
                  <a:pt x="173431" y="866775"/>
                </a:lnTo>
                <a:lnTo>
                  <a:pt x="167081" y="873125"/>
                </a:lnTo>
                <a:close/>
              </a:path>
              <a:path w="180340" h="879475">
                <a:moveTo>
                  <a:pt x="179781" y="4737"/>
                </a:moveTo>
                <a:lnTo>
                  <a:pt x="173431" y="4737"/>
                </a:lnTo>
                <a:lnTo>
                  <a:pt x="168694" y="0"/>
                </a:lnTo>
                <a:lnTo>
                  <a:pt x="179781" y="0"/>
                </a:lnTo>
                <a:lnTo>
                  <a:pt x="179781" y="4737"/>
                </a:lnTo>
                <a:close/>
              </a:path>
              <a:path w="180340" h="879475">
                <a:moveTo>
                  <a:pt x="12700" y="873125"/>
                </a:moveTo>
                <a:lnTo>
                  <a:pt x="6350" y="866775"/>
                </a:lnTo>
                <a:lnTo>
                  <a:pt x="12700" y="866775"/>
                </a:lnTo>
                <a:lnTo>
                  <a:pt x="12700" y="873125"/>
                </a:lnTo>
                <a:close/>
              </a:path>
              <a:path w="180340" h="879475">
                <a:moveTo>
                  <a:pt x="167081" y="873125"/>
                </a:moveTo>
                <a:lnTo>
                  <a:pt x="12700" y="873125"/>
                </a:lnTo>
                <a:lnTo>
                  <a:pt x="12700" y="866775"/>
                </a:lnTo>
                <a:lnTo>
                  <a:pt x="167081" y="866775"/>
                </a:lnTo>
                <a:lnTo>
                  <a:pt x="167081" y="873125"/>
                </a:lnTo>
                <a:close/>
              </a:path>
              <a:path w="180340" h="879475">
                <a:moveTo>
                  <a:pt x="179781" y="873125"/>
                </a:moveTo>
                <a:lnTo>
                  <a:pt x="167081" y="873125"/>
                </a:lnTo>
                <a:lnTo>
                  <a:pt x="173431" y="866775"/>
                </a:lnTo>
                <a:lnTo>
                  <a:pt x="179781" y="866775"/>
                </a:lnTo>
                <a:lnTo>
                  <a:pt x="179781" y="873125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k object 24"/>
          <p:cNvSpPr/>
          <p:nvPr/>
        </p:nvSpPr>
        <p:spPr>
          <a:xfrm>
            <a:off x="9837419" y="347472"/>
            <a:ext cx="1969007" cy="4328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k object 25"/>
          <p:cNvSpPr/>
          <p:nvPr/>
        </p:nvSpPr>
        <p:spPr>
          <a:xfrm>
            <a:off x="1366469" y="0"/>
            <a:ext cx="0" cy="1061720"/>
          </a:xfrm>
          <a:custGeom>
            <a:avLst/>
            <a:gdLst/>
            <a:ahLst/>
            <a:cxnLst/>
            <a:rect l="l" t="t" r="r" b="b"/>
            <a:pathLst>
              <a:path h="1061720">
                <a:moveTo>
                  <a:pt x="0" y="0"/>
                </a:moveTo>
                <a:lnTo>
                  <a:pt x="0" y="1061593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k object 26"/>
          <p:cNvSpPr/>
          <p:nvPr/>
        </p:nvSpPr>
        <p:spPr>
          <a:xfrm>
            <a:off x="11155413" y="6119786"/>
            <a:ext cx="0" cy="738505"/>
          </a:xfrm>
          <a:custGeom>
            <a:avLst/>
            <a:gdLst/>
            <a:ahLst/>
            <a:cxnLst/>
            <a:rect l="l" t="t" r="r" b="b"/>
            <a:pathLst>
              <a:path h="738504">
                <a:moveTo>
                  <a:pt x="0" y="0"/>
                </a:moveTo>
                <a:lnTo>
                  <a:pt x="0" y="738212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k object 27"/>
          <p:cNvSpPr/>
          <p:nvPr/>
        </p:nvSpPr>
        <p:spPr>
          <a:xfrm>
            <a:off x="2595765" y="6404203"/>
            <a:ext cx="235585" cy="264160"/>
          </a:xfrm>
          <a:custGeom>
            <a:avLst/>
            <a:gdLst/>
            <a:ahLst/>
            <a:cxnLst/>
            <a:rect l="l" t="t" r="r" b="b"/>
            <a:pathLst>
              <a:path w="235585" h="264159">
                <a:moveTo>
                  <a:pt x="114769" y="81279"/>
                </a:moveTo>
                <a:lnTo>
                  <a:pt x="112890" y="81279"/>
                </a:lnTo>
                <a:lnTo>
                  <a:pt x="107238" y="73660"/>
                </a:lnTo>
                <a:lnTo>
                  <a:pt x="118529" y="68579"/>
                </a:lnTo>
                <a:lnTo>
                  <a:pt x="126996" y="66039"/>
                </a:lnTo>
                <a:lnTo>
                  <a:pt x="135464" y="62229"/>
                </a:lnTo>
                <a:lnTo>
                  <a:pt x="143932" y="59689"/>
                </a:lnTo>
                <a:lnTo>
                  <a:pt x="152400" y="55879"/>
                </a:lnTo>
                <a:lnTo>
                  <a:pt x="156159" y="55879"/>
                </a:lnTo>
                <a:lnTo>
                  <a:pt x="158038" y="52070"/>
                </a:lnTo>
                <a:lnTo>
                  <a:pt x="159918" y="49529"/>
                </a:lnTo>
                <a:lnTo>
                  <a:pt x="162446" y="40639"/>
                </a:lnTo>
                <a:lnTo>
                  <a:pt x="166801" y="22860"/>
                </a:lnTo>
                <a:lnTo>
                  <a:pt x="169329" y="13970"/>
                </a:lnTo>
                <a:lnTo>
                  <a:pt x="169329" y="10160"/>
                </a:lnTo>
                <a:lnTo>
                  <a:pt x="176847" y="0"/>
                </a:lnTo>
                <a:lnTo>
                  <a:pt x="184378" y="0"/>
                </a:lnTo>
                <a:lnTo>
                  <a:pt x="184378" y="1270"/>
                </a:lnTo>
                <a:lnTo>
                  <a:pt x="186258" y="6350"/>
                </a:lnTo>
                <a:lnTo>
                  <a:pt x="186258" y="8889"/>
                </a:lnTo>
                <a:lnTo>
                  <a:pt x="179965" y="19050"/>
                </a:lnTo>
                <a:lnTo>
                  <a:pt x="176849" y="29210"/>
                </a:lnTo>
                <a:lnTo>
                  <a:pt x="175144" y="40639"/>
                </a:lnTo>
                <a:lnTo>
                  <a:pt x="173088" y="52070"/>
                </a:lnTo>
                <a:lnTo>
                  <a:pt x="181849" y="53339"/>
                </a:lnTo>
                <a:lnTo>
                  <a:pt x="202997" y="53339"/>
                </a:lnTo>
                <a:lnTo>
                  <a:pt x="208838" y="55879"/>
                </a:lnTo>
                <a:lnTo>
                  <a:pt x="203190" y="63500"/>
                </a:lnTo>
                <a:lnTo>
                  <a:pt x="191909" y="63500"/>
                </a:lnTo>
                <a:lnTo>
                  <a:pt x="179912" y="64770"/>
                </a:lnTo>
                <a:lnTo>
                  <a:pt x="156159" y="64770"/>
                </a:lnTo>
                <a:lnTo>
                  <a:pt x="146898" y="68579"/>
                </a:lnTo>
                <a:lnTo>
                  <a:pt x="138518" y="72389"/>
                </a:lnTo>
                <a:lnTo>
                  <a:pt x="122288" y="77470"/>
                </a:lnTo>
                <a:lnTo>
                  <a:pt x="114769" y="81279"/>
                </a:lnTo>
                <a:close/>
              </a:path>
              <a:path w="235585" h="264159">
                <a:moveTo>
                  <a:pt x="68727" y="60960"/>
                </a:moveTo>
                <a:lnTo>
                  <a:pt x="52679" y="60960"/>
                </a:lnTo>
                <a:lnTo>
                  <a:pt x="62057" y="55879"/>
                </a:lnTo>
                <a:lnTo>
                  <a:pt x="69848" y="48260"/>
                </a:lnTo>
                <a:lnTo>
                  <a:pt x="75169" y="40639"/>
                </a:lnTo>
                <a:lnTo>
                  <a:pt x="77139" y="29210"/>
                </a:lnTo>
                <a:lnTo>
                  <a:pt x="77139" y="24129"/>
                </a:lnTo>
                <a:lnTo>
                  <a:pt x="80899" y="16510"/>
                </a:lnTo>
                <a:lnTo>
                  <a:pt x="82778" y="10160"/>
                </a:lnTo>
                <a:lnTo>
                  <a:pt x="90309" y="5079"/>
                </a:lnTo>
                <a:lnTo>
                  <a:pt x="92189" y="5079"/>
                </a:lnTo>
                <a:lnTo>
                  <a:pt x="99098" y="7620"/>
                </a:lnTo>
                <a:lnTo>
                  <a:pt x="105122" y="12700"/>
                </a:lnTo>
                <a:lnTo>
                  <a:pt x="109382" y="19050"/>
                </a:lnTo>
                <a:lnTo>
                  <a:pt x="110998" y="27939"/>
                </a:lnTo>
                <a:lnTo>
                  <a:pt x="110998" y="33020"/>
                </a:lnTo>
                <a:lnTo>
                  <a:pt x="122288" y="40639"/>
                </a:lnTo>
                <a:lnTo>
                  <a:pt x="127939" y="45720"/>
                </a:lnTo>
                <a:lnTo>
                  <a:pt x="129819" y="52070"/>
                </a:lnTo>
                <a:lnTo>
                  <a:pt x="99720" y="52070"/>
                </a:lnTo>
                <a:lnTo>
                  <a:pt x="95948" y="53339"/>
                </a:lnTo>
                <a:lnTo>
                  <a:pt x="94773" y="59689"/>
                </a:lnTo>
                <a:lnTo>
                  <a:pt x="69608" y="59689"/>
                </a:lnTo>
                <a:lnTo>
                  <a:pt x="68727" y="60960"/>
                </a:lnTo>
                <a:close/>
              </a:path>
              <a:path w="235585" h="264159">
                <a:moveTo>
                  <a:pt x="43268" y="105410"/>
                </a:moveTo>
                <a:lnTo>
                  <a:pt x="37630" y="104139"/>
                </a:lnTo>
                <a:lnTo>
                  <a:pt x="31978" y="104139"/>
                </a:lnTo>
                <a:lnTo>
                  <a:pt x="26339" y="101600"/>
                </a:lnTo>
                <a:lnTo>
                  <a:pt x="20370" y="99060"/>
                </a:lnTo>
                <a:lnTo>
                  <a:pt x="16695" y="93979"/>
                </a:lnTo>
                <a:lnTo>
                  <a:pt x="15490" y="87629"/>
                </a:lnTo>
                <a:lnTo>
                  <a:pt x="16929" y="81279"/>
                </a:lnTo>
                <a:lnTo>
                  <a:pt x="18808" y="77470"/>
                </a:lnTo>
                <a:lnTo>
                  <a:pt x="18808" y="72389"/>
                </a:lnTo>
                <a:lnTo>
                  <a:pt x="48920" y="36829"/>
                </a:lnTo>
                <a:lnTo>
                  <a:pt x="50800" y="34289"/>
                </a:lnTo>
                <a:lnTo>
                  <a:pt x="56438" y="36829"/>
                </a:lnTo>
                <a:lnTo>
                  <a:pt x="60210" y="40639"/>
                </a:lnTo>
                <a:lnTo>
                  <a:pt x="63969" y="41910"/>
                </a:lnTo>
                <a:lnTo>
                  <a:pt x="60210" y="45720"/>
                </a:lnTo>
                <a:lnTo>
                  <a:pt x="58318" y="49529"/>
                </a:lnTo>
                <a:lnTo>
                  <a:pt x="54559" y="52070"/>
                </a:lnTo>
                <a:lnTo>
                  <a:pt x="54559" y="57150"/>
                </a:lnTo>
                <a:lnTo>
                  <a:pt x="52679" y="60960"/>
                </a:lnTo>
                <a:lnTo>
                  <a:pt x="68727" y="60960"/>
                </a:lnTo>
                <a:lnTo>
                  <a:pt x="62558" y="69850"/>
                </a:lnTo>
                <a:lnTo>
                  <a:pt x="55503" y="81279"/>
                </a:lnTo>
                <a:lnTo>
                  <a:pt x="41389" y="101600"/>
                </a:lnTo>
                <a:lnTo>
                  <a:pt x="41389" y="104139"/>
                </a:lnTo>
                <a:lnTo>
                  <a:pt x="43268" y="105410"/>
                </a:lnTo>
                <a:close/>
              </a:path>
              <a:path w="235585" h="264159">
                <a:moveTo>
                  <a:pt x="127939" y="63500"/>
                </a:moveTo>
                <a:lnTo>
                  <a:pt x="120408" y="60960"/>
                </a:lnTo>
                <a:lnTo>
                  <a:pt x="112890" y="57150"/>
                </a:lnTo>
                <a:lnTo>
                  <a:pt x="107238" y="55879"/>
                </a:lnTo>
                <a:lnTo>
                  <a:pt x="99720" y="52070"/>
                </a:lnTo>
                <a:lnTo>
                  <a:pt x="129819" y="52070"/>
                </a:lnTo>
                <a:lnTo>
                  <a:pt x="133578" y="59689"/>
                </a:lnTo>
                <a:lnTo>
                  <a:pt x="127939" y="63500"/>
                </a:lnTo>
                <a:close/>
              </a:path>
              <a:path w="235585" h="264159">
                <a:moveTo>
                  <a:pt x="202997" y="53339"/>
                </a:moveTo>
                <a:lnTo>
                  <a:pt x="181849" y="53339"/>
                </a:lnTo>
                <a:lnTo>
                  <a:pt x="190963" y="52070"/>
                </a:lnTo>
                <a:lnTo>
                  <a:pt x="200077" y="52070"/>
                </a:lnTo>
                <a:lnTo>
                  <a:pt x="202997" y="53339"/>
                </a:lnTo>
                <a:close/>
              </a:path>
              <a:path w="235585" h="264159">
                <a:moveTo>
                  <a:pt x="29165" y="160019"/>
                </a:moveTo>
                <a:lnTo>
                  <a:pt x="19288" y="156210"/>
                </a:lnTo>
                <a:lnTo>
                  <a:pt x="9410" y="151130"/>
                </a:lnTo>
                <a:lnTo>
                  <a:pt x="0" y="147319"/>
                </a:lnTo>
                <a:lnTo>
                  <a:pt x="0" y="140969"/>
                </a:lnTo>
                <a:lnTo>
                  <a:pt x="37395" y="120650"/>
                </a:lnTo>
                <a:lnTo>
                  <a:pt x="50948" y="111760"/>
                </a:lnTo>
                <a:lnTo>
                  <a:pt x="63969" y="104139"/>
                </a:lnTo>
                <a:lnTo>
                  <a:pt x="65849" y="101600"/>
                </a:lnTo>
                <a:lnTo>
                  <a:pt x="69608" y="100330"/>
                </a:lnTo>
                <a:lnTo>
                  <a:pt x="69608" y="96520"/>
                </a:lnTo>
                <a:lnTo>
                  <a:pt x="70695" y="87629"/>
                </a:lnTo>
                <a:lnTo>
                  <a:pt x="71253" y="78739"/>
                </a:lnTo>
                <a:lnTo>
                  <a:pt x="71370" y="73660"/>
                </a:lnTo>
                <a:lnTo>
                  <a:pt x="71488" y="59689"/>
                </a:lnTo>
                <a:lnTo>
                  <a:pt x="94773" y="59689"/>
                </a:lnTo>
                <a:lnTo>
                  <a:pt x="94068" y="63500"/>
                </a:lnTo>
                <a:lnTo>
                  <a:pt x="91484" y="78739"/>
                </a:lnTo>
                <a:lnTo>
                  <a:pt x="90309" y="93979"/>
                </a:lnTo>
                <a:lnTo>
                  <a:pt x="91954" y="107950"/>
                </a:lnTo>
                <a:lnTo>
                  <a:pt x="97828" y="123189"/>
                </a:lnTo>
                <a:lnTo>
                  <a:pt x="119782" y="123189"/>
                </a:lnTo>
                <a:lnTo>
                  <a:pt x="122288" y="128269"/>
                </a:lnTo>
                <a:lnTo>
                  <a:pt x="222008" y="128269"/>
                </a:lnTo>
                <a:lnTo>
                  <a:pt x="214477" y="132080"/>
                </a:lnTo>
                <a:lnTo>
                  <a:pt x="165569" y="132080"/>
                </a:lnTo>
                <a:lnTo>
                  <a:pt x="154274" y="139700"/>
                </a:lnTo>
                <a:lnTo>
                  <a:pt x="142989" y="144780"/>
                </a:lnTo>
                <a:lnTo>
                  <a:pt x="135637" y="149860"/>
                </a:lnTo>
                <a:lnTo>
                  <a:pt x="133070" y="151130"/>
                </a:lnTo>
                <a:lnTo>
                  <a:pt x="48920" y="151130"/>
                </a:lnTo>
                <a:lnTo>
                  <a:pt x="39042" y="158750"/>
                </a:lnTo>
                <a:lnTo>
                  <a:pt x="29165" y="160019"/>
                </a:lnTo>
                <a:close/>
              </a:path>
              <a:path w="235585" h="264159">
                <a:moveTo>
                  <a:pt x="201307" y="66039"/>
                </a:moveTo>
                <a:lnTo>
                  <a:pt x="193789" y="64770"/>
                </a:lnTo>
                <a:lnTo>
                  <a:pt x="193789" y="63500"/>
                </a:lnTo>
                <a:lnTo>
                  <a:pt x="203190" y="63500"/>
                </a:lnTo>
                <a:lnTo>
                  <a:pt x="201307" y="66039"/>
                </a:lnTo>
                <a:close/>
              </a:path>
              <a:path w="235585" h="264159">
                <a:moveTo>
                  <a:pt x="169117" y="87629"/>
                </a:moveTo>
                <a:lnTo>
                  <a:pt x="152400" y="87629"/>
                </a:lnTo>
                <a:lnTo>
                  <a:pt x="152400" y="81279"/>
                </a:lnTo>
                <a:lnTo>
                  <a:pt x="154279" y="73660"/>
                </a:lnTo>
                <a:lnTo>
                  <a:pt x="156159" y="64770"/>
                </a:lnTo>
                <a:lnTo>
                  <a:pt x="179912" y="64770"/>
                </a:lnTo>
                <a:lnTo>
                  <a:pt x="172151" y="69850"/>
                </a:lnTo>
                <a:lnTo>
                  <a:pt x="168624" y="78739"/>
                </a:lnTo>
                <a:lnTo>
                  <a:pt x="169117" y="87629"/>
                </a:lnTo>
                <a:close/>
              </a:path>
              <a:path w="235585" h="264159">
                <a:moveTo>
                  <a:pt x="222008" y="128269"/>
                </a:moveTo>
                <a:lnTo>
                  <a:pt x="122288" y="128269"/>
                </a:lnTo>
                <a:lnTo>
                  <a:pt x="142989" y="107950"/>
                </a:lnTo>
                <a:lnTo>
                  <a:pt x="141109" y="104139"/>
                </a:lnTo>
                <a:lnTo>
                  <a:pt x="141109" y="101600"/>
                </a:lnTo>
                <a:lnTo>
                  <a:pt x="139230" y="97789"/>
                </a:lnTo>
                <a:lnTo>
                  <a:pt x="133578" y="95250"/>
                </a:lnTo>
                <a:lnTo>
                  <a:pt x="133578" y="92710"/>
                </a:lnTo>
                <a:lnTo>
                  <a:pt x="135458" y="87629"/>
                </a:lnTo>
                <a:lnTo>
                  <a:pt x="141109" y="85089"/>
                </a:lnTo>
                <a:lnTo>
                  <a:pt x="146748" y="87629"/>
                </a:lnTo>
                <a:lnTo>
                  <a:pt x="169117" y="87629"/>
                </a:lnTo>
                <a:lnTo>
                  <a:pt x="169329" y="91439"/>
                </a:lnTo>
                <a:lnTo>
                  <a:pt x="171208" y="96520"/>
                </a:lnTo>
                <a:lnTo>
                  <a:pt x="174967" y="101600"/>
                </a:lnTo>
                <a:lnTo>
                  <a:pt x="178739" y="109219"/>
                </a:lnTo>
                <a:lnTo>
                  <a:pt x="225448" y="109219"/>
                </a:lnTo>
                <a:lnTo>
                  <a:pt x="231419" y="113030"/>
                </a:lnTo>
                <a:lnTo>
                  <a:pt x="235178" y="116839"/>
                </a:lnTo>
                <a:lnTo>
                  <a:pt x="235178" y="123189"/>
                </a:lnTo>
                <a:lnTo>
                  <a:pt x="229539" y="124460"/>
                </a:lnTo>
                <a:lnTo>
                  <a:pt x="222008" y="128269"/>
                </a:lnTo>
                <a:close/>
              </a:path>
              <a:path w="235585" h="264159">
                <a:moveTo>
                  <a:pt x="225448" y="109219"/>
                </a:moveTo>
                <a:lnTo>
                  <a:pt x="184703" y="109219"/>
                </a:lnTo>
                <a:lnTo>
                  <a:pt x="191200" y="107950"/>
                </a:lnTo>
                <a:lnTo>
                  <a:pt x="205079" y="105410"/>
                </a:lnTo>
                <a:lnTo>
                  <a:pt x="212100" y="105410"/>
                </a:lnTo>
                <a:lnTo>
                  <a:pt x="218949" y="106680"/>
                </a:lnTo>
                <a:lnTo>
                  <a:pt x="225448" y="109219"/>
                </a:lnTo>
                <a:close/>
              </a:path>
              <a:path w="235585" h="264159">
                <a:moveTo>
                  <a:pt x="119782" y="123189"/>
                </a:moveTo>
                <a:lnTo>
                  <a:pt x="97828" y="123189"/>
                </a:lnTo>
                <a:lnTo>
                  <a:pt x="105359" y="115569"/>
                </a:lnTo>
                <a:lnTo>
                  <a:pt x="109118" y="107950"/>
                </a:lnTo>
                <a:lnTo>
                  <a:pt x="118529" y="120650"/>
                </a:lnTo>
                <a:lnTo>
                  <a:pt x="119782" y="123189"/>
                </a:lnTo>
                <a:close/>
              </a:path>
              <a:path w="235585" h="264159">
                <a:moveTo>
                  <a:pt x="152400" y="223519"/>
                </a:moveTo>
                <a:lnTo>
                  <a:pt x="144226" y="219710"/>
                </a:lnTo>
                <a:lnTo>
                  <a:pt x="139225" y="214630"/>
                </a:lnTo>
                <a:lnTo>
                  <a:pt x="137046" y="208280"/>
                </a:lnTo>
                <a:lnTo>
                  <a:pt x="137337" y="200660"/>
                </a:lnTo>
                <a:lnTo>
                  <a:pt x="142281" y="182880"/>
                </a:lnTo>
                <a:lnTo>
                  <a:pt x="148634" y="166369"/>
                </a:lnTo>
                <a:lnTo>
                  <a:pt x="156397" y="148589"/>
                </a:lnTo>
                <a:lnTo>
                  <a:pt x="165569" y="132080"/>
                </a:lnTo>
                <a:lnTo>
                  <a:pt x="198051" y="132080"/>
                </a:lnTo>
                <a:lnTo>
                  <a:pt x="190730" y="135889"/>
                </a:lnTo>
                <a:lnTo>
                  <a:pt x="184468" y="140969"/>
                </a:lnTo>
                <a:lnTo>
                  <a:pt x="178739" y="147319"/>
                </a:lnTo>
                <a:lnTo>
                  <a:pt x="184378" y="148589"/>
                </a:lnTo>
                <a:lnTo>
                  <a:pt x="191909" y="148589"/>
                </a:lnTo>
                <a:lnTo>
                  <a:pt x="195668" y="152400"/>
                </a:lnTo>
                <a:lnTo>
                  <a:pt x="199428" y="154939"/>
                </a:lnTo>
                <a:lnTo>
                  <a:pt x="203200" y="160019"/>
                </a:lnTo>
                <a:lnTo>
                  <a:pt x="182499" y="160019"/>
                </a:lnTo>
                <a:lnTo>
                  <a:pt x="176796" y="161289"/>
                </a:lnTo>
                <a:lnTo>
                  <a:pt x="169329" y="167639"/>
                </a:lnTo>
                <a:lnTo>
                  <a:pt x="173088" y="172719"/>
                </a:lnTo>
                <a:lnTo>
                  <a:pt x="182499" y="172719"/>
                </a:lnTo>
                <a:lnTo>
                  <a:pt x="182499" y="179069"/>
                </a:lnTo>
                <a:lnTo>
                  <a:pt x="165569" y="179069"/>
                </a:lnTo>
                <a:lnTo>
                  <a:pt x="158038" y="186689"/>
                </a:lnTo>
                <a:lnTo>
                  <a:pt x="158038" y="187960"/>
                </a:lnTo>
                <a:lnTo>
                  <a:pt x="169329" y="191769"/>
                </a:lnTo>
                <a:lnTo>
                  <a:pt x="178739" y="196850"/>
                </a:lnTo>
                <a:lnTo>
                  <a:pt x="180854" y="200660"/>
                </a:lnTo>
                <a:lnTo>
                  <a:pt x="156159" y="200660"/>
                </a:lnTo>
                <a:lnTo>
                  <a:pt x="154279" y="208280"/>
                </a:lnTo>
                <a:lnTo>
                  <a:pt x="154279" y="215900"/>
                </a:lnTo>
                <a:lnTo>
                  <a:pt x="152400" y="223519"/>
                </a:lnTo>
                <a:close/>
              </a:path>
              <a:path w="235585" h="264159">
                <a:moveTo>
                  <a:pt x="45420" y="224789"/>
                </a:moveTo>
                <a:lnTo>
                  <a:pt x="39509" y="223519"/>
                </a:lnTo>
                <a:lnTo>
                  <a:pt x="33834" y="219710"/>
                </a:lnTo>
                <a:lnTo>
                  <a:pt x="30805" y="214630"/>
                </a:lnTo>
                <a:lnTo>
                  <a:pt x="30246" y="208280"/>
                </a:lnTo>
                <a:lnTo>
                  <a:pt x="31978" y="200660"/>
                </a:lnTo>
                <a:lnTo>
                  <a:pt x="36215" y="189230"/>
                </a:lnTo>
                <a:lnTo>
                  <a:pt x="48920" y="151130"/>
                </a:lnTo>
                <a:lnTo>
                  <a:pt x="133070" y="151130"/>
                </a:lnTo>
                <a:lnTo>
                  <a:pt x="120234" y="157480"/>
                </a:lnTo>
                <a:lnTo>
                  <a:pt x="112890" y="161289"/>
                </a:lnTo>
                <a:lnTo>
                  <a:pt x="110998" y="161289"/>
                </a:lnTo>
                <a:lnTo>
                  <a:pt x="107238" y="163830"/>
                </a:lnTo>
                <a:lnTo>
                  <a:pt x="101600" y="163830"/>
                </a:lnTo>
                <a:lnTo>
                  <a:pt x="99720" y="165100"/>
                </a:lnTo>
                <a:lnTo>
                  <a:pt x="92189" y="180339"/>
                </a:lnTo>
                <a:lnTo>
                  <a:pt x="92286" y="191769"/>
                </a:lnTo>
                <a:lnTo>
                  <a:pt x="92415" y="196850"/>
                </a:lnTo>
                <a:lnTo>
                  <a:pt x="69608" y="196850"/>
                </a:lnTo>
                <a:lnTo>
                  <a:pt x="67729" y="203200"/>
                </a:lnTo>
                <a:lnTo>
                  <a:pt x="63969" y="207010"/>
                </a:lnTo>
                <a:lnTo>
                  <a:pt x="62090" y="212089"/>
                </a:lnTo>
                <a:lnTo>
                  <a:pt x="57236" y="219710"/>
                </a:lnTo>
                <a:lnTo>
                  <a:pt x="51504" y="223519"/>
                </a:lnTo>
                <a:lnTo>
                  <a:pt x="45420" y="224789"/>
                </a:lnTo>
                <a:close/>
              </a:path>
              <a:path w="235585" h="264159">
                <a:moveTo>
                  <a:pt x="210220" y="242569"/>
                </a:moveTo>
                <a:lnTo>
                  <a:pt x="188137" y="242569"/>
                </a:lnTo>
                <a:lnTo>
                  <a:pt x="188137" y="240030"/>
                </a:lnTo>
                <a:lnTo>
                  <a:pt x="190030" y="240030"/>
                </a:lnTo>
                <a:lnTo>
                  <a:pt x="190030" y="171450"/>
                </a:lnTo>
                <a:lnTo>
                  <a:pt x="186791" y="163830"/>
                </a:lnTo>
                <a:lnTo>
                  <a:pt x="182499" y="160019"/>
                </a:lnTo>
                <a:lnTo>
                  <a:pt x="203200" y="160019"/>
                </a:lnTo>
                <a:lnTo>
                  <a:pt x="205079" y="163830"/>
                </a:lnTo>
                <a:lnTo>
                  <a:pt x="210220" y="242569"/>
                </a:lnTo>
                <a:close/>
              </a:path>
              <a:path w="235585" h="264159">
                <a:moveTo>
                  <a:pt x="182499" y="184150"/>
                </a:moveTo>
                <a:lnTo>
                  <a:pt x="165569" y="179069"/>
                </a:lnTo>
                <a:lnTo>
                  <a:pt x="182499" y="179069"/>
                </a:lnTo>
                <a:lnTo>
                  <a:pt x="182499" y="184150"/>
                </a:lnTo>
                <a:close/>
              </a:path>
              <a:path w="235585" h="264159">
                <a:moveTo>
                  <a:pt x="95948" y="255269"/>
                </a:moveTo>
                <a:lnTo>
                  <a:pt x="90309" y="252730"/>
                </a:lnTo>
                <a:lnTo>
                  <a:pt x="84658" y="252730"/>
                </a:lnTo>
                <a:lnTo>
                  <a:pt x="69608" y="242569"/>
                </a:lnTo>
                <a:lnTo>
                  <a:pt x="71488" y="232410"/>
                </a:lnTo>
                <a:lnTo>
                  <a:pt x="73375" y="224789"/>
                </a:lnTo>
                <a:lnTo>
                  <a:pt x="73645" y="219710"/>
                </a:lnTo>
                <a:lnTo>
                  <a:pt x="73740" y="212089"/>
                </a:lnTo>
                <a:lnTo>
                  <a:pt x="73380" y="199389"/>
                </a:lnTo>
                <a:lnTo>
                  <a:pt x="71488" y="199389"/>
                </a:lnTo>
                <a:lnTo>
                  <a:pt x="69608" y="196850"/>
                </a:lnTo>
                <a:lnTo>
                  <a:pt x="92415" y="196850"/>
                </a:lnTo>
                <a:lnTo>
                  <a:pt x="92512" y="200660"/>
                </a:lnTo>
                <a:lnTo>
                  <a:pt x="93364" y="213360"/>
                </a:lnTo>
                <a:lnTo>
                  <a:pt x="94568" y="226060"/>
                </a:lnTo>
                <a:lnTo>
                  <a:pt x="95948" y="238760"/>
                </a:lnTo>
                <a:lnTo>
                  <a:pt x="95948" y="255269"/>
                </a:lnTo>
                <a:close/>
              </a:path>
              <a:path w="235585" h="264159">
                <a:moveTo>
                  <a:pt x="173088" y="214630"/>
                </a:moveTo>
                <a:lnTo>
                  <a:pt x="167449" y="208280"/>
                </a:lnTo>
                <a:lnTo>
                  <a:pt x="161798" y="204469"/>
                </a:lnTo>
                <a:lnTo>
                  <a:pt x="159918" y="204469"/>
                </a:lnTo>
                <a:lnTo>
                  <a:pt x="156159" y="200660"/>
                </a:lnTo>
                <a:lnTo>
                  <a:pt x="180854" y="200660"/>
                </a:lnTo>
                <a:lnTo>
                  <a:pt x="184378" y="207010"/>
                </a:lnTo>
                <a:lnTo>
                  <a:pt x="180619" y="208280"/>
                </a:lnTo>
                <a:lnTo>
                  <a:pt x="173088" y="214630"/>
                </a:lnTo>
                <a:close/>
              </a:path>
              <a:path w="235585" h="264159">
                <a:moveTo>
                  <a:pt x="206959" y="264160"/>
                </a:moveTo>
                <a:lnTo>
                  <a:pt x="201307" y="262889"/>
                </a:lnTo>
                <a:lnTo>
                  <a:pt x="195668" y="262889"/>
                </a:lnTo>
                <a:lnTo>
                  <a:pt x="191909" y="260350"/>
                </a:lnTo>
                <a:lnTo>
                  <a:pt x="185204" y="255269"/>
                </a:lnTo>
                <a:lnTo>
                  <a:pt x="179204" y="248919"/>
                </a:lnTo>
                <a:lnTo>
                  <a:pt x="173912" y="242569"/>
                </a:lnTo>
                <a:lnTo>
                  <a:pt x="169329" y="236219"/>
                </a:lnTo>
                <a:lnTo>
                  <a:pt x="167449" y="234950"/>
                </a:lnTo>
                <a:lnTo>
                  <a:pt x="167449" y="228600"/>
                </a:lnTo>
                <a:lnTo>
                  <a:pt x="173088" y="232410"/>
                </a:lnTo>
                <a:lnTo>
                  <a:pt x="180619" y="236219"/>
                </a:lnTo>
                <a:lnTo>
                  <a:pt x="188137" y="242569"/>
                </a:lnTo>
                <a:lnTo>
                  <a:pt x="210220" y="242569"/>
                </a:lnTo>
                <a:lnTo>
                  <a:pt x="210635" y="248919"/>
                </a:lnTo>
                <a:lnTo>
                  <a:pt x="210718" y="255269"/>
                </a:lnTo>
                <a:lnTo>
                  <a:pt x="206959" y="260350"/>
                </a:lnTo>
                <a:lnTo>
                  <a:pt x="206959" y="2641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k object 28"/>
          <p:cNvSpPr/>
          <p:nvPr/>
        </p:nvSpPr>
        <p:spPr>
          <a:xfrm>
            <a:off x="2931477" y="6450622"/>
            <a:ext cx="131035" cy="1977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k object 29"/>
          <p:cNvSpPr/>
          <p:nvPr/>
        </p:nvSpPr>
        <p:spPr>
          <a:xfrm>
            <a:off x="2014359" y="6385217"/>
            <a:ext cx="236769" cy="29737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k object 30"/>
          <p:cNvSpPr/>
          <p:nvPr/>
        </p:nvSpPr>
        <p:spPr>
          <a:xfrm>
            <a:off x="2351033" y="6466890"/>
            <a:ext cx="141664" cy="15610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k object 31"/>
          <p:cNvSpPr/>
          <p:nvPr/>
        </p:nvSpPr>
        <p:spPr>
          <a:xfrm>
            <a:off x="1171854" y="6431394"/>
            <a:ext cx="209530" cy="22401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bk object 32"/>
          <p:cNvSpPr/>
          <p:nvPr/>
        </p:nvSpPr>
        <p:spPr>
          <a:xfrm>
            <a:off x="587286" y="6381750"/>
            <a:ext cx="241935" cy="287020"/>
          </a:xfrm>
          <a:custGeom>
            <a:avLst/>
            <a:gdLst/>
            <a:ahLst/>
            <a:cxnLst/>
            <a:rect l="l" t="t" r="r" b="b"/>
            <a:pathLst>
              <a:path w="241934" h="287020">
                <a:moveTo>
                  <a:pt x="198069" y="81279"/>
                </a:moveTo>
                <a:lnTo>
                  <a:pt x="128270" y="81279"/>
                </a:lnTo>
                <a:lnTo>
                  <a:pt x="132054" y="77470"/>
                </a:lnTo>
                <a:lnTo>
                  <a:pt x="133934" y="71120"/>
                </a:lnTo>
                <a:lnTo>
                  <a:pt x="139592" y="54610"/>
                </a:lnTo>
                <a:lnTo>
                  <a:pt x="145249" y="39370"/>
                </a:lnTo>
                <a:lnTo>
                  <a:pt x="150907" y="25400"/>
                </a:lnTo>
                <a:lnTo>
                  <a:pt x="158457" y="5079"/>
                </a:lnTo>
                <a:lnTo>
                  <a:pt x="158457" y="0"/>
                </a:lnTo>
                <a:lnTo>
                  <a:pt x="173545" y="6350"/>
                </a:lnTo>
                <a:lnTo>
                  <a:pt x="177317" y="16510"/>
                </a:lnTo>
                <a:lnTo>
                  <a:pt x="171665" y="20320"/>
                </a:lnTo>
                <a:lnTo>
                  <a:pt x="162847" y="31750"/>
                </a:lnTo>
                <a:lnTo>
                  <a:pt x="157746" y="45720"/>
                </a:lnTo>
                <a:lnTo>
                  <a:pt x="154417" y="60960"/>
                </a:lnTo>
                <a:lnTo>
                  <a:pt x="150914" y="76200"/>
                </a:lnTo>
                <a:lnTo>
                  <a:pt x="199961" y="76200"/>
                </a:lnTo>
                <a:lnTo>
                  <a:pt x="199961" y="77470"/>
                </a:lnTo>
                <a:lnTo>
                  <a:pt x="198069" y="81279"/>
                </a:lnTo>
                <a:close/>
              </a:path>
              <a:path w="241934" h="287020">
                <a:moveTo>
                  <a:pt x="25469" y="226059"/>
                </a:moveTo>
                <a:lnTo>
                  <a:pt x="0" y="191770"/>
                </a:lnTo>
                <a:lnTo>
                  <a:pt x="0" y="190500"/>
                </a:lnTo>
                <a:lnTo>
                  <a:pt x="1892" y="187959"/>
                </a:lnTo>
                <a:lnTo>
                  <a:pt x="1892" y="186690"/>
                </a:lnTo>
                <a:lnTo>
                  <a:pt x="10645" y="173990"/>
                </a:lnTo>
                <a:lnTo>
                  <a:pt x="19575" y="161290"/>
                </a:lnTo>
                <a:lnTo>
                  <a:pt x="28150" y="147320"/>
                </a:lnTo>
                <a:lnTo>
                  <a:pt x="35839" y="134620"/>
                </a:lnTo>
                <a:lnTo>
                  <a:pt x="39762" y="127000"/>
                </a:lnTo>
                <a:lnTo>
                  <a:pt x="43153" y="119379"/>
                </a:lnTo>
                <a:lnTo>
                  <a:pt x="46188" y="110489"/>
                </a:lnTo>
                <a:lnTo>
                  <a:pt x="49047" y="102870"/>
                </a:lnTo>
                <a:lnTo>
                  <a:pt x="50939" y="100329"/>
                </a:lnTo>
                <a:lnTo>
                  <a:pt x="47167" y="99060"/>
                </a:lnTo>
                <a:lnTo>
                  <a:pt x="47167" y="95250"/>
                </a:lnTo>
                <a:lnTo>
                  <a:pt x="39679" y="85089"/>
                </a:lnTo>
                <a:lnTo>
                  <a:pt x="36788" y="76200"/>
                </a:lnTo>
                <a:lnTo>
                  <a:pt x="38141" y="66039"/>
                </a:lnTo>
                <a:lnTo>
                  <a:pt x="64344" y="30479"/>
                </a:lnTo>
                <a:lnTo>
                  <a:pt x="81675" y="22860"/>
                </a:lnTo>
                <a:lnTo>
                  <a:pt x="88896" y="22860"/>
                </a:lnTo>
                <a:lnTo>
                  <a:pt x="95055" y="25400"/>
                </a:lnTo>
                <a:lnTo>
                  <a:pt x="99974" y="29210"/>
                </a:lnTo>
                <a:lnTo>
                  <a:pt x="105638" y="36829"/>
                </a:lnTo>
                <a:lnTo>
                  <a:pt x="105638" y="40639"/>
                </a:lnTo>
                <a:lnTo>
                  <a:pt x="96202" y="44450"/>
                </a:lnTo>
                <a:lnTo>
                  <a:pt x="87571" y="48260"/>
                </a:lnTo>
                <a:lnTo>
                  <a:pt x="80881" y="53339"/>
                </a:lnTo>
                <a:lnTo>
                  <a:pt x="75251" y="59689"/>
                </a:lnTo>
                <a:lnTo>
                  <a:pt x="69799" y="67310"/>
                </a:lnTo>
                <a:lnTo>
                  <a:pt x="67906" y="72389"/>
                </a:lnTo>
                <a:lnTo>
                  <a:pt x="67906" y="77470"/>
                </a:lnTo>
                <a:lnTo>
                  <a:pt x="77342" y="83820"/>
                </a:lnTo>
                <a:lnTo>
                  <a:pt x="79235" y="87629"/>
                </a:lnTo>
                <a:lnTo>
                  <a:pt x="81114" y="88900"/>
                </a:lnTo>
                <a:lnTo>
                  <a:pt x="91343" y="101600"/>
                </a:lnTo>
                <a:lnTo>
                  <a:pt x="96443" y="111760"/>
                </a:lnTo>
                <a:lnTo>
                  <a:pt x="96238" y="123190"/>
                </a:lnTo>
                <a:lnTo>
                  <a:pt x="90550" y="135890"/>
                </a:lnTo>
                <a:lnTo>
                  <a:pt x="101866" y="140970"/>
                </a:lnTo>
                <a:lnTo>
                  <a:pt x="132676" y="140970"/>
                </a:lnTo>
                <a:lnTo>
                  <a:pt x="130162" y="143509"/>
                </a:lnTo>
                <a:lnTo>
                  <a:pt x="128270" y="143509"/>
                </a:lnTo>
                <a:lnTo>
                  <a:pt x="126390" y="144779"/>
                </a:lnTo>
                <a:lnTo>
                  <a:pt x="81114" y="144779"/>
                </a:lnTo>
                <a:lnTo>
                  <a:pt x="64134" y="173990"/>
                </a:lnTo>
                <a:lnTo>
                  <a:pt x="62255" y="175259"/>
                </a:lnTo>
                <a:lnTo>
                  <a:pt x="62255" y="179070"/>
                </a:lnTo>
                <a:lnTo>
                  <a:pt x="64134" y="182879"/>
                </a:lnTo>
                <a:lnTo>
                  <a:pt x="64134" y="186690"/>
                </a:lnTo>
                <a:lnTo>
                  <a:pt x="66027" y="191770"/>
                </a:lnTo>
                <a:lnTo>
                  <a:pt x="66027" y="195579"/>
                </a:lnTo>
                <a:lnTo>
                  <a:pt x="61573" y="219709"/>
                </a:lnTo>
                <a:lnTo>
                  <a:pt x="37731" y="219709"/>
                </a:lnTo>
                <a:lnTo>
                  <a:pt x="31245" y="224790"/>
                </a:lnTo>
                <a:lnTo>
                  <a:pt x="25469" y="226059"/>
                </a:lnTo>
                <a:close/>
              </a:path>
              <a:path w="241934" h="287020">
                <a:moveTo>
                  <a:pt x="199961" y="76200"/>
                </a:moveTo>
                <a:lnTo>
                  <a:pt x="150914" y="76200"/>
                </a:lnTo>
                <a:lnTo>
                  <a:pt x="158284" y="73660"/>
                </a:lnTo>
                <a:lnTo>
                  <a:pt x="173725" y="68579"/>
                </a:lnTo>
                <a:lnTo>
                  <a:pt x="181089" y="67310"/>
                </a:lnTo>
                <a:lnTo>
                  <a:pt x="184861" y="64770"/>
                </a:lnTo>
                <a:lnTo>
                  <a:pt x="190525" y="64770"/>
                </a:lnTo>
                <a:lnTo>
                  <a:pt x="192417" y="67310"/>
                </a:lnTo>
                <a:lnTo>
                  <a:pt x="196189" y="68579"/>
                </a:lnTo>
                <a:lnTo>
                  <a:pt x="199961" y="72389"/>
                </a:lnTo>
                <a:lnTo>
                  <a:pt x="199961" y="76200"/>
                </a:lnTo>
                <a:close/>
              </a:path>
              <a:path w="241934" h="287020">
                <a:moveTo>
                  <a:pt x="132676" y="140970"/>
                </a:moveTo>
                <a:lnTo>
                  <a:pt x="101866" y="140970"/>
                </a:lnTo>
                <a:lnTo>
                  <a:pt x="118846" y="130809"/>
                </a:lnTo>
                <a:lnTo>
                  <a:pt x="115484" y="121920"/>
                </a:lnTo>
                <a:lnTo>
                  <a:pt x="117428" y="114300"/>
                </a:lnTo>
                <a:lnTo>
                  <a:pt x="121495" y="106679"/>
                </a:lnTo>
                <a:lnTo>
                  <a:pt x="124498" y="99060"/>
                </a:lnTo>
                <a:lnTo>
                  <a:pt x="111302" y="99060"/>
                </a:lnTo>
                <a:lnTo>
                  <a:pt x="105638" y="96520"/>
                </a:lnTo>
                <a:lnTo>
                  <a:pt x="101866" y="95250"/>
                </a:lnTo>
                <a:lnTo>
                  <a:pt x="96202" y="91439"/>
                </a:lnTo>
                <a:lnTo>
                  <a:pt x="92430" y="87629"/>
                </a:lnTo>
                <a:lnTo>
                  <a:pt x="92430" y="85089"/>
                </a:lnTo>
                <a:lnTo>
                  <a:pt x="94322" y="85089"/>
                </a:lnTo>
                <a:lnTo>
                  <a:pt x="101104" y="83820"/>
                </a:lnTo>
                <a:lnTo>
                  <a:pt x="113952" y="82550"/>
                </a:lnTo>
                <a:lnTo>
                  <a:pt x="120726" y="81279"/>
                </a:lnTo>
                <a:lnTo>
                  <a:pt x="194297" y="81279"/>
                </a:lnTo>
                <a:lnTo>
                  <a:pt x="154686" y="92710"/>
                </a:lnTo>
                <a:lnTo>
                  <a:pt x="147142" y="92710"/>
                </a:lnTo>
                <a:lnTo>
                  <a:pt x="145249" y="95250"/>
                </a:lnTo>
                <a:lnTo>
                  <a:pt x="143370" y="100329"/>
                </a:lnTo>
                <a:lnTo>
                  <a:pt x="139598" y="107950"/>
                </a:lnTo>
                <a:lnTo>
                  <a:pt x="137706" y="113029"/>
                </a:lnTo>
                <a:lnTo>
                  <a:pt x="133934" y="120650"/>
                </a:lnTo>
                <a:lnTo>
                  <a:pt x="182963" y="120650"/>
                </a:lnTo>
                <a:lnTo>
                  <a:pt x="192417" y="123190"/>
                </a:lnTo>
                <a:lnTo>
                  <a:pt x="199961" y="124459"/>
                </a:lnTo>
                <a:lnTo>
                  <a:pt x="207505" y="128270"/>
                </a:lnTo>
                <a:lnTo>
                  <a:pt x="207505" y="132079"/>
                </a:lnTo>
                <a:lnTo>
                  <a:pt x="152793" y="132079"/>
                </a:lnTo>
                <a:lnTo>
                  <a:pt x="152793" y="135890"/>
                </a:lnTo>
                <a:lnTo>
                  <a:pt x="143370" y="135890"/>
                </a:lnTo>
                <a:lnTo>
                  <a:pt x="137706" y="138429"/>
                </a:lnTo>
                <a:lnTo>
                  <a:pt x="133934" y="139700"/>
                </a:lnTo>
                <a:lnTo>
                  <a:pt x="132676" y="140970"/>
                </a:lnTo>
                <a:close/>
              </a:path>
              <a:path w="241934" h="287020">
                <a:moveTo>
                  <a:pt x="182963" y="120650"/>
                </a:moveTo>
                <a:lnTo>
                  <a:pt x="133934" y="120650"/>
                </a:lnTo>
                <a:lnTo>
                  <a:pt x="149173" y="118110"/>
                </a:lnTo>
                <a:lnTo>
                  <a:pt x="163880" y="118110"/>
                </a:lnTo>
                <a:lnTo>
                  <a:pt x="178236" y="119379"/>
                </a:lnTo>
                <a:lnTo>
                  <a:pt x="182963" y="120650"/>
                </a:lnTo>
                <a:close/>
              </a:path>
              <a:path w="241934" h="287020">
                <a:moveTo>
                  <a:pt x="202476" y="167640"/>
                </a:moveTo>
                <a:lnTo>
                  <a:pt x="152793" y="167640"/>
                </a:lnTo>
                <a:lnTo>
                  <a:pt x="179209" y="140970"/>
                </a:lnTo>
                <a:lnTo>
                  <a:pt x="182981" y="135890"/>
                </a:lnTo>
                <a:lnTo>
                  <a:pt x="179209" y="132079"/>
                </a:lnTo>
                <a:lnTo>
                  <a:pt x="207505" y="132079"/>
                </a:lnTo>
                <a:lnTo>
                  <a:pt x="207575" y="139700"/>
                </a:lnTo>
                <a:lnTo>
                  <a:pt x="207855" y="144779"/>
                </a:lnTo>
                <a:lnTo>
                  <a:pt x="206086" y="149859"/>
                </a:lnTo>
                <a:lnTo>
                  <a:pt x="202197" y="154940"/>
                </a:lnTo>
                <a:lnTo>
                  <a:pt x="196189" y="158750"/>
                </a:lnTo>
                <a:lnTo>
                  <a:pt x="194297" y="158750"/>
                </a:lnTo>
                <a:lnTo>
                  <a:pt x="190525" y="162559"/>
                </a:lnTo>
                <a:lnTo>
                  <a:pt x="194297" y="163829"/>
                </a:lnTo>
                <a:lnTo>
                  <a:pt x="198069" y="163829"/>
                </a:lnTo>
                <a:lnTo>
                  <a:pt x="199961" y="166370"/>
                </a:lnTo>
                <a:lnTo>
                  <a:pt x="202476" y="167640"/>
                </a:lnTo>
                <a:close/>
              </a:path>
              <a:path w="241934" h="287020">
                <a:moveTo>
                  <a:pt x="208448" y="171450"/>
                </a:moveTo>
                <a:lnTo>
                  <a:pt x="128270" y="171450"/>
                </a:lnTo>
                <a:lnTo>
                  <a:pt x="135672" y="167640"/>
                </a:lnTo>
                <a:lnTo>
                  <a:pt x="140773" y="160020"/>
                </a:lnTo>
                <a:lnTo>
                  <a:pt x="143396" y="148590"/>
                </a:lnTo>
                <a:lnTo>
                  <a:pt x="143370" y="135890"/>
                </a:lnTo>
                <a:lnTo>
                  <a:pt x="152793" y="135890"/>
                </a:lnTo>
                <a:lnTo>
                  <a:pt x="152793" y="154940"/>
                </a:lnTo>
                <a:lnTo>
                  <a:pt x="149021" y="166370"/>
                </a:lnTo>
                <a:lnTo>
                  <a:pt x="150914" y="166370"/>
                </a:lnTo>
                <a:lnTo>
                  <a:pt x="150914" y="167640"/>
                </a:lnTo>
                <a:lnTo>
                  <a:pt x="202476" y="167640"/>
                </a:lnTo>
                <a:lnTo>
                  <a:pt x="207505" y="170179"/>
                </a:lnTo>
                <a:lnTo>
                  <a:pt x="208448" y="171450"/>
                </a:lnTo>
                <a:close/>
              </a:path>
              <a:path w="241934" h="287020">
                <a:moveTo>
                  <a:pt x="210019" y="180340"/>
                </a:moveTo>
                <a:lnTo>
                  <a:pt x="96202" y="180340"/>
                </a:lnTo>
                <a:lnTo>
                  <a:pt x="92257" y="171450"/>
                </a:lnTo>
                <a:lnTo>
                  <a:pt x="85067" y="153670"/>
                </a:lnTo>
                <a:lnTo>
                  <a:pt x="81114" y="144779"/>
                </a:lnTo>
                <a:lnTo>
                  <a:pt x="126390" y="144779"/>
                </a:lnTo>
                <a:lnTo>
                  <a:pt x="126390" y="151129"/>
                </a:lnTo>
                <a:lnTo>
                  <a:pt x="118846" y="151129"/>
                </a:lnTo>
                <a:lnTo>
                  <a:pt x="103758" y="156209"/>
                </a:lnTo>
                <a:lnTo>
                  <a:pt x="101866" y="158750"/>
                </a:lnTo>
                <a:lnTo>
                  <a:pt x="105638" y="163829"/>
                </a:lnTo>
                <a:lnTo>
                  <a:pt x="109410" y="175259"/>
                </a:lnTo>
                <a:lnTo>
                  <a:pt x="113182" y="176529"/>
                </a:lnTo>
                <a:lnTo>
                  <a:pt x="210962" y="176529"/>
                </a:lnTo>
                <a:lnTo>
                  <a:pt x="210019" y="180340"/>
                </a:lnTo>
                <a:close/>
              </a:path>
              <a:path w="241934" h="287020">
                <a:moveTo>
                  <a:pt x="210962" y="176529"/>
                </a:moveTo>
                <a:lnTo>
                  <a:pt x="113182" y="176529"/>
                </a:lnTo>
                <a:lnTo>
                  <a:pt x="122618" y="173990"/>
                </a:lnTo>
                <a:lnTo>
                  <a:pt x="118846" y="158750"/>
                </a:lnTo>
                <a:lnTo>
                  <a:pt x="118846" y="151129"/>
                </a:lnTo>
                <a:lnTo>
                  <a:pt x="126390" y="151129"/>
                </a:lnTo>
                <a:lnTo>
                  <a:pt x="126390" y="156209"/>
                </a:lnTo>
                <a:lnTo>
                  <a:pt x="128270" y="163829"/>
                </a:lnTo>
                <a:lnTo>
                  <a:pt x="128270" y="171450"/>
                </a:lnTo>
                <a:lnTo>
                  <a:pt x="208448" y="171450"/>
                </a:lnTo>
                <a:lnTo>
                  <a:pt x="211277" y="175259"/>
                </a:lnTo>
                <a:lnTo>
                  <a:pt x="210962" y="176529"/>
                </a:lnTo>
                <a:close/>
              </a:path>
              <a:path w="241934" h="287020">
                <a:moveTo>
                  <a:pt x="83007" y="214629"/>
                </a:moveTo>
                <a:lnTo>
                  <a:pt x="77342" y="207009"/>
                </a:lnTo>
                <a:lnTo>
                  <a:pt x="73011" y="200659"/>
                </a:lnTo>
                <a:lnTo>
                  <a:pt x="70977" y="194309"/>
                </a:lnTo>
                <a:lnTo>
                  <a:pt x="70710" y="187959"/>
                </a:lnTo>
                <a:lnTo>
                  <a:pt x="71678" y="180340"/>
                </a:lnTo>
                <a:lnTo>
                  <a:pt x="71678" y="179070"/>
                </a:lnTo>
                <a:lnTo>
                  <a:pt x="90550" y="179070"/>
                </a:lnTo>
                <a:lnTo>
                  <a:pt x="96202" y="180340"/>
                </a:lnTo>
                <a:lnTo>
                  <a:pt x="210019" y="180340"/>
                </a:lnTo>
                <a:lnTo>
                  <a:pt x="207505" y="190500"/>
                </a:lnTo>
                <a:lnTo>
                  <a:pt x="201841" y="191770"/>
                </a:lnTo>
                <a:lnTo>
                  <a:pt x="188645" y="191770"/>
                </a:lnTo>
                <a:lnTo>
                  <a:pt x="181089" y="194309"/>
                </a:lnTo>
                <a:lnTo>
                  <a:pt x="173545" y="194309"/>
                </a:lnTo>
                <a:lnTo>
                  <a:pt x="165558" y="196850"/>
                </a:lnTo>
                <a:lnTo>
                  <a:pt x="160441" y="201929"/>
                </a:lnTo>
                <a:lnTo>
                  <a:pt x="133934" y="201929"/>
                </a:lnTo>
                <a:lnTo>
                  <a:pt x="128270" y="203200"/>
                </a:lnTo>
                <a:lnTo>
                  <a:pt x="122618" y="203200"/>
                </a:lnTo>
                <a:lnTo>
                  <a:pt x="103758" y="209550"/>
                </a:lnTo>
                <a:lnTo>
                  <a:pt x="98094" y="210820"/>
                </a:lnTo>
                <a:lnTo>
                  <a:pt x="83007" y="214629"/>
                </a:lnTo>
                <a:close/>
              </a:path>
              <a:path w="241934" h="287020">
                <a:moveTo>
                  <a:pt x="204104" y="261620"/>
                </a:moveTo>
                <a:lnTo>
                  <a:pt x="177317" y="261620"/>
                </a:lnTo>
                <a:lnTo>
                  <a:pt x="166001" y="238759"/>
                </a:lnTo>
                <a:lnTo>
                  <a:pt x="162229" y="237490"/>
                </a:lnTo>
                <a:lnTo>
                  <a:pt x="160350" y="237490"/>
                </a:lnTo>
                <a:lnTo>
                  <a:pt x="144814" y="234950"/>
                </a:lnTo>
                <a:lnTo>
                  <a:pt x="136531" y="229870"/>
                </a:lnTo>
                <a:lnTo>
                  <a:pt x="133553" y="222250"/>
                </a:lnTo>
                <a:lnTo>
                  <a:pt x="133807" y="212090"/>
                </a:lnTo>
                <a:lnTo>
                  <a:pt x="133934" y="201929"/>
                </a:lnTo>
                <a:lnTo>
                  <a:pt x="160441" y="201929"/>
                </a:lnTo>
                <a:lnTo>
                  <a:pt x="159162" y="203200"/>
                </a:lnTo>
                <a:lnTo>
                  <a:pt x="155243" y="209550"/>
                </a:lnTo>
                <a:lnTo>
                  <a:pt x="154686" y="218440"/>
                </a:lnTo>
                <a:lnTo>
                  <a:pt x="241465" y="218440"/>
                </a:lnTo>
                <a:lnTo>
                  <a:pt x="237680" y="223520"/>
                </a:lnTo>
                <a:lnTo>
                  <a:pt x="203258" y="223520"/>
                </a:lnTo>
                <a:lnTo>
                  <a:pt x="192944" y="226059"/>
                </a:lnTo>
                <a:lnTo>
                  <a:pt x="182981" y="229870"/>
                </a:lnTo>
                <a:lnTo>
                  <a:pt x="188964" y="238759"/>
                </a:lnTo>
                <a:lnTo>
                  <a:pt x="195478" y="248920"/>
                </a:lnTo>
                <a:lnTo>
                  <a:pt x="202344" y="259079"/>
                </a:lnTo>
                <a:lnTo>
                  <a:pt x="204104" y="261620"/>
                </a:lnTo>
                <a:close/>
              </a:path>
              <a:path w="241934" h="287020">
                <a:moveTo>
                  <a:pt x="241465" y="218440"/>
                </a:moveTo>
                <a:lnTo>
                  <a:pt x="160350" y="218440"/>
                </a:lnTo>
                <a:lnTo>
                  <a:pt x="162229" y="215900"/>
                </a:lnTo>
                <a:lnTo>
                  <a:pt x="174994" y="210820"/>
                </a:lnTo>
                <a:lnTo>
                  <a:pt x="187934" y="207009"/>
                </a:lnTo>
                <a:lnTo>
                  <a:pt x="201227" y="204470"/>
                </a:lnTo>
                <a:lnTo>
                  <a:pt x="215049" y="203200"/>
                </a:lnTo>
                <a:lnTo>
                  <a:pt x="241465" y="212090"/>
                </a:lnTo>
                <a:lnTo>
                  <a:pt x="241465" y="218440"/>
                </a:lnTo>
                <a:close/>
              </a:path>
              <a:path w="241934" h="287020">
                <a:moveTo>
                  <a:pt x="49047" y="287020"/>
                </a:moveTo>
                <a:lnTo>
                  <a:pt x="38377" y="284479"/>
                </a:lnTo>
                <a:lnTo>
                  <a:pt x="31599" y="280670"/>
                </a:lnTo>
                <a:lnTo>
                  <a:pt x="28357" y="273050"/>
                </a:lnTo>
                <a:lnTo>
                  <a:pt x="28295" y="262890"/>
                </a:lnTo>
                <a:lnTo>
                  <a:pt x="30830" y="252729"/>
                </a:lnTo>
                <a:lnTo>
                  <a:pt x="33013" y="242570"/>
                </a:lnTo>
                <a:lnTo>
                  <a:pt x="35196" y="231140"/>
                </a:lnTo>
                <a:lnTo>
                  <a:pt x="37731" y="219709"/>
                </a:lnTo>
                <a:lnTo>
                  <a:pt x="61573" y="219709"/>
                </a:lnTo>
                <a:lnTo>
                  <a:pt x="57773" y="240029"/>
                </a:lnTo>
                <a:lnTo>
                  <a:pt x="54091" y="260350"/>
                </a:lnTo>
                <a:lnTo>
                  <a:pt x="50939" y="281940"/>
                </a:lnTo>
                <a:lnTo>
                  <a:pt x="49047" y="283209"/>
                </a:lnTo>
                <a:lnTo>
                  <a:pt x="49047" y="287020"/>
                </a:lnTo>
                <a:close/>
              </a:path>
              <a:path w="241934" h="287020">
                <a:moveTo>
                  <a:pt x="235800" y="229870"/>
                </a:moveTo>
                <a:lnTo>
                  <a:pt x="230136" y="229870"/>
                </a:lnTo>
                <a:lnTo>
                  <a:pt x="226364" y="227329"/>
                </a:lnTo>
                <a:lnTo>
                  <a:pt x="214280" y="223520"/>
                </a:lnTo>
                <a:lnTo>
                  <a:pt x="237680" y="223520"/>
                </a:lnTo>
                <a:lnTo>
                  <a:pt x="235800" y="229870"/>
                </a:lnTo>
                <a:close/>
              </a:path>
              <a:path w="241934" h="287020">
                <a:moveTo>
                  <a:pt x="209384" y="285750"/>
                </a:moveTo>
                <a:lnTo>
                  <a:pt x="198069" y="285750"/>
                </a:lnTo>
                <a:lnTo>
                  <a:pt x="159164" y="275590"/>
                </a:lnTo>
                <a:lnTo>
                  <a:pt x="141035" y="267970"/>
                </a:lnTo>
                <a:lnTo>
                  <a:pt x="124498" y="257809"/>
                </a:lnTo>
                <a:lnTo>
                  <a:pt x="119135" y="254000"/>
                </a:lnTo>
                <a:lnTo>
                  <a:pt x="109121" y="245109"/>
                </a:lnTo>
                <a:lnTo>
                  <a:pt x="103758" y="241300"/>
                </a:lnTo>
                <a:lnTo>
                  <a:pt x="99974" y="237490"/>
                </a:lnTo>
                <a:lnTo>
                  <a:pt x="99974" y="226059"/>
                </a:lnTo>
                <a:lnTo>
                  <a:pt x="109410" y="226059"/>
                </a:lnTo>
                <a:lnTo>
                  <a:pt x="113182" y="229870"/>
                </a:lnTo>
                <a:lnTo>
                  <a:pt x="115074" y="233679"/>
                </a:lnTo>
                <a:lnTo>
                  <a:pt x="128191" y="245109"/>
                </a:lnTo>
                <a:lnTo>
                  <a:pt x="142190" y="252729"/>
                </a:lnTo>
                <a:lnTo>
                  <a:pt x="157249" y="259079"/>
                </a:lnTo>
                <a:lnTo>
                  <a:pt x="173545" y="261620"/>
                </a:lnTo>
                <a:lnTo>
                  <a:pt x="204104" y="261620"/>
                </a:lnTo>
                <a:lnTo>
                  <a:pt x="209384" y="269240"/>
                </a:lnTo>
                <a:lnTo>
                  <a:pt x="211277" y="273050"/>
                </a:lnTo>
                <a:lnTo>
                  <a:pt x="211277" y="280670"/>
                </a:lnTo>
                <a:lnTo>
                  <a:pt x="209384" y="283209"/>
                </a:lnTo>
                <a:lnTo>
                  <a:pt x="209384" y="2857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bk object 33"/>
          <p:cNvSpPr/>
          <p:nvPr/>
        </p:nvSpPr>
        <p:spPr>
          <a:xfrm>
            <a:off x="653580" y="6606463"/>
            <a:ext cx="29209" cy="80645"/>
          </a:xfrm>
          <a:custGeom>
            <a:avLst/>
            <a:gdLst/>
            <a:ahLst/>
            <a:cxnLst/>
            <a:rect l="l" t="t" r="r" b="b"/>
            <a:pathLst>
              <a:path w="29209" h="80645">
                <a:moveTo>
                  <a:pt x="16878" y="80251"/>
                </a:moveTo>
                <a:lnTo>
                  <a:pt x="11252" y="76517"/>
                </a:lnTo>
                <a:lnTo>
                  <a:pt x="3759" y="72783"/>
                </a:lnTo>
                <a:lnTo>
                  <a:pt x="0" y="69049"/>
                </a:lnTo>
                <a:lnTo>
                  <a:pt x="116" y="64880"/>
                </a:lnTo>
                <a:lnTo>
                  <a:pt x="4219" y="49600"/>
                </a:lnTo>
                <a:lnTo>
                  <a:pt x="8439" y="33358"/>
                </a:lnTo>
                <a:lnTo>
                  <a:pt x="12658" y="16765"/>
                </a:lnTo>
                <a:lnTo>
                  <a:pt x="16878" y="0"/>
                </a:lnTo>
                <a:lnTo>
                  <a:pt x="23647" y="4251"/>
                </a:lnTo>
                <a:lnTo>
                  <a:pt x="27428" y="8856"/>
                </a:lnTo>
                <a:lnTo>
                  <a:pt x="28747" y="14164"/>
                </a:lnTo>
                <a:lnTo>
                  <a:pt x="28130" y="20523"/>
                </a:lnTo>
                <a:lnTo>
                  <a:pt x="24527" y="34843"/>
                </a:lnTo>
                <a:lnTo>
                  <a:pt x="21804" y="49687"/>
                </a:lnTo>
                <a:lnTo>
                  <a:pt x="19358" y="65316"/>
                </a:lnTo>
                <a:lnTo>
                  <a:pt x="16878" y="8025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bk object 34"/>
          <p:cNvSpPr/>
          <p:nvPr/>
        </p:nvSpPr>
        <p:spPr>
          <a:xfrm>
            <a:off x="916328" y="6468922"/>
            <a:ext cx="157970" cy="13956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bk object 35"/>
          <p:cNvSpPr/>
          <p:nvPr/>
        </p:nvSpPr>
        <p:spPr>
          <a:xfrm>
            <a:off x="1501914" y="6445298"/>
            <a:ext cx="182330" cy="18338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 u="heavy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5/9/2024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F1F1F1"/>
                </a:solidFill>
                <a:latin typeface="微软雅黑"/>
                <a:cs typeface="微软雅黑"/>
              </a:defRPr>
            </a:lvl1pPr>
          </a:lstStyle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550085" y="863155"/>
            <a:ext cx="10318750" cy="0"/>
          </a:xfrm>
          <a:custGeom>
            <a:avLst/>
            <a:gdLst/>
            <a:ahLst/>
            <a:cxnLst/>
            <a:rect l="l" t="t" r="r" b="b"/>
            <a:pathLst>
              <a:path w="10318750">
                <a:moveTo>
                  <a:pt x="0" y="0"/>
                </a:moveTo>
                <a:lnTo>
                  <a:pt x="10318623" y="0"/>
                </a:lnTo>
              </a:path>
            </a:pathLst>
          </a:custGeom>
          <a:ln w="28575">
            <a:solidFill>
              <a:srgbClr val="A1A1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11163300" y="6187440"/>
            <a:ext cx="706120" cy="670560"/>
          </a:xfrm>
          <a:custGeom>
            <a:avLst/>
            <a:gdLst/>
            <a:ahLst/>
            <a:cxnLst/>
            <a:rect l="l" t="t" r="r" b="b"/>
            <a:pathLst>
              <a:path w="706120" h="670559">
                <a:moveTo>
                  <a:pt x="0" y="670560"/>
                </a:moveTo>
                <a:lnTo>
                  <a:pt x="705611" y="670560"/>
                </a:lnTo>
                <a:lnTo>
                  <a:pt x="705611" y="0"/>
                </a:lnTo>
                <a:lnTo>
                  <a:pt x="0" y="0"/>
                </a:lnTo>
                <a:lnTo>
                  <a:pt x="0" y="67056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318515" y="0"/>
            <a:ext cx="1049020" cy="873760"/>
          </a:xfrm>
          <a:custGeom>
            <a:avLst/>
            <a:gdLst/>
            <a:ahLst/>
            <a:cxnLst/>
            <a:rect l="l" t="t" r="r" b="b"/>
            <a:pathLst>
              <a:path w="1049020" h="873760">
                <a:moveTo>
                  <a:pt x="0" y="0"/>
                </a:moveTo>
                <a:lnTo>
                  <a:pt x="1048512" y="0"/>
                </a:lnTo>
                <a:lnTo>
                  <a:pt x="1048512" y="873252"/>
                </a:lnTo>
                <a:lnTo>
                  <a:pt x="0" y="873252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312280" y="0"/>
            <a:ext cx="1061720" cy="879475"/>
          </a:xfrm>
          <a:custGeom>
            <a:avLst/>
            <a:gdLst/>
            <a:ahLst/>
            <a:cxnLst/>
            <a:rect l="l" t="t" r="r" b="b"/>
            <a:pathLst>
              <a:path w="1061720" h="879475">
                <a:moveTo>
                  <a:pt x="1061440" y="879475"/>
                </a:moveTo>
                <a:lnTo>
                  <a:pt x="0" y="879475"/>
                </a:lnTo>
                <a:lnTo>
                  <a:pt x="0" y="0"/>
                </a:lnTo>
                <a:lnTo>
                  <a:pt x="12700" y="0"/>
                </a:lnTo>
                <a:lnTo>
                  <a:pt x="6350" y="6350"/>
                </a:lnTo>
                <a:lnTo>
                  <a:pt x="12700" y="6350"/>
                </a:lnTo>
                <a:lnTo>
                  <a:pt x="12700" y="866775"/>
                </a:lnTo>
                <a:lnTo>
                  <a:pt x="6350" y="866775"/>
                </a:lnTo>
                <a:lnTo>
                  <a:pt x="12700" y="873125"/>
                </a:lnTo>
                <a:lnTo>
                  <a:pt x="1061440" y="873125"/>
                </a:lnTo>
                <a:lnTo>
                  <a:pt x="1061440" y="879475"/>
                </a:lnTo>
                <a:close/>
              </a:path>
              <a:path w="1061720" h="879475">
                <a:moveTo>
                  <a:pt x="12700" y="6350"/>
                </a:moveTo>
                <a:lnTo>
                  <a:pt x="6350" y="6350"/>
                </a:lnTo>
                <a:lnTo>
                  <a:pt x="12700" y="0"/>
                </a:lnTo>
                <a:lnTo>
                  <a:pt x="12700" y="6350"/>
                </a:lnTo>
                <a:close/>
              </a:path>
              <a:path w="1061720" h="879475">
                <a:moveTo>
                  <a:pt x="1048740" y="6350"/>
                </a:moveTo>
                <a:lnTo>
                  <a:pt x="12700" y="6350"/>
                </a:lnTo>
                <a:lnTo>
                  <a:pt x="12700" y="0"/>
                </a:lnTo>
                <a:lnTo>
                  <a:pt x="1048740" y="0"/>
                </a:lnTo>
                <a:lnTo>
                  <a:pt x="1048740" y="6350"/>
                </a:lnTo>
                <a:close/>
              </a:path>
              <a:path w="1061720" h="879475">
                <a:moveTo>
                  <a:pt x="1048740" y="873125"/>
                </a:moveTo>
                <a:lnTo>
                  <a:pt x="1048740" y="0"/>
                </a:lnTo>
                <a:lnTo>
                  <a:pt x="1055090" y="6350"/>
                </a:lnTo>
                <a:lnTo>
                  <a:pt x="1061440" y="6350"/>
                </a:lnTo>
                <a:lnTo>
                  <a:pt x="1061440" y="866775"/>
                </a:lnTo>
                <a:lnTo>
                  <a:pt x="1055090" y="866775"/>
                </a:lnTo>
                <a:lnTo>
                  <a:pt x="1048740" y="873125"/>
                </a:lnTo>
                <a:close/>
              </a:path>
              <a:path w="1061720" h="879475">
                <a:moveTo>
                  <a:pt x="1061440" y="6350"/>
                </a:moveTo>
                <a:lnTo>
                  <a:pt x="1055090" y="6350"/>
                </a:lnTo>
                <a:lnTo>
                  <a:pt x="1048740" y="0"/>
                </a:lnTo>
                <a:lnTo>
                  <a:pt x="1061440" y="0"/>
                </a:lnTo>
                <a:lnTo>
                  <a:pt x="1061440" y="6350"/>
                </a:lnTo>
                <a:close/>
              </a:path>
              <a:path w="1061720" h="879475">
                <a:moveTo>
                  <a:pt x="12700" y="873125"/>
                </a:moveTo>
                <a:lnTo>
                  <a:pt x="6350" y="866775"/>
                </a:lnTo>
                <a:lnTo>
                  <a:pt x="12700" y="866775"/>
                </a:lnTo>
                <a:lnTo>
                  <a:pt x="12700" y="873125"/>
                </a:lnTo>
                <a:close/>
              </a:path>
              <a:path w="1061720" h="879475">
                <a:moveTo>
                  <a:pt x="1048740" y="873125"/>
                </a:moveTo>
                <a:lnTo>
                  <a:pt x="12700" y="873125"/>
                </a:lnTo>
                <a:lnTo>
                  <a:pt x="12700" y="866775"/>
                </a:lnTo>
                <a:lnTo>
                  <a:pt x="1048740" y="866775"/>
                </a:lnTo>
                <a:lnTo>
                  <a:pt x="1048740" y="873125"/>
                </a:lnTo>
                <a:close/>
              </a:path>
              <a:path w="1061720" h="879475">
                <a:moveTo>
                  <a:pt x="1061440" y="873125"/>
                </a:moveTo>
                <a:lnTo>
                  <a:pt x="1048740" y="873125"/>
                </a:lnTo>
                <a:lnTo>
                  <a:pt x="1055090" y="866775"/>
                </a:lnTo>
                <a:lnTo>
                  <a:pt x="1061440" y="866775"/>
                </a:lnTo>
                <a:lnTo>
                  <a:pt x="1061440" y="873125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k object 20"/>
          <p:cNvSpPr/>
          <p:nvPr/>
        </p:nvSpPr>
        <p:spPr>
          <a:xfrm>
            <a:off x="318515" y="6187440"/>
            <a:ext cx="10845165" cy="670560"/>
          </a:xfrm>
          <a:custGeom>
            <a:avLst/>
            <a:gdLst/>
            <a:ahLst/>
            <a:cxnLst/>
            <a:rect l="l" t="t" r="r" b="b"/>
            <a:pathLst>
              <a:path w="10845165" h="670559">
                <a:moveTo>
                  <a:pt x="0" y="0"/>
                </a:moveTo>
                <a:lnTo>
                  <a:pt x="10844784" y="0"/>
                </a:lnTo>
                <a:lnTo>
                  <a:pt x="10844784" y="670560"/>
                </a:lnTo>
                <a:lnTo>
                  <a:pt x="0" y="670560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k object 21"/>
          <p:cNvSpPr/>
          <p:nvPr/>
        </p:nvSpPr>
        <p:spPr>
          <a:xfrm>
            <a:off x="1379219" y="0"/>
            <a:ext cx="166370" cy="875030"/>
          </a:xfrm>
          <a:custGeom>
            <a:avLst/>
            <a:gdLst/>
            <a:ahLst/>
            <a:cxnLst/>
            <a:rect l="l" t="t" r="r" b="b"/>
            <a:pathLst>
              <a:path w="166369" h="875030">
                <a:moveTo>
                  <a:pt x="0" y="0"/>
                </a:moveTo>
                <a:lnTo>
                  <a:pt x="166115" y="0"/>
                </a:lnTo>
                <a:lnTo>
                  <a:pt x="166115" y="874776"/>
                </a:lnTo>
                <a:lnTo>
                  <a:pt x="0" y="874776"/>
                </a:lnTo>
                <a:lnTo>
                  <a:pt x="0" y="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k object 22"/>
          <p:cNvSpPr/>
          <p:nvPr/>
        </p:nvSpPr>
        <p:spPr>
          <a:xfrm>
            <a:off x="1372552" y="0"/>
            <a:ext cx="180340" cy="879475"/>
          </a:xfrm>
          <a:custGeom>
            <a:avLst/>
            <a:gdLst/>
            <a:ahLst/>
            <a:cxnLst/>
            <a:rect l="l" t="t" r="r" b="b"/>
            <a:pathLst>
              <a:path w="180340" h="879475">
                <a:moveTo>
                  <a:pt x="179781" y="879475"/>
                </a:moveTo>
                <a:lnTo>
                  <a:pt x="0" y="879475"/>
                </a:lnTo>
                <a:lnTo>
                  <a:pt x="0" y="0"/>
                </a:lnTo>
                <a:lnTo>
                  <a:pt x="11087" y="0"/>
                </a:lnTo>
                <a:lnTo>
                  <a:pt x="6350" y="4737"/>
                </a:lnTo>
                <a:lnTo>
                  <a:pt x="12700" y="4737"/>
                </a:lnTo>
                <a:lnTo>
                  <a:pt x="12700" y="866775"/>
                </a:lnTo>
                <a:lnTo>
                  <a:pt x="6350" y="866775"/>
                </a:lnTo>
                <a:lnTo>
                  <a:pt x="12700" y="873125"/>
                </a:lnTo>
                <a:lnTo>
                  <a:pt x="179781" y="873125"/>
                </a:lnTo>
                <a:lnTo>
                  <a:pt x="179781" y="879475"/>
                </a:lnTo>
                <a:close/>
              </a:path>
              <a:path w="180340" h="879475">
                <a:moveTo>
                  <a:pt x="12700" y="4737"/>
                </a:moveTo>
                <a:lnTo>
                  <a:pt x="6350" y="4737"/>
                </a:lnTo>
                <a:lnTo>
                  <a:pt x="11087" y="0"/>
                </a:lnTo>
                <a:lnTo>
                  <a:pt x="12700" y="0"/>
                </a:lnTo>
                <a:lnTo>
                  <a:pt x="12700" y="4737"/>
                </a:lnTo>
                <a:close/>
              </a:path>
              <a:path w="180340" h="879475">
                <a:moveTo>
                  <a:pt x="167081" y="4737"/>
                </a:moveTo>
                <a:lnTo>
                  <a:pt x="12700" y="4737"/>
                </a:lnTo>
                <a:lnTo>
                  <a:pt x="12700" y="0"/>
                </a:lnTo>
                <a:lnTo>
                  <a:pt x="167081" y="0"/>
                </a:lnTo>
                <a:lnTo>
                  <a:pt x="167081" y="4737"/>
                </a:lnTo>
                <a:close/>
              </a:path>
              <a:path w="180340" h="879475">
                <a:moveTo>
                  <a:pt x="167081" y="873125"/>
                </a:moveTo>
                <a:lnTo>
                  <a:pt x="167081" y="0"/>
                </a:lnTo>
                <a:lnTo>
                  <a:pt x="168694" y="0"/>
                </a:lnTo>
                <a:lnTo>
                  <a:pt x="173431" y="4737"/>
                </a:lnTo>
                <a:lnTo>
                  <a:pt x="179781" y="4737"/>
                </a:lnTo>
                <a:lnTo>
                  <a:pt x="179781" y="866775"/>
                </a:lnTo>
                <a:lnTo>
                  <a:pt x="173431" y="866775"/>
                </a:lnTo>
                <a:lnTo>
                  <a:pt x="167081" y="873125"/>
                </a:lnTo>
                <a:close/>
              </a:path>
              <a:path w="180340" h="879475">
                <a:moveTo>
                  <a:pt x="179781" y="4737"/>
                </a:moveTo>
                <a:lnTo>
                  <a:pt x="173431" y="4737"/>
                </a:lnTo>
                <a:lnTo>
                  <a:pt x="168694" y="0"/>
                </a:lnTo>
                <a:lnTo>
                  <a:pt x="179781" y="0"/>
                </a:lnTo>
                <a:lnTo>
                  <a:pt x="179781" y="4737"/>
                </a:lnTo>
                <a:close/>
              </a:path>
              <a:path w="180340" h="879475">
                <a:moveTo>
                  <a:pt x="12700" y="873125"/>
                </a:moveTo>
                <a:lnTo>
                  <a:pt x="6350" y="866775"/>
                </a:lnTo>
                <a:lnTo>
                  <a:pt x="12700" y="866775"/>
                </a:lnTo>
                <a:lnTo>
                  <a:pt x="12700" y="873125"/>
                </a:lnTo>
                <a:close/>
              </a:path>
              <a:path w="180340" h="879475">
                <a:moveTo>
                  <a:pt x="167081" y="873125"/>
                </a:moveTo>
                <a:lnTo>
                  <a:pt x="12700" y="873125"/>
                </a:lnTo>
                <a:lnTo>
                  <a:pt x="12700" y="866775"/>
                </a:lnTo>
                <a:lnTo>
                  <a:pt x="167081" y="866775"/>
                </a:lnTo>
                <a:lnTo>
                  <a:pt x="167081" y="873125"/>
                </a:lnTo>
                <a:close/>
              </a:path>
              <a:path w="180340" h="879475">
                <a:moveTo>
                  <a:pt x="179781" y="873125"/>
                </a:moveTo>
                <a:lnTo>
                  <a:pt x="167081" y="873125"/>
                </a:lnTo>
                <a:lnTo>
                  <a:pt x="173431" y="866775"/>
                </a:lnTo>
                <a:lnTo>
                  <a:pt x="179781" y="866775"/>
                </a:lnTo>
                <a:lnTo>
                  <a:pt x="179781" y="873125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k object 23"/>
          <p:cNvSpPr/>
          <p:nvPr/>
        </p:nvSpPr>
        <p:spPr>
          <a:xfrm>
            <a:off x="2664612" y="6417487"/>
            <a:ext cx="213232" cy="24003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k object 24"/>
          <p:cNvSpPr/>
          <p:nvPr/>
        </p:nvSpPr>
        <p:spPr>
          <a:xfrm>
            <a:off x="3018802" y="6464096"/>
            <a:ext cx="118807" cy="17927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k object 25"/>
          <p:cNvSpPr/>
          <p:nvPr/>
        </p:nvSpPr>
        <p:spPr>
          <a:xfrm>
            <a:off x="2055698" y="6402616"/>
            <a:ext cx="214658" cy="26961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k object 26"/>
          <p:cNvSpPr/>
          <p:nvPr/>
        </p:nvSpPr>
        <p:spPr>
          <a:xfrm>
            <a:off x="2396218" y="6463360"/>
            <a:ext cx="125576" cy="14869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k object 27"/>
          <p:cNvSpPr/>
          <p:nvPr/>
        </p:nvSpPr>
        <p:spPr>
          <a:xfrm>
            <a:off x="1173492" y="6433527"/>
            <a:ext cx="189979" cy="20311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k object 28"/>
          <p:cNvSpPr/>
          <p:nvPr/>
        </p:nvSpPr>
        <p:spPr>
          <a:xfrm>
            <a:off x="598944" y="6400000"/>
            <a:ext cx="219075" cy="260350"/>
          </a:xfrm>
          <a:custGeom>
            <a:avLst/>
            <a:gdLst/>
            <a:ahLst/>
            <a:cxnLst/>
            <a:rect l="l" t="t" r="r" b="b"/>
            <a:pathLst>
              <a:path w="219075" h="260350">
                <a:moveTo>
                  <a:pt x="179578" y="73660"/>
                </a:moveTo>
                <a:lnTo>
                  <a:pt x="116293" y="73660"/>
                </a:lnTo>
                <a:lnTo>
                  <a:pt x="119722" y="71120"/>
                </a:lnTo>
                <a:lnTo>
                  <a:pt x="121424" y="63500"/>
                </a:lnTo>
                <a:lnTo>
                  <a:pt x="131691" y="35560"/>
                </a:lnTo>
                <a:lnTo>
                  <a:pt x="141947" y="10160"/>
                </a:lnTo>
                <a:lnTo>
                  <a:pt x="143662" y="5079"/>
                </a:lnTo>
                <a:lnTo>
                  <a:pt x="143662" y="0"/>
                </a:lnTo>
                <a:lnTo>
                  <a:pt x="157340" y="6350"/>
                </a:lnTo>
                <a:lnTo>
                  <a:pt x="160769" y="15239"/>
                </a:lnTo>
                <a:lnTo>
                  <a:pt x="155638" y="17779"/>
                </a:lnTo>
                <a:lnTo>
                  <a:pt x="147643" y="29210"/>
                </a:lnTo>
                <a:lnTo>
                  <a:pt x="143017" y="41910"/>
                </a:lnTo>
                <a:lnTo>
                  <a:pt x="139997" y="54610"/>
                </a:lnTo>
                <a:lnTo>
                  <a:pt x="136817" y="68579"/>
                </a:lnTo>
                <a:lnTo>
                  <a:pt x="181292" y="68579"/>
                </a:lnTo>
                <a:lnTo>
                  <a:pt x="181292" y="71120"/>
                </a:lnTo>
                <a:lnTo>
                  <a:pt x="179578" y="73660"/>
                </a:lnTo>
                <a:close/>
              </a:path>
              <a:path w="219075" h="260350">
                <a:moveTo>
                  <a:pt x="23087" y="205740"/>
                </a:moveTo>
                <a:lnTo>
                  <a:pt x="0" y="173990"/>
                </a:lnTo>
                <a:lnTo>
                  <a:pt x="0" y="172720"/>
                </a:lnTo>
                <a:lnTo>
                  <a:pt x="1701" y="170179"/>
                </a:lnTo>
                <a:lnTo>
                  <a:pt x="1701" y="168909"/>
                </a:lnTo>
                <a:lnTo>
                  <a:pt x="9639" y="157479"/>
                </a:lnTo>
                <a:lnTo>
                  <a:pt x="17737" y="146050"/>
                </a:lnTo>
                <a:lnTo>
                  <a:pt x="32486" y="121920"/>
                </a:lnTo>
                <a:lnTo>
                  <a:pt x="36042" y="114300"/>
                </a:lnTo>
                <a:lnTo>
                  <a:pt x="39117" y="107950"/>
                </a:lnTo>
                <a:lnTo>
                  <a:pt x="41871" y="100329"/>
                </a:lnTo>
                <a:lnTo>
                  <a:pt x="44462" y="92710"/>
                </a:lnTo>
                <a:lnTo>
                  <a:pt x="46177" y="91439"/>
                </a:lnTo>
                <a:lnTo>
                  <a:pt x="42748" y="88900"/>
                </a:lnTo>
                <a:lnTo>
                  <a:pt x="42748" y="86360"/>
                </a:lnTo>
                <a:lnTo>
                  <a:pt x="35965" y="76200"/>
                </a:lnTo>
                <a:lnTo>
                  <a:pt x="33348" y="68579"/>
                </a:lnTo>
                <a:lnTo>
                  <a:pt x="51092" y="34289"/>
                </a:lnTo>
                <a:lnTo>
                  <a:pt x="74048" y="20320"/>
                </a:lnTo>
                <a:lnTo>
                  <a:pt x="80594" y="20320"/>
                </a:lnTo>
                <a:lnTo>
                  <a:pt x="86177" y="22860"/>
                </a:lnTo>
                <a:lnTo>
                  <a:pt x="90639" y="26670"/>
                </a:lnTo>
                <a:lnTo>
                  <a:pt x="95770" y="33020"/>
                </a:lnTo>
                <a:lnTo>
                  <a:pt x="95770" y="36829"/>
                </a:lnTo>
                <a:lnTo>
                  <a:pt x="87223" y="40639"/>
                </a:lnTo>
                <a:lnTo>
                  <a:pt x="79391" y="43179"/>
                </a:lnTo>
                <a:lnTo>
                  <a:pt x="73325" y="48260"/>
                </a:lnTo>
                <a:lnTo>
                  <a:pt x="68223" y="54610"/>
                </a:lnTo>
                <a:lnTo>
                  <a:pt x="63284" y="60960"/>
                </a:lnTo>
                <a:lnTo>
                  <a:pt x="61569" y="66039"/>
                </a:lnTo>
                <a:lnTo>
                  <a:pt x="61569" y="71120"/>
                </a:lnTo>
                <a:lnTo>
                  <a:pt x="66700" y="73660"/>
                </a:lnTo>
                <a:lnTo>
                  <a:pt x="70116" y="76200"/>
                </a:lnTo>
                <a:lnTo>
                  <a:pt x="73545" y="81279"/>
                </a:lnTo>
                <a:lnTo>
                  <a:pt x="82817" y="91439"/>
                </a:lnTo>
                <a:lnTo>
                  <a:pt x="87439" y="101600"/>
                </a:lnTo>
                <a:lnTo>
                  <a:pt x="87250" y="110490"/>
                </a:lnTo>
                <a:lnTo>
                  <a:pt x="82092" y="123190"/>
                </a:lnTo>
                <a:lnTo>
                  <a:pt x="92354" y="128270"/>
                </a:lnTo>
                <a:lnTo>
                  <a:pt x="119719" y="128270"/>
                </a:lnTo>
                <a:lnTo>
                  <a:pt x="118008" y="129540"/>
                </a:lnTo>
                <a:lnTo>
                  <a:pt x="116293" y="129540"/>
                </a:lnTo>
                <a:lnTo>
                  <a:pt x="114592" y="132079"/>
                </a:lnTo>
                <a:lnTo>
                  <a:pt x="73545" y="132079"/>
                </a:lnTo>
                <a:lnTo>
                  <a:pt x="58153" y="157479"/>
                </a:lnTo>
                <a:lnTo>
                  <a:pt x="56438" y="158750"/>
                </a:lnTo>
                <a:lnTo>
                  <a:pt x="56438" y="162559"/>
                </a:lnTo>
                <a:lnTo>
                  <a:pt x="58153" y="165100"/>
                </a:lnTo>
                <a:lnTo>
                  <a:pt x="58153" y="168909"/>
                </a:lnTo>
                <a:lnTo>
                  <a:pt x="59855" y="173990"/>
                </a:lnTo>
                <a:lnTo>
                  <a:pt x="59855" y="177800"/>
                </a:lnTo>
                <a:lnTo>
                  <a:pt x="55789" y="199390"/>
                </a:lnTo>
                <a:lnTo>
                  <a:pt x="34201" y="199390"/>
                </a:lnTo>
                <a:lnTo>
                  <a:pt x="28324" y="204470"/>
                </a:lnTo>
                <a:lnTo>
                  <a:pt x="23087" y="205740"/>
                </a:lnTo>
                <a:close/>
              </a:path>
              <a:path w="219075" h="260350">
                <a:moveTo>
                  <a:pt x="181292" y="68579"/>
                </a:moveTo>
                <a:lnTo>
                  <a:pt x="136817" y="68579"/>
                </a:lnTo>
                <a:lnTo>
                  <a:pt x="143502" y="66039"/>
                </a:lnTo>
                <a:lnTo>
                  <a:pt x="150506" y="63500"/>
                </a:lnTo>
                <a:lnTo>
                  <a:pt x="164185" y="60960"/>
                </a:lnTo>
                <a:lnTo>
                  <a:pt x="167601" y="58420"/>
                </a:lnTo>
                <a:lnTo>
                  <a:pt x="172732" y="58420"/>
                </a:lnTo>
                <a:lnTo>
                  <a:pt x="174447" y="60960"/>
                </a:lnTo>
                <a:lnTo>
                  <a:pt x="177863" y="62229"/>
                </a:lnTo>
                <a:lnTo>
                  <a:pt x="181292" y="66039"/>
                </a:lnTo>
                <a:lnTo>
                  <a:pt x="181292" y="68579"/>
                </a:lnTo>
                <a:close/>
              </a:path>
              <a:path w="219075" h="260350">
                <a:moveTo>
                  <a:pt x="119719" y="128270"/>
                </a:moveTo>
                <a:lnTo>
                  <a:pt x="92354" y="128270"/>
                </a:lnTo>
                <a:lnTo>
                  <a:pt x="107746" y="118109"/>
                </a:lnTo>
                <a:lnTo>
                  <a:pt x="104701" y="110490"/>
                </a:lnTo>
                <a:lnTo>
                  <a:pt x="106464" y="102870"/>
                </a:lnTo>
                <a:lnTo>
                  <a:pt x="110150" y="96520"/>
                </a:lnTo>
                <a:lnTo>
                  <a:pt x="112877" y="88900"/>
                </a:lnTo>
                <a:lnTo>
                  <a:pt x="100901" y="88900"/>
                </a:lnTo>
                <a:lnTo>
                  <a:pt x="95770" y="87629"/>
                </a:lnTo>
                <a:lnTo>
                  <a:pt x="92354" y="86360"/>
                </a:lnTo>
                <a:lnTo>
                  <a:pt x="87223" y="82550"/>
                </a:lnTo>
                <a:lnTo>
                  <a:pt x="83807" y="78739"/>
                </a:lnTo>
                <a:lnTo>
                  <a:pt x="83807" y="77470"/>
                </a:lnTo>
                <a:lnTo>
                  <a:pt x="85509" y="77470"/>
                </a:lnTo>
                <a:lnTo>
                  <a:pt x="94068" y="76200"/>
                </a:lnTo>
                <a:lnTo>
                  <a:pt x="100901" y="76200"/>
                </a:lnTo>
                <a:lnTo>
                  <a:pt x="109461" y="73660"/>
                </a:lnTo>
                <a:lnTo>
                  <a:pt x="176161" y="73660"/>
                </a:lnTo>
                <a:lnTo>
                  <a:pt x="140246" y="83820"/>
                </a:lnTo>
                <a:lnTo>
                  <a:pt x="133400" y="83820"/>
                </a:lnTo>
                <a:lnTo>
                  <a:pt x="131686" y="86360"/>
                </a:lnTo>
                <a:lnTo>
                  <a:pt x="129984" y="91439"/>
                </a:lnTo>
                <a:lnTo>
                  <a:pt x="126555" y="97789"/>
                </a:lnTo>
                <a:lnTo>
                  <a:pt x="124853" y="102870"/>
                </a:lnTo>
                <a:lnTo>
                  <a:pt x="121424" y="109220"/>
                </a:lnTo>
                <a:lnTo>
                  <a:pt x="165877" y="109220"/>
                </a:lnTo>
                <a:lnTo>
                  <a:pt x="174447" y="111759"/>
                </a:lnTo>
                <a:lnTo>
                  <a:pt x="181292" y="113029"/>
                </a:lnTo>
                <a:lnTo>
                  <a:pt x="188125" y="116840"/>
                </a:lnTo>
                <a:lnTo>
                  <a:pt x="188125" y="119379"/>
                </a:lnTo>
                <a:lnTo>
                  <a:pt x="138531" y="119379"/>
                </a:lnTo>
                <a:lnTo>
                  <a:pt x="138531" y="123190"/>
                </a:lnTo>
                <a:lnTo>
                  <a:pt x="129984" y="123190"/>
                </a:lnTo>
                <a:lnTo>
                  <a:pt x="124853" y="124459"/>
                </a:lnTo>
                <a:lnTo>
                  <a:pt x="119719" y="128270"/>
                </a:lnTo>
                <a:close/>
              </a:path>
              <a:path w="219075" h="260350">
                <a:moveTo>
                  <a:pt x="165877" y="109220"/>
                </a:moveTo>
                <a:lnTo>
                  <a:pt x="121424" y="109220"/>
                </a:lnTo>
                <a:lnTo>
                  <a:pt x="148578" y="106679"/>
                </a:lnTo>
                <a:lnTo>
                  <a:pt x="161592" y="107950"/>
                </a:lnTo>
                <a:lnTo>
                  <a:pt x="165877" y="109220"/>
                </a:lnTo>
                <a:close/>
              </a:path>
              <a:path w="219075" h="260350">
                <a:moveTo>
                  <a:pt x="185847" y="152400"/>
                </a:moveTo>
                <a:lnTo>
                  <a:pt x="138531" y="152400"/>
                </a:lnTo>
                <a:lnTo>
                  <a:pt x="162471" y="128270"/>
                </a:lnTo>
                <a:lnTo>
                  <a:pt x="165900" y="123190"/>
                </a:lnTo>
                <a:lnTo>
                  <a:pt x="162471" y="119379"/>
                </a:lnTo>
                <a:lnTo>
                  <a:pt x="188125" y="119379"/>
                </a:lnTo>
                <a:lnTo>
                  <a:pt x="188125" y="124459"/>
                </a:lnTo>
                <a:lnTo>
                  <a:pt x="189839" y="133350"/>
                </a:lnTo>
                <a:lnTo>
                  <a:pt x="186423" y="139700"/>
                </a:lnTo>
                <a:lnTo>
                  <a:pt x="177863" y="143509"/>
                </a:lnTo>
                <a:lnTo>
                  <a:pt x="176161" y="143509"/>
                </a:lnTo>
                <a:lnTo>
                  <a:pt x="172732" y="147320"/>
                </a:lnTo>
                <a:lnTo>
                  <a:pt x="176161" y="148590"/>
                </a:lnTo>
                <a:lnTo>
                  <a:pt x="179578" y="148590"/>
                </a:lnTo>
                <a:lnTo>
                  <a:pt x="181292" y="149859"/>
                </a:lnTo>
                <a:lnTo>
                  <a:pt x="185847" y="152400"/>
                </a:lnTo>
                <a:close/>
              </a:path>
              <a:path w="219075" h="260350">
                <a:moveTo>
                  <a:pt x="188982" y="154940"/>
                </a:moveTo>
                <a:lnTo>
                  <a:pt x="116293" y="154940"/>
                </a:lnTo>
                <a:lnTo>
                  <a:pt x="123001" y="152400"/>
                </a:lnTo>
                <a:lnTo>
                  <a:pt x="127625" y="144779"/>
                </a:lnTo>
                <a:lnTo>
                  <a:pt x="130006" y="134620"/>
                </a:lnTo>
                <a:lnTo>
                  <a:pt x="129984" y="123190"/>
                </a:lnTo>
                <a:lnTo>
                  <a:pt x="138531" y="123190"/>
                </a:lnTo>
                <a:lnTo>
                  <a:pt x="138531" y="139700"/>
                </a:lnTo>
                <a:lnTo>
                  <a:pt x="135115" y="149859"/>
                </a:lnTo>
                <a:lnTo>
                  <a:pt x="136817" y="149859"/>
                </a:lnTo>
                <a:lnTo>
                  <a:pt x="136817" y="152400"/>
                </a:lnTo>
                <a:lnTo>
                  <a:pt x="185847" y="152400"/>
                </a:lnTo>
                <a:lnTo>
                  <a:pt x="188125" y="153670"/>
                </a:lnTo>
                <a:lnTo>
                  <a:pt x="188982" y="154940"/>
                </a:lnTo>
                <a:close/>
              </a:path>
              <a:path w="219075" h="260350">
                <a:moveTo>
                  <a:pt x="190307" y="163829"/>
                </a:moveTo>
                <a:lnTo>
                  <a:pt x="87223" y="163829"/>
                </a:lnTo>
                <a:lnTo>
                  <a:pt x="83643" y="154940"/>
                </a:lnTo>
                <a:lnTo>
                  <a:pt x="77125" y="139700"/>
                </a:lnTo>
                <a:lnTo>
                  <a:pt x="73545" y="132079"/>
                </a:lnTo>
                <a:lnTo>
                  <a:pt x="114592" y="132079"/>
                </a:lnTo>
                <a:lnTo>
                  <a:pt x="114592" y="137159"/>
                </a:lnTo>
                <a:lnTo>
                  <a:pt x="107746" y="137159"/>
                </a:lnTo>
                <a:lnTo>
                  <a:pt x="94068" y="142240"/>
                </a:lnTo>
                <a:lnTo>
                  <a:pt x="92354" y="143509"/>
                </a:lnTo>
                <a:lnTo>
                  <a:pt x="95770" y="148590"/>
                </a:lnTo>
                <a:lnTo>
                  <a:pt x="99199" y="158750"/>
                </a:lnTo>
                <a:lnTo>
                  <a:pt x="102615" y="160020"/>
                </a:lnTo>
                <a:lnTo>
                  <a:pt x="191242" y="160020"/>
                </a:lnTo>
                <a:lnTo>
                  <a:pt x="190307" y="163829"/>
                </a:lnTo>
                <a:close/>
              </a:path>
              <a:path w="219075" h="260350">
                <a:moveTo>
                  <a:pt x="191242" y="160020"/>
                </a:moveTo>
                <a:lnTo>
                  <a:pt x="102615" y="160020"/>
                </a:lnTo>
                <a:lnTo>
                  <a:pt x="111163" y="157479"/>
                </a:lnTo>
                <a:lnTo>
                  <a:pt x="107746" y="143509"/>
                </a:lnTo>
                <a:lnTo>
                  <a:pt x="107746" y="137159"/>
                </a:lnTo>
                <a:lnTo>
                  <a:pt x="114592" y="137159"/>
                </a:lnTo>
                <a:lnTo>
                  <a:pt x="114592" y="142240"/>
                </a:lnTo>
                <a:lnTo>
                  <a:pt x="116293" y="148590"/>
                </a:lnTo>
                <a:lnTo>
                  <a:pt x="116293" y="154940"/>
                </a:lnTo>
                <a:lnTo>
                  <a:pt x="188982" y="154940"/>
                </a:lnTo>
                <a:lnTo>
                  <a:pt x="191554" y="158750"/>
                </a:lnTo>
                <a:lnTo>
                  <a:pt x="191242" y="160020"/>
                </a:lnTo>
                <a:close/>
              </a:path>
              <a:path w="219075" h="260350">
                <a:moveTo>
                  <a:pt x="75247" y="194309"/>
                </a:moveTo>
                <a:lnTo>
                  <a:pt x="70116" y="187959"/>
                </a:lnTo>
                <a:lnTo>
                  <a:pt x="63284" y="180340"/>
                </a:lnTo>
                <a:lnTo>
                  <a:pt x="63284" y="172720"/>
                </a:lnTo>
                <a:lnTo>
                  <a:pt x="64985" y="163829"/>
                </a:lnTo>
                <a:lnTo>
                  <a:pt x="64985" y="162559"/>
                </a:lnTo>
                <a:lnTo>
                  <a:pt x="82092" y="162559"/>
                </a:lnTo>
                <a:lnTo>
                  <a:pt x="87223" y="163829"/>
                </a:lnTo>
                <a:lnTo>
                  <a:pt x="190307" y="163829"/>
                </a:lnTo>
                <a:lnTo>
                  <a:pt x="188125" y="172720"/>
                </a:lnTo>
                <a:lnTo>
                  <a:pt x="182994" y="173990"/>
                </a:lnTo>
                <a:lnTo>
                  <a:pt x="171030" y="173990"/>
                </a:lnTo>
                <a:lnTo>
                  <a:pt x="164185" y="175259"/>
                </a:lnTo>
                <a:lnTo>
                  <a:pt x="157340" y="175259"/>
                </a:lnTo>
                <a:lnTo>
                  <a:pt x="150099" y="179070"/>
                </a:lnTo>
                <a:lnTo>
                  <a:pt x="145751" y="182879"/>
                </a:lnTo>
                <a:lnTo>
                  <a:pt x="121424" y="182879"/>
                </a:lnTo>
                <a:lnTo>
                  <a:pt x="116293" y="184150"/>
                </a:lnTo>
                <a:lnTo>
                  <a:pt x="111163" y="184150"/>
                </a:lnTo>
                <a:lnTo>
                  <a:pt x="100901" y="187959"/>
                </a:lnTo>
                <a:lnTo>
                  <a:pt x="94068" y="189229"/>
                </a:lnTo>
                <a:lnTo>
                  <a:pt x="88938" y="190500"/>
                </a:lnTo>
                <a:lnTo>
                  <a:pt x="75247" y="194309"/>
                </a:lnTo>
                <a:close/>
              </a:path>
              <a:path w="219075" h="260350">
                <a:moveTo>
                  <a:pt x="185278" y="237490"/>
                </a:moveTo>
                <a:lnTo>
                  <a:pt x="160769" y="237490"/>
                </a:lnTo>
                <a:lnTo>
                  <a:pt x="150507" y="217170"/>
                </a:lnTo>
                <a:lnTo>
                  <a:pt x="147078" y="214629"/>
                </a:lnTo>
                <a:lnTo>
                  <a:pt x="145376" y="214629"/>
                </a:lnTo>
                <a:lnTo>
                  <a:pt x="131290" y="213359"/>
                </a:lnTo>
                <a:lnTo>
                  <a:pt x="123780" y="209550"/>
                </a:lnTo>
                <a:lnTo>
                  <a:pt x="121081" y="200659"/>
                </a:lnTo>
                <a:lnTo>
                  <a:pt x="121355" y="190500"/>
                </a:lnTo>
                <a:lnTo>
                  <a:pt x="121424" y="182879"/>
                </a:lnTo>
                <a:lnTo>
                  <a:pt x="145751" y="182879"/>
                </a:lnTo>
                <a:lnTo>
                  <a:pt x="144302" y="184150"/>
                </a:lnTo>
                <a:lnTo>
                  <a:pt x="140750" y="190500"/>
                </a:lnTo>
                <a:lnTo>
                  <a:pt x="140246" y="198120"/>
                </a:lnTo>
                <a:lnTo>
                  <a:pt x="218922" y="198120"/>
                </a:lnTo>
                <a:lnTo>
                  <a:pt x="215493" y="203200"/>
                </a:lnTo>
                <a:lnTo>
                  <a:pt x="184280" y="203200"/>
                </a:lnTo>
                <a:lnTo>
                  <a:pt x="174928" y="204470"/>
                </a:lnTo>
                <a:lnTo>
                  <a:pt x="165900" y="208279"/>
                </a:lnTo>
                <a:lnTo>
                  <a:pt x="171321" y="217170"/>
                </a:lnTo>
                <a:lnTo>
                  <a:pt x="177226" y="226059"/>
                </a:lnTo>
                <a:lnTo>
                  <a:pt x="183454" y="234950"/>
                </a:lnTo>
                <a:lnTo>
                  <a:pt x="185278" y="237490"/>
                </a:lnTo>
                <a:close/>
              </a:path>
              <a:path w="219075" h="260350">
                <a:moveTo>
                  <a:pt x="218922" y="198120"/>
                </a:moveTo>
                <a:lnTo>
                  <a:pt x="145376" y="198120"/>
                </a:lnTo>
                <a:lnTo>
                  <a:pt x="147078" y="195579"/>
                </a:lnTo>
                <a:lnTo>
                  <a:pt x="158649" y="190500"/>
                </a:lnTo>
                <a:lnTo>
                  <a:pt x="170381" y="186690"/>
                </a:lnTo>
                <a:lnTo>
                  <a:pt x="194970" y="184150"/>
                </a:lnTo>
                <a:lnTo>
                  <a:pt x="201815" y="185420"/>
                </a:lnTo>
                <a:lnTo>
                  <a:pt x="212077" y="189229"/>
                </a:lnTo>
                <a:lnTo>
                  <a:pt x="218922" y="193040"/>
                </a:lnTo>
                <a:lnTo>
                  <a:pt x="218922" y="198120"/>
                </a:lnTo>
                <a:close/>
              </a:path>
              <a:path w="219075" h="260350">
                <a:moveTo>
                  <a:pt x="44462" y="260350"/>
                </a:moveTo>
                <a:lnTo>
                  <a:pt x="34789" y="257809"/>
                </a:lnTo>
                <a:lnTo>
                  <a:pt x="28643" y="254000"/>
                </a:lnTo>
                <a:lnTo>
                  <a:pt x="25704" y="247650"/>
                </a:lnTo>
                <a:lnTo>
                  <a:pt x="25653" y="238759"/>
                </a:lnTo>
                <a:lnTo>
                  <a:pt x="27950" y="229870"/>
                </a:lnTo>
                <a:lnTo>
                  <a:pt x="31904" y="209550"/>
                </a:lnTo>
                <a:lnTo>
                  <a:pt x="34201" y="199390"/>
                </a:lnTo>
                <a:lnTo>
                  <a:pt x="55789" y="199390"/>
                </a:lnTo>
                <a:lnTo>
                  <a:pt x="52373" y="217170"/>
                </a:lnTo>
                <a:lnTo>
                  <a:pt x="49034" y="236220"/>
                </a:lnTo>
                <a:lnTo>
                  <a:pt x="46177" y="255270"/>
                </a:lnTo>
                <a:lnTo>
                  <a:pt x="44462" y="257809"/>
                </a:lnTo>
                <a:lnTo>
                  <a:pt x="44462" y="260350"/>
                </a:lnTo>
                <a:close/>
              </a:path>
              <a:path w="219075" h="260350">
                <a:moveTo>
                  <a:pt x="213791" y="208279"/>
                </a:moveTo>
                <a:lnTo>
                  <a:pt x="208661" y="208279"/>
                </a:lnTo>
                <a:lnTo>
                  <a:pt x="205231" y="205740"/>
                </a:lnTo>
                <a:lnTo>
                  <a:pt x="194275" y="203200"/>
                </a:lnTo>
                <a:lnTo>
                  <a:pt x="215493" y="203200"/>
                </a:lnTo>
                <a:lnTo>
                  <a:pt x="213791" y="208279"/>
                </a:lnTo>
                <a:close/>
              </a:path>
              <a:path w="219075" h="260350">
                <a:moveTo>
                  <a:pt x="189839" y="259079"/>
                </a:moveTo>
                <a:lnTo>
                  <a:pt x="179578" y="259079"/>
                </a:lnTo>
                <a:lnTo>
                  <a:pt x="161701" y="255270"/>
                </a:lnTo>
                <a:lnTo>
                  <a:pt x="112877" y="233679"/>
                </a:lnTo>
                <a:lnTo>
                  <a:pt x="100901" y="223520"/>
                </a:lnTo>
                <a:lnTo>
                  <a:pt x="94068" y="218440"/>
                </a:lnTo>
                <a:lnTo>
                  <a:pt x="90639" y="214629"/>
                </a:lnTo>
                <a:lnTo>
                  <a:pt x="90639" y="204470"/>
                </a:lnTo>
                <a:lnTo>
                  <a:pt x="99199" y="204470"/>
                </a:lnTo>
                <a:lnTo>
                  <a:pt x="102615" y="208279"/>
                </a:lnTo>
                <a:lnTo>
                  <a:pt x="104330" y="212090"/>
                </a:lnTo>
                <a:lnTo>
                  <a:pt x="116220" y="222250"/>
                </a:lnTo>
                <a:lnTo>
                  <a:pt x="128911" y="229870"/>
                </a:lnTo>
                <a:lnTo>
                  <a:pt x="142563" y="234950"/>
                </a:lnTo>
                <a:lnTo>
                  <a:pt x="157340" y="237490"/>
                </a:lnTo>
                <a:lnTo>
                  <a:pt x="185278" y="237490"/>
                </a:lnTo>
                <a:lnTo>
                  <a:pt x="189839" y="243840"/>
                </a:lnTo>
                <a:lnTo>
                  <a:pt x="191554" y="247650"/>
                </a:lnTo>
                <a:lnTo>
                  <a:pt x="191554" y="254000"/>
                </a:lnTo>
                <a:lnTo>
                  <a:pt x="189839" y="257809"/>
                </a:lnTo>
                <a:lnTo>
                  <a:pt x="189839" y="2590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k object 29"/>
          <p:cNvSpPr/>
          <p:nvPr/>
        </p:nvSpPr>
        <p:spPr>
          <a:xfrm>
            <a:off x="659053" y="6603733"/>
            <a:ext cx="27305" cy="73025"/>
          </a:xfrm>
          <a:custGeom>
            <a:avLst/>
            <a:gdLst/>
            <a:ahLst/>
            <a:cxnLst/>
            <a:rect l="l" t="t" r="r" b="b"/>
            <a:pathLst>
              <a:path w="27304" h="73025">
                <a:moveTo>
                  <a:pt x="15303" y="72758"/>
                </a:moveTo>
                <a:lnTo>
                  <a:pt x="10198" y="69380"/>
                </a:lnTo>
                <a:lnTo>
                  <a:pt x="3390" y="65989"/>
                </a:lnTo>
                <a:lnTo>
                  <a:pt x="0" y="62610"/>
                </a:lnTo>
                <a:lnTo>
                  <a:pt x="108" y="58828"/>
                </a:lnTo>
                <a:lnTo>
                  <a:pt x="3821" y="44978"/>
                </a:lnTo>
                <a:lnTo>
                  <a:pt x="7646" y="30249"/>
                </a:lnTo>
                <a:lnTo>
                  <a:pt x="11474" y="15204"/>
                </a:lnTo>
                <a:lnTo>
                  <a:pt x="15303" y="0"/>
                </a:lnTo>
                <a:lnTo>
                  <a:pt x="25501" y="5079"/>
                </a:lnTo>
                <a:lnTo>
                  <a:pt x="27203" y="10159"/>
                </a:lnTo>
                <a:lnTo>
                  <a:pt x="25501" y="18618"/>
                </a:lnTo>
                <a:lnTo>
                  <a:pt x="22231" y="31597"/>
                </a:lnTo>
                <a:lnTo>
                  <a:pt x="19759" y="45054"/>
                </a:lnTo>
                <a:lnTo>
                  <a:pt x="17542" y="59232"/>
                </a:lnTo>
                <a:lnTo>
                  <a:pt x="15303" y="7275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k object 30"/>
          <p:cNvSpPr/>
          <p:nvPr/>
        </p:nvSpPr>
        <p:spPr>
          <a:xfrm>
            <a:off x="917277" y="6471818"/>
            <a:ext cx="143217" cy="12654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k object 31"/>
          <p:cNvSpPr/>
          <p:nvPr/>
        </p:nvSpPr>
        <p:spPr>
          <a:xfrm>
            <a:off x="1451571" y="6402252"/>
            <a:ext cx="245422" cy="24323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bk object 32"/>
          <p:cNvSpPr/>
          <p:nvPr/>
        </p:nvSpPr>
        <p:spPr>
          <a:xfrm>
            <a:off x="9837419" y="347472"/>
            <a:ext cx="1969007" cy="43281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bk object 33"/>
          <p:cNvSpPr/>
          <p:nvPr/>
        </p:nvSpPr>
        <p:spPr>
          <a:xfrm>
            <a:off x="1366469" y="0"/>
            <a:ext cx="0" cy="1061720"/>
          </a:xfrm>
          <a:custGeom>
            <a:avLst/>
            <a:gdLst/>
            <a:ahLst/>
            <a:cxnLst/>
            <a:rect l="l" t="t" r="r" b="b"/>
            <a:pathLst>
              <a:path h="1061720">
                <a:moveTo>
                  <a:pt x="0" y="0"/>
                </a:moveTo>
                <a:lnTo>
                  <a:pt x="0" y="1061593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bk object 34"/>
          <p:cNvSpPr/>
          <p:nvPr/>
        </p:nvSpPr>
        <p:spPr>
          <a:xfrm>
            <a:off x="11155413" y="6119786"/>
            <a:ext cx="0" cy="738505"/>
          </a:xfrm>
          <a:custGeom>
            <a:avLst/>
            <a:gdLst/>
            <a:ahLst/>
            <a:cxnLst/>
            <a:rect l="l" t="t" r="r" b="b"/>
            <a:pathLst>
              <a:path h="738504">
                <a:moveTo>
                  <a:pt x="0" y="0"/>
                </a:moveTo>
                <a:lnTo>
                  <a:pt x="0" y="738212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5/9/2024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F1F1F1"/>
                </a:solidFill>
                <a:latin typeface="微软雅黑"/>
                <a:cs typeface="微软雅黑"/>
              </a:defRPr>
            </a:lvl1pPr>
          </a:lstStyle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550085" y="863155"/>
            <a:ext cx="10318750" cy="0"/>
          </a:xfrm>
          <a:custGeom>
            <a:avLst/>
            <a:gdLst/>
            <a:ahLst/>
            <a:cxnLst/>
            <a:rect l="l" t="t" r="r" b="b"/>
            <a:pathLst>
              <a:path w="10318750">
                <a:moveTo>
                  <a:pt x="0" y="0"/>
                </a:moveTo>
                <a:lnTo>
                  <a:pt x="10318623" y="0"/>
                </a:lnTo>
              </a:path>
            </a:pathLst>
          </a:custGeom>
          <a:ln w="28575">
            <a:solidFill>
              <a:srgbClr val="A03E0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11163300" y="6187440"/>
            <a:ext cx="706120" cy="670560"/>
          </a:xfrm>
          <a:custGeom>
            <a:avLst/>
            <a:gdLst/>
            <a:ahLst/>
            <a:cxnLst/>
            <a:rect l="l" t="t" r="r" b="b"/>
            <a:pathLst>
              <a:path w="706120" h="670559">
                <a:moveTo>
                  <a:pt x="0" y="670560"/>
                </a:moveTo>
                <a:lnTo>
                  <a:pt x="705611" y="670560"/>
                </a:lnTo>
                <a:lnTo>
                  <a:pt x="705611" y="0"/>
                </a:lnTo>
                <a:lnTo>
                  <a:pt x="0" y="0"/>
                </a:lnTo>
                <a:lnTo>
                  <a:pt x="0" y="67056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10515" y="205917"/>
            <a:ext cx="11570969" cy="6343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 u="heavy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12214" y="1149223"/>
            <a:ext cx="5786755" cy="14935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5/9/2024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350625" y="6364899"/>
            <a:ext cx="314959" cy="2933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rgbClr val="F1F1F1"/>
                </a:solidFill>
                <a:latin typeface="微软雅黑"/>
                <a:cs typeface="微软雅黑"/>
              </a:defRPr>
            </a:lvl1pPr>
          </a:lstStyle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30.png"/><Relationship Id="rId18" Type="http://schemas.openxmlformats.org/officeDocument/2006/relationships/image" Target="../media/image35.png"/><Relationship Id="rId3" Type="http://schemas.openxmlformats.org/officeDocument/2006/relationships/image" Target="../media/image2.png"/><Relationship Id="rId21" Type="http://schemas.openxmlformats.org/officeDocument/2006/relationships/image" Target="../media/image38.png"/><Relationship Id="rId7" Type="http://schemas.openxmlformats.org/officeDocument/2006/relationships/image" Target="../media/image6.png"/><Relationship Id="rId12" Type="http://schemas.openxmlformats.org/officeDocument/2006/relationships/image" Target="../media/image29.png"/><Relationship Id="rId17" Type="http://schemas.openxmlformats.org/officeDocument/2006/relationships/image" Target="../media/image34.png"/><Relationship Id="rId25" Type="http://schemas.openxmlformats.org/officeDocument/2006/relationships/image" Target="../media/image42.png"/><Relationship Id="rId2" Type="http://schemas.openxmlformats.org/officeDocument/2006/relationships/image" Target="../media/image1.png"/><Relationship Id="rId16" Type="http://schemas.openxmlformats.org/officeDocument/2006/relationships/image" Target="../media/image33.png"/><Relationship Id="rId20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28.png"/><Relationship Id="rId24" Type="http://schemas.openxmlformats.org/officeDocument/2006/relationships/image" Target="../media/image41.png"/><Relationship Id="rId5" Type="http://schemas.openxmlformats.org/officeDocument/2006/relationships/image" Target="../media/image4.png"/><Relationship Id="rId15" Type="http://schemas.openxmlformats.org/officeDocument/2006/relationships/image" Target="../media/image32.png"/><Relationship Id="rId23" Type="http://schemas.openxmlformats.org/officeDocument/2006/relationships/image" Target="../media/image40.png"/><Relationship Id="rId10" Type="http://schemas.openxmlformats.org/officeDocument/2006/relationships/image" Target="../media/image27.png"/><Relationship Id="rId19" Type="http://schemas.openxmlformats.org/officeDocument/2006/relationships/image" Target="../media/image36.png"/><Relationship Id="rId4" Type="http://schemas.openxmlformats.org/officeDocument/2006/relationships/image" Target="../media/image3.png"/><Relationship Id="rId9" Type="http://schemas.openxmlformats.org/officeDocument/2006/relationships/image" Target="../media/image26.png"/><Relationship Id="rId14" Type="http://schemas.openxmlformats.org/officeDocument/2006/relationships/image" Target="../media/image31.png"/><Relationship Id="rId22" Type="http://schemas.openxmlformats.org/officeDocument/2006/relationships/image" Target="../media/image3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43.jp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44.jp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45.jp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163300" y="6187440"/>
            <a:ext cx="706120" cy="670560"/>
          </a:xfrm>
          <a:custGeom>
            <a:avLst/>
            <a:gdLst/>
            <a:ahLst/>
            <a:cxnLst/>
            <a:rect l="l" t="t" r="r" b="b"/>
            <a:pathLst>
              <a:path w="706120" h="670559">
                <a:moveTo>
                  <a:pt x="0" y="670560"/>
                </a:moveTo>
                <a:lnTo>
                  <a:pt x="705611" y="670560"/>
                </a:lnTo>
                <a:lnTo>
                  <a:pt x="705611" y="0"/>
                </a:lnTo>
                <a:lnTo>
                  <a:pt x="0" y="0"/>
                </a:lnTo>
                <a:lnTo>
                  <a:pt x="0" y="67056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1149063" y="6181725"/>
            <a:ext cx="726440" cy="676275"/>
          </a:xfrm>
          <a:custGeom>
            <a:avLst/>
            <a:gdLst/>
            <a:ahLst/>
            <a:cxnLst/>
            <a:rect l="l" t="t" r="r" b="b"/>
            <a:pathLst>
              <a:path w="726440" h="676275">
                <a:moveTo>
                  <a:pt x="12700" y="676275"/>
                </a:moveTo>
                <a:lnTo>
                  <a:pt x="0" y="676275"/>
                </a:lnTo>
                <a:lnTo>
                  <a:pt x="0" y="0"/>
                </a:lnTo>
                <a:lnTo>
                  <a:pt x="725995" y="0"/>
                </a:lnTo>
                <a:lnTo>
                  <a:pt x="725995" y="6350"/>
                </a:lnTo>
                <a:lnTo>
                  <a:pt x="12700" y="6350"/>
                </a:lnTo>
                <a:lnTo>
                  <a:pt x="6350" y="12700"/>
                </a:lnTo>
                <a:lnTo>
                  <a:pt x="12700" y="12700"/>
                </a:lnTo>
                <a:lnTo>
                  <a:pt x="12700" y="669925"/>
                </a:lnTo>
                <a:lnTo>
                  <a:pt x="6350" y="669925"/>
                </a:lnTo>
                <a:lnTo>
                  <a:pt x="12700" y="676275"/>
                </a:lnTo>
                <a:close/>
              </a:path>
              <a:path w="726440" h="676275">
                <a:moveTo>
                  <a:pt x="12700" y="12700"/>
                </a:moveTo>
                <a:lnTo>
                  <a:pt x="6350" y="12700"/>
                </a:lnTo>
                <a:lnTo>
                  <a:pt x="12700" y="6350"/>
                </a:lnTo>
                <a:lnTo>
                  <a:pt x="12700" y="12700"/>
                </a:lnTo>
                <a:close/>
              </a:path>
              <a:path w="726440" h="676275">
                <a:moveTo>
                  <a:pt x="713295" y="12700"/>
                </a:moveTo>
                <a:lnTo>
                  <a:pt x="12700" y="12700"/>
                </a:lnTo>
                <a:lnTo>
                  <a:pt x="12700" y="6350"/>
                </a:lnTo>
                <a:lnTo>
                  <a:pt x="713295" y="6350"/>
                </a:lnTo>
                <a:lnTo>
                  <a:pt x="713295" y="12700"/>
                </a:lnTo>
                <a:close/>
              </a:path>
              <a:path w="726440" h="676275">
                <a:moveTo>
                  <a:pt x="713295" y="676275"/>
                </a:moveTo>
                <a:lnTo>
                  <a:pt x="713295" y="6350"/>
                </a:lnTo>
                <a:lnTo>
                  <a:pt x="719645" y="12700"/>
                </a:lnTo>
                <a:lnTo>
                  <a:pt x="725995" y="12700"/>
                </a:lnTo>
                <a:lnTo>
                  <a:pt x="725995" y="669925"/>
                </a:lnTo>
                <a:lnTo>
                  <a:pt x="719645" y="669925"/>
                </a:lnTo>
                <a:lnTo>
                  <a:pt x="713295" y="676275"/>
                </a:lnTo>
                <a:close/>
              </a:path>
              <a:path w="726440" h="676275">
                <a:moveTo>
                  <a:pt x="725995" y="12700"/>
                </a:moveTo>
                <a:lnTo>
                  <a:pt x="719645" y="12700"/>
                </a:lnTo>
                <a:lnTo>
                  <a:pt x="713295" y="6350"/>
                </a:lnTo>
                <a:lnTo>
                  <a:pt x="725995" y="6350"/>
                </a:lnTo>
                <a:lnTo>
                  <a:pt x="725995" y="12700"/>
                </a:lnTo>
                <a:close/>
              </a:path>
              <a:path w="726440" h="676275">
                <a:moveTo>
                  <a:pt x="12700" y="676275"/>
                </a:moveTo>
                <a:lnTo>
                  <a:pt x="6350" y="669925"/>
                </a:lnTo>
                <a:lnTo>
                  <a:pt x="12700" y="669925"/>
                </a:lnTo>
                <a:lnTo>
                  <a:pt x="12700" y="676275"/>
                </a:lnTo>
                <a:close/>
              </a:path>
              <a:path w="726440" h="676275">
                <a:moveTo>
                  <a:pt x="713295" y="676275"/>
                </a:moveTo>
                <a:lnTo>
                  <a:pt x="12700" y="676275"/>
                </a:lnTo>
                <a:lnTo>
                  <a:pt x="12700" y="669925"/>
                </a:lnTo>
                <a:lnTo>
                  <a:pt x="713295" y="669925"/>
                </a:lnTo>
                <a:lnTo>
                  <a:pt x="713295" y="676275"/>
                </a:lnTo>
                <a:close/>
              </a:path>
              <a:path w="726440" h="676275">
                <a:moveTo>
                  <a:pt x="725995" y="676275"/>
                </a:moveTo>
                <a:lnTo>
                  <a:pt x="713295" y="676275"/>
                </a:lnTo>
                <a:lnTo>
                  <a:pt x="719645" y="669925"/>
                </a:lnTo>
                <a:lnTo>
                  <a:pt x="725995" y="669925"/>
                </a:lnTo>
                <a:lnTo>
                  <a:pt x="725995" y="676275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18515" y="0"/>
            <a:ext cx="1049020" cy="873760"/>
          </a:xfrm>
          <a:custGeom>
            <a:avLst/>
            <a:gdLst/>
            <a:ahLst/>
            <a:cxnLst/>
            <a:rect l="l" t="t" r="r" b="b"/>
            <a:pathLst>
              <a:path w="1049020" h="873760">
                <a:moveTo>
                  <a:pt x="0" y="0"/>
                </a:moveTo>
                <a:lnTo>
                  <a:pt x="1048512" y="0"/>
                </a:lnTo>
                <a:lnTo>
                  <a:pt x="1048512" y="873252"/>
                </a:lnTo>
                <a:lnTo>
                  <a:pt x="0" y="873252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12280" y="0"/>
            <a:ext cx="1061720" cy="879475"/>
          </a:xfrm>
          <a:custGeom>
            <a:avLst/>
            <a:gdLst/>
            <a:ahLst/>
            <a:cxnLst/>
            <a:rect l="l" t="t" r="r" b="b"/>
            <a:pathLst>
              <a:path w="1061720" h="879475">
                <a:moveTo>
                  <a:pt x="1061440" y="879475"/>
                </a:moveTo>
                <a:lnTo>
                  <a:pt x="0" y="879475"/>
                </a:lnTo>
                <a:lnTo>
                  <a:pt x="0" y="0"/>
                </a:lnTo>
                <a:lnTo>
                  <a:pt x="12700" y="0"/>
                </a:lnTo>
                <a:lnTo>
                  <a:pt x="6350" y="6350"/>
                </a:lnTo>
                <a:lnTo>
                  <a:pt x="12700" y="6350"/>
                </a:lnTo>
                <a:lnTo>
                  <a:pt x="12700" y="866775"/>
                </a:lnTo>
                <a:lnTo>
                  <a:pt x="6350" y="866775"/>
                </a:lnTo>
                <a:lnTo>
                  <a:pt x="12700" y="873125"/>
                </a:lnTo>
                <a:lnTo>
                  <a:pt x="1061440" y="873125"/>
                </a:lnTo>
                <a:lnTo>
                  <a:pt x="1061440" y="879475"/>
                </a:lnTo>
                <a:close/>
              </a:path>
              <a:path w="1061720" h="879475">
                <a:moveTo>
                  <a:pt x="12700" y="6350"/>
                </a:moveTo>
                <a:lnTo>
                  <a:pt x="6350" y="6350"/>
                </a:lnTo>
                <a:lnTo>
                  <a:pt x="12700" y="0"/>
                </a:lnTo>
                <a:lnTo>
                  <a:pt x="12700" y="6350"/>
                </a:lnTo>
                <a:close/>
              </a:path>
              <a:path w="1061720" h="879475">
                <a:moveTo>
                  <a:pt x="1048740" y="6350"/>
                </a:moveTo>
                <a:lnTo>
                  <a:pt x="12700" y="6350"/>
                </a:lnTo>
                <a:lnTo>
                  <a:pt x="12700" y="0"/>
                </a:lnTo>
                <a:lnTo>
                  <a:pt x="1048740" y="0"/>
                </a:lnTo>
                <a:lnTo>
                  <a:pt x="1048740" y="6350"/>
                </a:lnTo>
                <a:close/>
              </a:path>
              <a:path w="1061720" h="879475">
                <a:moveTo>
                  <a:pt x="1048740" y="873125"/>
                </a:moveTo>
                <a:lnTo>
                  <a:pt x="1048740" y="0"/>
                </a:lnTo>
                <a:lnTo>
                  <a:pt x="1055090" y="6350"/>
                </a:lnTo>
                <a:lnTo>
                  <a:pt x="1061440" y="6350"/>
                </a:lnTo>
                <a:lnTo>
                  <a:pt x="1061440" y="866775"/>
                </a:lnTo>
                <a:lnTo>
                  <a:pt x="1055090" y="866775"/>
                </a:lnTo>
                <a:lnTo>
                  <a:pt x="1048740" y="873125"/>
                </a:lnTo>
                <a:close/>
              </a:path>
              <a:path w="1061720" h="879475">
                <a:moveTo>
                  <a:pt x="1061440" y="6350"/>
                </a:moveTo>
                <a:lnTo>
                  <a:pt x="1055090" y="6350"/>
                </a:lnTo>
                <a:lnTo>
                  <a:pt x="1048740" y="0"/>
                </a:lnTo>
                <a:lnTo>
                  <a:pt x="1061440" y="0"/>
                </a:lnTo>
                <a:lnTo>
                  <a:pt x="1061440" y="6350"/>
                </a:lnTo>
                <a:close/>
              </a:path>
              <a:path w="1061720" h="879475">
                <a:moveTo>
                  <a:pt x="12700" y="873125"/>
                </a:moveTo>
                <a:lnTo>
                  <a:pt x="6350" y="866775"/>
                </a:lnTo>
                <a:lnTo>
                  <a:pt x="12700" y="866775"/>
                </a:lnTo>
                <a:lnTo>
                  <a:pt x="12700" y="873125"/>
                </a:lnTo>
                <a:close/>
              </a:path>
              <a:path w="1061720" h="879475">
                <a:moveTo>
                  <a:pt x="1048740" y="873125"/>
                </a:moveTo>
                <a:lnTo>
                  <a:pt x="12700" y="873125"/>
                </a:lnTo>
                <a:lnTo>
                  <a:pt x="12700" y="866775"/>
                </a:lnTo>
                <a:lnTo>
                  <a:pt x="1048740" y="866775"/>
                </a:lnTo>
                <a:lnTo>
                  <a:pt x="1048740" y="873125"/>
                </a:lnTo>
                <a:close/>
              </a:path>
              <a:path w="1061720" h="879475">
                <a:moveTo>
                  <a:pt x="1061440" y="873125"/>
                </a:moveTo>
                <a:lnTo>
                  <a:pt x="1048740" y="873125"/>
                </a:lnTo>
                <a:lnTo>
                  <a:pt x="1055090" y="866775"/>
                </a:lnTo>
                <a:lnTo>
                  <a:pt x="1061440" y="866775"/>
                </a:lnTo>
                <a:lnTo>
                  <a:pt x="1061440" y="8731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18515" y="6187440"/>
            <a:ext cx="10845165" cy="670560"/>
          </a:xfrm>
          <a:custGeom>
            <a:avLst/>
            <a:gdLst/>
            <a:ahLst/>
            <a:cxnLst/>
            <a:rect l="l" t="t" r="r" b="b"/>
            <a:pathLst>
              <a:path w="10845165" h="670559">
                <a:moveTo>
                  <a:pt x="0" y="0"/>
                </a:moveTo>
                <a:lnTo>
                  <a:pt x="10844784" y="0"/>
                </a:lnTo>
                <a:lnTo>
                  <a:pt x="10844784" y="670560"/>
                </a:lnTo>
                <a:lnTo>
                  <a:pt x="0" y="670560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379219" y="0"/>
            <a:ext cx="166370" cy="875030"/>
          </a:xfrm>
          <a:custGeom>
            <a:avLst/>
            <a:gdLst/>
            <a:ahLst/>
            <a:cxnLst/>
            <a:rect l="l" t="t" r="r" b="b"/>
            <a:pathLst>
              <a:path w="166369" h="875030">
                <a:moveTo>
                  <a:pt x="0" y="0"/>
                </a:moveTo>
                <a:lnTo>
                  <a:pt x="166115" y="0"/>
                </a:lnTo>
                <a:lnTo>
                  <a:pt x="166115" y="874776"/>
                </a:lnTo>
                <a:lnTo>
                  <a:pt x="0" y="874776"/>
                </a:lnTo>
                <a:lnTo>
                  <a:pt x="0" y="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372552" y="0"/>
            <a:ext cx="180340" cy="879475"/>
          </a:xfrm>
          <a:custGeom>
            <a:avLst/>
            <a:gdLst/>
            <a:ahLst/>
            <a:cxnLst/>
            <a:rect l="l" t="t" r="r" b="b"/>
            <a:pathLst>
              <a:path w="180340" h="879475">
                <a:moveTo>
                  <a:pt x="179781" y="879475"/>
                </a:moveTo>
                <a:lnTo>
                  <a:pt x="0" y="879475"/>
                </a:lnTo>
                <a:lnTo>
                  <a:pt x="0" y="0"/>
                </a:lnTo>
                <a:lnTo>
                  <a:pt x="11087" y="0"/>
                </a:lnTo>
                <a:lnTo>
                  <a:pt x="6350" y="4737"/>
                </a:lnTo>
                <a:lnTo>
                  <a:pt x="12700" y="4737"/>
                </a:lnTo>
                <a:lnTo>
                  <a:pt x="12700" y="866775"/>
                </a:lnTo>
                <a:lnTo>
                  <a:pt x="6350" y="866775"/>
                </a:lnTo>
                <a:lnTo>
                  <a:pt x="12700" y="873125"/>
                </a:lnTo>
                <a:lnTo>
                  <a:pt x="179781" y="873125"/>
                </a:lnTo>
                <a:lnTo>
                  <a:pt x="179781" y="879475"/>
                </a:lnTo>
                <a:close/>
              </a:path>
              <a:path w="180340" h="879475">
                <a:moveTo>
                  <a:pt x="12700" y="4737"/>
                </a:moveTo>
                <a:lnTo>
                  <a:pt x="6350" y="4737"/>
                </a:lnTo>
                <a:lnTo>
                  <a:pt x="11087" y="0"/>
                </a:lnTo>
                <a:lnTo>
                  <a:pt x="12700" y="0"/>
                </a:lnTo>
                <a:lnTo>
                  <a:pt x="12700" y="4737"/>
                </a:lnTo>
                <a:close/>
              </a:path>
              <a:path w="180340" h="879475">
                <a:moveTo>
                  <a:pt x="167081" y="4737"/>
                </a:moveTo>
                <a:lnTo>
                  <a:pt x="12700" y="4737"/>
                </a:lnTo>
                <a:lnTo>
                  <a:pt x="12700" y="0"/>
                </a:lnTo>
                <a:lnTo>
                  <a:pt x="167081" y="0"/>
                </a:lnTo>
                <a:lnTo>
                  <a:pt x="167081" y="4737"/>
                </a:lnTo>
                <a:close/>
              </a:path>
              <a:path w="180340" h="879475">
                <a:moveTo>
                  <a:pt x="167081" y="873125"/>
                </a:moveTo>
                <a:lnTo>
                  <a:pt x="167081" y="0"/>
                </a:lnTo>
                <a:lnTo>
                  <a:pt x="168694" y="0"/>
                </a:lnTo>
                <a:lnTo>
                  <a:pt x="173431" y="4737"/>
                </a:lnTo>
                <a:lnTo>
                  <a:pt x="179781" y="4737"/>
                </a:lnTo>
                <a:lnTo>
                  <a:pt x="179781" y="866775"/>
                </a:lnTo>
                <a:lnTo>
                  <a:pt x="173431" y="866775"/>
                </a:lnTo>
                <a:lnTo>
                  <a:pt x="167081" y="873125"/>
                </a:lnTo>
                <a:close/>
              </a:path>
              <a:path w="180340" h="879475">
                <a:moveTo>
                  <a:pt x="179781" y="4737"/>
                </a:moveTo>
                <a:lnTo>
                  <a:pt x="173431" y="4737"/>
                </a:lnTo>
                <a:lnTo>
                  <a:pt x="168694" y="0"/>
                </a:lnTo>
                <a:lnTo>
                  <a:pt x="179781" y="0"/>
                </a:lnTo>
                <a:lnTo>
                  <a:pt x="179781" y="4737"/>
                </a:lnTo>
                <a:close/>
              </a:path>
              <a:path w="180340" h="879475">
                <a:moveTo>
                  <a:pt x="12700" y="873125"/>
                </a:moveTo>
                <a:lnTo>
                  <a:pt x="6350" y="866775"/>
                </a:lnTo>
                <a:lnTo>
                  <a:pt x="12700" y="866775"/>
                </a:lnTo>
                <a:lnTo>
                  <a:pt x="12700" y="873125"/>
                </a:lnTo>
                <a:close/>
              </a:path>
              <a:path w="180340" h="879475">
                <a:moveTo>
                  <a:pt x="167081" y="873125"/>
                </a:moveTo>
                <a:lnTo>
                  <a:pt x="12700" y="873125"/>
                </a:lnTo>
                <a:lnTo>
                  <a:pt x="12700" y="866775"/>
                </a:lnTo>
                <a:lnTo>
                  <a:pt x="167081" y="866775"/>
                </a:lnTo>
                <a:lnTo>
                  <a:pt x="167081" y="873125"/>
                </a:lnTo>
                <a:close/>
              </a:path>
              <a:path w="180340" h="879475">
                <a:moveTo>
                  <a:pt x="179781" y="873125"/>
                </a:moveTo>
                <a:lnTo>
                  <a:pt x="167081" y="873125"/>
                </a:lnTo>
                <a:lnTo>
                  <a:pt x="173431" y="866775"/>
                </a:lnTo>
                <a:lnTo>
                  <a:pt x="179781" y="866775"/>
                </a:lnTo>
                <a:lnTo>
                  <a:pt x="179781" y="873125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837419" y="347472"/>
            <a:ext cx="1969007" cy="4328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366469" y="0"/>
            <a:ext cx="0" cy="1061720"/>
          </a:xfrm>
          <a:custGeom>
            <a:avLst/>
            <a:gdLst/>
            <a:ahLst/>
            <a:cxnLst/>
            <a:rect l="l" t="t" r="r" b="b"/>
            <a:pathLst>
              <a:path h="1061720">
                <a:moveTo>
                  <a:pt x="0" y="0"/>
                </a:moveTo>
                <a:lnTo>
                  <a:pt x="0" y="1061593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1155413" y="6119786"/>
            <a:ext cx="0" cy="738505"/>
          </a:xfrm>
          <a:custGeom>
            <a:avLst/>
            <a:gdLst/>
            <a:ahLst/>
            <a:cxnLst/>
            <a:rect l="l" t="t" r="r" b="b"/>
            <a:pathLst>
              <a:path h="738504">
                <a:moveTo>
                  <a:pt x="0" y="0"/>
                </a:moveTo>
                <a:lnTo>
                  <a:pt x="0" y="738212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595765" y="6404203"/>
            <a:ext cx="235585" cy="264160"/>
          </a:xfrm>
          <a:custGeom>
            <a:avLst/>
            <a:gdLst/>
            <a:ahLst/>
            <a:cxnLst/>
            <a:rect l="l" t="t" r="r" b="b"/>
            <a:pathLst>
              <a:path w="235585" h="264159">
                <a:moveTo>
                  <a:pt x="114769" y="81279"/>
                </a:moveTo>
                <a:lnTo>
                  <a:pt x="112890" y="81279"/>
                </a:lnTo>
                <a:lnTo>
                  <a:pt x="107238" y="73660"/>
                </a:lnTo>
                <a:lnTo>
                  <a:pt x="118529" y="68579"/>
                </a:lnTo>
                <a:lnTo>
                  <a:pt x="126996" y="66039"/>
                </a:lnTo>
                <a:lnTo>
                  <a:pt x="135464" y="62229"/>
                </a:lnTo>
                <a:lnTo>
                  <a:pt x="143932" y="59689"/>
                </a:lnTo>
                <a:lnTo>
                  <a:pt x="152400" y="55879"/>
                </a:lnTo>
                <a:lnTo>
                  <a:pt x="156159" y="55879"/>
                </a:lnTo>
                <a:lnTo>
                  <a:pt x="158038" y="52070"/>
                </a:lnTo>
                <a:lnTo>
                  <a:pt x="159918" y="49529"/>
                </a:lnTo>
                <a:lnTo>
                  <a:pt x="162446" y="40639"/>
                </a:lnTo>
                <a:lnTo>
                  <a:pt x="166801" y="22860"/>
                </a:lnTo>
                <a:lnTo>
                  <a:pt x="169329" y="13970"/>
                </a:lnTo>
                <a:lnTo>
                  <a:pt x="169329" y="10160"/>
                </a:lnTo>
                <a:lnTo>
                  <a:pt x="176847" y="0"/>
                </a:lnTo>
                <a:lnTo>
                  <a:pt x="184378" y="0"/>
                </a:lnTo>
                <a:lnTo>
                  <a:pt x="184378" y="1270"/>
                </a:lnTo>
                <a:lnTo>
                  <a:pt x="186258" y="6350"/>
                </a:lnTo>
                <a:lnTo>
                  <a:pt x="186258" y="8889"/>
                </a:lnTo>
                <a:lnTo>
                  <a:pt x="179965" y="19050"/>
                </a:lnTo>
                <a:lnTo>
                  <a:pt x="176849" y="29210"/>
                </a:lnTo>
                <a:lnTo>
                  <a:pt x="175144" y="40639"/>
                </a:lnTo>
                <a:lnTo>
                  <a:pt x="173088" y="52070"/>
                </a:lnTo>
                <a:lnTo>
                  <a:pt x="181849" y="53339"/>
                </a:lnTo>
                <a:lnTo>
                  <a:pt x="202997" y="53339"/>
                </a:lnTo>
                <a:lnTo>
                  <a:pt x="208838" y="55879"/>
                </a:lnTo>
                <a:lnTo>
                  <a:pt x="203190" y="63500"/>
                </a:lnTo>
                <a:lnTo>
                  <a:pt x="191909" y="63500"/>
                </a:lnTo>
                <a:lnTo>
                  <a:pt x="179912" y="64770"/>
                </a:lnTo>
                <a:lnTo>
                  <a:pt x="156159" y="64770"/>
                </a:lnTo>
                <a:lnTo>
                  <a:pt x="146898" y="68579"/>
                </a:lnTo>
                <a:lnTo>
                  <a:pt x="138518" y="72389"/>
                </a:lnTo>
                <a:lnTo>
                  <a:pt x="122288" y="77470"/>
                </a:lnTo>
                <a:lnTo>
                  <a:pt x="114769" y="81279"/>
                </a:lnTo>
                <a:close/>
              </a:path>
              <a:path w="235585" h="264159">
                <a:moveTo>
                  <a:pt x="68727" y="60960"/>
                </a:moveTo>
                <a:lnTo>
                  <a:pt x="52679" y="60960"/>
                </a:lnTo>
                <a:lnTo>
                  <a:pt x="62057" y="55879"/>
                </a:lnTo>
                <a:lnTo>
                  <a:pt x="69848" y="48260"/>
                </a:lnTo>
                <a:lnTo>
                  <a:pt x="75169" y="40639"/>
                </a:lnTo>
                <a:lnTo>
                  <a:pt x="77139" y="29210"/>
                </a:lnTo>
                <a:lnTo>
                  <a:pt x="77139" y="24129"/>
                </a:lnTo>
                <a:lnTo>
                  <a:pt x="80899" y="16510"/>
                </a:lnTo>
                <a:lnTo>
                  <a:pt x="82778" y="10160"/>
                </a:lnTo>
                <a:lnTo>
                  <a:pt x="90309" y="5079"/>
                </a:lnTo>
                <a:lnTo>
                  <a:pt x="92189" y="5079"/>
                </a:lnTo>
                <a:lnTo>
                  <a:pt x="99098" y="7620"/>
                </a:lnTo>
                <a:lnTo>
                  <a:pt x="105122" y="12700"/>
                </a:lnTo>
                <a:lnTo>
                  <a:pt x="109382" y="19050"/>
                </a:lnTo>
                <a:lnTo>
                  <a:pt x="110998" y="27939"/>
                </a:lnTo>
                <a:lnTo>
                  <a:pt x="110998" y="33020"/>
                </a:lnTo>
                <a:lnTo>
                  <a:pt x="122288" y="40639"/>
                </a:lnTo>
                <a:lnTo>
                  <a:pt x="127939" y="45720"/>
                </a:lnTo>
                <a:lnTo>
                  <a:pt x="129819" y="52070"/>
                </a:lnTo>
                <a:lnTo>
                  <a:pt x="99720" y="52070"/>
                </a:lnTo>
                <a:lnTo>
                  <a:pt x="95948" y="53339"/>
                </a:lnTo>
                <a:lnTo>
                  <a:pt x="94773" y="59689"/>
                </a:lnTo>
                <a:lnTo>
                  <a:pt x="69608" y="59689"/>
                </a:lnTo>
                <a:lnTo>
                  <a:pt x="68727" y="60960"/>
                </a:lnTo>
                <a:close/>
              </a:path>
              <a:path w="235585" h="264159">
                <a:moveTo>
                  <a:pt x="43268" y="105410"/>
                </a:moveTo>
                <a:lnTo>
                  <a:pt x="37630" y="104139"/>
                </a:lnTo>
                <a:lnTo>
                  <a:pt x="31978" y="104139"/>
                </a:lnTo>
                <a:lnTo>
                  <a:pt x="26339" y="101600"/>
                </a:lnTo>
                <a:lnTo>
                  <a:pt x="20370" y="99060"/>
                </a:lnTo>
                <a:lnTo>
                  <a:pt x="16695" y="93979"/>
                </a:lnTo>
                <a:lnTo>
                  <a:pt x="15490" y="87629"/>
                </a:lnTo>
                <a:lnTo>
                  <a:pt x="16929" y="81279"/>
                </a:lnTo>
                <a:lnTo>
                  <a:pt x="18808" y="77470"/>
                </a:lnTo>
                <a:lnTo>
                  <a:pt x="18808" y="72389"/>
                </a:lnTo>
                <a:lnTo>
                  <a:pt x="48920" y="36829"/>
                </a:lnTo>
                <a:lnTo>
                  <a:pt x="50800" y="34289"/>
                </a:lnTo>
                <a:lnTo>
                  <a:pt x="56438" y="36829"/>
                </a:lnTo>
                <a:lnTo>
                  <a:pt x="60210" y="40639"/>
                </a:lnTo>
                <a:lnTo>
                  <a:pt x="63969" y="41910"/>
                </a:lnTo>
                <a:lnTo>
                  <a:pt x="60210" y="45720"/>
                </a:lnTo>
                <a:lnTo>
                  <a:pt x="58318" y="49529"/>
                </a:lnTo>
                <a:lnTo>
                  <a:pt x="54559" y="52070"/>
                </a:lnTo>
                <a:lnTo>
                  <a:pt x="54559" y="57150"/>
                </a:lnTo>
                <a:lnTo>
                  <a:pt x="52679" y="60960"/>
                </a:lnTo>
                <a:lnTo>
                  <a:pt x="68727" y="60960"/>
                </a:lnTo>
                <a:lnTo>
                  <a:pt x="62558" y="69850"/>
                </a:lnTo>
                <a:lnTo>
                  <a:pt x="55503" y="81279"/>
                </a:lnTo>
                <a:lnTo>
                  <a:pt x="41389" y="101600"/>
                </a:lnTo>
                <a:lnTo>
                  <a:pt x="41389" y="104139"/>
                </a:lnTo>
                <a:lnTo>
                  <a:pt x="43268" y="105410"/>
                </a:lnTo>
                <a:close/>
              </a:path>
              <a:path w="235585" h="264159">
                <a:moveTo>
                  <a:pt x="127939" y="63500"/>
                </a:moveTo>
                <a:lnTo>
                  <a:pt x="120408" y="60960"/>
                </a:lnTo>
                <a:lnTo>
                  <a:pt x="112890" y="57150"/>
                </a:lnTo>
                <a:lnTo>
                  <a:pt x="107238" y="55879"/>
                </a:lnTo>
                <a:lnTo>
                  <a:pt x="99720" y="52070"/>
                </a:lnTo>
                <a:lnTo>
                  <a:pt x="129819" y="52070"/>
                </a:lnTo>
                <a:lnTo>
                  <a:pt x="133578" y="59689"/>
                </a:lnTo>
                <a:lnTo>
                  <a:pt x="127939" y="63500"/>
                </a:lnTo>
                <a:close/>
              </a:path>
              <a:path w="235585" h="264159">
                <a:moveTo>
                  <a:pt x="202997" y="53339"/>
                </a:moveTo>
                <a:lnTo>
                  <a:pt x="181849" y="53339"/>
                </a:lnTo>
                <a:lnTo>
                  <a:pt x="190963" y="52070"/>
                </a:lnTo>
                <a:lnTo>
                  <a:pt x="200077" y="52070"/>
                </a:lnTo>
                <a:lnTo>
                  <a:pt x="202997" y="53339"/>
                </a:lnTo>
                <a:close/>
              </a:path>
              <a:path w="235585" h="264159">
                <a:moveTo>
                  <a:pt x="29165" y="160019"/>
                </a:moveTo>
                <a:lnTo>
                  <a:pt x="19288" y="156210"/>
                </a:lnTo>
                <a:lnTo>
                  <a:pt x="9410" y="151130"/>
                </a:lnTo>
                <a:lnTo>
                  <a:pt x="0" y="147319"/>
                </a:lnTo>
                <a:lnTo>
                  <a:pt x="0" y="140969"/>
                </a:lnTo>
                <a:lnTo>
                  <a:pt x="37395" y="120650"/>
                </a:lnTo>
                <a:lnTo>
                  <a:pt x="50948" y="111760"/>
                </a:lnTo>
                <a:lnTo>
                  <a:pt x="63969" y="104139"/>
                </a:lnTo>
                <a:lnTo>
                  <a:pt x="65849" y="101600"/>
                </a:lnTo>
                <a:lnTo>
                  <a:pt x="69608" y="100330"/>
                </a:lnTo>
                <a:lnTo>
                  <a:pt x="69608" y="96520"/>
                </a:lnTo>
                <a:lnTo>
                  <a:pt x="70695" y="87629"/>
                </a:lnTo>
                <a:lnTo>
                  <a:pt x="71253" y="78739"/>
                </a:lnTo>
                <a:lnTo>
                  <a:pt x="71370" y="73660"/>
                </a:lnTo>
                <a:lnTo>
                  <a:pt x="71488" y="59689"/>
                </a:lnTo>
                <a:lnTo>
                  <a:pt x="94773" y="59689"/>
                </a:lnTo>
                <a:lnTo>
                  <a:pt x="94068" y="63500"/>
                </a:lnTo>
                <a:lnTo>
                  <a:pt x="91484" y="78739"/>
                </a:lnTo>
                <a:lnTo>
                  <a:pt x="90309" y="93979"/>
                </a:lnTo>
                <a:lnTo>
                  <a:pt x="91954" y="107950"/>
                </a:lnTo>
                <a:lnTo>
                  <a:pt x="97828" y="123189"/>
                </a:lnTo>
                <a:lnTo>
                  <a:pt x="119782" y="123189"/>
                </a:lnTo>
                <a:lnTo>
                  <a:pt x="122288" y="128269"/>
                </a:lnTo>
                <a:lnTo>
                  <a:pt x="222008" y="128269"/>
                </a:lnTo>
                <a:lnTo>
                  <a:pt x="214477" y="132080"/>
                </a:lnTo>
                <a:lnTo>
                  <a:pt x="165569" y="132080"/>
                </a:lnTo>
                <a:lnTo>
                  <a:pt x="154274" y="139700"/>
                </a:lnTo>
                <a:lnTo>
                  <a:pt x="142989" y="144780"/>
                </a:lnTo>
                <a:lnTo>
                  <a:pt x="135637" y="149860"/>
                </a:lnTo>
                <a:lnTo>
                  <a:pt x="133070" y="151130"/>
                </a:lnTo>
                <a:lnTo>
                  <a:pt x="48920" y="151130"/>
                </a:lnTo>
                <a:lnTo>
                  <a:pt x="39042" y="158750"/>
                </a:lnTo>
                <a:lnTo>
                  <a:pt x="29165" y="160019"/>
                </a:lnTo>
                <a:close/>
              </a:path>
              <a:path w="235585" h="264159">
                <a:moveTo>
                  <a:pt x="201307" y="66039"/>
                </a:moveTo>
                <a:lnTo>
                  <a:pt x="193789" y="64770"/>
                </a:lnTo>
                <a:lnTo>
                  <a:pt x="193789" y="63500"/>
                </a:lnTo>
                <a:lnTo>
                  <a:pt x="203190" y="63500"/>
                </a:lnTo>
                <a:lnTo>
                  <a:pt x="201307" y="66039"/>
                </a:lnTo>
                <a:close/>
              </a:path>
              <a:path w="235585" h="264159">
                <a:moveTo>
                  <a:pt x="169117" y="87629"/>
                </a:moveTo>
                <a:lnTo>
                  <a:pt x="152400" y="87629"/>
                </a:lnTo>
                <a:lnTo>
                  <a:pt x="152400" y="81279"/>
                </a:lnTo>
                <a:lnTo>
                  <a:pt x="154279" y="73660"/>
                </a:lnTo>
                <a:lnTo>
                  <a:pt x="156159" y="64770"/>
                </a:lnTo>
                <a:lnTo>
                  <a:pt x="179912" y="64770"/>
                </a:lnTo>
                <a:lnTo>
                  <a:pt x="172151" y="69850"/>
                </a:lnTo>
                <a:lnTo>
                  <a:pt x="168624" y="78739"/>
                </a:lnTo>
                <a:lnTo>
                  <a:pt x="169117" y="87629"/>
                </a:lnTo>
                <a:close/>
              </a:path>
              <a:path w="235585" h="264159">
                <a:moveTo>
                  <a:pt x="222008" y="128269"/>
                </a:moveTo>
                <a:lnTo>
                  <a:pt x="122288" y="128269"/>
                </a:lnTo>
                <a:lnTo>
                  <a:pt x="142989" y="107950"/>
                </a:lnTo>
                <a:lnTo>
                  <a:pt x="141109" y="104139"/>
                </a:lnTo>
                <a:lnTo>
                  <a:pt x="141109" y="101600"/>
                </a:lnTo>
                <a:lnTo>
                  <a:pt x="139230" y="97789"/>
                </a:lnTo>
                <a:lnTo>
                  <a:pt x="133578" y="95250"/>
                </a:lnTo>
                <a:lnTo>
                  <a:pt x="133578" y="92710"/>
                </a:lnTo>
                <a:lnTo>
                  <a:pt x="135458" y="87629"/>
                </a:lnTo>
                <a:lnTo>
                  <a:pt x="141109" y="85089"/>
                </a:lnTo>
                <a:lnTo>
                  <a:pt x="146748" y="87629"/>
                </a:lnTo>
                <a:lnTo>
                  <a:pt x="169117" y="87629"/>
                </a:lnTo>
                <a:lnTo>
                  <a:pt x="169329" y="91439"/>
                </a:lnTo>
                <a:lnTo>
                  <a:pt x="171208" y="96520"/>
                </a:lnTo>
                <a:lnTo>
                  <a:pt x="174967" y="101600"/>
                </a:lnTo>
                <a:lnTo>
                  <a:pt x="178739" y="109219"/>
                </a:lnTo>
                <a:lnTo>
                  <a:pt x="225448" y="109219"/>
                </a:lnTo>
                <a:lnTo>
                  <a:pt x="231419" y="113030"/>
                </a:lnTo>
                <a:lnTo>
                  <a:pt x="235178" y="116839"/>
                </a:lnTo>
                <a:lnTo>
                  <a:pt x="235178" y="123189"/>
                </a:lnTo>
                <a:lnTo>
                  <a:pt x="229539" y="124460"/>
                </a:lnTo>
                <a:lnTo>
                  <a:pt x="222008" y="128269"/>
                </a:lnTo>
                <a:close/>
              </a:path>
              <a:path w="235585" h="264159">
                <a:moveTo>
                  <a:pt x="225448" y="109219"/>
                </a:moveTo>
                <a:lnTo>
                  <a:pt x="184703" y="109219"/>
                </a:lnTo>
                <a:lnTo>
                  <a:pt x="191200" y="107950"/>
                </a:lnTo>
                <a:lnTo>
                  <a:pt x="205079" y="105410"/>
                </a:lnTo>
                <a:lnTo>
                  <a:pt x="212100" y="105410"/>
                </a:lnTo>
                <a:lnTo>
                  <a:pt x="218949" y="106680"/>
                </a:lnTo>
                <a:lnTo>
                  <a:pt x="225448" y="109219"/>
                </a:lnTo>
                <a:close/>
              </a:path>
              <a:path w="235585" h="264159">
                <a:moveTo>
                  <a:pt x="119782" y="123189"/>
                </a:moveTo>
                <a:lnTo>
                  <a:pt x="97828" y="123189"/>
                </a:lnTo>
                <a:lnTo>
                  <a:pt x="105359" y="115569"/>
                </a:lnTo>
                <a:lnTo>
                  <a:pt x="109118" y="107950"/>
                </a:lnTo>
                <a:lnTo>
                  <a:pt x="118529" y="120650"/>
                </a:lnTo>
                <a:lnTo>
                  <a:pt x="119782" y="123189"/>
                </a:lnTo>
                <a:close/>
              </a:path>
              <a:path w="235585" h="264159">
                <a:moveTo>
                  <a:pt x="152400" y="223519"/>
                </a:moveTo>
                <a:lnTo>
                  <a:pt x="144226" y="219710"/>
                </a:lnTo>
                <a:lnTo>
                  <a:pt x="139225" y="214630"/>
                </a:lnTo>
                <a:lnTo>
                  <a:pt x="137046" y="208280"/>
                </a:lnTo>
                <a:lnTo>
                  <a:pt x="137337" y="200660"/>
                </a:lnTo>
                <a:lnTo>
                  <a:pt x="142281" y="182880"/>
                </a:lnTo>
                <a:lnTo>
                  <a:pt x="148634" y="166369"/>
                </a:lnTo>
                <a:lnTo>
                  <a:pt x="156397" y="148589"/>
                </a:lnTo>
                <a:lnTo>
                  <a:pt x="165569" y="132080"/>
                </a:lnTo>
                <a:lnTo>
                  <a:pt x="198051" y="132080"/>
                </a:lnTo>
                <a:lnTo>
                  <a:pt x="190730" y="135889"/>
                </a:lnTo>
                <a:lnTo>
                  <a:pt x="184468" y="140969"/>
                </a:lnTo>
                <a:lnTo>
                  <a:pt x="178739" y="147319"/>
                </a:lnTo>
                <a:lnTo>
                  <a:pt x="184378" y="148589"/>
                </a:lnTo>
                <a:lnTo>
                  <a:pt x="191909" y="148589"/>
                </a:lnTo>
                <a:lnTo>
                  <a:pt x="195668" y="152400"/>
                </a:lnTo>
                <a:lnTo>
                  <a:pt x="199428" y="154939"/>
                </a:lnTo>
                <a:lnTo>
                  <a:pt x="203200" y="160019"/>
                </a:lnTo>
                <a:lnTo>
                  <a:pt x="182499" y="160019"/>
                </a:lnTo>
                <a:lnTo>
                  <a:pt x="176796" y="161289"/>
                </a:lnTo>
                <a:lnTo>
                  <a:pt x="169329" y="167639"/>
                </a:lnTo>
                <a:lnTo>
                  <a:pt x="173088" y="172719"/>
                </a:lnTo>
                <a:lnTo>
                  <a:pt x="182499" y="172719"/>
                </a:lnTo>
                <a:lnTo>
                  <a:pt x="182499" y="179069"/>
                </a:lnTo>
                <a:lnTo>
                  <a:pt x="165569" y="179069"/>
                </a:lnTo>
                <a:lnTo>
                  <a:pt x="158038" y="186689"/>
                </a:lnTo>
                <a:lnTo>
                  <a:pt x="158038" y="187960"/>
                </a:lnTo>
                <a:lnTo>
                  <a:pt x="169329" y="191769"/>
                </a:lnTo>
                <a:lnTo>
                  <a:pt x="178739" y="196850"/>
                </a:lnTo>
                <a:lnTo>
                  <a:pt x="180854" y="200660"/>
                </a:lnTo>
                <a:lnTo>
                  <a:pt x="156159" y="200660"/>
                </a:lnTo>
                <a:lnTo>
                  <a:pt x="154279" y="208280"/>
                </a:lnTo>
                <a:lnTo>
                  <a:pt x="154279" y="215900"/>
                </a:lnTo>
                <a:lnTo>
                  <a:pt x="152400" y="223519"/>
                </a:lnTo>
                <a:close/>
              </a:path>
              <a:path w="235585" h="264159">
                <a:moveTo>
                  <a:pt x="45420" y="224789"/>
                </a:moveTo>
                <a:lnTo>
                  <a:pt x="39509" y="223519"/>
                </a:lnTo>
                <a:lnTo>
                  <a:pt x="33834" y="219710"/>
                </a:lnTo>
                <a:lnTo>
                  <a:pt x="30805" y="214630"/>
                </a:lnTo>
                <a:lnTo>
                  <a:pt x="30246" y="208280"/>
                </a:lnTo>
                <a:lnTo>
                  <a:pt x="31978" y="200660"/>
                </a:lnTo>
                <a:lnTo>
                  <a:pt x="36215" y="189230"/>
                </a:lnTo>
                <a:lnTo>
                  <a:pt x="48920" y="151130"/>
                </a:lnTo>
                <a:lnTo>
                  <a:pt x="133070" y="151130"/>
                </a:lnTo>
                <a:lnTo>
                  <a:pt x="120234" y="157480"/>
                </a:lnTo>
                <a:lnTo>
                  <a:pt x="112890" y="161289"/>
                </a:lnTo>
                <a:lnTo>
                  <a:pt x="110998" y="161289"/>
                </a:lnTo>
                <a:lnTo>
                  <a:pt x="107238" y="163830"/>
                </a:lnTo>
                <a:lnTo>
                  <a:pt x="101600" y="163830"/>
                </a:lnTo>
                <a:lnTo>
                  <a:pt x="99720" y="165100"/>
                </a:lnTo>
                <a:lnTo>
                  <a:pt x="92189" y="180339"/>
                </a:lnTo>
                <a:lnTo>
                  <a:pt x="92286" y="191769"/>
                </a:lnTo>
                <a:lnTo>
                  <a:pt x="92415" y="196850"/>
                </a:lnTo>
                <a:lnTo>
                  <a:pt x="69608" y="196850"/>
                </a:lnTo>
                <a:lnTo>
                  <a:pt x="67729" y="203200"/>
                </a:lnTo>
                <a:lnTo>
                  <a:pt x="63969" y="207010"/>
                </a:lnTo>
                <a:lnTo>
                  <a:pt x="62090" y="212089"/>
                </a:lnTo>
                <a:lnTo>
                  <a:pt x="57236" y="219710"/>
                </a:lnTo>
                <a:lnTo>
                  <a:pt x="51504" y="223519"/>
                </a:lnTo>
                <a:lnTo>
                  <a:pt x="45420" y="224789"/>
                </a:lnTo>
                <a:close/>
              </a:path>
              <a:path w="235585" h="264159">
                <a:moveTo>
                  <a:pt x="210220" y="242569"/>
                </a:moveTo>
                <a:lnTo>
                  <a:pt x="188137" y="242569"/>
                </a:lnTo>
                <a:lnTo>
                  <a:pt x="188137" y="240030"/>
                </a:lnTo>
                <a:lnTo>
                  <a:pt x="190030" y="240030"/>
                </a:lnTo>
                <a:lnTo>
                  <a:pt x="190030" y="171450"/>
                </a:lnTo>
                <a:lnTo>
                  <a:pt x="186791" y="163830"/>
                </a:lnTo>
                <a:lnTo>
                  <a:pt x="182499" y="160019"/>
                </a:lnTo>
                <a:lnTo>
                  <a:pt x="203200" y="160019"/>
                </a:lnTo>
                <a:lnTo>
                  <a:pt x="205079" y="163830"/>
                </a:lnTo>
                <a:lnTo>
                  <a:pt x="210220" y="242569"/>
                </a:lnTo>
                <a:close/>
              </a:path>
              <a:path w="235585" h="264159">
                <a:moveTo>
                  <a:pt x="182499" y="184150"/>
                </a:moveTo>
                <a:lnTo>
                  <a:pt x="165569" y="179069"/>
                </a:lnTo>
                <a:lnTo>
                  <a:pt x="182499" y="179069"/>
                </a:lnTo>
                <a:lnTo>
                  <a:pt x="182499" y="184150"/>
                </a:lnTo>
                <a:close/>
              </a:path>
              <a:path w="235585" h="264159">
                <a:moveTo>
                  <a:pt x="95948" y="255269"/>
                </a:moveTo>
                <a:lnTo>
                  <a:pt x="90309" y="252730"/>
                </a:lnTo>
                <a:lnTo>
                  <a:pt x="84658" y="252730"/>
                </a:lnTo>
                <a:lnTo>
                  <a:pt x="69608" y="242569"/>
                </a:lnTo>
                <a:lnTo>
                  <a:pt x="71488" y="232410"/>
                </a:lnTo>
                <a:lnTo>
                  <a:pt x="73375" y="224789"/>
                </a:lnTo>
                <a:lnTo>
                  <a:pt x="73645" y="219710"/>
                </a:lnTo>
                <a:lnTo>
                  <a:pt x="73740" y="212089"/>
                </a:lnTo>
                <a:lnTo>
                  <a:pt x="73380" y="199389"/>
                </a:lnTo>
                <a:lnTo>
                  <a:pt x="71488" y="199389"/>
                </a:lnTo>
                <a:lnTo>
                  <a:pt x="69608" y="196850"/>
                </a:lnTo>
                <a:lnTo>
                  <a:pt x="92415" y="196850"/>
                </a:lnTo>
                <a:lnTo>
                  <a:pt x="92512" y="200660"/>
                </a:lnTo>
                <a:lnTo>
                  <a:pt x="93364" y="213360"/>
                </a:lnTo>
                <a:lnTo>
                  <a:pt x="94568" y="226060"/>
                </a:lnTo>
                <a:lnTo>
                  <a:pt x="95948" y="238760"/>
                </a:lnTo>
                <a:lnTo>
                  <a:pt x="95948" y="255269"/>
                </a:lnTo>
                <a:close/>
              </a:path>
              <a:path w="235585" h="264159">
                <a:moveTo>
                  <a:pt x="173088" y="214630"/>
                </a:moveTo>
                <a:lnTo>
                  <a:pt x="167449" y="208280"/>
                </a:lnTo>
                <a:lnTo>
                  <a:pt x="161798" y="204469"/>
                </a:lnTo>
                <a:lnTo>
                  <a:pt x="159918" y="204469"/>
                </a:lnTo>
                <a:lnTo>
                  <a:pt x="156159" y="200660"/>
                </a:lnTo>
                <a:lnTo>
                  <a:pt x="180854" y="200660"/>
                </a:lnTo>
                <a:lnTo>
                  <a:pt x="184378" y="207010"/>
                </a:lnTo>
                <a:lnTo>
                  <a:pt x="180619" y="208280"/>
                </a:lnTo>
                <a:lnTo>
                  <a:pt x="173088" y="214630"/>
                </a:lnTo>
                <a:close/>
              </a:path>
              <a:path w="235585" h="264159">
                <a:moveTo>
                  <a:pt x="206959" y="264160"/>
                </a:moveTo>
                <a:lnTo>
                  <a:pt x="201307" y="262889"/>
                </a:lnTo>
                <a:lnTo>
                  <a:pt x="195668" y="262889"/>
                </a:lnTo>
                <a:lnTo>
                  <a:pt x="191909" y="260350"/>
                </a:lnTo>
                <a:lnTo>
                  <a:pt x="185204" y="255269"/>
                </a:lnTo>
                <a:lnTo>
                  <a:pt x="179204" y="248919"/>
                </a:lnTo>
                <a:lnTo>
                  <a:pt x="173912" y="242569"/>
                </a:lnTo>
                <a:lnTo>
                  <a:pt x="169329" y="236219"/>
                </a:lnTo>
                <a:lnTo>
                  <a:pt x="167449" y="234950"/>
                </a:lnTo>
                <a:lnTo>
                  <a:pt x="167449" y="228600"/>
                </a:lnTo>
                <a:lnTo>
                  <a:pt x="173088" y="232410"/>
                </a:lnTo>
                <a:lnTo>
                  <a:pt x="180619" y="236219"/>
                </a:lnTo>
                <a:lnTo>
                  <a:pt x="188137" y="242569"/>
                </a:lnTo>
                <a:lnTo>
                  <a:pt x="210220" y="242569"/>
                </a:lnTo>
                <a:lnTo>
                  <a:pt x="210635" y="248919"/>
                </a:lnTo>
                <a:lnTo>
                  <a:pt x="210718" y="255269"/>
                </a:lnTo>
                <a:lnTo>
                  <a:pt x="206959" y="260350"/>
                </a:lnTo>
                <a:lnTo>
                  <a:pt x="206959" y="2641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931477" y="6450622"/>
            <a:ext cx="131035" cy="1977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014359" y="6385217"/>
            <a:ext cx="236769" cy="29737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351033" y="6466890"/>
            <a:ext cx="141664" cy="15610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171854" y="6431394"/>
            <a:ext cx="209530" cy="22401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87286" y="6381750"/>
            <a:ext cx="241935" cy="287020"/>
          </a:xfrm>
          <a:custGeom>
            <a:avLst/>
            <a:gdLst/>
            <a:ahLst/>
            <a:cxnLst/>
            <a:rect l="l" t="t" r="r" b="b"/>
            <a:pathLst>
              <a:path w="241934" h="287020">
                <a:moveTo>
                  <a:pt x="198069" y="81279"/>
                </a:moveTo>
                <a:lnTo>
                  <a:pt x="128270" y="81279"/>
                </a:lnTo>
                <a:lnTo>
                  <a:pt x="132054" y="77470"/>
                </a:lnTo>
                <a:lnTo>
                  <a:pt x="133934" y="71120"/>
                </a:lnTo>
                <a:lnTo>
                  <a:pt x="139592" y="54610"/>
                </a:lnTo>
                <a:lnTo>
                  <a:pt x="145249" y="39370"/>
                </a:lnTo>
                <a:lnTo>
                  <a:pt x="150907" y="25400"/>
                </a:lnTo>
                <a:lnTo>
                  <a:pt x="158457" y="5079"/>
                </a:lnTo>
                <a:lnTo>
                  <a:pt x="158457" y="0"/>
                </a:lnTo>
                <a:lnTo>
                  <a:pt x="173545" y="6350"/>
                </a:lnTo>
                <a:lnTo>
                  <a:pt x="177317" y="16510"/>
                </a:lnTo>
                <a:lnTo>
                  <a:pt x="171665" y="20320"/>
                </a:lnTo>
                <a:lnTo>
                  <a:pt x="162847" y="31750"/>
                </a:lnTo>
                <a:lnTo>
                  <a:pt x="157746" y="45720"/>
                </a:lnTo>
                <a:lnTo>
                  <a:pt x="154417" y="60960"/>
                </a:lnTo>
                <a:lnTo>
                  <a:pt x="150914" y="76200"/>
                </a:lnTo>
                <a:lnTo>
                  <a:pt x="199961" y="76200"/>
                </a:lnTo>
                <a:lnTo>
                  <a:pt x="199961" y="77470"/>
                </a:lnTo>
                <a:lnTo>
                  <a:pt x="198069" y="81279"/>
                </a:lnTo>
                <a:close/>
              </a:path>
              <a:path w="241934" h="287020">
                <a:moveTo>
                  <a:pt x="25469" y="226059"/>
                </a:moveTo>
                <a:lnTo>
                  <a:pt x="0" y="191770"/>
                </a:lnTo>
                <a:lnTo>
                  <a:pt x="0" y="190500"/>
                </a:lnTo>
                <a:lnTo>
                  <a:pt x="1892" y="187959"/>
                </a:lnTo>
                <a:lnTo>
                  <a:pt x="1892" y="186690"/>
                </a:lnTo>
                <a:lnTo>
                  <a:pt x="10645" y="173990"/>
                </a:lnTo>
                <a:lnTo>
                  <a:pt x="19575" y="161290"/>
                </a:lnTo>
                <a:lnTo>
                  <a:pt x="28150" y="147320"/>
                </a:lnTo>
                <a:lnTo>
                  <a:pt x="35839" y="134620"/>
                </a:lnTo>
                <a:lnTo>
                  <a:pt x="39762" y="127000"/>
                </a:lnTo>
                <a:lnTo>
                  <a:pt x="43153" y="119379"/>
                </a:lnTo>
                <a:lnTo>
                  <a:pt x="46188" y="110489"/>
                </a:lnTo>
                <a:lnTo>
                  <a:pt x="49047" y="102870"/>
                </a:lnTo>
                <a:lnTo>
                  <a:pt x="50939" y="100329"/>
                </a:lnTo>
                <a:lnTo>
                  <a:pt x="47167" y="99060"/>
                </a:lnTo>
                <a:lnTo>
                  <a:pt x="47167" y="95250"/>
                </a:lnTo>
                <a:lnTo>
                  <a:pt x="39679" y="85089"/>
                </a:lnTo>
                <a:lnTo>
                  <a:pt x="36788" y="76200"/>
                </a:lnTo>
                <a:lnTo>
                  <a:pt x="38141" y="66039"/>
                </a:lnTo>
                <a:lnTo>
                  <a:pt x="64344" y="30479"/>
                </a:lnTo>
                <a:lnTo>
                  <a:pt x="81675" y="22860"/>
                </a:lnTo>
                <a:lnTo>
                  <a:pt x="88896" y="22860"/>
                </a:lnTo>
                <a:lnTo>
                  <a:pt x="95055" y="25400"/>
                </a:lnTo>
                <a:lnTo>
                  <a:pt x="99974" y="29210"/>
                </a:lnTo>
                <a:lnTo>
                  <a:pt x="105638" y="36829"/>
                </a:lnTo>
                <a:lnTo>
                  <a:pt x="105638" y="40639"/>
                </a:lnTo>
                <a:lnTo>
                  <a:pt x="96202" y="44450"/>
                </a:lnTo>
                <a:lnTo>
                  <a:pt x="87571" y="48260"/>
                </a:lnTo>
                <a:lnTo>
                  <a:pt x="80881" y="53339"/>
                </a:lnTo>
                <a:lnTo>
                  <a:pt x="75251" y="59689"/>
                </a:lnTo>
                <a:lnTo>
                  <a:pt x="69799" y="67310"/>
                </a:lnTo>
                <a:lnTo>
                  <a:pt x="67906" y="72389"/>
                </a:lnTo>
                <a:lnTo>
                  <a:pt x="67906" y="77470"/>
                </a:lnTo>
                <a:lnTo>
                  <a:pt x="77342" y="83820"/>
                </a:lnTo>
                <a:lnTo>
                  <a:pt x="79235" y="87629"/>
                </a:lnTo>
                <a:lnTo>
                  <a:pt x="81114" y="88900"/>
                </a:lnTo>
                <a:lnTo>
                  <a:pt x="91343" y="101600"/>
                </a:lnTo>
                <a:lnTo>
                  <a:pt x="96443" y="111760"/>
                </a:lnTo>
                <a:lnTo>
                  <a:pt x="96238" y="123190"/>
                </a:lnTo>
                <a:lnTo>
                  <a:pt x="90550" y="135890"/>
                </a:lnTo>
                <a:lnTo>
                  <a:pt x="101866" y="140970"/>
                </a:lnTo>
                <a:lnTo>
                  <a:pt x="132676" y="140970"/>
                </a:lnTo>
                <a:lnTo>
                  <a:pt x="130162" y="143509"/>
                </a:lnTo>
                <a:lnTo>
                  <a:pt x="128270" y="143509"/>
                </a:lnTo>
                <a:lnTo>
                  <a:pt x="126390" y="144779"/>
                </a:lnTo>
                <a:lnTo>
                  <a:pt x="81114" y="144779"/>
                </a:lnTo>
                <a:lnTo>
                  <a:pt x="64134" y="173990"/>
                </a:lnTo>
                <a:lnTo>
                  <a:pt x="62255" y="175259"/>
                </a:lnTo>
                <a:lnTo>
                  <a:pt x="62255" y="179070"/>
                </a:lnTo>
                <a:lnTo>
                  <a:pt x="64134" y="182879"/>
                </a:lnTo>
                <a:lnTo>
                  <a:pt x="64134" y="186690"/>
                </a:lnTo>
                <a:lnTo>
                  <a:pt x="66027" y="191770"/>
                </a:lnTo>
                <a:lnTo>
                  <a:pt x="66027" y="195579"/>
                </a:lnTo>
                <a:lnTo>
                  <a:pt x="61573" y="219709"/>
                </a:lnTo>
                <a:lnTo>
                  <a:pt x="37731" y="219709"/>
                </a:lnTo>
                <a:lnTo>
                  <a:pt x="31245" y="224790"/>
                </a:lnTo>
                <a:lnTo>
                  <a:pt x="25469" y="226059"/>
                </a:lnTo>
                <a:close/>
              </a:path>
              <a:path w="241934" h="287020">
                <a:moveTo>
                  <a:pt x="199961" y="76200"/>
                </a:moveTo>
                <a:lnTo>
                  <a:pt x="150914" y="76200"/>
                </a:lnTo>
                <a:lnTo>
                  <a:pt x="158284" y="73660"/>
                </a:lnTo>
                <a:lnTo>
                  <a:pt x="173725" y="68579"/>
                </a:lnTo>
                <a:lnTo>
                  <a:pt x="181089" y="67310"/>
                </a:lnTo>
                <a:lnTo>
                  <a:pt x="184861" y="64770"/>
                </a:lnTo>
                <a:lnTo>
                  <a:pt x="190525" y="64770"/>
                </a:lnTo>
                <a:lnTo>
                  <a:pt x="192417" y="67310"/>
                </a:lnTo>
                <a:lnTo>
                  <a:pt x="196189" y="68579"/>
                </a:lnTo>
                <a:lnTo>
                  <a:pt x="199961" y="72389"/>
                </a:lnTo>
                <a:lnTo>
                  <a:pt x="199961" y="76200"/>
                </a:lnTo>
                <a:close/>
              </a:path>
              <a:path w="241934" h="287020">
                <a:moveTo>
                  <a:pt x="132676" y="140970"/>
                </a:moveTo>
                <a:lnTo>
                  <a:pt x="101866" y="140970"/>
                </a:lnTo>
                <a:lnTo>
                  <a:pt x="118846" y="130809"/>
                </a:lnTo>
                <a:lnTo>
                  <a:pt x="115484" y="121920"/>
                </a:lnTo>
                <a:lnTo>
                  <a:pt x="117428" y="114300"/>
                </a:lnTo>
                <a:lnTo>
                  <a:pt x="121495" y="106679"/>
                </a:lnTo>
                <a:lnTo>
                  <a:pt x="124498" y="99060"/>
                </a:lnTo>
                <a:lnTo>
                  <a:pt x="111302" y="99060"/>
                </a:lnTo>
                <a:lnTo>
                  <a:pt x="105638" y="96520"/>
                </a:lnTo>
                <a:lnTo>
                  <a:pt x="101866" y="95250"/>
                </a:lnTo>
                <a:lnTo>
                  <a:pt x="96202" y="91439"/>
                </a:lnTo>
                <a:lnTo>
                  <a:pt x="92430" y="87629"/>
                </a:lnTo>
                <a:lnTo>
                  <a:pt x="92430" y="85089"/>
                </a:lnTo>
                <a:lnTo>
                  <a:pt x="94322" y="85089"/>
                </a:lnTo>
                <a:lnTo>
                  <a:pt x="101104" y="83820"/>
                </a:lnTo>
                <a:lnTo>
                  <a:pt x="113952" y="82550"/>
                </a:lnTo>
                <a:lnTo>
                  <a:pt x="120726" y="81279"/>
                </a:lnTo>
                <a:lnTo>
                  <a:pt x="194297" y="81279"/>
                </a:lnTo>
                <a:lnTo>
                  <a:pt x="154686" y="92710"/>
                </a:lnTo>
                <a:lnTo>
                  <a:pt x="147142" y="92710"/>
                </a:lnTo>
                <a:lnTo>
                  <a:pt x="145249" y="95250"/>
                </a:lnTo>
                <a:lnTo>
                  <a:pt x="143370" y="100329"/>
                </a:lnTo>
                <a:lnTo>
                  <a:pt x="139598" y="107950"/>
                </a:lnTo>
                <a:lnTo>
                  <a:pt x="137706" y="113029"/>
                </a:lnTo>
                <a:lnTo>
                  <a:pt x="133934" y="120650"/>
                </a:lnTo>
                <a:lnTo>
                  <a:pt x="182963" y="120650"/>
                </a:lnTo>
                <a:lnTo>
                  <a:pt x="192417" y="123190"/>
                </a:lnTo>
                <a:lnTo>
                  <a:pt x="199961" y="124459"/>
                </a:lnTo>
                <a:lnTo>
                  <a:pt x="207505" y="128270"/>
                </a:lnTo>
                <a:lnTo>
                  <a:pt x="207505" y="132079"/>
                </a:lnTo>
                <a:lnTo>
                  <a:pt x="152793" y="132079"/>
                </a:lnTo>
                <a:lnTo>
                  <a:pt x="152793" y="135890"/>
                </a:lnTo>
                <a:lnTo>
                  <a:pt x="143370" y="135890"/>
                </a:lnTo>
                <a:lnTo>
                  <a:pt x="137706" y="138429"/>
                </a:lnTo>
                <a:lnTo>
                  <a:pt x="133934" y="139700"/>
                </a:lnTo>
                <a:lnTo>
                  <a:pt x="132676" y="140970"/>
                </a:lnTo>
                <a:close/>
              </a:path>
              <a:path w="241934" h="287020">
                <a:moveTo>
                  <a:pt x="182963" y="120650"/>
                </a:moveTo>
                <a:lnTo>
                  <a:pt x="133934" y="120650"/>
                </a:lnTo>
                <a:lnTo>
                  <a:pt x="149173" y="118110"/>
                </a:lnTo>
                <a:lnTo>
                  <a:pt x="163880" y="118110"/>
                </a:lnTo>
                <a:lnTo>
                  <a:pt x="178236" y="119379"/>
                </a:lnTo>
                <a:lnTo>
                  <a:pt x="182963" y="120650"/>
                </a:lnTo>
                <a:close/>
              </a:path>
              <a:path w="241934" h="287020">
                <a:moveTo>
                  <a:pt x="202476" y="167640"/>
                </a:moveTo>
                <a:lnTo>
                  <a:pt x="152793" y="167640"/>
                </a:lnTo>
                <a:lnTo>
                  <a:pt x="179209" y="140970"/>
                </a:lnTo>
                <a:lnTo>
                  <a:pt x="182981" y="135890"/>
                </a:lnTo>
                <a:lnTo>
                  <a:pt x="179209" y="132079"/>
                </a:lnTo>
                <a:lnTo>
                  <a:pt x="207505" y="132079"/>
                </a:lnTo>
                <a:lnTo>
                  <a:pt x="207575" y="139700"/>
                </a:lnTo>
                <a:lnTo>
                  <a:pt x="207855" y="144779"/>
                </a:lnTo>
                <a:lnTo>
                  <a:pt x="206086" y="149859"/>
                </a:lnTo>
                <a:lnTo>
                  <a:pt x="202197" y="154940"/>
                </a:lnTo>
                <a:lnTo>
                  <a:pt x="196189" y="158750"/>
                </a:lnTo>
                <a:lnTo>
                  <a:pt x="194297" y="158750"/>
                </a:lnTo>
                <a:lnTo>
                  <a:pt x="190525" y="162559"/>
                </a:lnTo>
                <a:lnTo>
                  <a:pt x="194297" y="163829"/>
                </a:lnTo>
                <a:lnTo>
                  <a:pt x="198069" y="163829"/>
                </a:lnTo>
                <a:lnTo>
                  <a:pt x="199961" y="166370"/>
                </a:lnTo>
                <a:lnTo>
                  <a:pt x="202476" y="167640"/>
                </a:lnTo>
                <a:close/>
              </a:path>
              <a:path w="241934" h="287020">
                <a:moveTo>
                  <a:pt x="208448" y="171450"/>
                </a:moveTo>
                <a:lnTo>
                  <a:pt x="128270" y="171450"/>
                </a:lnTo>
                <a:lnTo>
                  <a:pt x="135672" y="167640"/>
                </a:lnTo>
                <a:lnTo>
                  <a:pt x="140773" y="160020"/>
                </a:lnTo>
                <a:lnTo>
                  <a:pt x="143396" y="148590"/>
                </a:lnTo>
                <a:lnTo>
                  <a:pt x="143370" y="135890"/>
                </a:lnTo>
                <a:lnTo>
                  <a:pt x="152793" y="135890"/>
                </a:lnTo>
                <a:lnTo>
                  <a:pt x="152793" y="154940"/>
                </a:lnTo>
                <a:lnTo>
                  <a:pt x="149021" y="166370"/>
                </a:lnTo>
                <a:lnTo>
                  <a:pt x="150914" y="166370"/>
                </a:lnTo>
                <a:lnTo>
                  <a:pt x="150914" y="167640"/>
                </a:lnTo>
                <a:lnTo>
                  <a:pt x="202476" y="167640"/>
                </a:lnTo>
                <a:lnTo>
                  <a:pt x="207505" y="170179"/>
                </a:lnTo>
                <a:lnTo>
                  <a:pt x="208448" y="171450"/>
                </a:lnTo>
                <a:close/>
              </a:path>
              <a:path w="241934" h="287020">
                <a:moveTo>
                  <a:pt x="210019" y="180340"/>
                </a:moveTo>
                <a:lnTo>
                  <a:pt x="96202" y="180340"/>
                </a:lnTo>
                <a:lnTo>
                  <a:pt x="92257" y="171450"/>
                </a:lnTo>
                <a:lnTo>
                  <a:pt x="85067" y="153670"/>
                </a:lnTo>
                <a:lnTo>
                  <a:pt x="81114" y="144779"/>
                </a:lnTo>
                <a:lnTo>
                  <a:pt x="126390" y="144779"/>
                </a:lnTo>
                <a:lnTo>
                  <a:pt x="126390" y="151129"/>
                </a:lnTo>
                <a:lnTo>
                  <a:pt x="118846" y="151129"/>
                </a:lnTo>
                <a:lnTo>
                  <a:pt x="103758" y="156209"/>
                </a:lnTo>
                <a:lnTo>
                  <a:pt x="101866" y="158750"/>
                </a:lnTo>
                <a:lnTo>
                  <a:pt x="105638" y="163829"/>
                </a:lnTo>
                <a:lnTo>
                  <a:pt x="109410" y="175259"/>
                </a:lnTo>
                <a:lnTo>
                  <a:pt x="113182" y="176529"/>
                </a:lnTo>
                <a:lnTo>
                  <a:pt x="210962" y="176529"/>
                </a:lnTo>
                <a:lnTo>
                  <a:pt x="210019" y="180340"/>
                </a:lnTo>
                <a:close/>
              </a:path>
              <a:path w="241934" h="287020">
                <a:moveTo>
                  <a:pt x="210962" y="176529"/>
                </a:moveTo>
                <a:lnTo>
                  <a:pt x="113182" y="176529"/>
                </a:lnTo>
                <a:lnTo>
                  <a:pt x="122618" y="173990"/>
                </a:lnTo>
                <a:lnTo>
                  <a:pt x="118846" y="158750"/>
                </a:lnTo>
                <a:lnTo>
                  <a:pt x="118846" y="151129"/>
                </a:lnTo>
                <a:lnTo>
                  <a:pt x="126390" y="151129"/>
                </a:lnTo>
                <a:lnTo>
                  <a:pt x="126390" y="156209"/>
                </a:lnTo>
                <a:lnTo>
                  <a:pt x="128270" y="163829"/>
                </a:lnTo>
                <a:lnTo>
                  <a:pt x="128270" y="171450"/>
                </a:lnTo>
                <a:lnTo>
                  <a:pt x="208448" y="171450"/>
                </a:lnTo>
                <a:lnTo>
                  <a:pt x="211277" y="175259"/>
                </a:lnTo>
                <a:lnTo>
                  <a:pt x="210962" y="176529"/>
                </a:lnTo>
                <a:close/>
              </a:path>
              <a:path w="241934" h="287020">
                <a:moveTo>
                  <a:pt x="83007" y="214629"/>
                </a:moveTo>
                <a:lnTo>
                  <a:pt x="77342" y="207009"/>
                </a:lnTo>
                <a:lnTo>
                  <a:pt x="73011" y="200659"/>
                </a:lnTo>
                <a:lnTo>
                  <a:pt x="70977" y="194309"/>
                </a:lnTo>
                <a:lnTo>
                  <a:pt x="70710" y="187959"/>
                </a:lnTo>
                <a:lnTo>
                  <a:pt x="71678" y="180340"/>
                </a:lnTo>
                <a:lnTo>
                  <a:pt x="71678" y="179070"/>
                </a:lnTo>
                <a:lnTo>
                  <a:pt x="90550" y="179070"/>
                </a:lnTo>
                <a:lnTo>
                  <a:pt x="96202" y="180340"/>
                </a:lnTo>
                <a:lnTo>
                  <a:pt x="210019" y="180340"/>
                </a:lnTo>
                <a:lnTo>
                  <a:pt x="207505" y="190500"/>
                </a:lnTo>
                <a:lnTo>
                  <a:pt x="201841" y="191770"/>
                </a:lnTo>
                <a:lnTo>
                  <a:pt x="188645" y="191770"/>
                </a:lnTo>
                <a:lnTo>
                  <a:pt x="181089" y="194309"/>
                </a:lnTo>
                <a:lnTo>
                  <a:pt x="173545" y="194309"/>
                </a:lnTo>
                <a:lnTo>
                  <a:pt x="165558" y="196850"/>
                </a:lnTo>
                <a:lnTo>
                  <a:pt x="160441" y="201929"/>
                </a:lnTo>
                <a:lnTo>
                  <a:pt x="133934" y="201929"/>
                </a:lnTo>
                <a:lnTo>
                  <a:pt x="128270" y="203200"/>
                </a:lnTo>
                <a:lnTo>
                  <a:pt x="122618" y="203200"/>
                </a:lnTo>
                <a:lnTo>
                  <a:pt x="103758" y="209550"/>
                </a:lnTo>
                <a:lnTo>
                  <a:pt x="98094" y="210820"/>
                </a:lnTo>
                <a:lnTo>
                  <a:pt x="83007" y="214629"/>
                </a:lnTo>
                <a:close/>
              </a:path>
              <a:path w="241934" h="287020">
                <a:moveTo>
                  <a:pt x="204104" y="261620"/>
                </a:moveTo>
                <a:lnTo>
                  <a:pt x="177317" y="261620"/>
                </a:lnTo>
                <a:lnTo>
                  <a:pt x="166001" y="238759"/>
                </a:lnTo>
                <a:lnTo>
                  <a:pt x="162229" y="237490"/>
                </a:lnTo>
                <a:lnTo>
                  <a:pt x="160350" y="237490"/>
                </a:lnTo>
                <a:lnTo>
                  <a:pt x="144814" y="234950"/>
                </a:lnTo>
                <a:lnTo>
                  <a:pt x="136531" y="229870"/>
                </a:lnTo>
                <a:lnTo>
                  <a:pt x="133553" y="222250"/>
                </a:lnTo>
                <a:lnTo>
                  <a:pt x="133807" y="212090"/>
                </a:lnTo>
                <a:lnTo>
                  <a:pt x="133934" y="201929"/>
                </a:lnTo>
                <a:lnTo>
                  <a:pt x="160441" y="201929"/>
                </a:lnTo>
                <a:lnTo>
                  <a:pt x="159162" y="203200"/>
                </a:lnTo>
                <a:lnTo>
                  <a:pt x="155243" y="209550"/>
                </a:lnTo>
                <a:lnTo>
                  <a:pt x="154686" y="218440"/>
                </a:lnTo>
                <a:lnTo>
                  <a:pt x="241465" y="218440"/>
                </a:lnTo>
                <a:lnTo>
                  <a:pt x="237680" y="223520"/>
                </a:lnTo>
                <a:lnTo>
                  <a:pt x="203258" y="223520"/>
                </a:lnTo>
                <a:lnTo>
                  <a:pt x="192944" y="226059"/>
                </a:lnTo>
                <a:lnTo>
                  <a:pt x="182981" y="229870"/>
                </a:lnTo>
                <a:lnTo>
                  <a:pt x="188964" y="238759"/>
                </a:lnTo>
                <a:lnTo>
                  <a:pt x="195478" y="248920"/>
                </a:lnTo>
                <a:lnTo>
                  <a:pt x="202344" y="259079"/>
                </a:lnTo>
                <a:lnTo>
                  <a:pt x="204104" y="261620"/>
                </a:lnTo>
                <a:close/>
              </a:path>
              <a:path w="241934" h="287020">
                <a:moveTo>
                  <a:pt x="241465" y="218440"/>
                </a:moveTo>
                <a:lnTo>
                  <a:pt x="160350" y="218440"/>
                </a:lnTo>
                <a:lnTo>
                  <a:pt x="162229" y="215900"/>
                </a:lnTo>
                <a:lnTo>
                  <a:pt x="174994" y="210820"/>
                </a:lnTo>
                <a:lnTo>
                  <a:pt x="187934" y="207009"/>
                </a:lnTo>
                <a:lnTo>
                  <a:pt x="201227" y="204470"/>
                </a:lnTo>
                <a:lnTo>
                  <a:pt x="215049" y="203200"/>
                </a:lnTo>
                <a:lnTo>
                  <a:pt x="241465" y="212090"/>
                </a:lnTo>
                <a:lnTo>
                  <a:pt x="241465" y="218440"/>
                </a:lnTo>
                <a:close/>
              </a:path>
              <a:path w="241934" h="287020">
                <a:moveTo>
                  <a:pt x="49047" y="287020"/>
                </a:moveTo>
                <a:lnTo>
                  <a:pt x="38377" y="284479"/>
                </a:lnTo>
                <a:lnTo>
                  <a:pt x="31599" y="280670"/>
                </a:lnTo>
                <a:lnTo>
                  <a:pt x="28357" y="273050"/>
                </a:lnTo>
                <a:lnTo>
                  <a:pt x="28295" y="262890"/>
                </a:lnTo>
                <a:lnTo>
                  <a:pt x="30830" y="252729"/>
                </a:lnTo>
                <a:lnTo>
                  <a:pt x="33013" y="242570"/>
                </a:lnTo>
                <a:lnTo>
                  <a:pt x="35196" y="231140"/>
                </a:lnTo>
                <a:lnTo>
                  <a:pt x="37731" y="219709"/>
                </a:lnTo>
                <a:lnTo>
                  <a:pt x="61573" y="219709"/>
                </a:lnTo>
                <a:lnTo>
                  <a:pt x="57773" y="240029"/>
                </a:lnTo>
                <a:lnTo>
                  <a:pt x="54091" y="260350"/>
                </a:lnTo>
                <a:lnTo>
                  <a:pt x="50939" y="281940"/>
                </a:lnTo>
                <a:lnTo>
                  <a:pt x="49047" y="283209"/>
                </a:lnTo>
                <a:lnTo>
                  <a:pt x="49047" y="287020"/>
                </a:lnTo>
                <a:close/>
              </a:path>
              <a:path w="241934" h="287020">
                <a:moveTo>
                  <a:pt x="235800" y="229870"/>
                </a:moveTo>
                <a:lnTo>
                  <a:pt x="230136" y="229870"/>
                </a:lnTo>
                <a:lnTo>
                  <a:pt x="226364" y="227329"/>
                </a:lnTo>
                <a:lnTo>
                  <a:pt x="214280" y="223520"/>
                </a:lnTo>
                <a:lnTo>
                  <a:pt x="237680" y="223520"/>
                </a:lnTo>
                <a:lnTo>
                  <a:pt x="235800" y="229870"/>
                </a:lnTo>
                <a:close/>
              </a:path>
              <a:path w="241934" h="287020">
                <a:moveTo>
                  <a:pt x="209384" y="285750"/>
                </a:moveTo>
                <a:lnTo>
                  <a:pt x="198069" y="285750"/>
                </a:lnTo>
                <a:lnTo>
                  <a:pt x="159164" y="275590"/>
                </a:lnTo>
                <a:lnTo>
                  <a:pt x="141035" y="267970"/>
                </a:lnTo>
                <a:lnTo>
                  <a:pt x="124498" y="257809"/>
                </a:lnTo>
                <a:lnTo>
                  <a:pt x="119135" y="254000"/>
                </a:lnTo>
                <a:lnTo>
                  <a:pt x="109121" y="245109"/>
                </a:lnTo>
                <a:lnTo>
                  <a:pt x="103758" y="241300"/>
                </a:lnTo>
                <a:lnTo>
                  <a:pt x="99974" y="237490"/>
                </a:lnTo>
                <a:lnTo>
                  <a:pt x="99974" y="226059"/>
                </a:lnTo>
                <a:lnTo>
                  <a:pt x="109410" y="226059"/>
                </a:lnTo>
                <a:lnTo>
                  <a:pt x="113182" y="229870"/>
                </a:lnTo>
                <a:lnTo>
                  <a:pt x="115074" y="233679"/>
                </a:lnTo>
                <a:lnTo>
                  <a:pt x="128191" y="245109"/>
                </a:lnTo>
                <a:lnTo>
                  <a:pt x="142190" y="252729"/>
                </a:lnTo>
                <a:lnTo>
                  <a:pt x="157249" y="259079"/>
                </a:lnTo>
                <a:lnTo>
                  <a:pt x="173545" y="261620"/>
                </a:lnTo>
                <a:lnTo>
                  <a:pt x="204104" y="261620"/>
                </a:lnTo>
                <a:lnTo>
                  <a:pt x="209384" y="269240"/>
                </a:lnTo>
                <a:lnTo>
                  <a:pt x="211277" y="273050"/>
                </a:lnTo>
                <a:lnTo>
                  <a:pt x="211277" y="280670"/>
                </a:lnTo>
                <a:lnTo>
                  <a:pt x="209384" y="283209"/>
                </a:lnTo>
                <a:lnTo>
                  <a:pt x="209384" y="2857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53580" y="6606463"/>
            <a:ext cx="29209" cy="80645"/>
          </a:xfrm>
          <a:custGeom>
            <a:avLst/>
            <a:gdLst/>
            <a:ahLst/>
            <a:cxnLst/>
            <a:rect l="l" t="t" r="r" b="b"/>
            <a:pathLst>
              <a:path w="29209" h="80645">
                <a:moveTo>
                  <a:pt x="16878" y="80251"/>
                </a:moveTo>
                <a:lnTo>
                  <a:pt x="11252" y="76517"/>
                </a:lnTo>
                <a:lnTo>
                  <a:pt x="3759" y="72783"/>
                </a:lnTo>
                <a:lnTo>
                  <a:pt x="0" y="69049"/>
                </a:lnTo>
                <a:lnTo>
                  <a:pt x="116" y="64880"/>
                </a:lnTo>
                <a:lnTo>
                  <a:pt x="4219" y="49600"/>
                </a:lnTo>
                <a:lnTo>
                  <a:pt x="8439" y="33358"/>
                </a:lnTo>
                <a:lnTo>
                  <a:pt x="12658" y="16765"/>
                </a:lnTo>
                <a:lnTo>
                  <a:pt x="16878" y="0"/>
                </a:lnTo>
                <a:lnTo>
                  <a:pt x="23647" y="4251"/>
                </a:lnTo>
                <a:lnTo>
                  <a:pt x="27428" y="8856"/>
                </a:lnTo>
                <a:lnTo>
                  <a:pt x="28747" y="14164"/>
                </a:lnTo>
                <a:lnTo>
                  <a:pt x="28130" y="20523"/>
                </a:lnTo>
                <a:lnTo>
                  <a:pt x="24527" y="34843"/>
                </a:lnTo>
                <a:lnTo>
                  <a:pt x="21804" y="49687"/>
                </a:lnTo>
                <a:lnTo>
                  <a:pt x="19358" y="65316"/>
                </a:lnTo>
                <a:lnTo>
                  <a:pt x="16878" y="8025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916328" y="6468922"/>
            <a:ext cx="157970" cy="13956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501914" y="6445298"/>
            <a:ext cx="182330" cy="18338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298575" y="205917"/>
            <a:ext cx="10582910" cy="55695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98780">
              <a:lnSpc>
                <a:spcPct val="100000"/>
              </a:lnSpc>
              <a:spcBef>
                <a:spcPts val="95"/>
              </a:spcBef>
              <a:tabLst>
                <a:tab pos="10569575" algn="l"/>
              </a:tabLst>
            </a:pPr>
            <a:r>
              <a:rPr sz="4000" b="1" u="heavy" spc="-5" dirty="0">
                <a:uFill>
                  <a:solidFill>
                    <a:srgbClr val="A03E0A"/>
                  </a:solidFill>
                </a:uFill>
                <a:latin typeface="Georgia"/>
                <a:cs typeface="Georgia"/>
              </a:rPr>
              <a:t>1.2</a:t>
            </a:r>
            <a:r>
              <a:rPr sz="4000" b="1" u="heavy" spc="-80" dirty="0">
                <a:uFill>
                  <a:solidFill>
                    <a:srgbClr val="A03E0A"/>
                  </a:solidFill>
                </a:uFill>
                <a:latin typeface="Georgia"/>
                <a:cs typeface="Georgia"/>
              </a:rPr>
              <a:t> </a:t>
            </a:r>
            <a:r>
              <a:rPr sz="4000" b="1" u="heavy" dirty="0">
                <a:uFill>
                  <a:solidFill>
                    <a:srgbClr val="A03E0A"/>
                  </a:solidFill>
                </a:uFill>
                <a:latin typeface="Georgia"/>
                <a:cs typeface="Georgia"/>
              </a:rPr>
              <a:t>Java</a:t>
            </a:r>
            <a:r>
              <a:rPr sz="4000" b="1" u="heavy" dirty="0">
                <a:uFill>
                  <a:solidFill>
                    <a:srgbClr val="A03E0A"/>
                  </a:solidFill>
                </a:uFill>
                <a:latin typeface="宋体"/>
                <a:cs typeface="宋体"/>
              </a:rPr>
              <a:t>的特</a:t>
            </a:r>
            <a:r>
              <a:rPr sz="4000" b="1" u="heavy" spc="-25" dirty="0">
                <a:uFill>
                  <a:solidFill>
                    <a:srgbClr val="A03E0A"/>
                  </a:solidFill>
                </a:uFill>
                <a:latin typeface="宋体"/>
                <a:cs typeface="宋体"/>
              </a:rPr>
              <a:t>性	</a:t>
            </a:r>
            <a:endParaRPr sz="4000">
              <a:latin typeface="宋体"/>
              <a:cs typeface="宋体"/>
            </a:endParaRPr>
          </a:p>
          <a:p>
            <a:pPr marL="241300" indent="-228600">
              <a:lnSpc>
                <a:spcPct val="100000"/>
              </a:lnSpc>
              <a:spcBef>
                <a:spcPts val="3100"/>
              </a:spcBef>
              <a:buFont typeface="Arial"/>
              <a:buChar char="•"/>
              <a:tabLst>
                <a:tab pos="241300" algn="l"/>
              </a:tabLst>
            </a:pPr>
            <a:r>
              <a:rPr sz="4000" dirty="0">
                <a:latin typeface="宋体"/>
                <a:cs typeface="宋体"/>
              </a:rPr>
              <a:t>简单性和健壮</a:t>
            </a:r>
            <a:r>
              <a:rPr sz="4000" spc="-5" dirty="0">
                <a:latin typeface="宋体"/>
                <a:cs typeface="宋体"/>
              </a:rPr>
              <a:t>性</a:t>
            </a:r>
            <a:endParaRPr sz="4000">
              <a:latin typeface="宋体"/>
              <a:cs typeface="宋体"/>
            </a:endParaRPr>
          </a:p>
          <a:p>
            <a:pPr marL="241300" indent="-228600">
              <a:lnSpc>
                <a:spcPct val="100000"/>
              </a:lnSpc>
              <a:spcBef>
                <a:spcPts val="555"/>
              </a:spcBef>
              <a:buFont typeface="Arial"/>
              <a:buChar char="•"/>
              <a:tabLst>
                <a:tab pos="241300" algn="l"/>
              </a:tabLst>
            </a:pPr>
            <a:r>
              <a:rPr sz="4000" dirty="0">
                <a:solidFill>
                  <a:srgbClr val="FF0000"/>
                </a:solidFill>
                <a:latin typeface="宋体"/>
                <a:cs typeface="宋体"/>
              </a:rPr>
              <a:t>面向对象：封</a:t>
            </a:r>
            <a:r>
              <a:rPr sz="4000" spc="-5" dirty="0">
                <a:solidFill>
                  <a:srgbClr val="FF0000"/>
                </a:solidFill>
                <a:latin typeface="宋体"/>
                <a:cs typeface="宋体"/>
              </a:rPr>
              <a:t>装</a:t>
            </a:r>
            <a:r>
              <a:rPr sz="4000" spc="-1035" dirty="0">
                <a:solidFill>
                  <a:srgbClr val="FF0000"/>
                </a:solidFill>
                <a:latin typeface="宋体"/>
                <a:cs typeface="宋体"/>
              </a:rPr>
              <a:t> </a:t>
            </a:r>
            <a:r>
              <a:rPr sz="4000" dirty="0">
                <a:solidFill>
                  <a:srgbClr val="FF0000"/>
                </a:solidFill>
                <a:latin typeface="宋体"/>
                <a:cs typeface="宋体"/>
              </a:rPr>
              <a:t>继</a:t>
            </a:r>
            <a:r>
              <a:rPr sz="4000" spc="-5" dirty="0">
                <a:solidFill>
                  <a:srgbClr val="FF0000"/>
                </a:solidFill>
                <a:latin typeface="宋体"/>
                <a:cs typeface="宋体"/>
              </a:rPr>
              <a:t>承</a:t>
            </a:r>
            <a:r>
              <a:rPr sz="4000" spc="-1035" dirty="0">
                <a:solidFill>
                  <a:srgbClr val="FF0000"/>
                </a:solidFill>
                <a:latin typeface="宋体"/>
                <a:cs typeface="宋体"/>
              </a:rPr>
              <a:t> </a:t>
            </a:r>
            <a:r>
              <a:rPr sz="4000" dirty="0">
                <a:solidFill>
                  <a:srgbClr val="FF0000"/>
                </a:solidFill>
                <a:latin typeface="宋体"/>
                <a:cs typeface="宋体"/>
              </a:rPr>
              <a:t>多</a:t>
            </a:r>
            <a:r>
              <a:rPr sz="4000" spc="-5" dirty="0">
                <a:solidFill>
                  <a:srgbClr val="FF0000"/>
                </a:solidFill>
                <a:latin typeface="宋体"/>
                <a:cs typeface="宋体"/>
              </a:rPr>
              <a:t>态</a:t>
            </a:r>
            <a:endParaRPr sz="4000">
              <a:latin typeface="宋体"/>
              <a:cs typeface="宋体"/>
            </a:endParaRPr>
          </a:p>
          <a:p>
            <a:pPr marL="241300" indent="-228600">
              <a:lnSpc>
                <a:spcPct val="100000"/>
              </a:lnSpc>
              <a:spcBef>
                <a:spcPts val="484"/>
              </a:spcBef>
              <a:buFont typeface="Arial"/>
              <a:buChar char="•"/>
              <a:tabLst>
                <a:tab pos="241300" algn="l"/>
              </a:tabLst>
            </a:pPr>
            <a:r>
              <a:rPr sz="4000" dirty="0">
                <a:latin typeface="宋体"/>
                <a:cs typeface="宋体"/>
              </a:rPr>
              <a:t>网络特</a:t>
            </a:r>
            <a:r>
              <a:rPr sz="4000" spc="-5" dirty="0">
                <a:latin typeface="宋体"/>
                <a:cs typeface="宋体"/>
              </a:rPr>
              <a:t>性</a:t>
            </a:r>
            <a:endParaRPr sz="4000">
              <a:latin typeface="宋体"/>
              <a:cs typeface="宋体"/>
            </a:endParaRPr>
          </a:p>
          <a:p>
            <a:pPr marL="241300" indent="-228600">
              <a:lnSpc>
                <a:spcPct val="100000"/>
              </a:lnSpc>
              <a:spcBef>
                <a:spcPts val="520"/>
              </a:spcBef>
              <a:buFont typeface="Arial"/>
              <a:buChar char="•"/>
              <a:tabLst>
                <a:tab pos="241300" algn="l"/>
              </a:tabLst>
            </a:pPr>
            <a:r>
              <a:rPr sz="4000" dirty="0">
                <a:latin typeface="宋体"/>
                <a:cs typeface="宋体"/>
              </a:rPr>
              <a:t>安全</a:t>
            </a:r>
            <a:r>
              <a:rPr sz="4000" spc="-5" dirty="0">
                <a:latin typeface="宋体"/>
                <a:cs typeface="宋体"/>
              </a:rPr>
              <a:t>性</a:t>
            </a:r>
            <a:endParaRPr sz="4000">
              <a:latin typeface="宋体"/>
              <a:cs typeface="宋体"/>
            </a:endParaRPr>
          </a:p>
          <a:p>
            <a:pPr marL="469900">
              <a:lnSpc>
                <a:spcPct val="100000"/>
              </a:lnSpc>
              <a:spcBef>
                <a:spcPts val="20"/>
              </a:spcBef>
            </a:pPr>
            <a:r>
              <a:rPr sz="4000" dirty="0">
                <a:latin typeface="宋体"/>
                <a:cs typeface="宋体"/>
              </a:rPr>
              <a:t>垃圾回收、异常处理机制、共享安全</a:t>
            </a:r>
            <a:r>
              <a:rPr sz="4000" spc="-5" dirty="0">
                <a:latin typeface="宋体"/>
                <a:cs typeface="宋体"/>
              </a:rPr>
              <a:t>性</a:t>
            </a:r>
            <a:endParaRPr sz="4000">
              <a:latin typeface="宋体"/>
              <a:cs typeface="宋体"/>
            </a:endParaRPr>
          </a:p>
          <a:p>
            <a:pPr marL="241300" marR="5761990" indent="-241300">
              <a:lnSpc>
                <a:spcPct val="101099"/>
              </a:lnSpc>
              <a:spcBef>
                <a:spcPts val="470"/>
              </a:spcBef>
              <a:buFont typeface="Arial"/>
              <a:buChar char="•"/>
              <a:tabLst>
                <a:tab pos="241300" algn="l"/>
              </a:tabLst>
            </a:pPr>
            <a:r>
              <a:rPr sz="4000" dirty="0">
                <a:solidFill>
                  <a:srgbClr val="FF0000"/>
                </a:solidFill>
                <a:latin typeface="宋体"/>
                <a:cs typeface="宋体"/>
              </a:rPr>
              <a:t>可移植性（跨平台</a:t>
            </a:r>
            <a:r>
              <a:rPr sz="4000" spc="-5" dirty="0">
                <a:solidFill>
                  <a:srgbClr val="FF0000"/>
                </a:solidFill>
                <a:latin typeface="宋体"/>
                <a:cs typeface="宋体"/>
              </a:rPr>
              <a:t>） </a:t>
            </a:r>
            <a:r>
              <a:rPr sz="4000" dirty="0">
                <a:solidFill>
                  <a:srgbClr val="FF0000"/>
                </a:solidFill>
                <a:latin typeface="宋体"/>
                <a:cs typeface="宋体"/>
              </a:rPr>
              <a:t>一次编</a:t>
            </a:r>
            <a:r>
              <a:rPr sz="4000" spc="-5" dirty="0">
                <a:solidFill>
                  <a:srgbClr val="FF0000"/>
                </a:solidFill>
                <a:latin typeface="宋体"/>
                <a:cs typeface="宋体"/>
              </a:rPr>
              <a:t>译</a:t>
            </a:r>
            <a:r>
              <a:rPr sz="4000" spc="-1075" dirty="0">
                <a:solidFill>
                  <a:srgbClr val="FF0000"/>
                </a:solidFill>
                <a:latin typeface="宋体"/>
                <a:cs typeface="宋体"/>
              </a:rPr>
              <a:t> </a:t>
            </a:r>
            <a:r>
              <a:rPr sz="4000" dirty="0">
                <a:solidFill>
                  <a:srgbClr val="FF0000"/>
                </a:solidFill>
                <a:latin typeface="宋体"/>
                <a:cs typeface="宋体"/>
              </a:rPr>
              <a:t>处处运</a:t>
            </a:r>
            <a:r>
              <a:rPr sz="4000" spc="-5" dirty="0">
                <a:solidFill>
                  <a:srgbClr val="FF0000"/>
                </a:solidFill>
                <a:latin typeface="宋体"/>
                <a:cs typeface="宋体"/>
              </a:rPr>
              <a:t>行</a:t>
            </a:r>
            <a:endParaRPr sz="4000">
              <a:latin typeface="宋体"/>
              <a:cs typeface="宋体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1</a:t>
            </a:fld>
            <a:endParaRPr spc="-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163300" y="6187440"/>
            <a:ext cx="706120" cy="670560"/>
          </a:xfrm>
          <a:custGeom>
            <a:avLst/>
            <a:gdLst/>
            <a:ahLst/>
            <a:cxnLst/>
            <a:rect l="l" t="t" r="r" b="b"/>
            <a:pathLst>
              <a:path w="706120" h="670559">
                <a:moveTo>
                  <a:pt x="0" y="670560"/>
                </a:moveTo>
                <a:lnTo>
                  <a:pt x="705611" y="670560"/>
                </a:lnTo>
                <a:lnTo>
                  <a:pt x="705611" y="0"/>
                </a:lnTo>
                <a:lnTo>
                  <a:pt x="0" y="0"/>
                </a:lnTo>
                <a:lnTo>
                  <a:pt x="0" y="67056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1149063" y="6181725"/>
            <a:ext cx="726440" cy="676275"/>
          </a:xfrm>
          <a:custGeom>
            <a:avLst/>
            <a:gdLst/>
            <a:ahLst/>
            <a:cxnLst/>
            <a:rect l="l" t="t" r="r" b="b"/>
            <a:pathLst>
              <a:path w="726440" h="676275">
                <a:moveTo>
                  <a:pt x="12700" y="676275"/>
                </a:moveTo>
                <a:lnTo>
                  <a:pt x="0" y="676275"/>
                </a:lnTo>
                <a:lnTo>
                  <a:pt x="0" y="0"/>
                </a:lnTo>
                <a:lnTo>
                  <a:pt x="725995" y="0"/>
                </a:lnTo>
                <a:lnTo>
                  <a:pt x="725995" y="6350"/>
                </a:lnTo>
                <a:lnTo>
                  <a:pt x="12700" y="6350"/>
                </a:lnTo>
                <a:lnTo>
                  <a:pt x="6350" y="12700"/>
                </a:lnTo>
                <a:lnTo>
                  <a:pt x="12700" y="12700"/>
                </a:lnTo>
                <a:lnTo>
                  <a:pt x="12700" y="669925"/>
                </a:lnTo>
                <a:lnTo>
                  <a:pt x="6350" y="669925"/>
                </a:lnTo>
                <a:lnTo>
                  <a:pt x="12700" y="676275"/>
                </a:lnTo>
                <a:close/>
              </a:path>
              <a:path w="726440" h="676275">
                <a:moveTo>
                  <a:pt x="12700" y="12700"/>
                </a:moveTo>
                <a:lnTo>
                  <a:pt x="6350" y="12700"/>
                </a:lnTo>
                <a:lnTo>
                  <a:pt x="12700" y="6350"/>
                </a:lnTo>
                <a:lnTo>
                  <a:pt x="12700" y="12700"/>
                </a:lnTo>
                <a:close/>
              </a:path>
              <a:path w="726440" h="676275">
                <a:moveTo>
                  <a:pt x="713295" y="12700"/>
                </a:moveTo>
                <a:lnTo>
                  <a:pt x="12700" y="12700"/>
                </a:lnTo>
                <a:lnTo>
                  <a:pt x="12700" y="6350"/>
                </a:lnTo>
                <a:lnTo>
                  <a:pt x="713295" y="6350"/>
                </a:lnTo>
                <a:lnTo>
                  <a:pt x="713295" y="12700"/>
                </a:lnTo>
                <a:close/>
              </a:path>
              <a:path w="726440" h="676275">
                <a:moveTo>
                  <a:pt x="713295" y="676275"/>
                </a:moveTo>
                <a:lnTo>
                  <a:pt x="713295" y="6350"/>
                </a:lnTo>
                <a:lnTo>
                  <a:pt x="719645" y="12700"/>
                </a:lnTo>
                <a:lnTo>
                  <a:pt x="725995" y="12700"/>
                </a:lnTo>
                <a:lnTo>
                  <a:pt x="725995" y="669925"/>
                </a:lnTo>
                <a:lnTo>
                  <a:pt x="719645" y="669925"/>
                </a:lnTo>
                <a:lnTo>
                  <a:pt x="713295" y="676275"/>
                </a:lnTo>
                <a:close/>
              </a:path>
              <a:path w="726440" h="676275">
                <a:moveTo>
                  <a:pt x="725995" y="12700"/>
                </a:moveTo>
                <a:lnTo>
                  <a:pt x="719645" y="12700"/>
                </a:lnTo>
                <a:lnTo>
                  <a:pt x="713295" y="6350"/>
                </a:lnTo>
                <a:lnTo>
                  <a:pt x="725995" y="6350"/>
                </a:lnTo>
                <a:lnTo>
                  <a:pt x="725995" y="12700"/>
                </a:lnTo>
                <a:close/>
              </a:path>
              <a:path w="726440" h="676275">
                <a:moveTo>
                  <a:pt x="12700" y="676275"/>
                </a:moveTo>
                <a:lnTo>
                  <a:pt x="6350" y="669925"/>
                </a:lnTo>
                <a:lnTo>
                  <a:pt x="12700" y="669925"/>
                </a:lnTo>
                <a:lnTo>
                  <a:pt x="12700" y="676275"/>
                </a:lnTo>
                <a:close/>
              </a:path>
              <a:path w="726440" h="676275">
                <a:moveTo>
                  <a:pt x="713295" y="676275"/>
                </a:moveTo>
                <a:lnTo>
                  <a:pt x="12700" y="676275"/>
                </a:lnTo>
                <a:lnTo>
                  <a:pt x="12700" y="669925"/>
                </a:lnTo>
                <a:lnTo>
                  <a:pt x="713295" y="669925"/>
                </a:lnTo>
                <a:lnTo>
                  <a:pt x="713295" y="676275"/>
                </a:lnTo>
                <a:close/>
              </a:path>
              <a:path w="726440" h="676275">
                <a:moveTo>
                  <a:pt x="725995" y="676275"/>
                </a:moveTo>
                <a:lnTo>
                  <a:pt x="713295" y="676275"/>
                </a:lnTo>
                <a:lnTo>
                  <a:pt x="719645" y="669925"/>
                </a:lnTo>
                <a:lnTo>
                  <a:pt x="725995" y="669925"/>
                </a:lnTo>
                <a:lnTo>
                  <a:pt x="725995" y="676275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18515" y="0"/>
            <a:ext cx="1049020" cy="873760"/>
          </a:xfrm>
          <a:custGeom>
            <a:avLst/>
            <a:gdLst/>
            <a:ahLst/>
            <a:cxnLst/>
            <a:rect l="l" t="t" r="r" b="b"/>
            <a:pathLst>
              <a:path w="1049020" h="873760">
                <a:moveTo>
                  <a:pt x="0" y="0"/>
                </a:moveTo>
                <a:lnTo>
                  <a:pt x="1048512" y="0"/>
                </a:lnTo>
                <a:lnTo>
                  <a:pt x="1048512" y="873252"/>
                </a:lnTo>
                <a:lnTo>
                  <a:pt x="0" y="873252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12280" y="0"/>
            <a:ext cx="1061720" cy="879475"/>
          </a:xfrm>
          <a:custGeom>
            <a:avLst/>
            <a:gdLst/>
            <a:ahLst/>
            <a:cxnLst/>
            <a:rect l="l" t="t" r="r" b="b"/>
            <a:pathLst>
              <a:path w="1061720" h="879475">
                <a:moveTo>
                  <a:pt x="1061440" y="879475"/>
                </a:moveTo>
                <a:lnTo>
                  <a:pt x="0" y="879475"/>
                </a:lnTo>
                <a:lnTo>
                  <a:pt x="0" y="0"/>
                </a:lnTo>
                <a:lnTo>
                  <a:pt x="12700" y="0"/>
                </a:lnTo>
                <a:lnTo>
                  <a:pt x="6350" y="6350"/>
                </a:lnTo>
                <a:lnTo>
                  <a:pt x="12700" y="6350"/>
                </a:lnTo>
                <a:lnTo>
                  <a:pt x="12700" y="866775"/>
                </a:lnTo>
                <a:lnTo>
                  <a:pt x="6350" y="866775"/>
                </a:lnTo>
                <a:lnTo>
                  <a:pt x="12700" y="873125"/>
                </a:lnTo>
                <a:lnTo>
                  <a:pt x="1061440" y="873125"/>
                </a:lnTo>
                <a:lnTo>
                  <a:pt x="1061440" y="879475"/>
                </a:lnTo>
                <a:close/>
              </a:path>
              <a:path w="1061720" h="879475">
                <a:moveTo>
                  <a:pt x="12700" y="6350"/>
                </a:moveTo>
                <a:lnTo>
                  <a:pt x="6350" y="6350"/>
                </a:lnTo>
                <a:lnTo>
                  <a:pt x="12700" y="0"/>
                </a:lnTo>
                <a:lnTo>
                  <a:pt x="12700" y="6350"/>
                </a:lnTo>
                <a:close/>
              </a:path>
              <a:path w="1061720" h="879475">
                <a:moveTo>
                  <a:pt x="1048740" y="6350"/>
                </a:moveTo>
                <a:lnTo>
                  <a:pt x="12700" y="6350"/>
                </a:lnTo>
                <a:lnTo>
                  <a:pt x="12700" y="0"/>
                </a:lnTo>
                <a:lnTo>
                  <a:pt x="1048740" y="0"/>
                </a:lnTo>
                <a:lnTo>
                  <a:pt x="1048740" y="6350"/>
                </a:lnTo>
                <a:close/>
              </a:path>
              <a:path w="1061720" h="879475">
                <a:moveTo>
                  <a:pt x="1048740" y="873125"/>
                </a:moveTo>
                <a:lnTo>
                  <a:pt x="1048740" y="0"/>
                </a:lnTo>
                <a:lnTo>
                  <a:pt x="1055090" y="6350"/>
                </a:lnTo>
                <a:lnTo>
                  <a:pt x="1061440" y="6350"/>
                </a:lnTo>
                <a:lnTo>
                  <a:pt x="1061440" y="866775"/>
                </a:lnTo>
                <a:lnTo>
                  <a:pt x="1055090" y="866775"/>
                </a:lnTo>
                <a:lnTo>
                  <a:pt x="1048740" y="873125"/>
                </a:lnTo>
                <a:close/>
              </a:path>
              <a:path w="1061720" h="879475">
                <a:moveTo>
                  <a:pt x="1061440" y="6350"/>
                </a:moveTo>
                <a:lnTo>
                  <a:pt x="1055090" y="6350"/>
                </a:lnTo>
                <a:lnTo>
                  <a:pt x="1048740" y="0"/>
                </a:lnTo>
                <a:lnTo>
                  <a:pt x="1061440" y="0"/>
                </a:lnTo>
                <a:lnTo>
                  <a:pt x="1061440" y="6350"/>
                </a:lnTo>
                <a:close/>
              </a:path>
              <a:path w="1061720" h="879475">
                <a:moveTo>
                  <a:pt x="12700" y="873125"/>
                </a:moveTo>
                <a:lnTo>
                  <a:pt x="6350" y="866775"/>
                </a:lnTo>
                <a:lnTo>
                  <a:pt x="12700" y="866775"/>
                </a:lnTo>
                <a:lnTo>
                  <a:pt x="12700" y="873125"/>
                </a:lnTo>
                <a:close/>
              </a:path>
              <a:path w="1061720" h="879475">
                <a:moveTo>
                  <a:pt x="1048740" y="873125"/>
                </a:moveTo>
                <a:lnTo>
                  <a:pt x="12700" y="873125"/>
                </a:lnTo>
                <a:lnTo>
                  <a:pt x="12700" y="866775"/>
                </a:lnTo>
                <a:lnTo>
                  <a:pt x="1048740" y="866775"/>
                </a:lnTo>
                <a:lnTo>
                  <a:pt x="1048740" y="873125"/>
                </a:lnTo>
                <a:close/>
              </a:path>
              <a:path w="1061720" h="879475">
                <a:moveTo>
                  <a:pt x="1061440" y="873125"/>
                </a:moveTo>
                <a:lnTo>
                  <a:pt x="1048740" y="873125"/>
                </a:lnTo>
                <a:lnTo>
                  <a:pt x="1055090" y="866775"/>
                </a:lnTo>
                <a:lnTo>
                  <a:pt x="1061440" y="866775"/>
                </a:lnTo>
                <a:lnTo>
                  <a:pt x="1061440" y="8731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18515" y="6187440"/>
            <a:ext cx="10845165" cy="670560"/>
          </a:xfrm>
          <a:custGeom>
            <a:avLst/>
            <a:gdLst/>
            <a:ahLst/>
            <a:cxnLst/>
            <a:rect l="l" t="t" r="r" b="b"/>
            <a:pathLst>
              <a:path w="10845165" h="670559">
                <a:moveTo>
                  <a:pt x="0" y="0"/>
                </a:moveTo>
                <a:lnTo>
                  <a:pt x="10844784" y="0"/>
                </a:lnTo>
                <a:lnTo>
                  <a:pt x="10844784" y="670560"/>
                </a:lnTo>
                <a:lnTo>
                  <a:pt x="0" y="670560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379219" y="0"/>
            <a:ext cx="166370" cy="875030"/>
          </a:xfrm>
          <a:custGeom>
            <a:avLst/>
            <a:gdLst/>
            <a:ahLst/>
            <a:cxnLst/>
            <a:rect l="l" t="t" r="r" b="b"/>
            <a:pathLst>
              <a:path w="166369" h="875030">
                <a:moveTo>
                  <a:pt x="0" y="0"/>
                </a:moveTo>
                <a:lnTo>
                  <a:pt x="166115" y="0"/>
                </a:lnTo>
                <a:lnTo>
                  <a:pt x="166115" y="874776"/>
                </a:lnTo>
                <a:lnTo>
                  <a:pt x="0" y="874776"/>
                </a:lnTo>
                <a:lnTo>
                  <a:pt x="0" y="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372552" y="0"/>
            <a:ext cx="180340" cy="879475"/>
          </a:xfrm>
          <a:custGeom>
            <a:avLst/>
            <a:gdLst/>
            <a:ahLst/>
            <a:cxnLst/>
            <a:rect l="l" t="t" r="r" b="b"/>
            <a:pathLst>
              <a:path w="180340" h="879475">
                <a:moveTo>
                  <a:pt x="179781" y="879475"/>
                </a:moveTo>
                <a:lnTo>
                  <a:pt x="0" y="879475"/>
                </a:lnTo>
                <a:lnTo>
                  <a:pt x="0" y="0"/>
                </a:lnTo>
                <a:lnTo>
                  <a:pt x="11087" y="0"/>
                </a:lnTo>
                <a:lnTo>
                  <a:pt x="6350" y="4737"/>
                </a:lnTo>
                <a:lnTo>
                  <a:pt x="12700" y="4737"/>
                </a:lnTo>
                <a:lnTo>
                  <a:pt x="12700" y="866775"/>
                </a:lnTo>
                <a:lnTo>
                  <a:pt x="6350" y="866775"/>
                </a:lnTo>
                <a:lnTo>
                  <a:pt x="12700" y="873125"/>
                </a:lnTo>
                <a:lnTo>
                  <a:pt x="179781" y="873125"/>
                </a:lnTo>
                <a:lnTo>
                  <a:pt x="179781" y="879475"/>
                </a:lnTo>
                <a:close/>
              </a:path>
              <a:path w="180340" h="879475">
                <a:moveTo>
                  <a:pt x="12700" y="4737"/>
                </a:moveTo>
                <a:lnTo>
                  <a:pt x="6350" y="4737"/>
                </a:lnTo>
                <a:lnTo>
                  <a:pt x="11087" y="0"/>
                </a:lnTo>
                <a:lnTo>
                  <a:pt x="12700" y="0"/>
                </a:lnTo>
                <a:lnTo>
                  <a:pt x="12700" y="4737"/>
                </a:lnTo>
                <a:close/>
              </a:path>
              <a:path w="180340" h="879475">
                <a:moveTo>
                  <a:pt x="167081" y="4737"/>
                </a:moveTo>
                <a:lnTo>
                  <a:pt x="12700" y="4737"/>
                </a:lnTo>
                <a:lnTo>
                  <a:pt x="12700" y="0"/>
                </a:lnTo>
                <a:lnTo>
                  <a:pt x="167081" y="0"/>
                </a:lnTo>
                <a:lnTo>
                  <a:pt x="167081" y="4737"/>
                </a:lnTo>
                <a:close/>
              </a:path>
              <a:path w="180340" h="879475">
                <a:moveTo>
                  <a:pt x="167081" y="873125"/>
                </a:moveTo>
                <a:lnTo>
                  <a:pt x="167081" y="0"/>
                </a:lnTo>
                <a:lnTo>
                  <a:pt x="168694" y="0"/>
                </a:lnTo>
                <a:lnTo>
                  <a:pt x="173431" y="4737"/>
                </a:lnTo>
                <a:lnTo>
                  <a:pt x="179781" y="4737"/>
                </a:lnTo>
                <a:lnTo>
                  <a:pt x="179781" y="866775"/>
                </a:lnTo>
                <a:lnTo>
                  <a:pt x="173431" y="866775"/>
                </a:lnTo>
                <a:lnTo>
                  <a:pt x="167081" y="873125"/>
                </a:lnTo>
                <a:close/>
              </a:path>
              <a:path w="180340" h="879475">
                <a:moveTo>
                  <a:pt x="179781" y="4737"/>
                </a:moveTo>
                <a:lnTo>
                  <a:pt x="173431" y="4737"/>
                </a:lnTo>
                <a:lnTo>
                  <a:pt x="168694" y="0"/>
                </a:lnTo>
                <a:lnTo>
                  <a:pt x="179781" y="0"/>
                </a:lnTo>
                <a:lnTo>
                  <a:pt x="179781" y="4737"/>
                </a:lnTo>
                <a:close/>
              </a:path>
              <a:path w="180340" h="879475">
                <a:moveTo>
                  <a:pt x="12700" y="873125"/>
                </a:moveTo>
                <a:lnTo>
                  <a:pt x="6350" y="866775"/>
                </a:lnTo>
                <a:lnTo>
                  <a:pt x="12700" y="866775"/>
                </a:lnTo>
                <a:lnTo>
                  <a:pt x="12700" y="873125"/>
                </a:lnTo>
                <a:close/>
              </a:path>
              <a:path w="180340" h="879475">
                <a:moveTo>
                  <a:pt x="167081" y="873125"/>
                </a:moveTo>
                <a:lnTo>
                  <a:pt x="12700" y="873125"/>
                </a:lnTo>
                <a:lnTo>
                  <a:pt x="12700" y="866775"/>
                </a:lnTo>
                <a:lnTo>
                  <a:pt x="167081" y="866775"/>
                </a:lnTo>
                <a:lnTo>
                  <a:pt x="167081" y="873125"/>
                </a:lnTo>
                <a:close/>
              </a:path>
              <a:path w="180340" h="879475">
                <a:moveTo>
                  <a:pt x="179781" y="873125"/>
                </a:moveTo>
                <a:lnTo>
                  <a:pt x="167081" y="873125"/>
                </a:lnTo>
                <a:lnTo>
                  <a:pt x="173431" y="866775"/>
                </a:lnTo>
                <a:lnTo>
                  <a:pt x="179781" y="866775"/>
                </a:lnTo>
                <a:lnTo>
                  <a:pt x="179781" y="873125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837419" y="347472"/>
            <a:ext cx="1969007" cy="4328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366469" y="0"/>
            <a:ext cx="0" cy="1061720"/>
          </a:xfrm>
          <a:custGeom>
            <a:avLst/>
            <a:gdLst/>
            <a:ahLst/>
            <a:cxnLst/>
            <a:rect l="l" t="t" r="r" b="b"/>
            <a:pathLst>
              <a:path h="1061720">
                <a:moveTo>
                  <a:pt x="0" y="0"/>
                </a:moveTo>
                <a:lnTo>
                  <a:pt x="0" y="1061593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1155413" y="6119786"/>
            <a:ext cx="0" cy="738505"/>
          </a:xfrm>
          <a:custGeom>
            <a:avLst/>
            <a:gdLst/>
            <a:ahLst/>
            <a:cxnLst/>
            <a:rect l="l" t="t" r="r" b="b"/>
            <a:pathLst>
              <a:path h="738504">
                <a:moveTo>
                  <a:pt x="0" y="0"/>
                </a:moveTo>
                <a:lnTo>
                  <a:pt x="0" y="738212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595765" y="6404203"/>
            <a:ext cx="235585" cy="264160"/>
          </a:xfrm>
          <a:custGeom>
            <a:avLst/>
            <a:gdLst/>
            <a:ahLst/>
            <a:cxnLst/>
            <a:rect l="l" t="t" r="r" b="b"/>
            <a:pathLst>
              <a:path w="235585" h="264159">
                <a:moveTo>
                  <a:pt x="114769" y="81279"/>
                </a:moveTo>
                <a:lnTo>
                  <a:pt x="112890" y="81279"/>
                </a:lnTo>
                <a:lnTo>
                  <a:pt x="107238" y="73660"/>
                </a:lnTo>
                <a:lnTo>
                  <a:pt x="118529" y="68579"/>
                </a:lnTo>
                <a:lnTo>
                  <a:pt x="126996" y="66039"/>
                </a:lnTo>
                <a:lnTo>
                  <a:pt x="135464" y="62229"/>
                </a:lnTo>
                <a:lnTo>
                  <a:pt x="143932" y="59689"/>
                </a:lnTo>
                <a:lnTo>
                  <a:pt x="152400" y="55879"/>
                </a:lnTo>
                <a:lnTo>
                  <a:pt x="156159" y="55879"/>
                </a:lnTo>
                <a:lnTo>
                  <a:pt x="158038" y="52070"/>
                </a:lnTo>
                <a:lnTo>
                  <a:pt x="159918" y="49529"/>
                </a:lnTo>
                <a:lnTo>
                  <a:pt x="162446" y="40639"/>
                </a:lnTo>
                <a:lnTo>
                  <a:pt x="166801" y="22860"/>
                </a:lnTo>
                <a:lnTo>
                  <a:pt x="169329" y="13970"/>
                </a:lnTo>
                <a:lnTo>
                  <a:pt x="169329" y="10160"/>
                </a:lnTo>
                <a:lnTo>
                  <a:pt x="176847" y="0"/>
                </a:lnTo>
                <a:lnTo>
                  <a:pt x="184378" y="0"/>
                </a:lnTo>
                <a:lnTo>
                  <a:pt x="184378" y="1270"/>
                </a:lnTo>
                <a:lnTo>
                  <a:pt x="186258" y="6350"/>
                </a:lnTo>
                <a:lnTo>
                  <a:pt x="186258" y="8889"/>
                </a:lnTo>
                <a:lnTo>
                  <a:pt x="179965" y="19050"/>
                </a:lnTo>
                <a:lnTo>
                  <a:pt x="176849" y="29210"/>
                </a:lnTo>
                <a:lnTo>
                  <a:pt x="175144" y="40639"/>
                </a:lnTo>
                <a:lnTo>
                  <a:pt x="173088" y="52070"/>
                </a:lnTo>
                <a:lnTo>
                  <a:pt x="181849" y="53339"/>
                </a:lnTo>
                <a:lnTo>
                  <a:pt x="202997" y="53339"/>
                </a:lnTo>
                <a:lnTo>
                  <a:pt x="208838" y="55879"/>
                </a:lnTo>
                <a:lnTo>
                  <a:pt x="203190" y="63500"/>
                </a:lnTo>
                <a:lnTo>
                  <a:pt x="191909" y="63500"/>
                </a:lnTo>
                <a:lnTo>
                  <a:pt x="179912" y="64770"/>
                </a:lnTo>
                <a:lnTo>
                  <a:pt x="156159" y="64770"/>
                </a:lnTo>
                <a:lnTo>
                  <a:pt x="146898" y="68579"/>
                </a:lnTo>
                <a:lnTo>
                  <a:pt x="138518" y="72389"/>
                </a:lnTo>
                <a:lnTo>
                  <a:pt x="122288" y="77470"/>
                </a:lnTo>
                <a:lnTo>
                  <a:pt x="114769" y="81279"/>
                </a:lnTo>
                <a:close/>
              </a:path>
              <a:path w="235585" h="264159">
                <a:moveTo>
                  <a:pt x="68727" y="60960"/>
                </a:moveTo>
                <a:lnTo>
                  <a:pt x="52679" y="60960"/>
                </a:lnTo>
                <a:lnTo>
                  <a:pt x="62057" y="55879"/>
                </a:lnTo>
                <a:lnTo>
                  <a:pt x="69848" y="48260"/>
                </a:lnTo>
                <a:lnTo>
                  <a:pt x="75169" y="40639"/>
                </a:lnTo>
                <a:lnTo>
                  <a:pt x="77139" y="29210"/>
                </a:lnTo>
                <a:lnTo>
                  <a:pt x="77139" y="24129"/>
                </a:lnTo>
                <a:lnTo>
                  <a:pt x="80899" y="16510"/>
                </a:lnTo>
                <a:lnTo>
                  <a:pt x="82778" y="10160"/>
                </a:lnTo>
                <a:lnTo>
                  <a:pt x="90309" y="5079"/>
                </a:lnTo>
                <a:lnTo>
                  <a:pt x="92189" y="5079"/>
                </a:lnTo>
                <a:lnTo>
                  <a:pt x="99098" y="7620"/>
                </a:lnTo>
                <a:lnTo>
                  <a:pt x="105122" y="12700"/>
                </a:lnTo>
                <a:lnTo>
                  <a:pt x="109382" y="19050"/>
                </a:lnTo>
                <a:lnTo>
                  <a:pt x="110998" y="27939"/>
                </a:lnTo>
                <a:lnTo>
                  <a:pt x="110998" y="33020"/>
                </a:lnTo>
                <a:lnTo>
                  <a:pt x="122288" y="40639"/>
                </a:lnTo>
                <a:lnTo>
                  <a:pt x="127939" y="45720"/>
                </a:lnTo>
                <a:lnTo>
                  <a:pt x="129819" y="52070"/>
                </a:lnTo>
                <a:lnTo>
                  <a:pt x="99720" y="52070"/>
                </a:lnTo>
                <a:lnTo>
                  <a:pt x="95948" y="53339"/>
                </a:lnTo>
                <a:lnTo>
                  <a:pt x="94773" y="59689"/>
                </a:lnTo>
                <a:lnTo>
                  <a:pt x="69608" y="59689"/>
                </a:lnTo>
                <a:lnTo>
                  <a:pt x="68727" y="60960"/>
                </a:lnTo>
                <a:close/>
              </a:path>
              <a:path w="235585" h="264159">
                <a:moveTo>
                  <a:pt x="43268" y="105410"/>
                </a:moveTo>
                <a:lnTo>
                  <a:pt x="37630" y="104139"/>
                </a:lnTo>
                <a:lnTo>
                  <a:pt x="31978" y="104139"/>
                </a:lnTo>
                <a:lnTo>
                  <a:pt x="26339" y="101600"/>
                </a:lnTo>
                <a:lnTo>
                  <a:pt x="20370" y="99060"/>
                </a:lnTo>
                <a:lnTo>
                  <a:pt x="16695" y="93979"/>
                </a:lnTo>
                <a:lnTo>
                  <a:pt x="15490" y="87629"/>
                </a:lnTo>
                <a:lnTo>
                  <a:pt x="16929" y="81279"/>
                </a:lnTo>
                <a:lnTo>
                  <a:pt x="18808" y="77470"/>
                </a:lnTo>
                <a:lnTo>
                  <a:pt x="18808" y="72389"/>
                </a:lnTo>
                <a:lnTo>
                  <a:pt x="48920" y="36829"/>
                </a:lnTo>
                <a:lnTo>
                  <a:pt x="50800" y="34289"/>
                </a:lnTo>
                <a:lnTo>
                  <a:pt x="56438" y="36829"/>
                </a:lnTo>
                <a:lnTo>
                  <a:pt x="60210" y="40639"/>
                </a:lnTo>
                <a:lnTo>
                  <a:pt x="63969" y="41910"/>
                </a:lnTo>
                <a:lnTo>
                  <a:pt x="60210" y="45720"/>
                </a:lnTo>
                <a:lnTo>
                  <a:pt x="58318" y="49529"/>
                </a:lnTo>
                <a:lnTo>
                  <a:pt x="54559" y="52070"/>
                </a:lnTo>
                <a:lnTo>
                  <a:pt x="54559" y="57150"/>
                </a:lnTo>
                <a:lnTo>
                  <a:pt x="52679" y="60960"/>
                </a:lnTo>
                <a:lnTo>
                  <a:pt x="68727" y="60960"/>
                </a:lnTo>
                <a:lnTo>
                  <a:pt x="62558" y="69850"/>
                </a:lnTo>
                <a:lnTo>
                  <a:pt x="55503" y="81279"/>
                </a:lnTo>
                <a:lnTo>
                  <a:pt x="41389" y="101600"/>
                </a:lnTo>
                <a:lnTo>
                  <a:pt x="41389" y="104139"/>
                </a:lnTo>
                <a:lnTo>
                  <a:pt x="43268" y="105410"/>
                </a:lnTo>
                <a:close/>
              </a:path>
              <a:path w="235585" h="264159">
                <a:moveTo>
                  <a:pt x="127939" y="63500"/>
                </a:moveTo>
                <a:lnTo>
                  <a:pt x="120408" y="60960"/>
                </a:lnTo>
                <a:lnTo>
                  <a:pt x="112890" y="57150"/>
                </a:lnTo>
                <a:lnTo>
                  <a:pt x="107238" y="55879"/>
                </a:lnTo>
                <a:lnTo>
                  <a:pt x="99720" y="52070"/>
                </a:lnTo>
                <a:lnTo>
                  <a:pt x="129819" y="52070"/>
                </a:lnTo>
                <a:lnTo>
                  <a:pt x="133578" y="59689"/>
                </a:lnTo>
                <a:lnTo>
                  <a:pt x="127939" y="63500"/>
                </a:lnTo>
                <a:close/>
              </a:path>
              <a:path w="235585" h="264159">
                <a:moveTo>
                  <a:pt x="202997" y="53339"/>
                </a:moveTo>
                <a:lnTo>
                  <a:pt x="181849" y="53339"/>
                </a:lnTo>
                <a:lnTo>
                  <a:pt x="190963" y="52070"/>
                </a:lnTo>
                <a:lnTo>
                  <a:pt x="200077" y="52070"/>
                </a:lnTo>
                <a:lnTo>
                  <a:pt x="202997" y="53339"/>
                </a:lnTo>
                <a:close/>
              </a:path>
              <a:path w="235585" h="264159">
                <a:moveTo>
                  <a:pt x="29165" y="160019"/>
                </a:moveTo>
                <a:lnTo>
                  <a:pt x="19288" y="156210"/>
                </a:lnTo>
                <a:lnTo>
                  <a:pt x="9410" y="151130"/>
                </a:lnTo>
                <a:lnTo>
                  <a:pt x="0" y="147319"/>
                </a:lnTo>
                <a:lnTo>
                  <a:pt x="0" y="140969"/>
                </a:lnTo>
                <a:lnTo>
                  <a:pt x="37395" y="120650"/>
                </a:lnTo>
                <a:lnTo>
                  <a:pt x="50948" y="111760"/>
                </a:lnTo>
                <a:lnTo>
                  <a:pt x="63969" y="104139"/>
                </a:lnTo>
                <a:lnTo>
                  <a:pt x="65849" y="101600"/>
                </a:lnTo>
                <a:lnTo>
                  <a:pt x="69608" y="100330"/>
                </a:lnTo>
                <a:lnTo>
                  <a:pt x="69608" y="96520"/>
                </a:lnTo>
                <a:lnTo>
                  <a:pt x="70695" y="87629"/>
                </a:lnTo>
                <a:lnTo>
                  <a:pt x="71253" y="78739"/>
                </a:lnTo>
                <a:lnTo>
                  <a:pt x="71370" y="73660"/>
                </a:lnTo>
                <a:lnTo>
                  <a:pt x="71488" y="59689"/>
                </a:lnTo>
                <a:lnTo>
                  <a:pt x="94773" y="59689"/>
                </a:lnTo>
                <a:lnTo>
                  <a:pt x="94068" y="63500"/>
                </a:lnTo>
                <a:lnTo>
                  <a:pt x="91484" y="78739"/>
                </a:lnTo>
                <a:lnTo>
                  <a:pt x="90309" y="93979"/>
                </a:lnTo>
                <a:lnTo>
                  <a:pt x="91954" y="107950"/>
                </a:lnTo>
                <a:lnTo>
                  <a:pt x="97828" y="123189"/>
                </a:lnTo>
                <a:lnTo>
                  <a:pt x="119782" y="123189"/>
                </a:lnTo>
                <a:lnTo>
                  <a:pt x="122288" y="128269"/>
                </a:lnTo>
                <a:lnTo>
                  <a:pt x="222008" y="128269"/>
                </a:lnTo>
                <a:lnTo>
                  <a:pt x="214477" y="132080"/>
                </a:lnTo>
                <a:lnTo>
                  <a:pt x="165569" y="132080"/>
                </a:lnTo>
                <a:lnTo>
                  <a:pt x="154274" y="139700"/>
                </a:lnTo>
                <a:lnTo>
                  <a:pt x="142989" y="144780"/>
                </a:lnTo>
                <a:lnTo>
                  <a:pt x="135637" y="149860"/>
                </a:lnTo>
                <a:lnTo>
                  <a:pt x="133070" y="151130"/>
                </a:lnTo>
                <a:lnTo>
                  <a:pt x="48920" y="151130"/>
                </a:lnTo>
                <a:lnTo>
                  <a:pt x="39042" y="158750"/>
                </a:lnTo>
                <a:lnTo>
                  <a:pt x="29165" y="160019"/>
                </a:lnTo>
                <a:close/>
              </a:path>
              <a:path w="235585" h="264159">
                <a:moveTo>
                  <a:pt x="201307" y="66039"/>
                </a:moveTo>
                <a:lnTo>
                  <a:pt x="193789" y="64770"/>
                </a:lnTo>
                <a:lnTo>
                  <a:pt x="193789" y="63500"/>
                </a:lnTo>
                <a:lnTo>
                  <a:pt x="203190" y="63500"/>
                </a:lnTo>
                <a:lnTo>
                  <a:pt x="201307" y="66039"/>
                </a:lnTo>
                <a:close/>
              </a:path>
              <a:path w="235585" h="264159">
                <a:moveTo>
                  <a:pt x="169117" y="87629"/>
                </a:moveTo>
                <a:lnTo>
                  <a:pt x="152400" y="87629"/>
                </a:lnTo>
                <a:lnTo>
                  <a:pt x="152400" y="81279"/>
                </a:lnTo>
                <a:lnTo>
                  <a:pt x="154279" y="73660"/>
                </a:lnTo>
                <a:lnTo>
                  <a:pt x="156159" y="64770"/>
                </a:lnTo>
                <a:lnTo>
                  <a:pt x="179912" y="64770"/>
                </a:lnTo>
                <a:lnTo>
                  <a:pt x="172151" y="69850"/>
                </a:lnTo>
                <a:lnTo>
                  <a:pt x="168624" y="78739"/>
                </a:lnTo>
                <a:lnTo>
                  <a:pt x="169117" y="87629"/>
                </a:lnTo>
                <a:close/>
              </a:path>
              <a:path w="235585" h="264159">
                <a:moveTo>
                  <a:pt x="222008" y="128269"/>
                </a:moveTo>
                <a:lnTo>
                  <a:pt x="122288" y="128269"/>
                </a:lnTo>
                <a:lnTo>
                  <a:pt x="142989" y="107950"/>
                </a:lnTo>
                <a:lnTo>
                  <a:pt x="141109" y="104139"/>
                </a:lnTo>
                <a:lnTo>
                  <a:pt x="141109" y="101600"/>
                </a:lnTo>
                <a:lnTo>
                  <a:pt x="139230" y="97789"/>
                </a:lnTo>
                <a:lnTo>
                  <a:pt x="133578" y="95250"/>
                </a:lnTo>
                <a:lnTo>
                  <a:pt x="133578" y="92710"/>
                </a:lnTo>
                <a:lnTo>
                  <a:pt x="135458" y="87629"/>
                </a:lnTo>
                <a:lnTo>
                  <a:pt x="141109" y="85089"/>
                </a:lnTo>
                <a:lnTo>
                  <a:pt x="146748" y="87629"/>
                </a:lnTo>
                <a:lnTo>
                  <a:pt x="169117" y="87629"/>
                </a:lnTo>
                <a:lnTo>
                  <a:pt x="169329" y="91439"/>
                </a:lnTo>
                <a:lnTo>
                  <a:pt x="171208" y="96520"/>
                </a:lnTo>
                <a:lnTo>
                  <a:pt x="174967" y="101600"/>
                </a:lnTo>
                <a:lnTo>
                  <a:pt x="178739" y="109219"/>
                </a:lnTo>
                <a:lnTo>
                  <a:pt x="225448" y="109219"/>
                </a:lnTo>
                <a:lnTo>
                  <a:pt x="231419" y="113030"/>
                </a:lnTo>
                <a:lnTo>
                  <a:pt x="235178" y="116839"/>
                </a:lnTo>
                <a:lnTo>
                  <a:pt x="235178" y="123189"/>
                </a:lnTo>
                <a:lnTo>
                  <a:pt x="229539" y="124460"/>
                </a:lnTo>
                <a:lnTo>
                  <a:pt x="222008" y="128269"/>
                </a:lnTo>
                <a:close/>
              </a:path>
              <a:path w="235585" h="264159">
                <a:moveTo>
                  <a:pt x="225448" y="109219"/>
                </a:moveTo>
                <a:lnTo>
                  <a:pt x="184703" y="109219"/>
                </a:lnTo>
                <a:lnTo>
                  <a:pt x="191200" y="107950"/>
                </a:lnTo>
                <a:lnTo>
                  <a:pt x="205079" y="105410"/>
                </a:lnTo>
                <a:lnTo>
                  <a:pt x="212100" y="105410"/>
                </a:lnTo>
                <a:lnTo>
                  <a:pt x="218949" y="106680"/>
                </a:lnTo>
                <a:lnTo>
                  <a:pt x="225448" y="109219"/>
                </a:lnTo>
                <a:close/>
              </a:path>
              <a:path w="235585" h="264159">
                <a:moveTo>
                  <a:pt x="119782" y="123189"/>
                </a:moveTo>
                <a:lnTo>
                  <a:pt x="97828" y="123189"/>
                </a:lnTo>
                <a:lnTo>
                  <a:pt x="105359" y="115569"/>
                </a:lnTo>
                <a:lnTo>
                  <a:pt x="109118" y="107950"/>
                </a:lnTo>
                <a:lnTo>
                  <a:pt x="118529" y="120650"/>
                </a:lnTo>
                <a:lnTo>
                  <a:pt x="119782" y="123189"/>
                </a:lnTo>
                <a:close/>
              </a:path>
              <a:path w="235585" h="264159">
                <a:moveTo>
                  <a:pt x="152400" y="223519"/>
                </a:moveTo>
                <a:lnTo>
                  <a:pt x="144226" y="219710"/>
                </a:lnTo>
                <a:lnTo>
                  <a:pt x="139225" y="214630"/>
                </a:lnTo>
                <a:lnTo>
                  <a:pt x="137046" y="208280"/>
                </a:lnTo>
                <a:lnTo>
                  <a:pt x="137337" y="200660"/>
                </a:lnTo>
                <a:lnTo>
                  <a:pt x="142281" y="182880"/>
                </a:lnTo>
                <a:lnTo>
                  <a:pt x="148634" y="166369"/>
                </a:lnTo>
                <a:lnTo>
                  <a:pt x="156397" y="148589"/>
                </a:lnTo>
                <a:lnTo>
                  <a:pt x="165569" y="132080"/>
                </a:lnTo>
                <a:lnTo>
                  <a:pt x="198051" y="132080"/>
                </a:lnTo>
                <a:lnTo>
                  <a:pt x="190730" y="135889"/>
                </a:lnTo>
                <a:lnTo>
                  <a:pt x="184468" y="140969"/>
                </a:lnTo>
                <a:lnTo>
                  <a:pt x="178739" y="147319"/>
                </a:lnTo>
                <a:lnTo>
                  <a:pt x="184378" y="148589"/>
                </a:lnTo>
                <a:lnTo>
                  <a:pt x="191909" y="148589"/>
                </a:lnTo>
                <a:lnTo>
                  <a:pt x="195668" y="152400"/>
                </a:lnTo>
                <a:lnTo>
                  <a:pt x="199428" y="154939"/>
                </a:lnTo>
                <a:lnTo>
                  <a:pt x="203200" y="160019"/>
                </a:lnTo>
                <a:lnTo>
                  <a:pt x="182499" y="160019"/>
                </a:lnTo>
                <a:lnTo>
                  <a:pt x="176796" y="161289"/>
                </a:lnTo>
                <a:lnTo>
                  <a:pt x="169329" y="167639"/>
                </a:lnTo>
                <a:lnTo>
                  <a:pt x="173088" y="172719"/>
                </a:lnTo>
                <a:lnTo>
                  <a:pt x="182499" y="172719"/>
                </a:lnTo>
                <a:lnTo>
                  <a:pt x="182499" y="179069"/>
                </a:lnTo>
                <a:lnTo>
                  <a:pt x="165569" y="179069"/>
                </a:lnTo>
                <a:lnTo>
                  <a:pt x="158038" y="186689"/>
                </a:lnTo>
                <a:lnTo>
                  <a:pt x="158038" y="187960"/>
                </a:lnTo>
                <a:lnTo>
                  <a:pt x="169329" y="191769"/>
                </a:lnTo>
                <a:lnTo>
                  <a:pt x="178739" y="196850"/>
                </a:lnTo>
                <a:lnTo>
                  <a:pt x="180854" y="200660"/>
                </a:lnTo>
                <a:lnTo>
                  <a:pt x="156159" y="200660"/>
                </a:lnTo>
                <a:lnTo>
                  <a:pt x="154279" y="208280"/>
                </a:lnTo>
                <a:lnTo>
                  <a:pt x="154279" y="215900"/>
                </a:lnTo>
                <a:lnTo>
                  <a:pt x="152400" y="223519"/>
                </a:lnTo>
                <a:close/>
              </a:path>
              <a:path w="235585" h="264159">
                <a:moveTo>
                  <a:pt x="45420" y="224789"/>
                </a:moveTo>
                <a:lnTo>
                  <a:pt x="39509" y="223519"/>
                </a:lnTo>
                <a:lnTo>
                  <a:pt x="33834" y="219710"/>
                </a:lnTo>
                <a:lnTo>
                  <a:pt x="30805" y="214630"/>
                </a:lnTo>
                <a:lnTo>
                  <a:pt x="30246" y="208280"/>
                </a:lnTo>
                <a:lnTo>
                  <a:pt x="31978" y="200660"/>
                </a:lnTo>
                <a:lnTo>
                  <a:pt x="36215" y="189230"/>
                </a:lnTo>
                <a:lnTo>
                  <a:pt x="48920" y="151130"/>
                </a:lnTo>
                <a:lnTo>
                  <a:pt x="133070" y="151130"/>
                </a:lnTo>
                <a:lnTo>
                  <a:pt x="120234" y="157480"/>
                </a:lnTo>
                <a:lnTo>
                  <a:pt x="112890" y="161289"/>
                </a:lnTo>
                <a:lnTo>
                  <a:pt x="110998" y="161289"/>
                </a:lnTo>
                <a:lnTo>
                  <a:pt x="107238" y="163830"/>
                </a:lnTo>
                <a:lnTo>
                  <a:pt x="101600" y="163830"/>
                </a:lnTo>
                <a:lnTo>
                  <a:pt x="99720" y="165100"/>
                </a:lnTo>
                <a:lnTo>
                  <a:pt x="92189" y="180339"/>
                </a:lnTo>
                <a:lnTo>
                  <a:pt x="92286" y="191769"/>
                </a:lnTo>
                <a:lnTo>
                  <a:pt x="92415" y="196850"/>
                </a:lnTo>
                <a:lnTo>
                  <a:pt x="69608" y="196850"/>
                </a:lnTo>
                <a:lnTo>
                  <a:pt x="67729" y="203200"/>
                </a:lnTo>
                <a:lnTo>
                  <a:pt x="63969" y="207010"/>
                </a:lnTo>
                <a:lnTo>
                  <a:pt x="62090" y="212089"/>
                </a:lnTo>
                <a:lnTo>
                  <a:pt x="57236" y="219710"/>
                </a:lnTo>
                <a:lnTo>
                  <a:pt x="51504" y="223519"/>
                </a:lnTo>
                <a:lnTo>
                  <a:pt x="45420" y="224789"/>
                </a:lnTo>
                <a:close/>
              </a:path>
              <a:path w="235585" h="264159">
                <a:moveTo>
                  <a:pt x="210220" y="242569"/>
                </a:moveTo>
                <a:lnTo>
                  <a:pt x="188137" y="242569"/>
                </a:lnTo>
                <a:lnTo>
                  <a:pt x="188137" y="240030"/>
                </a:lnTo>
                <a:lnTo>
                  <a:pt x="190030" y="240030"/>
                </a:lnTo>
                <a:lnTo>
                  <a:pt x="190030" y="171450"/>
                </a:lnTo>
                <a:lnTo>
                  <a:pt x="186791" y="163830"/>
                </a:lnTo>
                <a:lnTo>
                  <a:pt x="182499" y="160019"/>
                </a:lnTo>
                <a:lnTo>
                  <a:pt x="203200" y="160019"/>
                </a:lnTo>
                <a:lnTo>
                  <a:pt x="205079" y="163830"/>
                </a:lnTo>
                <a:lnTo>
                  <a:pt x="210220" y="242569"/>
                </a:lnTo>
                <a:close/>
              </a:path>
              <a:path w="235585" h="264159">
                <a:moveTo>
                  <a:pt x="182499" y="184150"/>
                </a:moveTo>
                <a:lnTo>
                  <a:pt x="165569" y="179069"/>
                </a:lnTo>
                <a:lnTo>
                  <a:pt x="182499" y="179069"/>
                </a:lnTo>
                <a:lnTo>
                  <a:pt x="182499" y="184150"/>
                </a:lnTo>
                <a:close/>
              </a:path>
              <a:path w="235585" h="264159">
                <a:moveTo>
                  <a:pt x="95948" y="255269"/>
                </a:moveTo>
                <a:lnTo>
                  <a:pt x="90309" y="252730"/>
                </a:lnTo>
                <a:lnTo>
                  <a:pt x="84658" y="252730"/>
                </a:lnTo>
                <a:lnTo>
                  <a:pt x="69608" y="242569"/>
                </a:lnTo>
                <a:lnTo>
                  <a:pt x="71488" y="232410"/>
                </a:lnTo>
                <a:lnTo>
                  <a:pt x="73375" y="224789"/>
                </a:lnTo>
                <a:lnTo>
                  <a:pt x="73645" y="219710"/>
                </a:lnTo>
                <a:lnTo>
                  <a:pt x="73740" y="212089"/>
                </a:lnTo>
                <a:lnTo>
                  <a:pt x="73380" y="199389"/>
                </a:lnTo>
                <a:lnTo>
                  <a:pt x="71488" y="199389"/>
                </a:lnTo>
                <a:lnTo>
                  <a:pt x="69608" y="196850"/>
                </a:lnTo>
                <a:lnTo>
                  <a:pt x="92415" y="196850"/>
                </a:lnTo>
                <a:lnTo>
                  <a:pt x="92512" y="200660"/>
                </a:lnTo>
                <a:lnTo>
                  <a:pt x="93364" y="213360"/>
                </a:lnTo>
                <a:lnTo>
                  <a:pt x="94568" y="226060"/>
                </a:lnTo>
                <a:lnTo>
                  <a:pt x="95948" y="238760"/>
                </a:lnTo>
                <a:lnTo>
                  <a:pt x="95948" y="255269"/>
                </a:lnTo>
                <a:close/>
              </a:path>
              <a:path w="235585" h="264159">
                <a:moveTo>
                  <a:pt x="173088" y="214630"/>
                </a:moveTo>
                <a:lnTo>
                  <a:pt x="167449" y="208280"/>
                </a:lnTo>
                <a:lnTo>
                  <a:pt x="161798" y="204469"/>
                </a:lnTo>
                <a:lnTo>
                  <a:pt x="159918" y="204469"/>
                </a:lnTo>
                <a:lnTo>
                  <a:pt x="156159" y="200660"/>
                </a:lnTo>
                <a:lnTo>
                  <a:pt x="180854" y="200660"/>
                </a:lnTo>
                <a:lnTo>
                  <a:pt x="184378" y="207010"/>
                </a:lnTo>
                <a:lnTo>
                  <a:pt x="180619" y="208280"/>
                </a:lnTo>
                <a:lnTo>
                  <a:pt x="173088" y="214630"/>
                </a:lnTo>
                <a:close/>
              </a:path>
              <a:path w="235585" h="264159">
                <a:moveTo>
                  <a:pt x="206959" y="264160"/>
                </a:moveTo>
                <a:lnTo>
                  <a:pt x="201307" y="262889"/>
                </a:lnTo>
                <a:lnTo>
                  <a:pt x="195668" y="262889"/>
                </a:lnTo>
                <a:lnTo>
                  <a:pt x="191909" y="260350"/>
                </a:lnTo>
                <a:lnTo>
                  <a:pt x="185204" y="255269"/>
                </a:lnTo>
                <a:lnTo>
                  <a:pt x="179204" y="248919"/>
                </a:lnTo>
                <a:lnTo>
                  <a:pt x="173912" y="242569"/>
                </a:lnTo>
                <a:lnTo>
                  <a:pt x="169329" y="236219"/>
                </a:lnTo>
                <a:lnTo>
                  <a:pt x="167449" y="234950"/>
                </a:lnTo>
                <a:lnTo>
                  <a:pt x="167449" y="228600"/>
                </a:lnTo>
                <a:lnTo>
                  <a:pt x="173088" y="232410"/>
                </a:lnTo>
                <a:lnTo>
                  <a:pt x="180619" y="236219"/>
                </a:lnTo>
                <a:lnTo>
                  <a:pt x="188137" y="242569"/>
                </a:lnTo>
                <a:lnTo>
                  <a:pt x="210220" y="242569"/>
                </a:lnTo>
                <a:lnTo>
                  <a:pt x="210635" y="248919"/>
                </a:lnTo>
                <a:lnTo>
                  <a:pt x="210718" y="255269"/>
                </a:lnTo>
                <a:lnTo>
                  <a:pt x="206959" y="260350"/>
                </a:lnTo>
                <a:lnTo>
                  <a:pt x="206959" y="2641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931477" y="6450622"/>
            <a:ext cx="131035" cy="1977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014359" y="6385217"/>
            <a:ext cx="236769" cy="29737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351033" y="6466890"/>
            <a:ext cx="141664" cy="15610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171854" y="6431394"/>
            <a:ext cx="209530" cy="22401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87286" y="6381750"/>
            <a:ext cx="241935" cy="287020"/>
          </a:xfrm>
          <a:custGeom>
            <a:avLst/>
            <a:gdLst/>
            <a:ahLst/>
            <a:cxnLst/>
            <a:rect l="l" t="t" r="r" b="b"/>
            <a:pathLst>
              <a:path w="241934" h="287020">
                <a:moveTo>
                  <a:pt x="198069" y="81279"/>
                </a:moveTo>
                <a:lnTo>
                  <a:pt x="128270" y="81279"/>
                </a:lnTo>
                <a:lnTo>
                  <a:pt x="132054" y="77470"/>
                </a:lnTo>
                <a:lnTo>
                  <a:pt x="133934" y="71120"/>
                </a:lnTo>
                <a:lnTo>
                  <a:pt x="139592" y="54610"/>
                </a:lnTo>
                <a:lnTo>
                  <a:pt x="145249" y="39370"/>
                </a:lnTo>
                <a:lnTo>
                  <a:pt x="150907" y="25400"/>
                </a:lnTo>
                <a:lnTo>
                  <a:pt x="158457" y="5079"/>
                </a:lnTo>
                <a:lnTo>
                  <a:pt x="158457" y="0"/>
                </a:lnTo>
                <a:lnTo>
                  <a:pt x="173545" y="6350"/>
                </a:lnTo>
                <a:lnTo>
                  <a:pt x="177317" y="16510"/>
                </a:lnTo>
                <a:lnTo>
                  <a:pt x="171665" y="20320"/>
                </a:lnTo>
                <a:lnTo>
                  <a:pt x="162847" y="31750"/>
                </a:lnTo>
                <a:lnTo>
                  <a:pt x="157746" y="45720"/>
                </a:lnTo>
                <a:lnTo>
                  <a:pt x="154417" y="60960"/>
                </a:lnTo>
                <a:lnTo>
                  <a:pt x="150914" y="76200"/>
                </a:lnTo>
                <a:lnTo>
                  <a:pt x="199961" y="76200"/>
                </a:lnTo>
                <a:lnTo>
                  <a:pt x="199961" y="77470"/>
                </a:lnTo>
                <a:lnTo>
                  <a:pt x="198069" y="81279"/>
                </a:lnTo>
                <a:close/>
              </a:path>
              <a:path w="241934" h="287020">
                <a:moveTo>
                  <a:pt x="25469" y="226059"/>
                </a:moveTo>
                <a:lnTo>
                  <a:pt x="0" y="191770"/>
                </a:lnTo>
                <a:lnTo>
                  <a:pt x="0" y="190500"/>
                </a:lnTo>
                <a:lnTo>
                  <a:pt x="1892" y="187959"/>
                </a:lnTo>
                <a:lnTo>
                  <a:pt x="1892" y="186690"/>
                </a:lnTo>
                <a:lnTo>
                  <a:pt x="10645" y="173990"/>
                </a:lnTo>
                <a:lnTo>
                  <a:pt x="19575" y="161290"/>
                </a:lnTo>
                <a:lnTo>
                  <a:pt x="28150" y="147320"/>
                </a:lnTo>
                <a:lnTo>
                  <a:pt x="35839" y="134620"/>
                </a:lnTo>
                <a:lnTo>
                  <a:pt x="39762" y="127000"/>
                </a:lnTo>
                <a:lnTo>
                  <a:pt x="43153" y="119379"/>
                </a:lnTo>
                <a:lnTo>
                  <a:pt x="46188" y="110489"/>
                </a:lnTo>
                <a:lnTo>
                  <a:pt x="49047" y="102870"/>
                </a:lnTo>
                <a:lnTo>
                  <a:pt x="50939" y="100329"/>
                </a:lnTo>
                <a:lnTo>
                  <a:pt x="47167" y="99060"/>
                </a:lnTo>
                <a:lnTo>
                  <a:pt x="47167" y="95250"/>
                </a:lnTo>
                <a:lnTo>
                  <a:pt x="39679" y="85089"/>
                </a:lnTo>
                <a:lnTo>
                  <a:pt x="36788" y="76200"/>
                </a:lnTo>
                <a:lnTo>
                  <a:pt x="38141" y="66039"/>
                </a:lnTo>
                <a:lnTo>
                  <a:pt x="64344" y="30479"/>
                </a:lnTo>
                <a:lnTo>
                  <a:pt x="81675" y="22860"/>
                </a:lnTo>
                <a:lnTo>
                  <a:pt x="88896" y="22860"/>
                </a:lnTo>
                <a:lnTo>
                  <a:pt x="95055" y="25400"/>
                </a:lnTo>
                <a:lnTo>
                  <a:pt x="99974" y="29210"/>
                </a:lnTo>
                <a:lnTo>
                  <a:pt x="105638" y="36829"/>
                </a:lnTo>
                <a:lnTo>
                  <a:pt x="105638" y="40639"/>
                </a:lnTo>
                <a:lnTo>
                  <a:pt x="96202" y="44450"/>
                </a:lnTo>
                <a:lnTo>
                  <a:pt x="87571" y="48260"/>
                </a:lnTo>
                <a:lnTo>
                  <a:pt x="80881" y="53339"/>
                </a:lnTo>
                <a:lnTo>
                  <a:pt x="75251" y="59689"/>
                </a:lnTo>
                <a:lnTo>
                  <a:pt x="69799" y="67310"/>
                </a:lnTo>
                <a:lnTo>
                  <a:pt x="67906" y="72389"/>
                </a:lnTo>
                <a:lnTo>
                  <a:pt x="67906" y="77470"/>
                </a:lnTo>
                <a:lnTo>
                  <a:pt x="77342" y="83820"/>
                </a:lnTo>
                <a:lnTo>
                  <a:pt x="79235" y="87629"/>
                </a:lnTo>
                <a:lnTo>
                  <a:pt x="81114" y="88900"/>
                </a:lnTo>
                <a:lnTo>
                  <a:pt x="91343" y="101600"/>
                </a:lnTo>
                <a:lnTo>
                  <a:pt x="96443" y="111760"/>
                </a:lnTo>
                <a:lnTo>
                  <a:pt x="96238" y="123190"/>
                </a:lnTo>
                <a:lnTo>
                  <a:pt x="90550" y="135890"/>
                </a:lnTo>
                <a:lnTo>
                  <a:pt x="101866" y="140970"/>
                </a:lnTo>
                <a:lnTo>
                  <a:pt x="132676" y="140970"/>
                </a:lnTo>
                <a:lnTo>
                  <a:pt x="130162" y="143509"/>
                </a:lnTo>
                <a:lnTo>
                  <a:pt x="128270" y="143509"/>
                </a:lnTo>
                <a:lnTo>
                  <a:pt x="126390" y="144779"/>
                </a:lnTo>
                <a:lnTo>
                  <a:pt x="81114" y="144779"/>
                </a:lnTo>
                <a:lnTo>
                  <a:pt x="64134" y="173990"/>
                </a:lnTo>
                <a:lnTo>
                  <a:pt x="62255" y="175259"/>
                </a:lnTo>
                <a:lnTo>
                  <a:pt x="62255" y="179070"/>
                </a:lnTo>
                <a:lnTo>
                  <a:pt x="64134" y="182879"/>
                </a:lnTo>
                <a:lnTo>
                  <a:pt x="64134" y="186690"/>
                </a:lnTo>
                <a:lnTo>
                  <a:pt x="66027" y="191770"/>
                </a:lnTo>
                <a:lnTo>
                  <a:pt x="66027" y="195579"/>
                </a:lnTo>
                <a:lnTo>
                  <a:pt x="61573" y="219709"/>
                </a:lnTo>
                <a:lnTo>
                  <a:pt x="37731" y="219709"/>
                </a:lnTo>
                <a:lnTo>
                  <a:pt x="31245" y="224790"/>
                </a:lnTo>
                <a:lnTo>
                  <a:pt x="25469" y="226059"/>
                </a:lnTo>
                <a:close/>
              </a:path>
              <a:path w="241934" h="287020">
                <a:moveTo>
                  <a:pt x="199961" y="76200"/>
                </a:moveTo>
                <a:lnTo>
                  <a:pt x="150914" y="76200"/>
                </a:lnTo>
                <a:lnTo>
                  <a:pt x="158284" y="73660"/>
                </a:lnTo>
                <a:lnTo>
                  <a:pt x="173725" y="68579"/>
                </a:lnTo>
                <a:lnTo>
                  <a:pt x="181089" y="67310"/>
                </a:lnTo>
                <a:lnTo>
                  <a:pt x="184861" y="64770"/>
                </a:lnTo>
                <a:lnTo>
                  <a:pt x="190525" y="64770"/>
                </a:lnTo>
                <a:lnTo>
                  <a:pt x="192417" y="67310"/>
                </a:lnTo>
                <a:lnTo>
                  <a:pt x="196189" y="68579"/>
                </a:lnTo>
                <a:lnTo>
                  <a:pt x="199961" y="72389"/>
                </a:lnTo>
                <a:lnTo>
                  <a:pt x="199961" y="76200"/>
                </a:lnTo>
                <a:close/>
              </a:path>
              <a:path w="241934" h="287020">
                <a:moveTo>
                  <a:pt x="132676" y="140970"/>
                </a:moveTo>
                <a:lnTo>
                  <a:pt x="101866" y="140970"/>
                </a:lnTo>
                <a:lnTo>
                  <a:pt x="118846" y="130809"/>
                </a:lnTo>
                <a:lnTo>
                  <a:pt x="115484" y="121920"/>
                </a:lnTo>
                <a:lnTo>
                  <a:pt x="117428" y="114300"/>
                </a:lnTo>
                <a:lnTo>
                  <a:pt x="121495" y="106679"/>
                </a:lnTo>
                <a:lnTo>
                  <a:pt x="124498" y="99060"/>
                </a:lnTo>
                <a:lnTo>
                  <a:pt x="111302" y="99060"/>
                </a:lnTo>
                <a:lnTo>
                  <a:pt x="105638" y="96520"/>
                </a:lnTo>
                <a:lnTo>
                  <a:pt x="101866" y="95250"/>
                </a:lnTo>
                <a:lnTo>
                  <a:pt x="96202" y="91439"/>
                </a:lnTo>
                <a:lnTo>
                  <a:pt x="92430" y="87629"/>
                </a:lnTo>
                <a:lnTo>
                  <a:pt x="92430" y="85089"/>
                </a:lnTo>
                <a:lnTo>
                  <a:pt x="94322" y="85089"/>
                </a:lnTo>
                <a:lnTo>
                  <a:pt x="101104" y="83820"/>
                </a:lnTo>
                <a:lnTo>
                  <a:pt x="113952" y="82550"/>
                </a:lnTo>
                <a:lnTo>
                  <a:pt x="120726" y="81279"/>
                </a:lnTo>
                <a:lnTo>
                  <a:pt x="194297" y="81279"/>
                </a:lnTo>
                <a:lnTo>
                  <a:pt x="154686" y="92710"/>
                </a:lnTo>
                <a:lnTo>
                  <a:pt x="147142" y="92710"/>
                </a:lnTo>
                <a:lnTo>
                  <a:pt x="145249" y="95250"/>
                </a:lnTo>
                <a:lnTo>
                  <a:pt x="143370" y="100329"/>
                </a:lnTo>
                <a:lnTo>
                  <a:pt x="139598" y="107950"/>
                </a:lnTo>
                <a:lnTo>
                  <a:pt x="137706" y="113029"/>
                </a:lnTo>
                <a:lnTo>
                  <a:pt x="133934" y="120650"/>
                </a:lnTo>
                <a:lnTo>
                  <a:pt x="182963" y="120650"/>
                </a:lnTo>
                <a:lnTo>
                  <a:pt x="192417" y="123190"/>
                </a:lnTo>
                <a:lnTo>
                  <a:pt x="199961" y="124459"/>
                </a:lnTo>
                <a:lnTo>
                  <a:pt x="207505" y="128270"/>
                </a:lnTo>
                <a:lnTo>
                  <a:pt x="207505" y="132079"/>
                </a:lnTo>
                <a:lnTo>
                  <a:pt x="152793" y="132079"/>
                </a:lnTo>
                <a:lnTo>
                  <a:pt x="152793" y="135890"/>
                </a:lnTo>
                <a:lnTo>
                  <a:pt x="143370" y="135890"/>
                </a:lnTo>
                <a:lnTo>
                  <a:pt x="137706" y="138429"/>
                </a:lnTo>
                <a:lnTo>
                  <a:pt x="133934" y="139700"/>
                </a:lnTo>
                <a:lnTo>
                  <a:pt x="132676" y="140970"/>
                </a:lnTo>
                <a:close/>
              </a:path>
              <a:path w="241934" h="287020">
                <a:moveTo>
                  <a:pt x="182963" y="120650"/>
                </a:moveTo>
                <a:lnTo>
                  <a:pt x="133934" y="120650"/>
                </a:lnTo>
                <a:lnTo>
                  <a:pt x="149173" y="118110"/>
                </a:lnTo>
                <a:lnTo>
                  <a:pt x="163880" y="118110"/>
                </a:lnTo>
                <a:lnTo>
                  <a:pt x="178236" y="119379"/>
                </a:lnTo>
                <a:lnTo>
                  <a:pt x="182963" y="120650"/>
                </a:lnTo>
                <a:close/>
              </a:path>
              <a:path w="241934" h="287020">
                <a:moveTo>
                  <a:pt x="202476" y="167640"/>
                </a:moveTo>
                <a:lnTo>
                  <a:pt x="152793" y="167640"/>
                </a:lnTo>
                <a:lnTo>
                  <a:pt x="179209" y="140970"/>
                </a:lnTo>
                <a:lnTo>
                  <a:pt x="182981" y="135890"/>
                </a:lnTo>
                <a:lnTo>
                  <a:pt x="179209" y="132079"/>
                </a:lnTo>
                <a:lnTo>
                  <a:pt x="207505" y="132079"/>
                </a:lnTo>
                <a:lnTo>
                  <a:pt x="207575" y="139700"/>
                </a:lnTo>
                <a:lnTo>
                  <a:pt x="207855" y="144779"/>
                </a:lnTo>
                <a:lnTo>
                  <a:pt x="206086" y="149859"/>
                </a:lnTo>
                <a:lnTo>
                  <a:pt x="202197" y="154940"/>
                </a:lnTo>
                <a:lnTo>
                  <a:pt x="196189" y="158750"/>
                </a:lnTo>
                <a:lnTo>
                  <a:pt x="194297" y="158750"/>
                </a:lnTo>
                <a:lnTo>
                  <a:pt x="190525" y="162559"/>
                </a:lnTo>
                <a:lnTo>
                  <a:pt x="194297" y="163829"/>
                </a:lnTo>
                <a:lnTo>
                  <a:pt x="198069" y="163829"/>
                </a:lnTo>
                <a:lnTo>
                  <a:pt x="199961" y="166370"/>
                </a:lnTo>
                <a:lnTo>
                  <a:pt x="202476" y="167640"/>
                </a:lnTo>
                <a:close/>
              </a:path>
              <a:path w="241934" h="287020">
                <a:moveTo>
                  <a:pt x="208448" y="171450"/>
                </a:moveTo>
                <a:lnTo>
                  <a:pt x="128270" y="171450"/>
                </a:lnTo>
                <a:lnTo>
                  <a:pt x="135672" y="167640"/>
                </a:lnTo>
                <a:lnTo>
                  <a:pt x="140773" y="160020"/>
                </a:lnTo>
                <a:lnTo>
                  <a:pt x="143396" y="148590"/>
                </a:lnTo>
                <a:lnTo>
                  <a:pt x="143370" y="135890"/>
                </a:lnTo>
                <a:lnTo>
                  <a:pt x="152793" y="135890"/>
                </a:lnTo>
                <a:lnTo>
                  <a:pt x="152793" y="154940"/>
                </a:lnTo>
                <a:lnTo>
                  <a:pt x="149021" y="166370"/>
                </a:lnTo>
                <a:lnTo>
                  <a:pt x="150914" y="166370"/>
                </a:lnTo>
                <a:lnTo>
                  <a:pt x="150914" y="167640"/>
                </a:lnTo>
                <a:lnTo>
                  <a:pt x="202476" y="167640"/>
                </a:lnTo>
                <a:lnTo>
                  <a:pt x="207505" y="170179"/>
                </a:lnTo>
                <a:lnTo>
                  <a:pt x="208448" y="171450"/>
                </a:lnTo>
                <a:close/>
              </a:path>
              <a:path w="241934" h="287020">
                <a:moveTo>
                  <a:pt x="210019" y="180340"/>
                </a:moveTo>
                <a:lnTo>
                  <a:pt x="96202" y="180340"/>
                </a:lnTo>
                <a:lnTo>
                  <a:pt x="92257" y="171450"/>
                </a:lnTo>
                <a:lnTo>
                  <a:pt x="85067" y="153670"/>
                </a:lnTo>
                <a:lnTo>
                  <a:pt x="81114" y="144779"/>
                </a:lnTo>
                <a:lnTo>
                  <a:pt x="126390" y="144779"/>
                </a:lnTo>
                <a:lnTo>
                  <a:pt x="126390" y="151129"/>
                </a:lnTo>
                <a:lnTo>
                  <a:pt x="118846" y="151129"/>
                </a:lnTo>
                <a:lnTo>
                  <a:pt x="103758" y="156209"/>
                </a:lnTo>
                <a:lnTo>
                  <a:pt x="101866" y="158750"/>
                </a:lnTo>
                <a:lnTo>
                  <a:pt x="105638" y="163829"/>
                </a:lnTo>
                <a:lnTo>
                  <a:pt x="109410" y="175259"/>
                </a:lnTo>
                <a:lnTo>
                  <a:pt x="113182" y="176529"/>
                </a:lnTo>
                <a:lnTo>
                  <a:pt x="210962" y="176529"/>
                </a:lnTo>
                <a:lnTo>
                  <a:pt x="210019" y="180340"/>
                </a:lnTo>
                <a:close/>
              </a:path>
              <a:path w="241934" h="287020">
                <a:moveTo>
                  <a:pt x="210962" y="176529"/>
                </a:moveTo>
                <a:lnTo>
                  <a:pt x="113182" y="176529"/>
                </a:lnTo>
                <a:lnTo>
                  <a:pt x="122618" y="173990"/>
                </a:lnTo>
                <a:lnTo>
                  <a:pt x="118846" y="158750"/>
                </a:lnTo>
                <a:lnTo>
                  <a:pt x="118846" y="151129"/>
                </a:lnTo>
                <a:lnTo>
                  <a:pt x="126390" y="151129"/>
                </a:lnTo>
                <a:lnTo>
                  <a:pt x="126390" y="156209"/>
                </a:lnTo>
                <a:lnTo>
                  <a:pt x="128270" y="163829"/>
                </a:lnTo>
                <a:lnTo>
                  <a:pt x="128270" y="171450"/>
                </a:lnTo>
                <a:lnTo>
                  <a:pt x="208448" y="171450"/>
                </a:lnTo>
                <a:lnTo>
                  <a:pt x="211277" y="175259"/>
                </a:lnTo>
                <a:lnTo>
                  <a:pt x="210962" y="176529"/>
                </a:lnTo>
                <a:close/>
              </a:path>
              <a:path w="241934" h="287020">
                <a:moveTo>
                  <a:pt x="83007" y="214629"/>
                </a:moveTo>
                <a:lnTo>
                  <a:pt x="77342" y="207009"/>
                </a:lnTo>
                <a:lnTo>
                  <a:pt x="73011" y="200659"/>
                </a:lnTo>
                <a:lnTo>
                  <a:pt x="70977" y="194309"/>
                </a:lnTo>
                <a:lnTo>
                  <a:pt x="70710" y="187959"/>
                </a:lnTo>
                <a:lnTo>
                  <a:pt x="71678" y="180340"/>
                </a:lnTo>
                <a:lnTo>
                  <a:pt x="71678" y="179070"/>
                </a:lnTo>
                <a:lnTo>
                  <a:pt x="90550" y="179070"/>
                </a:lnTo>
                <a:lnTo>
                  <a:pt x="96202" y="180340"/>
                </a:lnTo>
                <a:lnTo>
                  <a:pt x="210019" y="180340"/>
                </a:lnTo>
                <a:lnTo>
                  <a:pt x="207505" y="190500"/>
                </a:lnTo>
                <a:lnTo>
                  <a:pt x="201841" y="191770"/>
                </a:lnTo>
                <a:lnTo>
                  <a:pt x="188645" y="191770"/>
                </a:lnTo>
                <a:lnTo>
                  <a:pt x="181089" y="194309"/>
                </a:lnTo>
                <a:lnTo>
                  <a:pt x="173545" y="194309"/>
                </a:lnTo>
                <a:lnTo>
                  <a:pt x="165558" y="196850"/>
                </a:lnTo>
                <a:lnTo>
                  <a:pt x="160441" y="201929"/>
                </a:lnTo>
                <a:lnTo>
                  <a:pt x="133934" y="201929"/>
                </a:lnTo>
                <a:lnTo>
                  <a:pt x="128270" y="203200"/>
                </a:lnTo>
                <a:lnTo>
                  <a:pt x="122618" y="203200"/>
                </a:lnTo>
                <a:lnTo>
                  <a:pt x="103758" y="209550"/>
                </a:lnTo>
                <a:lnTo>
                  <a:pt x="98094" y="210820"/>
                </a:lnTo>
                <a:lnTo>
                  <a:pt x="83007" y="214629"/>
                </a:lnTo>
                <a:close/>
              </a:path>
              <a:path w="241934" h="287020">
                <a:moveTo>
                  <a:pt x="204104" y="261620"/>
                </a:moveTo>
                <a:lnTo>
                  <a:pt x="177317" y="261620"/>
                </a:lnTo>
                <a:lnTo>
                  <a:pt x="166001" y="238759"/>
                </a:lnTo>
                <a:lnTo>
                  <a:pt x="162229" y="237490"/>
                </a:lnTo>
                <a:lnTo>
                  <a:pt x="160350" y="237490"/>
                </a:lnTo>
                <a:lnTo>
                  <a:pt x="144814" y="234950"/>
                </a:lnTo>
                <a:lnTo>
                  <a:pt x="136531" y="229870"/>
                </a:lnTo>
                <a:lnTo>
                  <a:pt x="133553" y="222250"/>
                </a:lnTo>
                <a:lnTo>
                  <a:pt x="133807" y="212090"/>
                </a:lnTo>
                <a:lnTo>
                  <a:pt x="133934" y="201929"/>
                </a:lnTo>
                <a:lnTo>
                  <a:pt x="160441" y="201929"/>
                </a:lnTo>
                <a:lnTo>
                  <a:pt x="159162" y="203200"/>
                </a:lnTo>
                <a:lnTo>
                  <a:pt x="155243" y="209550"/>
                </a:lnTo>
                <a:lnTo>
                  <a:pt x="154686" y="218440"/>
                </a:lnTo>
                <a:lnTo>
                  <a:pt x="241465" y="218440"/>
                </a:lnTo>
                <a:lnTo>
                  <a:pt x="237680" y="223520"/>
                </a:lnTo>
                <a:lnTo>
                  <a:pt x="203258" y="223520"/>
                </a:lnTo>
                <a:lnTo>
                  <a:pt x="192944" y="226059"/>
                </a:lnTo>
                <a:lnTo>
                  <a:pt x="182981" y="229870"/>
                </a:lnTo>
                <a:lnTo>
                  <a:pt x="188964" y="238759"/>
                </a:lnTo>
                <a:lnTo>
                  <a:pt x="195478" y="248920"/>
                </a:lnTo>
                <a:lnTo>
                  <a:pt x="202344" y="259079"/>
                </a:lnTo>
                <a:lnTo>
                  <a:pt x="204104" y="261620"/>
                </a:lnTo>
                <a:close/>
              </a:path>
              <a:path w="241934" h="287020">
                <a:moveTo>
                  <a:pt x="241465" y="218440"/>
                </a:moveTo>
                <a:lnTo>
                  <a:pt x="160350" y="218440"/>
                </a:lnTo>
                <a:lnTo>
                  <a:pt x="162229" y="215900"/>
                </a:lnTo>
                <a:lnTo>
                  <a:pt x="174994" y="210820"/>
                </a:lnTo>
                <a:lnTo>
                  <a:pt x="187934" y="207009"/>
                </a:lnTo>
                <a:lnTo>
                  <a:pt x="201227" y="204470"/>
                </a:lnTo>
                <a:lnTo>
                  <a:pt x="215049" y="203200"/>
                </a:lnTo>
                <a:lnTo>
                  <a:pt x="241465" y="212090"/>
                </a:lnTo>
                <a:lnTo>
                  <a:pt x="241465" y="218440"/>
                </a:lnTo>
                <a:close/>
              </a:path>
              <a:path w="241934" h="287020">
                <a:moveTo>
                  <a:pt x="49047" y="287020"/>
                </a:moveTo>
                <a:lnTo>
                  <a:pt x="38377" y="284479"/>
                </a:lnTo>
                <a:lnTo>
                  <a:pt x="31599" y="280670"/>
                </a:lnTo>
                <a:lnTo>
                  <a:pt x="28357" y="273050"/>
                </a:lnTo>
                <a:lnTo>
                  <a:pt x="28295" y="262890"/>
                </a:lnTo>
                <a:lnTo>
                  <a:pt x="30830" y="252729"/>
                </a:lnTo>
                <a:lnTo>
                  <a:pt x="33013" y="242570"/>
                </a:lnTo>
                <a:lnTo>
                  <a:pt x="35196" y="231140"/>
                </a:lnTo>
                <a:lnTo>
                  <a:pt x="37731" y="219709"/>
                </a:lnTo>
                <a:lnTo>
                  <a:pt x="61573" y="219709"/>
                </a:lnTo>
                <a:lnTo>
                  <a:pt x="57773" y="240029"/>
                </a:lnTo>
                <a:lnTo>
                  <a:pt x="54091" y="260350"/>
                </a:lnTo>
                <a:lnTo>
                  <a:pt x="50939" y="281940"/>
                </a:lnTo>
                <a:lnTo>
                  <a:pt x="49047" y="283209"/>
                </a:lnTo>
                <a:lnTo>
                  <a:pt x="49047" y="287020"/>
                </a:lnTo>
                <a:close/>
              </a:path>
              <a:path w="241934" h="287020">
                <a:moveTo>
                  <a:pt x="235800" y="229870"/>
                </a:moveTo>
                <a:lnTo>
                  <a:pt x="230136" y="229870"/>
                </a:lnTo>
                <a:lnTo>
                  <a:pt x="226364" y="227329"/>
                </a:lnTo>
                <a:lnTo>
                  <a:pt x="214280" y="223520"/>
                </a:lnTo>
                <a:lnTo>
                  <a:pt x="237680" y="223520"/>
                </a:lnTo>
                <a:lnTo>
                  <a:pt x="235800" y="229870"/>
                </a:lnTo>
                <a:close/>
              </a:path>
              <a:path w="241934" h="287020">
                <a:moveTo>
                  <a:pt x="209384" y="285750"/>
                </a:moveTo>
                <a:lnTo>
                  <a:pt x="198069" y="285750"/>
                </a:lnTo>
                <a:lnTo>
                  <a:pt x="159164" y="275590"/>
                </a:lnTo>
                <a:lnTo>
                  <a:pt x="141035" y="267970"/>
                </a:lnTo>
                <a:lnTo>
                  <a:pt x="124498" y="257809"/>
                </a:lnTo>
                <a:lnTo>
                  <a:pt x="119135" y="254000"/>
                </a:lnTo>
                <a:lnTo>
                  <a:pt x="109121" y="245109"/>
                </a:lnTo>
                <a:lnTo>
                  <a:pt x="103758" y="241300"/>
                </a:lnTo>
                <a:lnTo>
                  <a:pt x="99974" y="237490"/>
                </a:lnTo>
                <a:lnTo>
                  <a:pt x="99974" y="226059"/>
                </a:lnTo>
                <a:lnTo>
                  <a:pt x="109410" y="226059"/>
                </a:lnTo>
                <a:lnTo>
                  <a:pt x="113182" y="229870"/>
                </a:lnTo>
                <a:lnTo>
                  <a:pt x="115074" y="233679"/>
                </a:lnTo>
                <a:lnTo>
                  <a:pt x="128191" y="245109"/>
                </a:lnTo>
                <a:lnTo>
                  <a:pt x="142190" y="252729"/>
                </a:lnTo>
                <a:lnTo>
                  <a:pt x="157249" y="259079"/>
                </a:lnTo>
                <a:lnTo>
                  <a:pt x="173545" y="261620"/>
                </a:lnTo>
                <a:lnTo>
                  <a:pt x="204104" y="261620"/>
                </a:lnTo>
                <a:lnTo>
                  <a:pt x="209384" y="269240"/>
                </a:lnTo>
                <a:lnTo>
                  <a:pt x="211277" y="273050"/>
                </a:lnTo>
                <a:lnTo>
                  <a:pt x="211277" y="280670"/>
                </a:lnTo>
                <a:lnTo>
                  <a:pt x="209384" y="283209"/>
                </a:lnTo>
                <a:lnTo>
                  <a:pt x="209384" y="2857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53580" y="6606463"/>
            <a:ext cx="29209" cy="80645"/>
          </a:xfrm>
          <a:custGeom>
            <a:avLst/>
            <a:gdLst/>
            <a:ahLst/>
            <a:cxnLst/>
            <a:rect l="l" t="t" r="r" b="b"/>
            <a:pathLst>
              <a:path w="29209" h="80645">
                <a:moveTo>
                  <a:pt x="16878" y="80251"/>
                </a:moveTo>
                <a:lnTo>
                  <a:pt x="11252" y="76517"/>
                </a:lnTo>
                <a:lnTo>
                  <a:pt x="3759" y="72783"/>
                </a:lnTo>
                <a:lnTo>
                  <a:pt x="0" y="69049"/>
                </a:lnTo>
                <a:lnTo>
                  <a:pt x="116" y="64880"/>
                </a:lnTo>
                <a:lnTo>
                  <a:pt x="4219" y="49600"/>
                </a:lnTo>
                <a:lnTo>
                  <a:pt x="8439" y="33358"/>
                </a:lnTo>
                <a:lnTo>
                  <a:pt x="12658" y="16765"/>
                </a:lnTo>
                <a:lnTo>
                  <a:pt x="16878" y="0"/>
                </a:lnTo>
                <a:lnTo>
                  <a:pt x="23647" y="4251"/>
                </a:lnTo>
                <a:lnTo>
                  <a:pt x="27428" y="8856"/>
                </a:lnTo>
                <a:lnTo>
                  <a:pt x="28747" y="14164"/>
                </a:lnTo>
                <a:lnTo>
                  <a:pt x="28130" y="20523"/>
                </a:lnTo>
                <a:lnTo>
                  <a:pt x="24527" y="34843"/>
                </a:lnTo>
                <a:lnTo>
                  <a:pt x="21804" y="49687"/>
                </a:lnTo>
                <a:lnTo>
                  <a:pt x="19358" y="65316"/>
                </a:lnTo>
                <a:lnTo>
                  <a:pt x="16878" y="8025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916328" y="6468922"/>
            <a:ext cx="157970" cy="13956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501914" y="6445298"/>
            <a:ext cx="182330" cy="18338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86840">
              <a:lnSpc>
                <a:spcPct val="100000"/>
              </a:lnSpc>
              <a:spcBef>
                <a:spcPts val="95"/>
              </a:spcBef>
              <a:tabLst>
                <a:tab pos="11557635" algn="l"/>
              </a:tabLst>
            </a:pPr>
            <a:r>
              <a:rPr spc="-5" dirty="0"/>
              <a:t>1.2</a:t>
            </a:r>
            <a:r>
              <a:rPr spc="-80" dirty="0"/>
              <a:t> </a:t>
            </a:r>
            <a:r>
              <a:rPr dirty="0"/>
              <a:t>Java</a:t>
            </a:r>
            <a:r>
              <a:rPr dirty="0">
                <a:latin typeface="宋体"/>
                <a:cs typeface="宋体"/>
              </a:rPr>
              <a:t>的特</a:t>
            </a:r>
            <a:r>
              <a:rPr spc="-25" dirty="0">
                <a:latin typeface="宋体"/>
                <a:cs typeface="宋体"/>
              </a:rPr>
              <a:t>性	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2</a:t>
            </a:fld>
            <a:endParaRPr spc="-5" dirty="0"/>
          </a:p>
        </p:txBody>
      </p:sp>
      <p:sp>
        <p:nvSpPr>
          <p:cNvPr id="22" name="object 22"/>
          <p:cNvSpPr txBox="1"/>
          <p:nvPr/>
        </p:nvSpPr>
        <p:spPr>
          <a:xfrm>
            <a:off x="78739" y="1783714"/>
            <a:ext cx="9599930" cy="185864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41300" marR="3752850" indent="-241300">
              <a:lnSpc>
                <a:spcPct val="100400"/>
              </a:lnSpc>
              <a:spcBef>
                <a:spcPts val="75"/>
              </a:spcBef>
              <a:buFont typeface="Arial"/>
              <a:buChar char="•"/>
              <a:tabLst>
                <a:tab pos="241300" algn="l"/>
              </a:tabLst>
            </a:pPr>
            <a:r>
              <a:rPr sz="4000" dirty="0">
                <a:solidFill>
                  <a:srgbClr val="FF0000"/>
                </a:solidFill>
                <a:latin typeface="宋体"/>
                <a:cs typeface="宋体"/>
              </a:rPr>
              <a:t>什么是</a:t>
            </a:r>
            <a:r>
              <a:rPr sz="4000" spc="-5" dirty="0">
                <a:solidFill>
                  <a:srgbClr val="FF0000"/>
                </a:solidFill>
                <a:latin typeface="Georgia"/>
                <a:cs typeface="Georgia"/>
              </a:rPr>
              <a:t>Java</a:t>
            </a:r>
            <a:r>
              <a:rPr sz="4000" dirty="0">
                <a:solidFill>
                  <a:srgbClr val="FF0000"/>
                </a:solidFill>
                <a:latin typeface="宋体"/>
                <a:cs typeface="宋体"/>
              </a:rPr>
              <a:t>的跨平台性</a:t>
            </a:r>
            <a:r>
              <a:rPr sz="4000" spc="-5" dirty="0">
                <a:solidFill>
                  <a:srgbClr val="FF0000"/>
                </a:solidFill>
                <a:latin typeface="宋体"/>
                <a:cs typeface="宋体"/>
              </a:rPr>
              <a:t>？ </a:t>
            </a:r>
            <a:r>
              <a:rPr sz="4000" dirty="0">
                <a:solidFill>
                  <a:srgbClr val="FF0000"/>
                </a:solidFill>
                <a:latin typeface="宋体"/>
                <a:cs typeface="宋体"/>
              </a:rPr>
              <a:t>一次编</a:t>
            </a:r>
            <a:r>
              <a:rPr sz="4000" spc="-5" dirty="0">
                <a:solidFill>
                  <a:srgbClr val="FF0000"/>
                </a:solidFill>
                <a:latin typeface="宋体"/>
                <a:cs typeface="宋体"/>
              </a:rPr>
              <a:t>译</a:t>
            </a:r>
            <a:r>
              <a:rPr sz="4000" spc="-1040" dirty="0">
                <a:solidFill>
                  <a:srgbClr val="FF0000"/>
                </a:solidFill>
                <a:latin typeface="宋体"/>
                <a:cs typeface="宋体"/>
              </a:rPr>
              <a:t> </a:t>
            </a:r>
            <a:r>
              <a:rPr sz="4000" dirty="0">
                <a:solidFill>
                  <a:srgbClr val="FF0000"/>
                </a:solidFill>
                <a:latin typeface="宋体"/>
                <a:cs typeface="宋体"/>
              </a:rPr>
              <a:t>处处运</a:t>
            </a:r>
            <a:r>
              <a:rPr sz="4000" spc="-5" dirty="0">
                <a:solidFill>
                  <a:srgbClr val="FF0000"/>
                </a:solidFill>
                <a:latin typeface="宋体"/>
                <a:cs typeface="宋体"/>
              </a:rPr>
              <a:t>行</a:t>
            </a:r>
            <a:endParaRPr sz="4000">
              <a:latin typeface="宋体"/>
              <a:cs typeface="宋体"/>
            </a:endParaRPr>
          </a:p>
          <a:p>
            <a:pPr marL="469900">
              <a:lnSpc>
                <a:spcPct val="100000"/>
              </a:lnSpc>
              <a:spcBef>
                <a:spcPts val="20"/>
              </a:spcBef>
            </a:pPr>
            <a:r>
              <a:rPr sz="4000" dirty="0">
                <a:latin typeface="宋体"/>
                <a:cs typeface="宋体"/>
              </a:rPr>
              <a:t>通过对比</a:t>
            </a:r>
            <a:r>
              <a:rPr sz="4000" spc="-5" dirty="0">
                <a:latin typeface="Georgia"/>
                <a:cs typeface="Georgia"/>
              </a:rPr>
              <a:t>C++</a:t>
            </a:r>
            <a:r>
              <a:rPr sz="4000" dirty="0">
                <a:latin typeface="宋体"/>
                <a:cs typeface="宋体"/>
              </a:rPr>
              <a:t>和</a:t>
            </a:r>
            <a:r>
              <a:rPr sz="4000" spc="-5" dirty="0">
                <a:latin typeface="Georgia"/>
                <a:cs typeface="Georgia"/>
              </a:rPr>
              <a:t>Java</a:t>
            </a:r>
            <a:r>
              <a:rPr sz="4000" dirty="0">
                <a:latin typeface="宋体"/>
                <a:cs typeface="宋体"/>
              </a:rPr>
              <a:t>程序的编译过程解</a:t>
            </a:r>
            <a:r>
              <a:rPr sz="4000" spc="-5" dirty="0">
                <a:latin typeface="宋体"/>
                <a:cs typeface="宋体"/>
              </a:rPr>
              <a:t>释</a:t>
            </a:r>
            <a:endParaRPr sz="4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192523" y="964691"/>
            <a:ext cx="3617976" cy="6644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192523" y="1012189"/>
            <a:ext cx="3618229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1120">
              <a:lnSpc>
                <a:spcPct val="100000"/>
              </a:lnSpc>
              <a:spcBef>
                <a:spcPts val="105"/>
              </a:spcBef>
            </a:pPr>
            <a:r>
              <a:rPr sz="3200" spc="-10" dirty="0">
                <a:solidFill>
                  <a:srgbClr val="0000CC"/>
                </a:solidFill>
                <a:latin typeface="微软雅黑"/>
                <a:cs typeface="微软雅黑"/>
              </a:rPr>
              <a:t>Source </a:t>
            </a:r>
            <a:r>
              <a:rPr sz="3200" spc="-5" dirty="0">
                <a:solidFill>
                  <a:srgbClr val="0000CC"/>
                </a:solidFill>
                <a:latin typeface="微软雅黑"/>
                <a:cs typeface="微软雅黑"/>
              </a:rPr>
              <a:t>files</a:t>
            </a:r>
            <a:r>
              <a:rPr sz="3200" spc="-60" dirty="0">
                <a:solidFill>
                  <a:srgbClr val="0000CC"/>
                </a:solidFill>
                <a:latin typeface="微软雅黑"/>
                <a:cs typeface="微软雅黑"/>
              </a:rPr>
              <a:t> </a:t>
            </a:r>
            <a:r>
              <a:rPr sz="3200" spc="-15" dirty="0">
                <a:solidFill>
                  <a:srgbClr val="0000CC"/>
                </a:solidFill>
                <a:latin typeface="微软雅黑"/>
                <a:cs typeface="微软雅黑"/>
              </a:rPr>
              <a:t>(.java)</a:t>
            </a:r>
            <a:endParaRPr sz="3200">
              <a:latin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010275" y="1628775"/>
            <a:ext cx="171450" cy="576580"/>
          </a:xfrm>
          <a:custGeom>
            <a:avLst/>
            <a:gdLst/>
            <a:ahLst/>
            <a:cxnLst/>
            <a:rect l="l" t="t" r="r" b="b"/>
            <a:pathLst>
              <a:path w="171450" h="576580">
                <a:moveTo>
                  <a:pt x="114300" y="447675"/>
                </a:moveTo>
                <a:lnTo>
                  <a:pt x="57150" y="447675"/>
                </a:lnTo>
                <a:lnTo>
                  <a:pt x="57150" y="0"/>
                </a:lnTo>
                <a:lnTo>
                  <a:pt x="114300" y="0"/>
                </a:lnTo>
                <a:lnTo>
                  <a:pt x="114300" y="447675"/>
                </a:lnTo>
                <a:close/>
              </a:path>
              <a:path w="171450" h="576580">
                <a:moveTo>
                  <a:pt x="85725" y="576262"/>
                </a:moveTo>
                <a:lnTo>
                  <a:pt x="0" y="404812"/>
                </a:lnTo>
                <a:lnTo>
                  <a:pt x="57150" y="404812"/>
                </a:lnTo>
                <a:lnTo>
                  <a:pt x="57150" y="447675"/>
                </a:lnTo>
                <a:lnTo>
                  <a:pt x="150018" y="447675"/>
                </a:lnTo>
                <a:lnTo>
                  <a:pt x="85725" y="576262"/>
                </a:lnTo>
                <a:close/>
              </a:path>
              <a:path w="171450" h="576580">
                <a:moveTo>
                  <a:pt x="150018" y="447675"/>
                </a:moveTo>
                <a:lnTo>
                  <a:pt x="114300" y="447675"/>
                </a:lnTo>
                <a:lnTo>
                  <a:pt x="114300" y="404812"/>
                </a:lnTo>
                <a:lnTo>
                  <a:pt x="171450" y="404812"/>
                </a:lnTo>
                <a:lnTo>
                  <a:pt x="150018" y="447675"/>
                </a:lnTo>
                <a:close/>
              </a:path>
            </a:pathLst>
          </a:custGeom>
          <a:solidFill>
            <a:srgbClr val="967A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745735" y="2205227"/>
            <a:ext cx="2699004" cy="83667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745735" y="2305367"/>
            <a:ext cx="26993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6555">
              <a:lnSpc>
                <a:spcPct val="100000"/>
              </a:lnSpc>
              <a:spcBef>
                <a:spcPts val="100"/>
              </a:spcBef>
            </a:pPr>
            <a:r>
              <a:rPr sz="3600" spc="-15" dirty="0">
                <a:solidFill>
                  <a:srgbClr val="ED7A07"/>
                </a:solidFill>
                <a:latin typeface="微软雅黑"/>
                <a:cs typeface="微软雅黑"/>
              </a:rPr>
              <a:t>javac.exe</a:t>
            </a:r>
            <a:endParaRPr sz="3600">
              <a:latin typeface="微软雅黑"/>
              <a:cs typeface="微软雅黑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893820" y="3646932"/>
            <a:ext cx="4347972" cy="86410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893820" y="3794125"/>
            <a:ext cx="434848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05"/>
              </a:spcBef>
            </a:pPr>
            <a:r>
              <a:rPr sz="3200" spc="-10" dirty="0">
                <a:solidFill>
                  <a:srgbClr val="0000CC"/>
                </a:solidFill>
                <a:latin typeface="微软雅黑"/>
                <a:cs typeface="微软雅黑"/>
              </a:rPr>
              <a:t>Byte </a:t>
            </a:r>
            <a:r>
              <a:rPr sz="3200" spc="-5" dirty="0">
                <a:solidFill>
                  <a:srgbClr val="0000CC"/>
                </a:solidFill>
                <a:latin typeface="微软雅黑"/>
                <a:cs typeface="微软雅黑"/>
              </a:rPr>
              <a:t>code files</a:t>
            </a:r>
            <a:r>
              <a:rPr sz="3200" spc="-55" dirty="0">
                <a:solidFill>
                  <a:srgbClr val="0000CC"/>
                </a:solidFill>
                <a:latin typeface="微软雅黑"/>
                <a:cs typeface="微软雅黑"/>
              </a:rPr>
              <a:t> </a:t>
            </a:r>
            <a:r>
              <a:rPr sz="3200" spc="-5" dirty="0">
                <a:solidFill>
                  <a:srgbClr val="0000CC"/>
                </a:solidFill>
                <a:latin typeface="微软雅黑"/>
                <a:cs typeface="微软雅黑"/>
              </a:rPr>
              <a:t>(.class)</a:t>
            </a:r>
            <a:endParaRPr sz="3200">
              <a:latin typeface="微软雅黑"/>
              <a:cs typeface="微软雅黑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010275" y="3070225"/>
            <a:ext cx="171450" cy="576580"/>
          </a:xfrm>
          <a:custGeom>
            <a:avLst/>
            <a:gdLst/>
            <a:ahLst/>
            <a:cxnLst/>
            <a:rect l="l" t="t" r="r" b="b"/>
            <a:pathLst>
              <a:path w="171450" h="576579">
                <a:moveTo>
                  <a:pt x="114300" y="447675"/>
                </a:moveTo>
                <a:lnTo>
                  <a:pt x="57150" y="447675"/>
                </a:lnTo>
                <a:lnTo>
                  <a:pt x="57150" y="0"/>
                </a:lnTo>
                <a:lnTo>
                  <a:pt x="114300" y="0"/>
                </a:lnTo>
                <a:lnTo>
                  <a:pt x="114300" y="447675"/>
                </a:lnTo>
                <a:close/>
              </a:path>
              <a:path w="171450" h="576579">
                <a:moveTo>
                  <a:pt x="85725" y="576262"/>
                </a:moveTo>
                <a:lnTo>
                  <a:pt x="0" y="404812"/>
                </a:lnTo>
                <a:lnTo>
                  <a:pt x="57150" y="404812"/>
                </a:lnTo>
                <a:lnTo>
                  <a:pt x="57150" y="447675"/>
                </a:lnTo>
                <a:lnTo>
                  <a:pt x="150018" y="447675"/>
                </a:lnTo>
                <a:lnTo>
                  <a:pt x="85725" y="576262"/>
                </a:lnTo>
                <a:close/>
              </a:path>
              <a:path w="171450" h="576579">
                <a:moveTo>
                  <a:pt x="150018" y="447675"/>
                </a:moveTo>
                <a:lnTo>
                  <a:pt x="114300" y="447675"/>
                </a:lnTo>
                <a:lnTo>
                  <a:pt x="114300" y="404812"/>
                </a:lnTo>
                <a:lnTo>
                  <a:pt x="171450" y="404812"/>
                </a:lnTo>
                <a:lnTo>
                  <a:pt x="150018" y="447675"/>
                </a:lnTo>
                <a:close/>
              </a:path>
            </a:pathLst>
          </a:custGeom>
          <a:solidFill>
            <a:srgbClr val="967A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927350" y="4482871"/>
            <a:ext cx="1809114" cy="633095"/>
          </a:xfrm>
          <a:custGeom>
            <a:avLst/>
            <a:gdLst/>
            <a:ahLst/>
            <a:cxnLst/>
            <a:rect l="l" t="t" r="r" b="b"/>
            <a:pathLst>
              <a:path w="1809114" h="633095">
                <a:moveTo>
                  <a:pt x="171995" y="578424"/>
                </a:moveTo>
                <a:lnTo>
                  <a:pt x="154569" y="523992"/>
                </a:lnTo>
                <a:lnTo>
                  <a:pt x="1791512" y="0"/>
                </a:lnTo>
                <a:lnTo>
                  <a:pt x="1808937" y="54432"/>
                </a:lnTo>
                <a:lnTo>
                  <a:pt x="171995" y="578424"/>
                </a:lnTo>
                <a:close/>
              </a:path>
              <a:path w="1809114" h="633095">
                <a:moveTo>
                  <a:pt x="189420" y="632853"/>
                </a:moveTo>
                <a:lnTo>
                  <a:pt x="0" y="603478"/>
                </a:lnTo>
                <a:lnTo>
                  <a:pt x="137147" y="469569"/>
                </a:lnTo>
                <a:lnTo>
                  <a:pt x="154569" y="523992"/>
                </a:lnTo>
                <a:lnTo>
                  <a:pt x="113753" y="537057"/>
                </a:lnTo>
                <a:lnTo>
                  <a:pt x="131178" y="591489"/>
                </a:lnTo>
                <a:lnTo>
                  <a:pt x="176178" y="591489"/>
                </a:lnTo>
                <a:lnTo>
                  <a:pt x="189420" y="632853"/>
                </a:lnTo>
                <a:close/>
              </a:path>
              <a:path w="1809114" h="633095">
                <a:moveTo>
                  <a:pt x="131178" y="591489"/>
                </a:moveTo>
                <a:lnTo>
                  <a:pt x="113753" y="537057"/>
                </a:lnTo>
                <a:lnTo>
                  <a:pt x="154569" y="523992"/>
                </a:lnTo>
                <a:lnTo>
                  <a:pt x="171995" y="578424"/>
                </a:lnTo>
                <a:lnTo>
                  <a:pt x="131178" y="591489"/>
                </a:lnTo>
                <a:close/>
              </a:path>
              <a:path w="1809114" h="633095">
                <a:moveTo>
                  <a:pt x="176178" y="591489"/>
                </a:moveTo>
                <a:lnTo>
                  <a:pt x="131178" y="591489"/>
                </a:lnTo>
                <a:lnTo>
                  <a:pt x="171995" y="578424"/>
                </a:lnTo>
                <a:lnTo>
                  <a:pt x="176178" y="591489"/>
                </a:lnTo>
                <a:close/>
              </a:path>
            </a:pathLst>
          </a:custGeom>
          <a:solidFill>
            <a:srgbClr val="967A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693862" y="5397753"/>
            <a:ext cx="1529588" cy="83375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589405" y="5045075"/>
            <a:ext cx="198373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微软雅黑"/>
                <a:cs typeface="微软雅黑"/>
              </a:rPr>
              <a:t>J</a:t>
            </a:r>
            <a:r>
              <a:rPr sz="1800" spc="-5" dirty="0">
                <a:latin typeface="微软雅黑"/>
                <a:cs typeface="微软雅黑"/>
              </a:rPr>
              <a:t>VM </a:t>
            </a:r>
            <a:r>
              <a:rPr sz="1800" dirty="0">
                <a:latin typeface="微软雅黑"/>
                <a:cs typeface="微软雅黑"/>
              </a:rPr>
              <a:t>for</a:t>
            </a:r>
            <a:r>
              <a:rPr sz="1800" spc="-65" dirty="0">
                <a:latin typeface="微软雅黑"/>
                <a:cs typeface="微软雅黑"/>
              </a:rPr>
              <a:t> </a:t>
            </a:r>
            <a:r>
              <a:rPr sz="1800" spc="-5" dirty="0">
                <a:latin typeface="微软雅黑"/>
                <a:cs typeface="微软雅黑"/>
              </a:rPr>
              <a:t>Windows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289550" y="4510087"/>
            <a:ext cx="171450" cy="647700"/>
          </a:xfrm>
          <a:custGeom>
            <a:avLst/>
            <a:gdLst/>
            <a:ahLst/>
            <a:cxnLst/>
            <a:rect l="l" t="t" r="r" b="b"/>
            <a:pathLst>
              <a:path w="171450" h="647700">
                <a:moveTo>
                  <a:pt x="114300" y="519112"/>
                </a:moveTo>
                <a:lnTo>
                  <a:pt x="57150" y="519112"/>
                </a:lnTo>
                <a:lnTo>
                  <a:pt x="57150" y="0"/>
                </a:lnTo>
                <a:lnTo>
                  <a:pt x="114300" y="0"/>
                </a:lnTo>
                <a:lnTo>
                  <a:pt x="114300" y="519112"/>
                </a:lnTo>
                <a:close/>
              </a:path>
              <a:path w="171450" h="647700">
                <a:moveTo>
                  <a:pt x="85725" y="647700"/>
                </a:moveTo>
                <a:lnTo>
                  <a:pt x="0" y="476250"/>
                </a:lnTo>
                <a:lnTo>
                  <a:pt x="57150" y="476250"/>
                </a:lnTo>
                <a:lnTo>
                  <a:pt x="57150" y="519112"/>
                </a:lnTo>
                <a:lnTo>
                  <a:pt x="150018" y="519112"/>
                </a:lnTo>
                <a:lnTo>
                  <a:pt x="85725" y="647700"/>
                </a:lnTo>
                <a:close/>
              </a:path>
              <a:path w="171450" h="647700">
                <a:moveTo>
                  <a:pt x="150018" y="519112"/>
                </a:moveTo>
                <a:lnTo>
                  <a:pt x="114300" y="519112"/>
                </a:lnTo>
                <a:lnTo>
                  <a:pt x="114300" y="476250"/>
                </a:lnTo>
                <a:lnTo>
                  <a:pt x="171450" y="476250"/>
                </a:lnTo>
                <a:lnTo>
                  <a:pt x="150018" y="519112"/>
                </a:lnTo>
                <a:close/>
              </a:path>
            </a:pathLst>
          </a:custGeom>
          <a:solidFill>
            <a:srgbClr val="967A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590415" y="5112384"/>
            <a:ext cx="1682114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微软雅黑"/>
                <a:cs typeface="微软雅黑"/>
              </a:rPr>
              <a:t>JVM </a:t>
            </a:r>
            <a:r>
              <a:rPr sz="2000" spc="-5" dirty="0">
                <a:latin typeface="微软雅黑"/>
                <a:cs typeface="微软雅黑"/>
              </a:rPr>
              <a:t>for</a:t>
            </a:r>
            <a:r>
              <a:rPr sz="2000" spc="-90" dirty="0">
                <a:latin typeface="微软雅黑"/>
                <a:cs typeface="微软雅黑"/>
              </a:rPr>
              <a:t> </a:t>
            </a:r>
            <a:r>
              <a:rPr sz="2000" spc="-5" dirty="0">
                <a:latin typeface="微软雅黑"/>
                <a:cs typeface="微软雅黑"/>
              </a:rPr>
              <a:t>Linux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868176" y="5426989"/>
            <a:ext cx="1065771" cy="81785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809740" y="5419090"/>
            <a:ext cx="10420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solidFill>
                  <a:srgbClr val="967A2C"/>
                </a:solidFill>
                <a:latin typeface="微软雅黑"/>
                <a:cs typeface="微软雅黑"/>
              </a:rPr>
              <a:t>…</a:t>
            </a:r>
            <a:r>
              <a:rPr sz="3600" b="1" spc="-100" dirty="0">
                <a:solidFill>
                  <a:srgbClr val="967A2C"/>
                </a:solidFill>
                <a:latin typeface="微软雅黑"/>
                <a:cs typeface="微软雅黑"/>
              </a:rPr>
              <a:t> </a:t>
            </a:r>
            <a:r>
              <a:rPr sz="3600" b="1" dirty="0">
                <a:solidFill>
                  <a:srgbClr val="967A2C"/>
                </a:solidFill>
                <a:latin typeface="微软雅黑"/>
                <a:cs typeface="微软雅黑"/>
              </a:rPr>
              <a:t>…</a:t>
            </a:r>
            <a:endParaRPr sz="3600">
              <a:latin typeface="微软雅黑"/>
              <a:cs typeface="微软雅黑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695690" y="4906645"/>
            <a:ext cx="155956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微软雅黑"/>
                <a:cs typeface="微软雅黑"/>
              </a:rPr>
              <a:t>JVM </a:t>
            </a:r>
            <a:r>
              <a:rPr sz="2000" spc="-5" dirty="0">
                <a:latin typeface="微软雅黑"/>
                <a:cs typeface="微软雅黑"/>
              </a:rPr>
              <a:t>for</a:t>
            </a:r>
            <a:r>
              <a:rPr sz="2000" spc="-95" dirty="0">
                <a:latin typeface="微软雅黑"/>
                <a:cs typeface="微软雅黑"/>
              </a:rPr>
              <a:t> </a:t>
            </a:r>
            <a:r>
              <a:rPr sz="2000" dirty="0">
                <a:latin typeface="微软雅黑"/>
                <a:cs typeface="微软雅黑"/>
              </a:rPr>
              <a:t>Mac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919971" y="5230266"/>
            <a:ext cx="938060" cy="81119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377203" y="4482566"/>
            <a:ext cx="2128520" cy="564515"/>
          </a:xfrm>
          <a:custGeom>
            <a:avLst/>
            <a:gdLst/>
            <a:ahLst/>
            <a:cxnLst/>
            <a:rect l="l" t="t" r="r" b="b"/>
            <a:pathLst>
              <a:path w="2128520" h="564514">
                <a:moveTo>
                  <a:pt x="1954511" y="508475"/>
                </a:moveTo>
                <a:lnTo>
                  <a:pt x="0" y="55676"/>
                </a:lnTo>
                <a:lnTo>
                  <a:pt x="12903" y="0"/>
                </a:lnTo>
                <a:lnTo>
                  <a:pt x="1967411" y="452797"/>
                </a:lnTo>
                <a:lnTo>
                  <a:pt x="1954511" y="508475"/>
                </a:lnTo>
                <a:close/>
              </a:path>
              <a:path w="2128520" h="564514">
                <a:moveTo>
                  <a:pt x="2126559" y="518147"/>
                </a:moveTo>
                <a:lnTo>
                  <a:pt x="1996262" y="518147"/>
                </a:lnTo>
                <a:lnTo>
                  <a:pt x="2009165" y="462470"/>
                </a:lnTo>
                <a:lnTo>
                  <a:pt x="1967411" y="452797"/>
                </a:lnTo>
                <a:lnTo>
                  <a:pt x="1980311" y="397116"/>
                </a:lnTo>
                <a:lnTo>
                  <a:pt x="2126559" y="518147"/>
                </a:lnTo>
                <a:close/>
              </a:path>
              <a:path w="2128520" h="564514">
                <a:moveTo>
                  <a:pt x="1996262" y="518147"/>
                </a:moveTo>
                <a:lnTo>
                  <a:pt x="1954511" y="508475"/>
                </a:lnTo>
                <a:lnTo>
                  <a:pt x="1967411" y="452797"/>
                </a:lnTo>
                <a:lnTo>
                  <a:pt x="2009165" y="462470"/>
                </a:lnTo>
                <a:lnTo>
                  <a:pt x="1996262" y="518147"/>
                </a:lnTo>
                <a:close/>
              </a:path>
              <a:path w="2128520" h="564514">
                <a:moveTo>
                  <a:pt x="1941614" y="564146"/>
                </a:moveTo>
                <a:lnTo>
                  <a:pt x="1954511" y="508475"/>
                </a:lnTo>
                <a:lnTo>
                  <a:pt x="1996262" y="518147"/>
                </a:lnTo>
                <a:lnTo>
                  <a:pt x="2126559" y="518147"/>
                </a:lnTo>
                <a:lnTo>
                  <a:pt x="2127986" y="519328"/>
                </a:lnTo>
                <a:lnTo>
                  <a:pt x="1941614" y="564146"/>
                </a:lnTo>
                <a:close/>
              </a:path>
            </a:pathLst>
          </a:custGeom>
          <a:solidFill>
            <a:srgbClr val="967A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853564" y="1008379"/>
            <a:ext cx="16986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ED7A07"/>
                </a:solidFill>
                <a:latin typeface="微软雅黑"/>
                <a:cs typeface="微软雅黑"/>
              </a:rPr>
              <a:t>Write</a:t>
            </a:r>
            <a:r>
              <a:rPr sz="2400" b="1" spc="-80" dirty="0">
                <a:solidFill>
                  <a:srgbClr val="ED7A07"/>
                </a:solidFill>
                <a:latin typeface="微软雅黑"/>
                <a:cs typeface="微软雅黑"/>
              </a:rPr>
              <a:t> </a:t>
            </a:r>
            <a:r>
              <a:rPr sz="2400" b="1" spc="-5" dirty="0">
                <a:solidFill>
                  <a:srgbClr val="ED7A07"/>
                </a:solidFill>
                <a:latin typeface="微软雅黑"/>
                <a:cs typeface="微软雅黑"/>
              </a:rPr>
              <a:t>once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481262" y="1458912"/>
            <a:ext cx="171450" cy="254793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1102360" y="3959225"/>
            <a:ext cx="22110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ED7A07"/>
                </a:solidFill>
                <a:latin typeface="微软雅黑"/>
                <a:cs typeface="微软雅黑"/>
              </a:rPr>
              <a:t>Run</a:t>
            </a:r>
            <a:r>
              <a:rPr sz="2400" b="1" spc="-80" dirty="0">
                <a:solidFill>
                  <a:srgbClr val="ED7A07"/>
                </a:solidFill>
                <a:latin typeface="微软雅黑"/>
                <a:cs typeface="微软雅黑"/>
              </a:rPr>
              <a:t> </a:t>
            </a:r>
            <a:r>
              <a:rPr sz="2400" b="1" spc="-5" dirty="0">
                <a:solidFill>
                  <a:srgbClr val="ED7A07"/>
                </a:solidFill>
                <a:latin typeface="微软雅黑"/>
                <a:cs typeface="微软雅黑"/>
              </a:rPr>
              <a:t>anywhere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3</a:t>
            </a:fld>
            <a:endParaRPr spc="-5" dirty="0"/>
          </a:p>
        </p:txBody>
      </p:sp>
      <p:sp>
        <p:nvSpPr>
          <p:cNvPr id="23" name="object 23"/>
          <p:cNvSpPr txBox="1"/>
          <p:nvPr/>
        </p:nvSpPr>
        <p:spPr>
          <a:xfrm>
            <a:off x="1998979" y="176530"/>
            <a:ext cx="309435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5" dirty="0">
                <a:solidFill>
                  <a:srgbClr val="FF0000"/>
                </a:solidFill>
                <a:latin typeface="微软雅黑"/>
                <a:cs typeface="微软雅黑"/>
              </a:rPr>
              <a:t>JAVA</a:t>
            </a:r>
            <a:r>
              <a:rPr sz="2800" spc="-90" dirty="0">
                <a:solidFill>
                  <a:srgbClr val="FF0000"/>
                </a:solidFill>
                <a:latin typeface="微软雅黑"/>
                <a:cs typeface="微软雅黑"/>
              </a:rPr>
              <a:t> </a:t>
            </a:r>
            <a:r>
              <a:rPr sz="2800" dirty="0">
                <a:solidFill>
                  <a:srgbClr val="FF0000"/>
                </a:solidFill>
                <a:latin typeface="微软雅黑"/>
                <a:cs typeface="微软雅黑"/>
              </a:rPr>
              <a:t>应用编译过</a:t>
            </a:r>
            <a:r>
              <a:rPr sz="2800" spc="-5" dirty="0">
                <a:solidFill>
                  <a:srgbClr val="FF0000"/>
                </a:solidFill>
                <a:latin typeface="微软雅黑"/>
                <a:cs typeface="微软雅黑"/>
              </a:rPr>
              <a:t>程</a:t>
            </a:r>
            <a:endParaRPr sz="2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355591" y="863155"/>
            <a:ext cx="7513320" cy="0"/>
          </a:xfrm>
          <a:custGeom>
            <a:avLst/>
            <a:gdLst/>
            <a:ahLst/>
            <a:cxnLst/>
            <a:rect l="l" t="t" r="r" b="b"/>
            <a:pathLst>
              <a:path w="7513320">
                <a:moveTo>
                  <a:pt x="0" y="0"/>
                </a:moveTo>
                <a:lnTo>
                  <a:pt x="7513116" y="0"/>
                </a:lnTo>
              </a:path>
            </a:pathLst>
          </a:custGeom>
          <a:ln w="28575">
            <a:solidFill>
              <a:srgbClr val="A03E0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550085" y="863155"/>
            <a:ext cx="789305" cy="0"/>
          </a:xfrm>
          <a:custGeom>
            <a:avLst/>
            <a:gdLst/>
            <a:ahLst/>
            <a:cxnLst/>
            <a:rect l="l" t="t" r="r" b="b"/>
            <a:pathLst>
              <a:path w="789305">
                <a:moveTo>
                  <a:pt x="0" y="0"/>
                </a:moveTo>
                <a:lnTo>
                  <a:pt x="789254" y="0"/>
                </a:lnTo>
              </a:path>
            </a:pathLst>
          </a:custGeom>
          <a:ln w="28575">
            <a:solidFill>
              <a:srgbClr val="A03E0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163300" y="6187440"/>
            <a:ext cx="706120" cy="670560"/>
          </a:xfrm>
          <a:custGeom>
            <a:avLst/>
            <a:gdLst/>
            <a:ahLst/>
            <a:cxnLst/>
            <a:rect l="l" t="t" r="r" b="b"/>
            <a:pathLst>
              <a:path w="706120" h="670559">
                <a:moveTo>
                  <a:pt x="0" y="670560"/>
                </a:moveTo>
                <a:lnTo>
                  <a:pt x="705611" y="670560"/>
                </a:lnTo>
                <a:lnTo>
                  <a:pt x="705611" y="0"/>
                </a:lnTo>
                <a:lnTo>
                  <a:pt x="0" y="0"/>
                </a:lnTo>
                <a:lnTo>
                  <a:pt x="0" y="67056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149063" y="6181725"/>
            <a:ext cx="726440" cy="676275"/>
          </a:xfrm>
          <a:custGeom>
            <a:avLst/>
            <a:gdLst/>
            <a:ahLst/>
            <a:cxnLst/>
            <a:rect l="l" t="t" r="r" b="b"/>
            <a:pathLst>
              <a:path w="726440" h="676275">
                <a:moveTo>
                  <a:pt x="12700" y="676275"/>
                </a:moveTo>
                <a:lnTo>
                  <a:pt x="0" y="676275"/>
                </a:lnTo>
                <a:lnTo>
                  <a:pt x="0" y="0"/>
                </a:lnTo>
                <a:lnTo>
                  <a:pt x="725995" y="0"/>
                </a:lnTo>
                <a:lnTo>
                  <a:pt x="725995" y="6350"/>
                </a:lnTo>
                <a:lnTo>
                  <a:pt x="12700" y="6350"/>
                </a:lnTo>
                <a:lnTo>
                  <a:pt x="6350" y="12700"/>
                </a:lnTo>
                <a:lnTo>
                  <a:pt x="12700" y="12700"/>
                </a:lnTo>
                <a:lnTo>
                  <a:pt x="12700" y="669925"/>
                </a:lnTo>
                <a:lnTo>
                  <a:pt x="6350" y="669925"/>
                </a:lnTo>
                <a:lnTo>
                  <a:pt x="12700" y="676275"/>
                </a:lnTo>
                <a:close/>
              </a:path>
              <a:path w="726440" h="676275">
                <a:moveTo>
                  <a:pt x="12700" y="12700"/>
                </a:moveTo>
                <a:lnTo>
                  <a:pt x="6350" y="12700"/>
                </a:lnTo>
                <a:lnTo>
                  <a:pt x="12700" y="6350"/>
                </a:lnTo>
                <a:lnTo>
                  <a:pt x="12700" y="12700"/>
                </a:lnTo>
                <a:close/>
              </a:path>
              <a:path w="726440" h="676275">
                <a:moveTo>
                  <a:pt x="713295" y="12700"/>
                </a:moveTo>
                <a:lnTo>
                  <a:pt x="12700" y="12700"/>
                </a:lnTo>
                <a:lnTo>
                  <a:pt x="12700" y="6350"/>
                </a:lnTo>
                <a:lnTo>
                  <a:pt x="713295" y="6350"/>
                </a:lnTo>
                <a:lnTo>
                  <a:pt x="713295" y="12700"/>
                </a:lnTo>
                <a:close/>
              </a:path>
              <a:path w="726440" h="676275">
                <a:moveTo>
                  <a:pt x="713295" y="676275"/>
                </a:moveTo>
                <a:lnTo>
                  <a:pt x="713295" y="6350"/>
                </a:lnTo>
                <a:lnTo>
                  <a:pt x="719645" y="12700"/>
                </a:lnTo>
                <a:lnTo>
                  <a:pt x="725995" y="12700"/>
                </a:lnTo>
                <a:lnTo>
                  <a:pt x="725995" y="669925"/>
                </a:lnTo>
                <a:lnTo>
                  <a:pt x="719645" y="669925"/>
                </a:lnTo>
                <a:lnTo>
                  <a:pt x="713295" y="676275"/>
                </a:lnTo>
                <a:close/>
              </a:path>
              <a:path w="726440" h="676275">
                <a:moveTo>
                  <a:pt x="725995" y="12700"/>
                </a:moveTo>
                <a:lnTo>
                  <a:pt x="719645" y="12700"/>
                </a:lnTo>
                <a:lnTo>
                  <a:pt x="713295" y="6350"/>
                </a:lnTo>
                <a:lnTo>
                  <a:pt x="725995" y="6350"/>
                </a:lnTo>
                <a:lnTo>
                  <a:pt x="725995" y="12700"/>
                </a:lnTo>
                <a:close/>
              </a:path>
              <a:path w="726440" h="676275">
                <a:moveTo>
                  <a:pt x="12700" y="676275"/>
                </a:moveTo>
                <a:lnTo>
                  <a:pt x="6350" y="669925"/>
                </a:lnTo>
                <a:lnTo>
                  <a:pt x="12700" y="669925"/>
                </a:lnTo>
                <a:lnTo>
                  <a:pt x="12700" y="676275"/>
                </a:lnTo>
                <a:close/>
              </a:path>
              <a:path w="726440" h="676275">
                <a:moveTo>
                  <a:pt x="713295" y="676275"/>
                </a:moveTo>
                <a:lnTo>
                  <a:pt x="12700" y="676275"/>
                </a:lnTo>
                <a:lnTo>
                  <a:pt x="12700" y="669925"/>
                </a:lnTo>
                <a:lnTo>
                  <a:pt x="713295" y="669925"/>
                </a:lnTo>
                <a:lnTo>
                  <a:pt x="713295" y="676275"/>
                </a:lnTo>
                <a:close/>
              </a:path>
              <a:path w="726440" h="676275">
                <a:moveTo>
                  <a:pt x="725995" y="676275"/>
                </a:moveTo>
                <a:lnTo>
                  <a:pt x="713295" y="676275"/>
                </a:lnTo>
                <a:lnTo>
                  <a:pt x="719645" y="669925"/>
                </a:lnTo>
                <a:lnTo>
                  <a:pt x="725995" y="669925"/>
                </a:lnTo>
                <a:lnTo>
                  <a:pt x="725995" y="676275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18515" y="0"/>
            <a:ext cx="1049020" cy="873760"/>
          </a:xfrm>
          <a:custGeom>
            <a:avLst/>
            <a:gdLst/>
            <a:ahLst/>
            <a:cxnLst/>
            <a:rect l="l" t="t" r="r" b="b"/>
            <a:pathLst>
              <a:path w="1049020" h="873760">
                <a:moveTo>
                  <a:pt x="0" y="0"/>
                </a:moveTo>
                <a:lnTo>
                  <a:pt x="1048512" y="0"/>
                </a:lnTo>
                <a:lnTo>
                  <a:pt x="1048512" y="873252"/>
                </a:lnTo>
                <a:lnTo>
                  <a:pt x="0" y="873252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12280" y="0"/>
            <a:ext cx="1061720" cy="879475"/>
          </a:xfrm>
          <a:custGeom>
            <a:avLst/>
            <a:gdLst/>
            <a:ahLst/>
            <a:cxnLst/>
            <a:rect l="l" t="t" r="r" b="b"/>
            <a:pathLst>
              <a:path w="1061720" h="879475">
                <a:moveTo>
                  <a:pt x="1061440" y="879475"/>
                </a:moveTo>
                <a:lnTo>
                  <a:pt x="0" y="879475"/>
                </a:lnTo>
                <a:lnTo>
                  <a:pt x="0" y="0"/>
                </a:lnTo>
                <a:lnTo>
                  <a:pt x="12700" y="0"/>
                </a:lnTo>
                <a:lnTo>
                  <a:pt x="6350" y="6350"/>
                </a:lnTo>
                <a:lnTo>
                  <a:pt x="12700" y="6350"/>
                </a:lnTo>
                <a:lnTo>
                  <a:pt x="12700" y="866775"/>
                </a:lnTo>
                <a:lnTo>
                  <a:pt x="6350" y="866775"/>
                </a:lnTo>
                <a:lnTo>
                  <a:pt x="12700" y="873125"/>
                </a:lnTo>
                <a:lnTo>
                  <a:pt x="1061440" y="873125"/>
                </a:lnTo>
                <a:lnTo>
                  <a:pt x="1061440" y="879475"/>
                </a:lnTo>
                <a:close/>
              </a:path>
              <a:path w="1061720" h="879475">
                <a:moveTo>
                  <a:pt x="12700" y="6350"/>
                </a:moveTo>
                <a:lnTo>
                  <a:pt x="6350" y="6350"/>
                </a:lnTo>
                <a:lnTo>
                  <a:pt x="12700" y="0"/>
                </a:lnTo>
                <a:lnTo>
                  <a:pt x="12700" y="6350"/>
                </a:lnTo>
                <a:close/>
              </a:path>
              <a:path w="1061720" h="879475">
                <a:moveTo>
                  <a:pt x="1048740" y="6350"/>
                </a:moveTo>
                <a:lnTo>
                  <a:pt x="12700" y="6350"/>
                </a:lnTo>
                <a:lnTo>
                  <a:pt x="12700" y="0"/>
                </a:lnTo>
                <a:lnTo>
                  <a:pt x="1048740" y="0"/>
                </a:lnTo>
                <a:lnTo>
                  <a:pt x="1048740" y="6350"/>
                </a:lnTo>
                <a:close/>
              </a:path>
              <a:path w="1061720" h="879475">
                <a:moveTo>
                  <a:pt x="1048740" y="873125"/>
                </a:moveTo>
                <a:lnTo>
                  <a:pt x="1048740" y="0"/>
                </a:lnTo>
                <a:lnTo>
                  <a:pt x="1055090" y="6350"/>
                </a:lnTo>
                <a:lnTo>
                  <a:pt x="1061440" y="6350"/>
                </a:lnTo>
                <a:lnTo>
                  <a:pt x="1061440" y="866775"/>
                </a:lnTo>
                <a:lnTo>
                  <a:pt x="1055090" y="866775"/>
                </a:lnTo>
                <a:lnTo>
                  <a:pt x="1048740" y="873125"/>
                </a:lnTo>
                <a:close/>
              </a:path>
              <a:path w="1061720" h="879475">
                <a:moveTo>
                  <a:pt x="1061440" y="6350"/>
                </a:moveTo>
                <a:lnTo>
                  <a:pt x="1055090" y="6350"/>
                </a:lnTo>
                <a:lnTo>
                  <a:pt x="1048740" y="0"/>
                </a:lnTo>
                <a:lnTo>
                  <a:pt x="1061440" y="0"/>
                </a:lnTo>
                <a:lnTo>
                  <a:pt x="1061440" y="6350"/>
                </a:lnTo>
                <a:close/>
              </a:path>
              <a:path w="1061720" h="879475">
                <a:moveTo>
                  <a:pt x="12700" y="873125"/>
                </a:moveTo>
                <a:lnTo>
                  <a:pt x="6350" y="866775"/>
                </a:lnTo>
                <a:lnTo>
                  <a:pt x="12700" y="866775"/>
                </a:lnTo>
                <a:lnTo>
                  <a:pt x="12700" y="873125"/>
                </a:lnTo>
                <a:close/>
              </a:path>
              <a:path w="1061720" h="879475">
                <a:moveTo>
                  <a:pt x="1048740" y="873125"/>
                </a:moveTo>
                <a:lnTo>
                  <a:pt x="12700" y="873125"/>
                </a:lnTo>
                <a:lnTo>
                  <a:pt x="12700" y="866775"/>
                </a:lnTo>
                <a:lnTo>
                  <a:pt x="1048740" y="866775"/>
                </a:lnTo>
                <a:lnTo>
                  <a:pt x="1048740" y="873125"/>
                </a:lnTo>
                <a:close/>
              </a:path>
              <a:path w="1061720" h="879475">
                <a:moveTo>
                  <a:pt x="1061440" y="873125"/>
                </a:moveTo>
                <a:lnTo>
                  <a:pt x="1048740" y="873125"/>
                </a:lnTo>
                <a:lnTo>
                  <a:pt x="1055090" y="866775"/>
                </a:lnTo>
                <a:lnTo>
                  <a:pt x="1061440" y="866775"/>
                </a:lnTo>
                <a:lnTo>
                  <a:pt x="1061440" y="8731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18515" y="6187440"/>
            <a:ext cx="10845165" cy="670560"/>
          </a:xfrm>
          <a:custGeom>
            <a:avLst/>
            <a:gdLst/>
            <a:ahLst/>
            <a:cxnLst/>
            <a:rect l="l" t="t" r="r" b="b"/>
            <a:pathLst>
              <a:path w="10845165" h="670559">
                <a:moveTo>
                  <a:pt x="0" y="0"/>
                </a:moveTo>
                <a:lnTo>
                  <a:pt x="10844784" y="0"/>
                </a:lnTo>
                <a:lnTo>
                  <a:pt x="10844784" y="670560"/>
                </a:lnTo>
                <a:lnTo>
                  <a:pt x="0" y="670560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379219" y="0"/>
            <a:ext cx="166370" cy="875030"/>
          </a:xfrm>
          <a:custGeom>
            <a:avLst/>
            <a:gdLst/>
            <a:ahLst/>
            <a:cxnLst/>
            <a:rect l="l" t="t" r="r" b="b"/>
            <a:pathLst>
              <a:path w="166369" h="875030">
                <a:moveTo>
                  <a:pt x="0" y="0"/>
                </a:moveTo>
                <a:lnTo>
                  <a:pt x="166115" y="0"/>
                </a:lnTo>
                <a:lnTo>
                  <a:pt x="166115" y="874776"/>
                </a:lnTo>
                <a:lnTo>
                  <a:pt x="0" y="874776"/>
                </a:lnTo>
                <a:lnTo>
                  <a:pt x="0" y="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372552" y="0"/>
            <a:ext cx="180340" cy="879475"/>
          </a:xfrm>
          <a:custGeom>
            <a:avLst/>
            <a:gdLst/>
            <a:ahLst/>
            <a:cxnLst/>
            <a:rect l="l" t="t" r="r" b="b"/>
            <a:pathLst>
              <a:path w="180340" h="879475">
                <a:moveTo>
                  <a:pt x="179781" y="879475"/>
                </a:moveTo>
                <a:lnTo>
                  <a:pt x="0" y="879475"/>
                </a:lnTo>
                <a:lnTo>
                  <a:pt x="0" y="0"/>
                </a:lnTo>
                <a:lnTo>
                  <a:pt x="11087" y="0"/>
                </a:lnTo>
                <a:lnTo>
                  <a:pt x="6350" y="4737"/>
                </a:lnTo>
                <a:lnTo>
                  <a:pt x="12700" y="4737"/>
                </a:lnTo>
                <a:lnTo>
                  <a:pt x="12700" y="866775"/>
                </a:lnTo>
                <a:lnTo>
                  <a:pt x="6350" y="866775"/>
                </a:lnTo>
                <a:lnTo>
                  <a:pt x="12700" y="873125"/>
                </a:lnTo>
                <a:lnTo>
                  <a:pt x="179781" y="873125"/>
                </a:lnTo>
                <a:lnTo>
                  <a:pt x="179781" y="879475"/>
                </a:lnTo>
                <a:close/>
              </a:path>
              <a:path w="180340" h="879475">
                <a:moveTo>
                  <a:pt x="12700" y="4737"/>
                </a:moveTo>
                <a:lnTo>
                  <a:pt x="6350" y="4737"/>
                </a:lnTo>
                <a:lnTo>
                  <a:pt x="11087" y="0"/>
                </a:lnTo>
                <a:lnTo>
                  <a:pt x="12700" y="0"/>
                </a:lnTo>
                <a:lnTo>
                  <a:pt x="12700" y="4737"/>
                </a:lnTo>
                <a:close/>
              </a:path>
              <a:path w="180340" h="879475">
                <a:moveTo>
                  <a:pt x="167081" y="4737"/>
                </a:moveTo>
                <a:lnTo>
                  <a:pt x="12700" y="4737"/>
                </a:lnTo>
                <a:lnTo>
                  <a:pt x="12700" y="0"/>
                </a:lnTo>
                <a:lnTo>
                  <a:pt x="167081" y="0"/>
                </a:lnTo>
                <a:lnTo>
                  <a:pt x="167081" y="4737"/>
                </a:lnTo>
                <a:close/>
              </a:path>
              <a:path w="180340" h="879475">
                <a:moveTo>
                  <a:pt x="167081" y="873125"/>
                </a:moveTo>
                <a:lnTo>
                  <a:pt x="167081" y="0"/>
                </a:lnTo>
                <a:lnTo>
                  <a:pt x="168694" y="0"/>
                </a:lnTo>
                <a:lnTo>
                  <a:pt x="173431" y="4737"/>
                </a:lnTo>
                <a:lnTo>
                  <a:pt x="179781" y="4737"/>
                </a:lnTo>
                <a:lnTo>
                  <a:pt x="179781" y="866775"/>
                </a:lnTo>
                <a:lnTo>
                  <a:pt x="173431" y="866775"/>
                </a:lnTo>
                <a:lnTo>
                  <a:pt x="167081" y="873125"/>
                </a:lnTo>
                <a:close/>
              </a:path>
              <a:path w="180340" h="879475">
                <a:moveTo>
                  <a:pt x="179781" y="4737"/>
                </a:moveTo>
                <a:lnTo>
                  <a:pt x="173431" y="4737"/>
                </a:lnTo>
                <a:lnTo>
                  <a:pt x="168694" y="0"/>
                </a:lnTo>
                <a:lnTo>
                  <a:pt x="179781" y="0"/>
                </a:lnTo>
                <a:lnTo>
                  <a:pt x="179781" y="4737"/>
                </a:lnTo>
                <a:close/>
              </a:path>
              <a:path w="180340" h="879475">
                <a:moveTo>
                  <a:pt x="12700" y="873125"/>
                </a:moveTo>
                <a:lnTo>
                  <a:pt x="6350" y="866775"/>
                </a:lnTo>
                <a:lnTo>
                  <a:pt x="12700" y="866775"/>
                </a:lnTo>
                <a:lnTo>
                  <a:pt x="12700" y="873125"/>
                </a:lnTo>
                <a:close/>
              </a:path>
              <a:path w="180340" h="879475">
                <a:moveTo>
                  <a:pt x="167081" y="873125"/>
                </a:moveTo>
                <a:lnTo>
                  <a:pt x="12700" y="873125"/>
                </a:lnTo>
                <a:lnTo>
                  <a:pt x="12700" y="866775"/>
                </a:lnTo>
                <a:lnTo>
                  <a:pt x="167081" y="866775"/>
                </a:lnTo>
                <a:lnTo>
                  <a:pt x="167081" y="873125"/>
                </a:lnTo>
                <a:close/>
              </a:path>
              <a:path w="180340" h="879475">
                <a:moveTo>
                  <a:pt x="179781" y="873125"/>
                </a:moveTo>
                <a:lnTo>
                  <a:pt x="167081" y="873125"/>
                </a:lnTo>
                <a:lnTo>
                  <a:pt x="173431" y="866775"/>
                </a:lnTo>
                <a:lnTo>
                  <a:pt x="179781" y="866775"/>
                </a:lnTo>
                <a:lnTo>
                  <a:pt x="179781" y="873125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9837419" y="347472"/>
            <a:ext cx="1969007" cy="4328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366469" y="0"/>
            <a:ext cx="0" cy="1061720"/>
          </a:xfrm>
          <a:custGeom>
            <a:avLst/>
            <a:gdLst/>
            <a:ahLst/>
            <a:cxnLst/>
            <a:rect l="l" t="t" r="r" b="b"/>
            <a:pathLst>
              <a:path h="1061720">
                <a:moveTo>
                  <a:pt x="0" y="0"/>
                </a:moveTo>
                <a:lnTo>
                  <a:pt x="0" y="1061593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1155413" y="6119786"/>
            <a:ext cx="0" cy="738505"/>
          </a:xfrm>
          <a:custGeom>
            <a:avLst/>
            <a:gdLst/>
            <a:ahLst/>
            <a:cxnLst/>
            <a:rect l="l" t="t" r="r" b="b"/>
            <a:pathLst>
              <a:path h="738504">
                <a:moveTo>
                  <a:pt x="0" y="0"/>
                </a:moveTo>
                <a:lnTo>
                  <a:pt x="0" y="738212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595765" y="6404203"/>
            <a:ext cx="235585" cy="264160"/>
          </a:xfrm>
          <a:custGeom>
            <a:avLst/>
            <a:gdLst/>
            <a:ahLst/>
            <a:cxnLst/>
            <a:rect l="l" t="t" r="r" b="b"/>
            <a:pathLst>
              <a:path w="235585" h="264159">
                <a:moveTo>
                  <a:pt x="114769" y="81279"/>
                </a:moveTo>
                <a:lnTo>
                  <a:pt x="112890" y="81279"/>
                </a:lnTo>
                <a:lnTo>
                  <a:pt x="107238" y="73660"/>
                </a:lnTo>
                <a:lnTo>
                  <a:pt x="118529" y="68579"/>
                </a:lnTo>
                <a:lnTo>
                  <a:pt x="126996" y="66039"/>
                </a:lnTo>
                <a:lnTo>
                  <a:pt x="135464" y="62229"/>
                </a:lnTo>
                <a:lnTo>
                  <a:pt x="143932" y="59689"/>
                </a:lnTo>
                <a:lnTo>
                  <a:pt x="152400" y="55879"/>
                </a:lnTo>
                <a:lnTo>
                  <a:pt x="156159" y="55879"/>
                </a:lnTo>
                <a:lnTo>
                  <a:pt x="158038" y="52070"/>
                </a:lnTo>
                <a:lnTo>
                  <a:pt x="159918" y="49529"/>
                </a:lnTo>
                <a:lnTo>
                  <a:pt x="162446" y="40639"/>
                </a:lnTo>
                <a:lnTo>
                  <a:pt x="166801" y="22860"/>
                </a:lnTo>
                <a:lnTo>
                  <a:pt x="169329" y="13970"/>
                </a:lnTo>
                <a:lnTo>
                  <a:pt x="169329" y="10160"/>
                </a:lnTo>
                <a:lnTo>
                  <a:pt x="176847" y="0"/>
                </a:lnTo>
                <a:lnTo>
                  <a:pt x="184378" y="0"/>
                </a:lnTo>
                <a:lnTo>
                  <a:pt x="184378" y="1270"/>
                </a:lnTo>
                <a:lnTo>
                  <a:pt x="186258" y="6350"/>
                </a:lnTo>
                <a:lnTo>
                  <a:pt x="186258" y="8889"/>
                </a:lnTo>
                <a:lnTo>
                  <a:pt x="179965" y="19050"/>
                </a:lnTo>
                <a:lnTo>
                  <a:pt x="176849" y="29210"/>
                </a:lnTo>
                <a:lnTo>
                  <a:pt x="175144" y="40639"/>
                </a:lnTo>
                <a:lnTo>
                  <a:pt x="173088" y="52070"/>
                </a:lnTo>
                <a:lnTo>
                  <a:pt x="181849" y="53339"/>
                </a:lnTo>
                <a:lnTo>
                  <a:pt x="202997" y="53339"/>
                </a:lnTo>
                <a:lnTo>
                  <a:pt x="208838" y="55879"/>
                </a:lnTo>
                <a:lnTo>
                  <a:pt x="203190" y="63500"/>
                </a:lnTo>
                <a:lnTo>
                  <a:pt x="191909" y="63500"/>
                </a:lnTo>
                <a:lnTo>
                  <a:pt x="179912" y="64770"/>
                </a:lnTo>
                <a:lnTo>
                  <a:pt x="156159" y="64770"/>
                </a:lnTo>
                <a:lnTo>
                  <a:pt x="146898" y="68579"/>
                </a:lnTo>
                <a:lnTo>
                  <a:pt x="138518" y="72389"/>
                </a:lnTo>
                <a:lnTo>
                  <a:pt x="122288" y="77470"/>
                </a:lnTo>
                <a:lnTo>
                  <a:pt x="114769" y="81279"/>
                </a:lnTo>
                <a:close/>
              </a:path>
              <a:path w="235585" h="264159">
                <a:moveTo>
                  <a:pt x="68727" y="60960"/>
                </a:moveTo>
                <a:lnTo>
                  <a:pt x="52679" y="60960"/>
                </a:lnTo>
                <a:lnTo>
                  <a:pt x="62057" y="55879"/>
                </a:lnTo>
                <a:lnTo>
                  <a:pt x="69848" y="48260"/>
                </a:lnTo>
                <a:lnTo>
                  <a:pt x="75169" y="40639"/>
                </a:lnTo>
                <a:lnTo>
                  <a:pt x="77139" y="29210"/>
                </a:lnTo>
                <a:lnTo>
                  <a:pt x="77139" y="24129"/>
                </a:lnTo>
                <a:lnTo>
                  <a:pt x="80899" y="16510"/>
                </a:lnTo>
                <a:lnTo>
                  <a:pt x="82778" y="10160"/>
                </a:lnTo>
                <a:lnTo>
                  <a:pt x="90309" y="5079"/>
                </a:lnTo>
                <a:lnTo>
                  <a:pt x="92189" y="5079"/>
                </a:lnTo>
                <a:lnTo>
                  <a:pt x="99098" y="7620"/>
                </a:lnTo>
                <a:lnTo>
                  <a:pt x="105122" y="12700"/>
                </a:lnTo>
                <a:lnTo>
                  <a:pt x="109382" y="19050"/>
                </a:lnTo>
                <a:lnTo>
                  <a:pt x="110998" y="27939"/>
                </a:lnTo>
                <a:lnTo>
                  <a:pt x="110998" y="33020"/>
                </a:lnTo>
                <a:lnTo>
                  <a:pt x="122288" y="40639"/>
                </a:lnTo>
                <a:lnTo>
                  <a:pt x="127939" y="45720"/>
                </a:lnTo>
                <a:lnTo>
                  <a:pt x="129819" y="52070"/>
                </a:lnTo>
                <a:lnTo>
                  <a:pt x="99720" y="52070"/>
                </a:lnTo>
                <a:lnTo>
                  <a:pt x="95948" y="53339"/>
                </a:lnTo>
                <a:lnTo>
                  <a:pt x="94773" y="59689"/>
                </a:lnTo>
                <a:lnTo>
                  <a:pt x="69608" y="59689"/>
                </a:lnTo>
                <a:lnTo>
                  <a:pt x="68727" y="60960"/>
                </a:lnTo>
                <a:close/>
              </a:path>
              <a:path w="235585" h="264159">
                <a:moveTo>
                  <a:pt x="43268" y="105410"/>
                </a:moveTo>
                <a:lnTo>
                  <a:pt x="37630" y="104139"/>
                </a:lnTo>
                <a:lnTo>
                  <a:pt x="31978" y="104139"/>
                </a:lnTo>
                <a:lnTo>
                  <a:pt x="26339" y="101600"/>
                </a:lnTo>
                <a:lnTo>
                  <a:pt x="20370" y="99060"/>
                </a:lnTo>
                <a:lnTo>
                  <a:pt x="16695" y="93979"/>
                </a:lnTo>
                <a:lnTo>
                  <a:pt x="15490" y="87629"/>
                </a:lnTo>
                <a:lnTo>
                  <a:pt x="16929" y="81279"/>
                </a:lnTo>
                <a:lnTo>
                  <a:pt x="18808" y="77470"/>
                </a:lnTo>
                <a:lnTo>
                  <a:pt x="18808" y="72389"/>
                </a:lnTo>
                <a:lnTo>
                  <a:pt x="48920" y="36829"/>
                </a:lnTo>
                <a:lnTo>
                  <a:pt x="50800" y="34289"/>
                </a:lnTo>
                <a:lnTo>
                  <a:pt x="56438" y="36829"/>
                </a:lnTo>
                <a:lnTo>
                  <a:pt x="60210" y="40639"/>
                </a:lnTo>
                <a:lnTo>
                  <a:pt x="63969" y="41910"/>
                </a:lnTo>
                <a:lnTo>
                  <a:pt x="60210" y="45720"/>
                </a:lnTo>
                <a:lnTo>
                  <a:pt x="58318" y="49529"/>
                </a:lnTo>
                <a:lnTo>
                  <a:pt x="54559" y="52070"/>
                </a:lnTo>
                <a:lnTo>
                  <a:pt x="54559" y="57150"/>
                </a:lnTo>
                <a:lnTo>
                  <a:pt x="52679" y="60960"/>
                </a:lnTo>
                <a:lnTo>
                  <a:pt x="68727" y="60960"/>
                </a:lnTo>
                <a:lnTo>
                  <a:pt x="62558" y="69850"/>
                </a:lnTo>
                <a:lnTo>
                  <a:pt x="55503" y="81279"/>
                </a:lnTo>
                <a:lnTo>
                  <a:pt x="41389" y="101600"/>
                </a:lnTo>
                <a:lnTo>
                  <a:pt x="41389" y="104139"/>
                </a:lnTo>
                <a:lnTo>
                  <a:pt x="43268" y="105410"/>
                </a:lnTo>
                <a:close/>
              </a:path>
              <a:path w="235585" h="264159">
                <a:moveTo>
                  <a:pt x="127939" y="63500"/>
                </a:moveTo>
                <a:lnTo>
                  <a:pt x="120408" y="60960"/>
                </a:lnTo>
                <a:lnTo>
                  <a:pt x="112890" y="57150"/>
                </a:lnTo>
                <a:lnTo>
                  <a:pt x="107238" y="55879"/>
                </a:lnTo>
                <a:lnTo>
                  <a:pt x="99720" y="52070"/>
                </a:lnTo>
                <a:lnTo>
                  <a:pt x="129819" y="52070"/>
                </a:lnTo>
                <a:lnTo>
                  <a:pt x="133578" y="59689"/>
                </a:lnTo>
                <a:lnTo>
                  <a:pt x="127939" y="63500"/>
                </a:lnTo>
                <a:close/>
              </a:path>
              <a:path w="235585" h="264159">
                <a:moveTo>
                  <a:pt x="202997" y="53339"/>
                </a:moveTo>
                <a:lnTo>
                  <a:pt x="181849" y="53339"/>
                </a:lnTo>
                <a:lnTo>
                  <a:pt x="190963" y="52070"/>
                </a:lnTo>
                <a:lnTo>
                  <a:pt x="200077" y="52070"/>
                </a:lnTo>
                <a:lnTo>
                  <a:pt x="202997" y="53339"/>
                </a:lnTo>
                <a:close/>
              </a:path>
              <a:path w="235585" h="264159">
                <a:moveTo>
                  <a:pt x="29165" y="160019"/>
                </a:moveTo>
                <a:lnTo>
                  <a:pt x="19288" y="156210"/>
                </a:lnTo>
                <a:lnTo>
                  <a:pt x="9410" y="151130"/>
                </a:lnTo>
                <a:lnTo>
                  <a:pt x="0" y="147319"/>
                </a:lnTo>
                <a:lnTo>
                  <a:pt x="0" y="140969"/>
                </a:lnTo>
                <a:lnTo>
                  <a:pt x="37395" y="120650"/>
                </a:lnTo>
                <a:lnTo>
                  <a:pt x="50948" y="111760"/>
                </a:lnTo>
                <a:lnTo>
                  <a:pt x="63969" y="104139"/>
                </a:lnTo>
                <a:lnTo>
                  <a:pt x="65849" y="101600"/>
                </a:lnTo>
                <a:lnTo>
                  <a:pt x="69608" y="100330"/>
                </a:lnTo>
                <a:lnTo>
                  <a:pt x="69608" y="96520"/>
                </a:lnTo>
                <a:lnTo>
                  <a:pt x="70695" y="87629"/>
                </a:lnTo>
                <a:lnTo>
                  <a:pt x="71253" y="78739"/>
                </a:lnTo>
                <a:lnTo>
                  <a:pt x="71370" y="73660"/>
                </a:lnTo>
                <a:lnTo>
                  <a:pt x="71488" y="59689"/>
                </a:lnTo>
                <a:lnTo>
                  <a:pt x="94773" y="59689"/>
                </a:lnTo>
                <a:lnTo>
                  <a:pt x="94068" y="63500"/>
                </a:lnTo>
                <a:lnTo>
                  <a:pt x="91484" y="78739"/>
                </a:lnTo>
                <a:lnTo>
                  <a:pt x="90309" y="93979"/>
                </a:lnTo>
                <a:lnTo>
                  <a:pt x="91954" y="107950"/>
                </a:lnTo>
                <a:lnTo>
                  <a:pt x="97828" y="123189"/>
                </a:lnTo>
                <a:lnTo>
                  <a:pt x="119782" y="123189"/>
                </a:lnTo>
                <a:lnTo>
                  <a:pt x="122288" y="128269"/>
                </a:lnTo>
                <a:lnTo>
                  <a:pt x="222008" y="128269"/>
                </a:lnTo>
                <a:lnTo>
                  <a:pt x="214477" y="132080"/>
                </a:lnTo>
                <a:lnTo>
                  <a:pt x="165569" y="132080"/>
                </a:lnTo>
                <a:lnTo>
                  <a:pt x="154274" y="139700"/>
                </a:lnTo>
                <a:lnTo>
                  <a:pt x="142989" y="144780"/>
                </a:lnTo>
                <a:lnTo>
                  <a:pt x="135637" y="149860"/>
                </a:lnTo>
                <a:lnTo>
                  <a:pt x="133070" y="151130"/>
                </a:lnTo>
                <a:lnTo>
                  <a:pt x="48920" y="151130"/>
                </a:lnTo>
                <a:lnTo>
                  <a:pt x="39042" y="158750"/>
                </a:lnTo>
                <a:lnTo>
                  <a:pt x="29165" y="160019"/>
                </a:lnTo>
                <a:close/>
              </a:path>
              <a:path w="235585" h="264159">
                <a:moveTo>
                  <a:pt x="201307" y="66039"/>
                </a:moveTo>
                <a:lnTo>
                  <a:pt x="193789" y="64770"/>
                </a:lnTo>
                <a:lnTo>
                  <a:pt x="193789" y="63500"/>
                </a:lnTo>
                <a:lnTo>
                  <a:pt x="203190" y="63500"/>
                </a:lnTo>
                <a:lnTo>
                  <a:pt x="201307" y="66039"/>
                </a:lnTo>
                <a:close/>
              </a:path>
              <a:path w="235585" h="264159">
                <a:moveTo>
                  <a:pt x="169117" y="87629"/>
                </a:moveTo>
                <a:lnTo>
                  <a:pt x="152400" y="87629"/>
                </a:lnTo>
                <a:lnTo>
                  <a:pt x="152400" y="81279"/>
                </a:lnTo>
                <a:lnTo>
                  <a:pt x="154279" y="73660"/>
                </a:lnTo>
                <a:lnTo>
                  <a:pt x="156159" y="64770"/>
                </a:lnTo>
                <a:lnTo>
                  <a:pt x="179912" y="64770"/>
                </a:lnTo>
                <a:lnTo>
                  <a:pt x="172151" y="69850"/>
                </a:lnTo>
                <a:lnTo>
                  <a:pt x="168624" y="78739"/>
                </a:lnTo>
                <a:lnTo>
                  <a:pt x="169117" y="87629"/>
                </a:lnTo>
                <a:close/>
              </a:path>
              <a:path w="235585" h="264159">
                <a:moveTo>
                  <a:pt x="222008" y="128269"/>
                </a:moveTo>
                <a:lnTo>
                  <a:pt x="122288" y="128269"/>
                </a:lnTo>
                <a:lnTo>
                  <a:pt x="142989" y="107950"/>
                </a:lnTo>
                <a:lnTo>
                  <a:pt x="141109" y="104139"/>
                </a:lnTo>
                <a:lnTo>
                  <a:pt x="141109" y="101600"/>
                </a:lnTo>
                <a:lnTo>
                  <a:pt x="139230" y="97789"/>
                </a:lnTo>
                <a:lnTo>
                  <a:pt x="133578" y="95250"/>
                </a:lnTo>
                <a:lnTo>
                  <a:pt x="133578" y="92710"/>
                </a:lnTo>
                <a:lnTo>
                  <a:pt x="135458" y="87629"/>
                </a:lnTo>
                <a:lnTo>
                  <a:pt x="141109" y="85089"/>
                </a:lnTo>
                <a:lnTo>
                  <a:pt x="146748" y="87629"/>
                </a:lnTo>
                <a:lnTo>
                  <a:pt x="169117" y="87629"/>
                </a:lnTo>
                <a:lnTo>
                  <a:pt x="169329" y="91439"/>
                </a:lnTo>
                <a:lnTo>
                  <a:pt x="171208" y="96520"/>
                </a:lnTo>
                <a:lnTo>
                  <a:pt x="174967" y="101600"/>
                </a:lnTo>
                <a:lnTo>
                  <a:pt x="178739" y="109219"/>
                </a:lnTo>
                <a:lnTo>
                  <a:pt x="225448" y="109219"/>
                </a:lnTo>
                <a:lnTo>
                  <a:pt x="231419" y="113030"/>
                </a:lnTo>
                <a:lnTo>
                  <a:pt x="235178" y="116839"/>
                </a:lnTo>
                <a:lnTo>
                  <a:pt x="235178" y="123189"/>
                </a:lnTo>
                <a:lnTo>
                  <a:pt x="229539" y="124460"/>
                </a:lnTo>
                <a:lnTo>
                  <a:pt x="222008" y="128269"/>
                </a:lnTo>
                <a:close/>
              </a:path>
              <a:path w="235585" h="264159">
                <a:moveTo>
                  <a:pt x="225448" y="109219"/>
                </a:moveTo>
                <a:lnTo>
                  <a:pt x="184703" y="109219"/>
                </a:lnTo>
                <a:lnTo>
                  <a:pt x="191200" y="107950"/>
                </a:lnTo>
                <a:lnTo>
                  <a:pt x="205079" y="105410"/>
                </a:lnTo>
                <a:lnTo>
                  <a:pt x="212100" y="105410"/>
                </a:lnTo>
                <a:lnTo>
                  <a:pt x="218949" y="106680"/>
                </a:lnTo>
                <a:lnTo>
                  <a:pt x="225448" y="109219"/>
                </a:lnTo>
                <a:close/>
              </a:path>
              <a:path w="235585" h="264159">
                <a:moveTo>
                  <a:pt x="119782" y="123189"/>
                </a:moveTo>
                <a:lnTo>
                  <a:pt x="97828" y="123189"/>
                </a:lnTo>
                <a:lnTo>
                  <a:pt x="105359" y="115569"/>
                </a:lnTo>
                <a:lnTo>
                  <a:pt x="109118" y="107950"/>
                </a:lnTo>
                <a:lnTo>
                  <a:pt x="118529" y="120650"/>
                </a:lnTo>
                <a:lnTo>
                  <a:pt x="119782" y="123189"/>
                </a:lnTo>
                <a:close/>
              </a:path>
              <a:path w="235585" h="264159">
                <a:moveTo>
                  <a:pt x="152400" y="223519"/>
                </a:moveTo>
                <a:lnTo>
                  <a:pt x="144226" y="219710"/>
                </a:lnTo>
                <a:lnTo>
                  <a:pt x="139225" y="214630"/>
                </a:lnTo>
                <a:lnTo>
                  <a:pt x="137046" y="208280"/>
                </a:lnTo>
                <a:lnTo>
                  <a:pt x="137337" y="200660"/>
                </a:lnTo>
                <a:lnTo>
                  <a:pt x="142281" y="182880"/>
                </a:lnTo>
                <a:lnTo>
                  <a:pt x="148634" y="166369"/>
                </a:lnTo>
                <a:lnTo>
                  <a:pt x="156397" y="148589"/>
                </a:lnTo>
                <a:lnTo>
                  <a:pt x="165569" y="132080"/>
                </a:lnTo>
                <a:lnTo>
                  <a:pt x="198051" y="132080"/>
                </a:lnTo>
                <a:lnTo>
                  <a:pt x="190730" y="135889"/>
                </a:lnTo>
                <a:lnTo>
                  <a:pt x="184468" y="140969"/>
                </a:lnTo>
                <a:lnTo>
                  <a:pt x="178739" y="147319"/>
                </a:lnTo>
                <a:lnTo>
                  <a:pt x="184378" y="148589"/>
                </a:lnTo>
                <a:lnTo>
                  <a:pt x="191909" y="148589"/>
                </a:lnTo>
                <a:lnTo>
                  <a:pt x="195668" y="152400"/>
                </a:lnTo>
                <a:lnTo>
                  <a:pt x="199428" y="154939"/>
                </a:lnTo>
                <a:lnTo>
                  <a:pt x="203200" y="160019"/>
                </a:lnTo>
                <a:lnTo>
                  <a:pt x="182499" y="160019"/>
                </a:lnTo>
                <a:lnTo>
                  <a:pt x="176796" y="161289"/>
                </a:lnTo>
                <a:lnTo>
                  <a:pt x="169329" y="167639"/>
                </a:lnTo>
                <a:lnTo>
                  <a:pt x="173088" y="172719"/>
                </a:lnTo>
                <a:lnTo>
                  <a:pt x="182499" y="172719"/>
                </a:lnTo>
                <a:lnTo>
                  <a:pt x="182499" y="179069"/>
                </a:lnTo>
                <a:lnTo>
                  <a:pt x="165569" y="179069"/>
                </a:lnTo>
                <a:lnTo>
                  <a:pt x="158038" y="186689"/>
                </a:lnTo>
                <a:lnTo>
                  <a:pt x="158038" y="187960"/>
                </a:lnTo>
                <a:lnTo>
                  <a:pt x="169329" y="191769"/>
                </a:lnTo>
                <a:lnTo>
                  <a:pt x="178739" y="196850"/>
                </a:lnTo>
                <a:lnTo>
                  <a:pt x="180854" y="200660"/>
                </a:lnTo>
                <a:lnTo>
                  <a:pt x="156159" y="200660"/>
                </a:lnTo>
                <a:lnTo>
                  <a:pt x="154279" y="208280"/>
                </a:lnTo>
                <a:lnTo>
                  <a:pt x="154279" y="215900"/>
                </a:lnTo>
                <a:lnTo>
                  <a:pt x="152400" y="223519"/>
                </a:lnTo>
                <a:close/>
              </a:path>
              <a:path w="235585" h="264159">
                <a:moveTo>
                  <a:pt x="45420" y="224789"/>
                </a:moveTo>
                <a:lnTo>
                  <a:pt x="39509" y="223519"/>
                </a:lnTo>
                <a:lnTo>
                  <a:pt x="33834" y="219710"/>
                </a:lnTo>
                <a:lnTo>
                  <a:pt x="30805" y="214630"/>
                </a:lnTo>
                <a:lnTo>
                  <a:pt x="30246" y="208280"/>
                </a:lnTo>
                <a:lnTo>
                  <a:pt x="31978" y="200660"/>
                </a:lnTo>
                <a:lnTo>
                  <a:pt x="36215" y="189230"/>
                </a:lnTo>
                <a:lnTo>
                  <a:pt x="48920" y="151130"/>
                </a:lnTo>
                <a:lnTo>
                  <a:pt x="133070" y="151130"/>
                </a:lnTo>
                <a:lnTo>
                  <a:pt x="120234" y="157480"/>
                </a:lnTo>
                <a:lnTo>
                  <a:pt x="112890" y="161289"/>
                </a:lnTo>
                <a:lnTo>
                  <a:pt x="110998" y="161289"/>
                </a:lnTo>
                <a:lnTo>
                  <a:pt x="107238" y="163830"/>
                </a:lnTo>
                <a:lnTo>
                  <a:pt x="101600" y="163830"/>
                </a:lnTo>
                <a:lnTo>
                  <a:pt x="99720" y="165100"/>
                </a:lnTo>
                <a:lnTo>
                  <a:pt x="92189" y="180339"/>
                </a:lnTo>
                <a:lnTo>
                  <a:pt x="92286" y="191769"/>
                </a:lnTo>
                <a:lnTo>
                  <a:pt x="92415" y="196850"/>
                </a:lnTo>
                <a:lnTo>
                  <a:pt x="69608" y="196850"/>
                </a:lnTo>
                <a:lnTo>
                  <a:pt x="67729" y="203200"/>
                </a:lnTo>
                <a:lnTo>
                  <a:pt x="63969" y="207010"/>
                </a:lnTo>
                <a:lnTo>
                  <a:pt x="62090" y="212089"/>
                </a:lnTo>
                <a:lnTo>
                  <a:pt x="57236" y="219710"/>
                </a:lnTo>
                <a:lnTo>
                  <a:pt x="51504" y="223519"/>
                </a:lnTo>
                <a:lnTo>
                  <a:pt x="45420" y="224789"/>
                </a:lnTo>
                <a:close/>
              </a:path>
              <a:path w="235585" h="264159">
                <a:moveTo>
                  <a:pt x="210220" y="242569"/>
                </a:moveTo>
                <a:lnTo>
                  <a:pt x="188137" y="242569"/>
                </a:lnTo>
                <a:lnTo>
                  <a:pt x="188137" y="240030"/>
                </a:lnTo>
                <a:lnTo>
                  <a:pt x="190030" y="240030"/>
                </a:lnTo>
                <a:lnTo>
                  <a:pt x="190030" y="171450"/>
                </a:lnTo>
                <a:lnTo>
                  <a:pt x="186791" y="163830"/>
                </a:lnTo>
                <a:lnTo>
                  <a:pt x="182499" y="160019"/>
                </a:lnTo>
                <a:lnTo>
                  <a:pt x="203200" y="160019"/>
                </a:lnTo>
                <a:lnTo>
                  <a:pt x="205079" y="163830"/>
                </a:lnTo>
                <a:lnTo>
                  <a:pt x="210220" y="242569"/>
                </a:lnTo>
                <a:close/>
              </a:path>
              <a:path w="235585" h="264159">
                <a:moveTo>
                  <a:pt x="182499" y="184150"/>
                </a:moveTo>
                <a:lnTo>
                  <a:pt x="165569" y="179069"/>
                </a:lnTo>
                <a:lnTo>
                  <a:pt x="182499" y="179069"/>
                </a:lnTo>
                <a:lnTo>
                  <a:pt x="182499" y="184150"/>
                </a:lnTo>
                <a:close/>
              </a:path>
              <a:path w="235585" h="264159">
                <a:moveTo>
                  <a:pt x="95948" y="255269"/>
                </a:moveTo>
                <a:lnTo>
                  <a:pt x="90309" y="252730"/>
                </a:lnTo>
                <a:lnTo>
                  <a:pt x="84658" y="252730"/>
                </a:lnTo>
                <a:lnTo>
                  <a:pt x="69608" y="242569"/>
                </a:lnTo>
                <a:lnTo>
                  <a:pt x="71488" y="232410"/>
                </a:lnTo>
                <a:lnTo>
                  <a:pt x="73375" y="224789"/>
                </a:lnTo>
                <a:lnTo>
                  <a:pt x="73645" y="219710"/>
                </a:lnTo>
                <a:lnTo>
                  <a:pt x="73740" y="212089"/>
                </a:lnTo>
                <a:lnTo>
                  <a:pt x="73380" y="199389"/>
                </a:lnTo>
                <a:lnTo>
                  <a:pt x="71488" y="199389"/>
                </a:lnTo>
                <a:lnTo>
                  <a:pt x="69608" y="196850"/>
                </a:lnTo>
                <a:lnTo>
                  <a:pt x="92415" y="196850"/>
                </a:lnTo>
                <a:lnTo>
                  <a:pt x="92512" y="200660"/>
                </a:lnTo>
                <a:lnTo>
                  <a:pt x="93364" y="213360"/>
                </a:lnTo>
                <a:lnTo>
                  <a:pt x="94568" y="226060"/>
                </a:lnTo>
                <a:lnTo>
                  <a:pt x="95948" y="238760"/>
                </a:lnTo>
                <a:lnTo>
                  <a:pt x="95948" y="255269"/>
                </a:lnTo>
                <a:close/>
              </a:path>
              <a:path w="235585" h="264159">
                <a:moveTo>
                  <a:pt x="173088" y="214630"/>
                </a:moveTo>
                <a:lnTo>
                  <a:pt x="167449" y="208280"/>
                </a:lnTo>
                <a:lnTo>
                  <a:pt x="161798" y="204469"/>
                </a:lnTo>
                <a:lnTo>
                  <a:pt x="159918" y="204469"/>
                </a:lnTo>
                <a:lnTo>
                  <a:pt x="156159" y="200660"/>
                </a:lnTo>
                <a:lnTo>
                  <a:pt x="180854" y="200660"/>
                </a:lnTo>
                <a:lnTo>
                  <a:pt x="184378" y="207010"/>
                </a:lnTo>
                <a:lnTo>
                  <a:pt x="180619" y="208280"/>
                </a:lnTo>
                <a:lnTo>
                  <a:pt x="173088" y="214630"/>
                </a:lnTo>
                <a:close/>
              </a:path>
              <a:path w="235585" h="264159">
                <a:moveTo>
                  <a:pt x="206959" y="264160"/>
                </a:moveTo>
                <a:lnTo>
                  <a:pt x="201307" y="262889"/>
                </a:lnTo>
                <a:lnTo>
                  <a:pt x="195668" y="262889"/>
                </a:lnTo>
                <a:lnTo>
                  <a:pt x="191909" y="260350"/>
                </a:lnTo>
                <a:lnTo>
                  <a:pt x="185204" y="255269"/>
                </a:lnTo>
                <a:lnTo>
                  <a:pt x="179204" y="248919"/>
                </a:lnTo>
                <a:lnTo>
                  <a:pt x="173912" y="242569"/>
                </a:lnTo>
                <a:lnTo>
                  <a:pt x="169329" y="236219"/>
                </a:lnTo>
                <a:lnTo>
                  <a:pt x="167449" y="234950"/>
                </a:lnTo>
                <a:lnTo>
                  <a:pt x="167449" y="228600"/>
                </a:lnTo>
                <a:lnTo>
                  <a:pt x="173088" y="232410"/>
                </a:lnTo>
                <a:lnTo>
                  <a:pt x="180619" y="236219"/>
                </a:lnTo>
                <a:lnTo>
                  <a:pt x="188137" y="242569"/>
                </a:lnTo>
                <a:lnTo>
                  <a:pt x="210220" y="242569"/>
                </a:lnTo>
                <a:lnTo>
                  <a:pt x="210635" y="248919"/>
                </a:lnTo>
                <a:lnTo>
                  <a:pt x="210718" y="255269"/>
                </a:lnTo>
                <a:lnTo>
                  <a:pt x="206959" y="260350"/>
                </a:lnTo>
                <a:lnTo>
                  <a:pt x="206959" y="2641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931477" y="6450622"/>
            <a:ext cx="131035" cy="1977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014359" y="6385217"/>
            <a:ext cx="236769" cy="29737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351033" y="6466890"/>
            <a:ext cx="141664" cy="15610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171854" y="6431394"/>
            <a:ext cx="209530" cy="22401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87286" y="6381750"/>
            <a:ext cx="241935" cy="287020"/>
          </a:xfrm>
          <a:custGeom>
            <a:avLst/>
            <a:gdLst/>
            <a:ahLst/>
            <a:cxnLst/>
            <a:rect l="l" t="t" r="r" b="b"/>
            <a:pathLst>
              <a:path w="241934" h="287020">
                <a:moveTo>
                  <a:pt x="198069" y="81279"/>
                </a:moveTo>
                <a:lnTo>
                  <a:pt x="128270" y="81279"/>
                </a:lnTo>
                <a:lnTo>
                  <a:pt x="132054" y="77470"/>
                </a:lnTo>
                <a:lnTo>
                  <a:pt x="133934" y="71120"/>
                </a:lnTo>
                <a:lnTo>
                  <a:pt x="139592" y="54610"/>
                </a:lnTo>
                <a:lnTo>
                  <a:pt x="145249" y="39370"/>
                </a:lnTo>
                <a:lnTo>
                  <a:pt x="150907" y="25400"/>
                </a:lnTo>
                <a:lnTo>
                  <a:pt x="158457" y="5079"/>
                </a:lnTo>
                <a:lnTo>
                  <a:pt x="158457" y="0"/>
                </a:lnTo>
                <a:lnTo>
                  <a:pt x="173545" y="6350"/>
                </a:lnTo>
                <a:lnTo>
                  <a:pt x="177317" y="16510"/>
                </a:lnTo>
                <a:lnTo>
                  <a:pt x="171665" y="20320"/>
                </a:lnTo>
                <a:lnTo>
                  <a:pt x="162847" y="31750"/>
                </a:lnTo>
                <a:lnTo>
                  <a:pt x="157746" y="45720"/>
                </a:lnTo>
                <a:lnTo>
                  <a:pt x="154417" y="60960"/>
                </a:lnTo>
                <a:lnTo>
                  <a:pt x="150914" y="76200"/>
                </a:lnTo>
                <a:lnTo>
                  <a:pt x="199961" y="76200"/>
                </a:lnTo>
                <a:lnTo>
                  <a:pt x="199961" y="77470"/>
                </a:lnTo>
                <a:lnTo>
                  <a:pt x="198069" y="81279"/>
                </a:lnTo>
                <a:close/>
              </a:path>
              <a:path w="241934" h="287020">
                <a:moveTo>
                  <a:pt x="25469" y="226059"/>
                </a:moveTo>
                <a:lnTo>
                  <a:pt x="0" y="191770"/>
                </a:lnTo>
                <a:lnTo>
                  <a:pt x="0" y="190500"/>
                </a:lnTo>
                <a:lnTo>
                  <a:pt x="1892" y="187959"/>
                </a:lnTo>
                <a:lnTo>
                  <a:pt x="1892" y="186690"/>
                </a:lnTo>
                <a:lnTo>
                  <a:pt x="10645" y="173990"/>
                </a:lnTo>
                <a:lnTo>
                  <a:pt x="19575" y="161290"/>
                </a:lnTo>
                <a:lnTo>
                  <a:pt x="28150" y="147320"/>
                </a:lnTo>
                <a:lnTo>
                  <a:pt x="35839" y="134620"/>
                </a:lnTo>
                <a:lnTo>
                  <a:pt x="39762" y="127000"/>
                </a:lnTo>
                <a:lnTo>
                  <a:pt x="43153" y="119379"/>
                </a:lnTo>
                <a:lnTo>
                  <a:pt x="46188" y="110489"/>
                </a:lnTo>
                <a:lnTo>
                  <a:pt x="49047" y="102870"/>
                </a:lnTo>
                <a:lnTo>
                  <a:pt x="50939" y="100329"/>
                </a:lnTo>
                <a:lnTo>
                  <a:pt x="47167" y="99060"/>
                </a:lnTo>
                <a:lnTo>
                  <a:pt x="47167" y="95250"/>
                </a:lnTo>
                <a:lnTo>
                  <a:pt x="39679" y="85089"/>
                </a:lnTo>
                <a:lnTo>
                  <a:pt x="36788" y="76200"/>
                </a:lnTo>
                <a:lnTo>
                  <a:pt x="38141" y="66039"/>
                </a:lnTo>
                <a:lnTo>
                  <a:pt x="64344" y="30479"/>
                </a:lnTo>
                <a:lnTo>
                  <a:pt x="81675" y="22860"/>
                </a:lnTo>
                <a:lnTo>
                  <a:pt x="88896" y="22860"/>
                </a:lnTo>
                <a:lnTo>
                  <a:pt x="95055" y="25400"/>
                </a:lnTo>
                <a:lnTo>
                  <a:pt x="99974" y="29210"/>
                </a:lnTo>
                <a:lnTo>
                  <a:pt x="105638" y="36829"/>
                </a:lnTo>
                <a:lnTo>
                  <a:pt x="105638" y="40639"/>
                </a:lnTo>
                <a:lnTo>
                  <a:pt x="96202" y="44450"/>
                </a:lnTo>
                <a:lnTo>
                  <a:pt x="87571" y="48260"/>
                </a:lnTo>
                <a:lnTo>
                  <a:pt x="80881" y="53339"/>
                </a:lnTo>
                <a:lnTo>
                  <a:pt x="75251" y="59689"/>
                </a:lnTo>
                <a:lnTo>
                  <a:pt x="69799" y="67310"/>
                </a:lnTo>
                <a:lnTo>
                  <a:pt x="67906" y="72389"/>
                </a:lnTo>
                <a:lnTo>
                  <a:pt x="67906" y="77470"/>
                </a:lnTo>
                <a:lnTo>
                  <a:pt x="77342" y="83820"/>
                </a:lnTo>
                <a:lnTo>
                  <a:pt x="79235" y="87629"/>
                </a:lnTo>
                <a:lnTo>
                  <a:pt x="81114" y="88900"/>
                </a:lnTo>
                <a:lnTo>
                  <a:pt x="91343" y="101600"/>
                </a:lnTo>
                <a:lnTo>
                  <a:pt x="96443" y="111760"/>
                </a:lnTo>
                <a:lnTo>
                  <a:pt x="96238" y="123190"/>
                </a:lnTo>
                <a:lnTo>
                  <a:pt x="90550" y="135890"/>
                </a:lnTo>
                <a:lnTo>
                  <a:pt x="101866" y="140970"/>
                </a:lnTo>
                <a:lnTo>
                  <a:pt x="132676" y="140970"/>
                </a:lnTo>
                <a:lnTo>
                  <a:pt x="130162" y="143509"/>
                </a:lnTo>
                <a:lnTo>
                  <a:pt x="128270" y="143509"/>
                </a:lnTo>
                <a:lnTo>
                  <a:pt x="126390" y="144779"/>
                </a:lnTo>
                <a:lnTo>
                  <a:pt x="81114" y="144779"/>
                </a:lnTo>
                <a:lnTo>
                  <a:pt x="64134" y="173990"/>
                </a:lnTo>
                <a:lnTo>
                  <a:pt x="62255" y="175259"/>
                </a:lnTo>
                <a:lnTo>
                  <a:pt x="62255" y="179070"/>
                </a:lnTo>
                <a:lnTo>
                  <a:pt x="64134" y="182879"/>
                </a:lnTo>
                <a:lnTo>
                  <a:pt x="64134" y="186690"/>
                </a:lnTo>
                <a:lnTo>
                  <a:pt x="66027" y="191770"/>
                </a:lnTo>
                <a:lnTo>
                  <a:pt x="66027" y="195579"/>
                </a:lnTo>
                <a:lnTo>
                  <a:pt x="61573" y="219709"/>
                </a:lnTo>
                <a:lnTo>
                  <a:pt x="37731" y="219709"/>
                </a:lnTo>
                <a:lnTo>
                  <a:pt x="31245" y="224790"/>
                </a:lnTo>
                <a:lnTo>
                  <a:pt x="25469" y="226059"/>
                </a:lnTo>
                <a:close/>
              </a:path>
              <a:path w="241934" h="287020">
                <a:moveTo>
                  <a:pt x="199961" y="76200"/>
                </a:moveTo>
                <a:lnTo>
                  <a:pt x="150914" y="76200"/>
                </a:lnTo>
                <a:lnTo>
                  <a:pt x="158284" y="73660"/>
                </a:lnTo>
                <a:lnTo>
                  <a:pt x="173725" y="68579"/>
                </a:lnTo>
                <a:lnTo>
                  <a:pt x="181089" y="67310"/>
                </a:lnTo>
                <a:lnTo>
                  <a:pt x="184861" y="64770"/>
                </a:lnTo>
                <a:lnTo>
                  <a:pt x="190525" y="64770"/>
                </a:lnTo>
                <a:lnTo>
                  <a:pt x="192417" y="67310"/>
                </a:lnTo>
                <a:lnTo>
                  <a:pt x="196189" y="68579"/>
                </a:lnTo>
                <a:lnTo>
                  <a:pt x="199961" y="72389"/>
                </a:lnTo>
                <a:lnTo>
                  <a:pt x="199961" y="76200"/>
                </a:lnTo>
                <a:close/>
              </a:path>
              <a:path w="241934" h="287020">
                <a:moveTo>
                  <a:pt x="132676" y="140970"/>
                </a:moveTo>
                <a:lnTo>
                  <a:pt x="101866" y="140970"/>
                </a:lnTo>
                <a:lnTo>
                  <a:pt x="118846" y="130809"/>
                </a:lnTo>
                <a:lnTo>
                  <a:pt x="115484" y="121920"/>
                </a:lnTo>
                <a:lnTo>
                  <a:pt x="117428" y="114300"/>
                </a:lnTo>
                <a:lnTo>
                  <a:pt x="121495" y="106679"/>
                </a:lnTo>
                <a:lnTo>
                  <a:pt x="124498" y="99060"/>
                </a:lnTo>
                <a:lnTo>
                  <a:pt x="111302" y="99060"/>
                </a:lnTo>
                <a:lnTo>
                  <a:pt x="105638" y="96520"/>
                </a:lnTo>
                <a:lnTo>
                  <a:pt x="101866" y="95250"/>
                </a:lnTo>
                <a:lnTo>
                  <a:pt x="96202" y="91439"/>
                </a:lnTo>
                <a:lnTo>
                  <a:pt x="92430" y="87629"/>
                </a:lnTo>
                <a:lnTo>
                  <a:pt x="92430" y="85089"/>
                </a:lnTo>
                <a:lnTo>
                  <a:pt x="94322" y="85089"/>
                </a:lnTo>
                <a:lnTo>
                  <a:pt x="101104" y="83820"/>
                </a:lnTo>
                <a:lnTo>
                  <a:pt x="113952" y="82550"/>
                </a:lnTo>
                <a:lnTo>
                  <a:pt x="120726" y="81279"/>
                </a:lnTo>
                <a:lnTo>
                  <a:pt x="194297" y="81279"/>
                </a:lnTo>
                <a:lnTo>
                  <a:pt x="154686" y="92710"/>
                </a:lnTo>
                <a:lnTo>
                  <a:pt x="147142" y="92710"/>
                </a:lnTo>
                <a:lnTo>
                  <a:pt x="145249" y="95250"/>
                </a:lnTo>
                <a:lnTo>
                  <a:pt x="143370" y="100329"/>
                </a:lnTo>
                <a:lnTo>
                  <a:pt x="139598" y="107950"/>
                </a:lnTo>
                <a:lnTo>
                  <a:pt x="137706" y="113029"/>
                </a:lnTo>
                <a:lnTo>
                  <a:pt x="133934" y="120650"/>
                </a:lnTo>
                <a:lnTo>
                  <a:pt x="182963" y="120650"/>
                </a:lnTo>
                <a:lnTo>
                  <a:pt x="192417" y="123190"/>
                </a:lnTo>
                <a:lnTo>
                  <a:pt x="199961" y="124459"/>
                </a:lnTo>
                <a:lnTo>
                  <a:pt x="207505" y="128270"/>
                </a:lnTo>
                <a:lnTo>
                  <a:pt x="207505" y="132079"/>
                </a:lnTo>
                <a:lnTo>
                  <a:pt x="152793" y="132079"/>
                </a:lnTo>
                <a:lnTo>
                  <a:pt x="152793" y="135890"/>
                </a:lnTo>
                <a:lnTo>
                  <a:pt x="143370" y="135890"/>
                </a:lnTo>
                <a:lnTo>
                  <a:pt x="137706" y="138429"/>
                </a:lnTo>
                <a:lnTo>
                  <a:pt x="133934" y="139700"/>
                </a:lnTo>
                <a:lnTo>
                  <a:pt x="132676" y="140970"/>
                </a:lnTo>
                <a:close/>
              </a:path>
              <a:path w="241934" h="287020">
                <a:moveTo>
                  <a:pt x="182963" y="120650"/>
                </a:moveTo>
                <a:lnTo>
                  <a:pt x="133934" y="120650"/>
                </a:lnTo>
                <a:lnTo>
                  <a:pt x="149173" y="118110"/>
                </a:lnTo>
                <a:lnTo>
                  <a:pt x="163880" y="118110"/>
                </a:lnTo>
                <a:lnTo>
                  <a:pt x="178236" y="119379"/>
                </a:lnTo>
                <a:lnTo>
                  <a:pt x="182963" y="120650"/>
                </a:lnTo>
                <a:close/>
              </a:path>
              <a:path w="241934" h="287020">
                <a:moveTo>
                  <a:pt x="202476" y="167640"/>
                </a:moveTo>
                <a:lnTo>
                  <a:pt x="152793" y="167640"/>
                </a:lnTo>
                <a:lnTo>
                  <a:pt x="179209" y="140970"/>
                </a:lnTo>
                <a:lnTo>
                  <a:pt x="182981" y="135890"/>
                </a:lnTo>
                <a:lnTo>
                  <a:pt x="179209" y="132079"/>
                </a:lnTo>
                <a:lnTo>
                  <a:pt x="207505" y="132079"/>
                </a:lnTo>
                <a:lnTo>
                  <a:pt x="207575" y="139700"/>
                </a:lnTo>
                <a:lnTo>
                  <a:pt x="207855" y="144779"/>
                </a:lnTo>
                <a:lnTo>
                  <a:pt x="206086" y="149859"/>
                </a:lnTo>
                <a:lnTo>
                  <a:pt x="202197" y="154940"/>
                </a:lnTo>
                <a:lnTo>
                  <a:pt x="196189" y="158750"/>
                </a:lnTo>
                <a:lnTo>
                  <a:pt x="194297" y="158750"/>
                </a:lnTo>
                <a:lnTo>
                  <a:pt x="190525" y="162559"/>
                </a:lnTo>
                <a:lnTo>
                  <a:pt x="194297" y="163829"/>
                </a:lnTo>
                <a:lnTo>
                  <a:pt x="198069" y="163829"/>
                </a:lnTo>
                <a:lnTo>
                  <a:pt x="199961" y="166370"/>
                </a:lnTo>
                <a:lnTo>
                  <a:pt x="202476" y="167640"/>
                </a:lnTo>
                <a:close/>
              </a:path>
              <a:path w="241934" h="287020">
                <a:moveTo>
                  <a:pt x="208448" y="171450"/>
                </a:moveTo>
                <a:lnTo>
                  <a:pt x="128270" y="171450"/>
                </a:lnTo>
                <a:lnTo>
                  <a:pt x="135672" y="167640"/>
                </a:lnTo>
                <a:lnTo>
                  <a:pt x="140773" y="160020"/>
                </a:lnTo>
                <a:lnTo>
                  <a:pt x="143396" y="148590"/>
                </a:lnTo>
                <a:lnTo>
                  <a:pt x="143370" y="135890"/>
                </a:lnTo>
                <a:lnTo>
                  <a:pt x="152793" y="135890"/>
                </a:lnTo>
                <a:lnTo>
                  <a:pt x="152793" y="154940"/>
                </a:lnTo>
                <a:lnTo>
                  <a:pt x="149021" y="166370"/>
                </a:lnTo>
                <a:lnTo>
                  <a:pt x="150914" y="166370"/>
                </a:lnTo>
                <a:lnTo>
                  <a:pt x="150914" y="167640"/>
                </a:lnTo>
                <a:lnTo>
                  <a:pt x="202476" y="167640"/>
                </a:lnTo>
                <a:lnTo>
                  <a:pt x="207505" y="170179"/>
                </a:lnTo>
                <a:lnTo>
                  <a:pt x="208448" y="171450"/>
                </a:lnTo>
                <a:close/>
              </a:path>
              <a:path w="241934" h="287020">
                <a:moveTo>
                  <a:pt x="210019" y="180340"/>
                </a:moveTo>
                <a:lnTo>
                  <a:pt x="96202" y="180340"/>
                </a:lnTo>
                <a:lnTo>
                  <a:pt x="92257" y="171450"/>
                </a:lnTo>
                <a:lnTo>
                  <a:pt x="85067" y="153670"/>
                </a:lnTo>
                <a:lnTo>
                  <a:pt x="81114" y="144779"/>
                </a:lnTo>
                <a:lnTo>
                  <a:pt x="126390" y="144779"/>
                </a:lnTo>
                <a:lnTo>
                  <a:pt x="126390" y="151129"/>
                </a:lnTo>
                <a:lnTo>
                  <a:pt x="118846" y="151129"/>
                </a:lnTo>
                <a:lnTo>
                  <a:pt x="103758" y="156209"/>
                </a:lnTo>
                <a:lnTo>
                  <a:pt x="101866" y="158750"/>
                </a:lnTo>
                <a:lnTo>
                  <a:pt x="105638" y="163829"/>
                </a:lnTo>
                <a:lnTo>
                  <a:pt x="109410" y="175259"/>
                </a:lnTo>
                <a:lnTo>
                  <a:pt x="113182" y="176529"/>
                </a:lnTo>
                <a:lnTo>
                  <a:pt x="210962" y="176529"/>
                </a:lnTo>
                <a:lnTo>
                  <a:pt x="210019" y="180340"/>
                </a:lnTo>
                <a:close/>
              </a:path>
              <a:path w="241934" h="287020">
                <a:moveTo>
                  <a:pt x="210962" y="176529"/>
                </a:moveTo>
                <a:lnTo>
                  <a:pt x="113182" y="176529"/>
                </a:lnTo>
                <a:lnTo>
                  <a:pt x="122618" y="173990"/>
                </a:lnTo>
                <a:lnTo>
                  <a:pt x="118846" y="158750"/>
                </a:lnTo>
                <a:lnTo>
                  <a:pt x="118846" y="151129"/>
                </a:lnTo>
                <a:lnTo>
                  <a:pt x="126390" y="151129"/>
                </a:lnTo>
                <a:lnTo>
                  <a:pt x="126390" y="156209"/>
                </a:lnTo>
                <a:lnTo>
                  <a:pt x="128270" y="163829"/>
                </a:lnTo>
                <a:lnTo>
                  <a:pt x="128270" y="171450"/>
                </a:lnTo>
                <a:lnTo>
                  <a:pt x="208448" y="171450"/>
                </a:lnTo>
                <a:lnTo>
                  <a:pt x="211277" y="175259"/>
                </a:lnTo>
                <a:lnTo>
                  <a:pt x="210962" y="176529"/>
                </a:lnTo>
                <a:close/>
              </a:path>
              <a:path w="241934" h="287020">
                <a:moveTo>
                  <a:pt x="83007" y="214629"/>
                </a:moveTo>
                <a:lnTo>
                  <a:pt x="77342" y="207009"/>
                </a:lnTo>
                <a:lnTo>
                  <a:pt x="73011" y="200659"/>
                </a:lnTo>
                <a:lnTo>
                  <a:pt x="70977" y="194309"/>
                </a:lnTo>
                <a:lnTo>
                  <a:pt x="70710" y="187959"/>
                </a:lnTo>
                <a:lnTo>
                  <a:pt x="71678" y="180340"/>
                </a:lnTo>
                <a:lnTo>
                  <a:pt x="71678" y="179070"/>
                </a:lnTo>
                <a:lnTo>
                  <a:pt x="90550" y="179070"/>
                </a:lnTo>
                <a:lnTo>
                  <a:pt x="96202" y="180340"/>
                </a:lnTo>
                <a:lnTo>
                  <a:pt x="210019" y="180340"/>
                </a:lnTo>
                <a:lnTo>
                  <a:pt x="207505" y="190500"/>
                </a:lnTo>
                <a:lnTo>
                  <a:pt x="201841" y="191770"/>
                </a:lnTo>
                <a:lnTo>
                  <a:pt x="188645" y="191770"/>
                </a:lnTo>
                <a:lnTo>
                  <a:pt x="181089" y="194309"/>
                </a:lnTo>
                <a:lnTo>
                  <a:pt x="173545" y="194309"/>
                </a:lnTo>
                <a:lnTo>
                  <a:pt x="165558" y="196850"/>
                </a:lnTo>
                <a:lnTo>
                  <a:pt x="160441" y="201929"/>
                </a:lnTo>
                <a:lnTo>
                  <a:pt x="133934" y="201929"/>
                </a:lnTo>
                <a:lnTo>
                  <a:pt x="128270" y="203200"/>
                </a:lnTo>
                <a:lnTo>
                  <a:pt x="122618" y="203200"/>
                </a:lnTo>
                <a:lnTo>
                  <a:pt x="103758" y="209550"/>
                </a:lnTo>
                <a:lnTo>
                  <a:pt x="98094" y="210820"/>
                </a:lnTo>
                <a:lnTo>
                  <a:pt x="83007" y="214629"/>
                </a:lnTo>
                <a:close/>
              </a:path>
              <a:path w="241934" h="287020">
                <a:moveTo>
                  <a:pt x="204104" y="261620"/>
                </a:moveTo>
                <a:lnTo>
                  <a:pt x="177317" y="261620"/>
                </a:lnTo>
                <a:lnTo>
                  <a:pt x="166001" y="238759"/>
                </a:lnTo>
                <a:lnTo>
                  <a:pt x="162229" y="237490"/>
                </a:lnTo>
                <a:lnTo>
                  <a:pt x="160350" y="237490"/>
                </a:lnTo>
                <a:lnTo>
                  <a:pt x="144814" y="234950"/>
                </a:lnTo>
                <a:lnTo>
                  <a:pt x="136531" y="229870"/>
                </a:lnTo>
                <a:lnTo>
                  <a:pt x="133553" y="222250"/>
                </a:lnTo>
                <a:lnTo>
                  <a:pt x="133807" y="212090"/>
                </a:lnTo>
                <a:lnTo>
                  <a:pt x="133934" y="201929"/>
                </a:lnTo>
                <a:lnTo>
                  <a:pt x="160441" y="201929"/>
                </a:lnTo>
                <a:lnTo>
                  <a:pt x="159162" y="203200"/>
                </a:lnTo>
                <a:lnTo>
                  <a:pt x="155243" y="209550"/>
                </a:lnTo>
                <a:lnTo>
                  <a:pt x="154686" y="218440"/>
                </a:lnTo>
                <a:lnTo>
                  <a:pt x="241465" y="218440"/>
                </a:lnTo>
                <a:lnTo>
                  <a:pt x="237680" y="223520"/>
                </a:lnTo>
                <a:lnTo>
                  <a:pt x="203258" y="223520"/>
                </a:lnTo>
                <a:lnTo>
                  <a:pt x="192944" y="226059"/>
                </a:lnTo>
                <a:lnTo>
                  <a:pt x="182981" y="229870"/>
                </a:lnTo>
                <a:lnTo>
                  <a:pt x="188964" y="238759"/>
                </a:lnTo>
                <a:lnTo>
                  <a:pt x="195478" y="248920"/>
                </a:lnTo>
                <a:lnTo>
                  <a:pt x="202344" y="259079"/>
                </a:lnTo>
                <a:lnTo>
                  <a:pt x="204104" y="261620"/>
                </a:lnTo>
                <a:close/>
              </a:path>
              <a:path w="241934" h="287020">
                <a:moveTo>
                  <a:pt x="241465" y="218440"/>
                </a:moveTo>
                <a:lnTo>
                  <a:pt x="160350" y="218440"/>
                </a:lnTo>
                <a:lnTo>
                  <a:pt x="162229" y="215900"/>
                </a:lnTo>
                <a:lnTo>
                  <a:pt x="174994" y="210820"/>
                </a:lnTo>
                <a:lnTo>
                  <a:pt x="187934" y="207009"/>
                </a:lnTo>
                <a:lnTo>
                  <a:pt x="201227" y="204470"/>
                </a:lnTo>
                <a:lnTo>
                  <a:pt x="215049" y="203200"/>
                </a:lnTo>
                <a:lnTo>
                  <a:pt x="241465" y="212090"/>
                </a:lnTo>
                <a:lnTo>
                  <a:pt x="241465" y="218440"/>
                </a:lnTo>
                <a:close/>
              </a:path>
              <a:path w="241934" h="287020">
                <a:moveTo>
                  <a:pt x="49047" y="287020"/>
                </a:moveTo>
                <a:lnTo>
                  <a:pt x="38377" y="284479"/>
                </a:lnTo>
                <a:lnTo>
                  <a:pt x="31599" y="280670"/>
                </a:lnTo>
                <a:lnTo>
                  <a:pt x="28357" y="273050"/>
                </a:lnTo>
                <a:lnTo>
                  <a:pt x="28295" y="262890"/>
                </a:lnTo>
                <a:lnTo>
                  <a:pt x="30830" y="252729"/>
                </a:lnTo>
                <a:lnTo>
                  <a:pt x="33013" y="242570"/>
                </a:lnTo>
                <a:lnTo>
                  <a:pt x="35196" y="231140"/>
                </a:lnTo>
                <a:lnTo>
                  <a:pt x="37731" y="219709"/>
                </a:lnTo>
                <a:lnTo>
                  <a:pt x="61573" y="219709"/>
                </a:lnTo>
                <a:lnTo>
                  <a:pt x="57773" y="240029"/>
                </a:lnTo>
                <a:lnTo>
                  <a:pt x="54091" y="260350"/>
                </a:lnTo>
                <a:lnTo>
                  <a:pt x="50939" y="281940"/>
                </a:lnTo>
                <a:lnTo>
                  <a:pt x="49047" y="283209"/>
                </a:lnTo>
                <a:lnTo>
                  <a:pt x="49047" y="287020"/>
                </a:lnTo>
                <a:close/>
              </a:path>
              <a:path w="241934" h="287020">
                <a:moveTo>
                  <a:pt x="235800" y="229870"/>
                </a:moveTo>
                <a:lnTo>
                  <a:pt x="230136" y="229870"/>
                </a:lnTo>
                <a:lnTo>
                  <a:pt x="226364" y="227329"/>
                </a:lnTo>
                <a:lnTo>
                  <a:pt x="214280" y="223520"/>
                </a:lnTo>
                <a:lnTo>
                  <a:pt x="237680" y="223520"/>
                </a:lnTo>
                <a:lnTo>
                  <a:pt x="235800" y="229870"/>
                </a:lnTo>
                <a:close/>
              </a:path>
              <a:path w="241934" h="287020">
                <a:moveTo>
                  <a:pt x="209384" y="285750"/>
                </a:moveTo>
                <a:lnTo>
                  <a:pt x="198069" y="285750"/>
                </a:lnTo>
                <a:lnTo>
                  <a:pt x="159164" y="275590"/>
                </a:lnTo>
                <a:lnTo>
                  <a:pt x="141035" y="267970"/>
                </a:lnTo>
                <a:lnTo>
                  <a:pt x="124498" y="257809"/>
                </a:lnTo>
                <a:lnTo>
                  <a:pt x="119135" y="254000"/>
                </a:lnTo>
                <a:lnTo>
                  <a:pt x="109121" y="245109"/>
                </a:lnTo>
                <a:lnTo>
                  <a:pt x="103758" y="241300"/>
                </a:lnTo>
                <a:lnTo>
                  <a:pt x="99974" y="237490"/>
                </a:lnTo>
                <a:lnTo>
                  <a:pt x="99974" y="226059"/>
                </a:lnTo>
                <a:lnTo>
                  <a:pt x="109410" y="226059"/>
                </a:lnTo>
                <a:lnTo>
                  <a:pt x="113182" y="229870"/>
                </a:lnTo>
                <a:lnTo>
                  <a:pt x="115074" y="233679"/>
                </a:lnTo>
                <a:lnTo>
                  <a:pt x="128191" y="245109"/>
                </a:lnTo>
                <a:lnTo>
                  <a:pt x="142190" y="252729"/>
                </a:lnTo>
                <a:lnTo>
                  <a:pt x="157249" y="259079"/>
                </a:lnTo>
                <a:lnTo>
                  <a:pt x="173545" y="261620"/>
                </a:lnTo>
                <a:lnTo>
                  <a:pt x="204104" y="261620"/>
                </a:lnTo>
                <a:lnTo>
                  <a:pt x="209384" y="269240"/>
                </a:lnTo>
                <a:lnTo>
                  <a:pt x="211277" y="273050"/>
                </a:lnTo>
                <a:lnTo>
                  <a:pt x="211277" y="280670"/>
                </a:lnTo>
                <a:lnTo>
                  <a:pt x="209384" y="283209"/>
                </a:lnTo>
                <a:lnTo>
                  <a:pt x="209384" y="2857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53580" y="6606463"/>
            <a:ext cx="29209" cy="80645"/>
          </a:xfrm>
          <a:custGeom>
            <a:avLst/>
            <a:gdLst/>
            <a:ahLst/>
            <a:cxnLst/>
            <a:rect l="l" t="t" r="r" b="b"/>
            <a:pathLst>
              <a:path w="29209" h="80645">
                <a:moveTo>
                  <a:pt x="16878" y="80251"/>
                </a:moveTo>
                <a:lnTo>
                  <a:pt x="11252" y="76517"/>
                </a:lnTo>
                <a:lnTo>
                  <a:pt x="3759" y="72783"/>
                </a:lnTo>
                <a:lnTo>
                  <a:pt x="0" y="69049"/>
                </a:lnTo>
                <a:lnTo>
                  <a:pt x="116" y="64880"/>
                </a:lnTo>
                <a:lnTo>
                  <a:pt x="4219" y="49600"/>
                </a:lnTo>
                <a:lnTo>
                  <a:pt x="8439" y="33358"/>
                </a:lnTo>
                <a:lnTo>
                  <a:pt x="12658" y="16765"/>
                </a:lnTo>
                <a:lnTo>
                  <a:pt x="16878" y="0"/>
                </a:lnTo>
                <a:lnTo>
                  <a:pt x="23647" y="4251"/>
                </a:lnTo>
                <a:lnTo>
                  <a:pt x="27428" y="8856"/>
                </a:lnTo>
                <a:lnTo>
                  <a:pt x="28747" y="14164"/>
                </a:lnTo>
                <a:lnTo>
                  <a:pt x="28130" y="20523"/>
                </a:lnTo>
                <a:lnTo>
                  <a:pt x="24527" y="34843"/>
                </a:lnTo>
                <a:lnTo>
                  <a:pt x="21804" y="49687"/>
                </a:lnTo>
                <a:lnTo>
                  <a:pt x="19358" y="65316"/>
                </a:lnTo>
                <a:lnTo>
                  <a:pt x="16878" y="8025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916328" y="6468922"/>
            <a:ext cx="157970" cy="13956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501914" y="6445298"/>
            <a:ext cx="182330" cy="18338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472684" y="405384"/>
            <a:ext cx="3816096" cy="43129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468937" y="400850"/>
            <a:ext cx="3824604" cy="440055"/>
          </a:xfrm>
          <a:custGeom>
            <a:avLst/>
            <a:gdLst/>
            <a:ahLst/>
            <a:cxnLst/>
            <a:rect l="l" t="t" r="r" b="b"/>
            <a:pathLst>
              <a:path w="3824604" h="440055">
                <a:moveTo>
                  <a:pt x="3824046" y="439623"/>
                </a:moveTo>
                <a:lnTo>
                  <a:pt x="0" y="439623"/>
                </a:lnTo>
                <a:lnTo>
                  <a:pt x="0" y="0"/>
                </a:lnTo>
                <a:lnTo>
                  <a:pt x="3824046" y="0"/>
                </a:lnTo>
                <a:lnTo>
                  <a:pt x="3824046" y="3810"/>
                </a:lnTo>
                <a:lnTo>
                  <a:pt x="7620" y="3810"/>
                </a:lnTo>
                <a:lnTo>
                  <a:pt x="3810" y="7620"/>
                </a:lnTo>
                <a:lnTo>
                  <a:pt x="7620" y="7620"/>
                </a:lnTo>
                <a:lnTo>
                  <a:pt x="7620" y="432003"/>
                </a:lnTo>
                <a:lnTo>
                  <a:pt x="3810" y="432003"/>
                </a:lnTo>
                <a:lnTo>
                  <a:pt x="7620" y="435813"/>
                </a:lnTo>
                <a:lnTo>
                  <a:pt x="3824046" y="435813"/>
                </a:lnTo>
                <a:lnTo>
                  <a:pt x="3824046" y="439623"/>
                </a:lnTo>
                <a:close/>
              </a:path>
              <a:path w="3824604" h="440055">
                <a:moveTo>
                  <a:pt x="7620" y="7620"/>
                </a:moveTo>
                <a:lnTo>
                  <a:pt x="3810" y="7620"/>
                </a:lnTo>
                <a:lnTo>
                  <a:pt x="7620" y="3810"/>
                </a:lnTo>
                <a:lnTo>
                  <a:pt x="7620" y="7620"/>
                </a:lnTo>
                <a:close/>
              </a:path>
              <a:path w="3824604" h="440055">
                <a:moveTo>
                  <a:pt x="3816426" y="7620"/>
                </a:moveTo>
                <a:lnTo>
                  <a:pt x="7620" y="7620"/>
                </a:lnTo>
                <a:lnTo>
                  <a:pt x="7620" y="3810"/>
                </a:lnTo>
                <a:lnTo>
                  <a:pt x="3816426" y="3810"/>
                </a:lnTo>
                <a:lnTo>
                  <a:pt x="3816426" y="7620"/>
                </a:lnTo>
                <a:close/>
              </a:path>
              <a:path w="3824604" h="440055">
                <a:moveTo>
                  <a:pt x="3816426" y="435813"/>
                </a:moveTo>
                <a:lnTo>
                  <a:pt x="3816426" y="3810"/>
                </a:lnTo>
                <a:lnTo>
                  <a:pt x="3820236" y="7620"/>
                </a:lnTo>
                <a:lnTo>
                  <a:pt x="3824046" y="7620"/>
                </a:lnTo>
                <a:lnTo>
                  <a:pt x="3824046" y="432003"/>
                </a:lnTo>
                <a:lnTo>
                  <a:pt x="3820236" y="432003"/>
                </a:lnTo>
                <a:lnTo>
                  <a:pt x="3816426" y="435813"/>
                </a:lnTo>
                <a:close/>
              </a:path>
              <a:path w="3824604" h="440055">
                <a:moveTo>
                  <a:pt x="3824046" y="7620"/>
                </a:moveTo>
                <a:lnTo>
                  <a:pt x="3820236" y="7620"/>
                </a:lnTo>
                <a:lnTo>
                  <a:pt x="3816426" y="3810"/>
                </a:lnTo>
                <a:lnTo>
                  <a:pt x="3824046" y="3810"/>
                </a:lnTo>
                <a:lnTo>
                  <a:pt x="3824046" y="7620"/>
                </a:lnTo>
                <a:close/>
              </a:path>
              <a:path w="3824604" h="440055">
                <a:moveTo>
                  <a:pt x="7620" y="435813"/>
                </a:moveTo>
                <a:lnTo>
                  <a:pt x="3810" y="432003"/>
                </a:lnTo>
                <a:lnTo>
                  <a:pt x="7620" y="432003"/>
                </a:lnTo>
                <a:lnTo>
                  <a:pt x="7620" y="435813"/>
                </a:lnTo>
                <a:close/>
              </a:path>
              <a:path w="3824604" h="440055">
                <a:moveTo>
                  <a:pt x="3816426" y="435813"/>
                </a:moveTo>
                <a:lnTo>
                  <a:pt x="7620" y="435813"/>
                </a:lnTo>
                <a:lnTo>
                  <a:pt x="7620" y="432003"/>
                </a:lnTo>
                <a:lnTo>
                  <a:pt x="3816426" y="432003"/>
                </a:lnTo>
                <a:lnTo>
                  <a:pt x="3816426" y="435813"/>
                </a:lnTo>
                <a:close/>
              </a:path>
              <a:path w="3824604" h="440055">
                <a:moveTo>
                  <a:pt x="3824046" y="435813"/>
                </a:moveTo>
                <a:lnTo>
                  <a:pt x="3816426" y="435813"/>
                </a:lnTo>
                <a:lnTo>
                  <a:pt x="3820236" y="432003"/>
                </a:lnTo>
                <a:lnTo>
                  <a:pt x="3824046" y="432003"/>
                </a:lnTo>
                <a:lnTo>
                  <a:pt x="3824046" y="435813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5472684" y="477050"/>
            <a:ext cx="3816350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573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solidFill>
                  <a:srgbClr val="FFFFFF"/>
                </a:solidFill>
                <a:latin typeface="Georgia"/>
                <a:cs typeface="Georgia"/>
              </a:rPr>
              <a:t>JVM</a:t>
            </a:r>
            <a:r>
              <a:rPr sz="1600" b="1" dirty="0">
                <a:solidFill>
                  <a:srgbClr val="FFFFFF"/>
                </a:solidFill>
                <a:latin typeface="宋体"/>
                <a:cs typeface="宋体"/>
              </a:rPr>
              <a:t>类加载</a:t>
            </a:r>
            <a:r>
              <a:rPr sz="1600" b="1" spc="-15" dirty="0">
                <a:solidFill>
                  <a:srgbClr val="FFFFFF"/>
                </a:solidFill>
                <a:latin typeface="宋体"/>
                <a:cs typeface="宋体"/>
              </a:rPr>
              <a:t>器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5472684" y="1124711"/>
            <a:ext cx="3816096" cy="2700528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458459" y="1110462"/>
            <a:ext cx="3845560" cy="2729230"/>
          </a:xfrm>
          <a:custGeom>
            <a:avLst/>
            <a:gdLst/>
            <a:ahLst/>
            <a:cxnLst/>
            <a:rect l="l" t="t" r="r" b="b"/>
            <a:pathLst>
              <a:path w="3845559" h="2729229">
                <a:moveTo>
                  <a:pt x="14287" y="2714586"/>
                </a:moveTo>
                <a:lnTo>
                  <a:pt x="0" y="2714586"/>
                </a:lnTo>
                <a:lnTo>
                  <a:pt x="0" y="2485986"/>
                </a:lnTo>
                <a:lnTo>
                  <a:pt x="28575" y="2485986"/>
                </a:lnTo>
                <a:lnTo>
                  <a:pt x="28575" y="2700299"/>
                </a:lnTo>
                <a:lnTo>
                  <a:pt x="14287" y="2700299"/>
                </a:lnTo>
                <a:lnTo>
                  <a:pt x="14287" y="2714586"/>
                </a:lnTo>
                <a:close/>
              </a:path>
              <a:path w="3845559" h="2729229">
                <a:moveTo>
                  <a:pt x="160413" y="2728874"/>
                </a:moveTo>
                <a:lnTo>
                  <a:pt x="14287" y="2728874"/>
                </a:lnTo>
                <a:lnTo>
                  <a:pt x="14287" y="2700299"/>
                </a:lnTo>
                <a:lnTo>
                  <a:pt x="28575" y="2700299"/>
                </a:lnTo>
                <a:lnTo>
                  <a:pt x="28575" y="2714586"/>
                </a:lnTo>
                <a:lnTo>
                  <a:pt x="160413" y="2714586"/>
                </a:lnTo>
                <a:lnTo>
                  <a:pt x="160413" y="2728874"/>
                </a:lnTo>
                <a:close/>
              </a:path>
              <a:path w="3845559" h="2729229">
                <a:moveTo>
                  <a:pt x="160413" y="2714586"/>
                </a:moveTo>
                <a:lnTo>
                  <a:pt x="28575" y="2714586"/>
                </a:lnTo>
                <a:lnTo>
                  <a:pt x="28575" y="2700299"/>
                </a:lnTo>
                <a:lnTo>
                  <a:pt x="160413" y="2700299"/>
                </a:lnTo>
                <a:lnTo>
                  <a:pt x="160413" y="2714586"/>
                </a:lnTo>
                <a:close/>
              </a:path>
              <a:path w="3845559" h="2729229">
                <a:moveTo>
                  <a:pt x="28575" y="2400261"/>
                </a:moveTo>
                <a:lnTo>
                  <a:pt x="0" y="2400261"/>
                </a:lnTo>
                <a:lnTo>
                  <a:pt x="0" y="2171661"/>
                </a:lnTo>
                <a:lnTo>
                  <a:pt x="28575" y="2171661"/>
                </a:lnTo>
                <a:lnTo>
                  <a:pt x="28575" y="2400261"/>
                </a:lnTo>
                <a:close/>
              </a:path>
              <a:path w="3845559" h="2729229">
                <a:moveTo>
                  <a:pt x="28575" y="2085936"/>
                </a:moveTo>
                <a:lnTo>
                  <a:pt x="0" y="2085936"/>
                </a:lnTo>
                <a:lnTo>
                  <a:pt x="0" y="1857336"/>
                </a:lnTo>
                <a:lnTo>
                  <a:pt x="28575" y="1857336"/>
                </a:lnTo>
                <a:lnTo>
                  <a:pt x="28575" y="2085936"/>
                </a:lnTo>
                <a:close/>
              </a:path>
              <a:path w="3845559" h="2729229">
                <a:moveTo>
                  <a:pt x="28575" y="1771611"/>
                </a:moveTo>
                <a:lnTo>
                  <a:pt x="0" y="1771611"/>
                </a:lnTo>
                <a:lnTo>
                  <a:pt x="0" y="1543011"/>
                </a:lnTo>
                <a:lnTo>
                  <a:pt x="28575" y="1543011"/>
                </a:lnTo>
                <a:lnTo>
                  <a:pt x="28575" y="1771611"/>
                </a:lnTo>
                <a:close/>
              </a:path>
              <a:path w="3845559" h="2729229">
                <a:moveTo>
                  <a:pt x="28575" y="1457286"/>
                </a:moveTo>
                <a:lnTo>
                  <a:pt x="0" y="1457286"/>
                </a:lnTo>
                <a:lnTo>
                  <a:pt x="0" y="1228686"/>
                </a:lnTo>
                <a:lnTo>
                  <a:pt x="28575" y="1228686"/>
                </a:lnTo>
                <a:lnTo>
                  <a:pt x="28575" y="1457286"/>
                </a:lnTo>
                <a:close/>
              </a:path>
              <a:path w="3845559" h="2729229">
                <a:moveTo>
                  <a:pt x="28575" y="1142961"/>
                </a:moveTo>
                <a:lnTo>
                  <a:pt x="0" y="1142961"/>
                </a:lnTo>
                <a:lnTo>
                  <a:pt x="0" y="914361"/>
                </a:lnTo>
                <a:lnTo>
                  <a:pt x="28575" y="914361"/>
                </a:lnTo>
                <a:lnTo>
                  <a:pt x="28575" y="1142961"/>
                </a:lnTo>
                <a:close/>
              </a:path>
              <a:path w="3845559" h="2729229">
                <a:moveTo>
                  <a:pt x="28575" y="828636"/>
                </a:moveTo>
                <a:lnTo>
                  <a:pt x="0" y="828636"/>
                </a:lnTo>
                <a:lnTo>
                  <a:pt x="0" y="600036"/>
                </a:lnTo>
                <a:lnTo>
                  <a:pt x="28575" y="600036"/>
                </a:lnTo>
                <a:lnTo>
                  <a:pt x="28575" y="828636"/>
                </a:lnTo>
                <a:close/>
              </a:path>
              <a:path w="3845559" h="2729229">
                <a:moveTo>
                  <a:pt x="28575" y="514311"/>
                </a:moveTo>
                <a:lnTo>
                  <a:pt x="0" y="514311"/>
                </a:lnTo>
                <a:lnTo>
                  <a:pt x="0" y="285711"/>
                </a:lnTo>
                <a:lnTo>
                  <a:pt x="28575" y="285711"/>
                </a:lnTo>
                <a:lnTo>
                  <a:pt x="28575" y="514311"/>
                </a:lnTo>
                <a:close/>
              </a:path>
              <a:path w="3845559" h="2729229">
                <a:moveTo>
                  <a:pt x="28575" y="199986"/>
                </a:moveTo>
                <a:lnTo>
                  <a:pt x="0" y="199986"/>
                </a:lnTo>
                <a:lnTo>
                  <a:pt x="0" y="0"/>
                </a:lnTo>
                <a:lnTo>
                  <a:pt x="57188" y="0"/>
                </a:lnTo>
                <a:lnTo>
                  <a:pt x="57188" y="14287"/>
                </a:lnTo>
                <a:lnTo>
                  <a:pt x="28575" y="14287"/>
                </a:lnTo>
                <a:lnTo>
                  <a:pt x="14287" y="28575"/>
                </a:lnTo>
                <a:lnTo>
                  <a:pt x="28575" y="28575"/>
                </a:lnTo>
                <a:lnTo>
                  <a:pt x="28575" y="199986"/>
                </a:lnTo>
                <a:close/>
              </a:path>
              <a:path w="3845559" h="2729229">
                <a:moveTo>
                  <a:pt x="28575" y="28575"/>
                </a:moveTo>
                <a:lnTo>
                  <a:pt x="14287" y="28575"/>
                </a:lnTo>
                <a:lnTo>
                  <a:pt x="28575" y="14287"/>
                </a:lnTo>
                <a:lnTo>
                  <a:pt x="28575" y="28575"/>
                </a:lnTo>
                <a:close/>
              </a:path>
              <a:path w="3845559" h="2729229">
                <a:moveTo>
                  <a:pt x="57188" y="28575"/>
                </a:moveTo>
                <a:lnTo>
                  <a:pt x="28575" y="28575"/>
                </a:lnTo>
                <a:lnTo>
                  <a:pt x="28575" y="14287"/>
                </a:lnTo>
                <a:lnTo>
                  <a:pt x="57188" y="14287"/>
                </a:lnTo>
                <a:lnTo>
                  <a:pt x="57188" y="28575"/>
                </a:lnTo>
                <a:close/>
              </a:path>
              <a:path w="3845559" h="2729229">
                <a:moveTo>
                  <a:pt x="371513" y="28575"/>
                </a:moveTo>
                <a:lnTo>
                  <a:pt x="142913" y="28575"/>
                </a:lnTo>
                <a:lnTo>
                  <a:pt x="142913" y="0"/>
                </a:lnTo>
                <a:lnTo>
                  <a:pt x="371513" y="0"/>
                </a:lnTo>
                <a:lnTo>
                  <a:pt x="371513" y="28575"/>
                </a:lnTo>
                <a:close/>
              </a:path>
              <a:path w="3845559" h="2729229">
                <a:moveTo>
                  <a:pt x="685838" y="28575"/>
                </a:moveTo>
                <a:lnTo>
                  <a:pt x="457238" y="28575"/>
                </a:lnTo>
                <a:lnTo>
                  <a:pt x="457238" y="0"/>
                </a:lnTo>
                <a:lnTo>
                  <a:pt x="685838" y="0"/>
                </a:lnTo>
                <a:lnTo>
                  <a:pt x="685838" y="28575"/>
                </a:lnTo>
                <a:close/>
              </a:path>
              <a:path w="3845559" h="2729229">
                <a:moveTo>
                  <a:pt x="1000163" y="28575"/>
                </a:moveTo>
                <a:lnTo>
                  <a:pt x="771563" y="28575"/>
                </a:lnTo>
                <a:lnTo>
                  <a:pt x="771563" y="0"/>
                </a:lnTo>
                <a:lnTo>
                  <a:pt x="1000163" y="0"/>
                </a:lnTo>
                <a:lnTo>
                  <a:pt x="1000163" y="28575"/>
                </a:lnTo>
                <a:close/>
              </a:path>
              <a:path w="3845559" h="2729229">
                <a:moveTo>
                  <a:pt x="1314488" y="28575"/>
                </a:moveTo>
                <a:lnTo>
                  <a:pt x="1085888" y="28575"/>
                </a:lnTo>
                <a:lnTo>
                  <a:pt x="1085888" y="0"/>
                </a:lnTo>
                <a:lnTo>
                  <a:pt x="1314488" y="0"/>
                </a:lnTo>
                <a:lnTo>
                  <a:pt x="1314488" y="28575"/>
                </a:lnTo>
                <a:close/>
              </a:path>
              <a:path w="3845559" h="2729229">
                <a:moveTo>
                  <a:pt x="1628813" y="28575"/>
                </a:moveTo>
                <a:lnTo>
                  <a:pt x="1400213" y="28575"/>
                </a:lnTo>
                <a:lnTo>
                  <a:pt x="1400213" y="0"/>
                </a:lnTo>
                <a:lnTo>
                  <a:pt x="1628813" y="0"/>
                </a:lnTo>
                <a:lnTo>
                  <a:pt x="1628813" y="28575"/>
                </a:lnTo>
                <a:close/>
              </a:path>
              <a:path w="3845559" h="2729229">
                <a:moveTo>
                  <a:pt x="1943138" y="28575"/>
                </a:moveTo>
                <a:lnTo>
                  <a:pt x="1714538" y="28575"/>
                </a:lnTo>
                <a:lnTo>
                  <a:pt x="1714538" y="0"/>
                </a:lnTo>
                <a:lnTo>
                  <a:pt x="1943138" y="0"/>
                </a:lnTo>
                <a:lnTo>
                  <a:pt x="1943138" y="28575"/>
                </a:lnTo>
                <a:close/>
              </a:path>
              <a:path w="3845559" h="2729229">
                <a:moveTo>
                  <a:pt x="2257463" y="28575"/>
                </a:moveTo>
                <a:lnTo>
                  <a:pt x="2028863" y="28575"/>
                </a:lnTo>
                <a:lnTo>
                  <a:pt x="2028863" y="0"/>
                </a:lnTo>
                <a:lnTo>
                  <a:pt x="2257463" y="0"/>
                </a:lnTo>
                <a:lnTo>
                  <a:pt x="2257463" y="28575"/>
                </a:lnTo>
                <a:close/>
              </a:path>
              <a:path w="3845559" h="2729229">
                <a:moveTo>
                  <a:pt x="2571788" y="28575"/>
                </a:moveTo>
                <a:lnTo>
                  <a:pt x="2343188" y="28575"/>
                </a:lnTo>
                <a:lnTo>
                  <a:pt x="2343188" y="0"/>
                </a:lnTo>
                <a:lnTo>
                  <a:pt x="2571788" y="0"/>
                </a:lnTo>
                <a:lnTo>
                  <a:pt x="2571788" y="28575"/>
                </a:lnTo>
                <a:close/>
              </a:path>
              <a:path w="3845559" h="2729229">
                <a:moveTo>
                  <a:pt x="2886113" y="28575"/>
                </a:moveTo>
                <a:lnTo>
                  <a:pt x="2657513" y="28575"/>
                </a:lnTo>
                <a:lnTo>
                  <a:pt x="2657513" y="0"/>
                </a:lnTo>
                <a:lnTo>
                  <a:pt x="2886113" y="0"/>
                </a:lnTo>
                <a:lnTo>
                  <a:pt x="2886113" y="28575"/>
                </a:lnTo>
                <a:close/>
              </a:path>
              <a:path w="3845559" h="2729229">
                <a:moveTo>
                  <a:pt x="3200438" y="28575"/>
                </a:moveTo>
                <a:lnTo>
                  <a:pt x="2971838" y="28575"/>
                </a:lnTo>
                <a:lnTo>
                  <a:pt x="2971838" y="0"/>
                </a:lnTo>
                <a:lnTo>
                  <a:pt x="3200438" y="0"/>
                </a:lnTo>
                <a:lnTo>
                  <a:pt x="3200438" y="28575"/>
                </a:lnTo>
                <a:close/>
              </a:path>
              <a:path w="3845559" h="2729229">
                <a:moveTo>
                  <a:pt x="3514763" y="28575"/>
                </a:moveTo>
                <a:lnTo>
                  <a:pt x="3286163" y="28575"/>
                </a:lnTo>
                <a:lnTo>
                  <a:pt x="3286163" y="0"/>
                </a:lnTo>
                <a:lnTo>
                  <a:pt x="3514763" y="0"/>
                </a:lnTo>
                <a:lnTo>
                  <a:pt x="3514763" y="28575"/>
                </a:lnTo>
                <a:close/>
              </a:path>
              <a:path w="3845559" h="2729229">
                <a:moveTo>
                  <a:pt x="3829088" y="28575"/>
                </a:moveTo>
                <a:lnTo>
                  <a:pt x="3600488" y="28575"/>
                </a:lnTo>
                <a:lnTo>
                  <a:pt x="3600488" y="0"/>
                </a:lnTo>
                <a:lnTo>
                  <a:pt x="3829088" y="0"/>
                </a:lnTo>
                <a:lnTo>
                  <a:pt x="3829088" y="28575"/>
                </a:lnTo>
                <a:close/>
              </a:path>
              <a:path w="3845559" h="2729229">
                <a:moveTo>
                  <a:pt x="3845001" y="326986"/>
                </a:moveTo>
                <a:lnTo>
                  <a:pt x="3816426" y="326986"/>
                </a:lnTo>
                <a:lnTo>
                  <a:pt x="3816426" y="98386"/>
                </a:lnTo>
                <a:lnTo>
                  <a:pt x="3845001" y="98386"/>
                </a:lnTo>
                <a:lnTo>
                  <a:pt x="3845001" y="326986"/>
                </a:lnTo>
                <a:close/>
              </a:path>
              <a:path w="3845559" h="2729229">
                <a:moveTo>
                  <a:pt x="3845001" y="641311"/>
                </a:moveTo>
                <a:lnTo>
                  <a:pt x="3816426" y="641311"/>
                </a:lnTo>
                <a:lnTo>
                  <a:pt x="3816426" y="412711"/>
                </a:lnTo>
                <a:lnTo>
                  <a:pt x="3845001" y="412711"/>
                </a:lnTo>
                <a:lnTo>
                  <a:pt x="3845001" y="641311"/>
                </a:lnTo>
                <a:close/>
              </a:path>
              <a:path w="3845559" h="2729229">
                <a:moveTo>
                  <a:pt x="3845001" y="955636"/>
                </a:moveTo>
                <a:lnTo>
                  <a:pt x="3816426" y="955636"/>
                </a:lnTo>
                <a:lnTo>
                  <a:pt x="3816426" y="727036"/>
                </a:lnTo>
                <a:lnTo>
                  <a:pt x="3845001" y="727036"/>
                </a:lnTo>
                <a:lnTo>
                  <a:pt x="3845001" y="955636"/>
                </a:lnTo>
                <a:close/>
              </a:path>
              <a:path w="3845559" h="2729229">
                <a:moveTo>
                  <a:pt x="3845001" y="1269961"/>
                </a:moveTo>
                <a:lnTo>
                  <a:pt x="3816426" y="1269961"/>
                </a:lnTo>
                <a:lnTo>
                  <a:pt x="3816426" y="1041361"/>
                </a:lnTo>
                <a:lnTo>
                  <a:pt x="3845001" y="1041361"/>
                </a:lnTo>
                <a:lnTo>
                  <a:pt x="3845001" y="1269961"/>
                </a:lnTo>
                <a:close/>
              </a:path>
              <a:path w="3845559" h="2729229">
                <a:moveTo>
                  <a:pt x="3845001" y="1584286"/>
                </a:moveTo>
                <a:lnTo>
                  <a:pt x="3816426" y="1584286"/>
                </a:lnTo>
                <a:lnTo>
                  <a:pt x="3816426" y="1355686"/>
                </a:lnTo>
                <a:lnTo>
                  <a:pt x="3845001" y="1355686"/>
                </a:lnTo>
                <a:lnTo>
                  <a:pt x="3845001" y="1584286"/>
                </a:lnTo>
                <a:close/>
              </a:path>
              <a:path w="3845559" h="2729229">
                <a:moveTo>
                  <a:pt x="3845001" y="1898611"/>
                </a:moveTo>
                <a:lnTo>
                  <a:pt x="3816426" y="1898611"/>
                </a:lnTo>
                <a:lnTo>
                  <a:pt x="3816426" y="1670011"/>
                </a:lnTo>
                <a:lnTo>
                  <a:pt x="3845001" y="1670011"/>
                </a:lnTo>
                <a:lnTo>
                  <a:pt x="3845001" y="1898611"/>
                </a:lnTo>
                <a:close/>
              </a:path>
              <a:path w="3845559" h="2729229">
                <a:moveTo>
                  <a:pt x="3845001" y="2212936"/>
                </a:moveTo>
                <a:lnTo>
                  <a:pt x="3816426" y="2212936"/>
                </a:lnTo>
                <a:lnTo>
                  <a:pt x="3816426" y="1984336"/>
                </a:lnTo>
                <a:lnTo>
                  <a:pt x="3845001" y="1984336"/>
                </a:lnTo>
                <a:lnTo>
                  <a:pt x="3845001" y="2212936"/>
                </a:lnTo>
                <a:close/>
              </a:path>
              <a:path w="3845559" h="2729229">
                <a:moveTo>
                  <a:pt x="3845001" y="2527261"/>
                </a:moveTo>
                <a:lnTo>
                  <a:pt x="3816426" y="2527261"/>
                </a:lnTo>
                <a:lnTo>
                  <a:pt x="3816426" y="2298661"/>
                </a:lnTo>
                <a:lnTo>
                  <a:pt x="3845001" y="2298661"/>
                </a:lnTo>
                <a:lnTo>
                  <a:pt x="3845001" y="2527261"/>
                </a:lnTo>
                <a:close/>
              </a:path>
              <a:path w="3845559" h="2729229">
                <a:moveTo>
                  <a:pt x="3816426" y="2714586"/>
                </a:moveTo>
                <a:lnTo>
                  <a:pt x="3816426" y="2612986"/>
                </a:lnTo>
                <a:lnTo>
                  <a:pt x="3845001" y="2612986"/>
                </a:lnTo>
                <a:lnTo>
                  <a:pt x="3845001" y="2700299"/>
                </a:lnTo>
                <a:lnTo>
                  <a:pt x="3830713" y="2700299"/>
                </a:lnTo>
                <a:lnTo>
                  <a:pt x="3816426" y="2714586"/>
                </a:lnTo>
                <a:close/>
              </a:path>
              <a:path w="3845559" h="2729229">
                <a:moveTo>
                  <a:pt x="3845001" y="2728874"/>
                </a:moveTo>
                <a:lnTo>
                  <a:pt x="3703713" y="2728874"/>
                </a:lnTo>
                <a:lnTo>
                  <a:pt x="3703713" y="2700299"/>
                </a:lnTo>
                <a:lnTo>
                  <a:pt x="3816426" y="2700299"/>
                </a:lnTo>
                <a:lnTo>
                  <a:pt x="3816426" y="2714586"/>
                </a:lnTo>
                <a:lnTo>
                  <a:pt x="3845001" y="2714586"/>
                </a:lnTo>
                <a:lnTo>
                  <a:pt x="3845001" y="2728874"/>
                </a:lnTo>
                <a:close/>
              </a:path>
              <a:path w="3845559" h="2729229">
                <a:moveTo>
                  <a:pt x="3845001" y="2714586"/>
                </a:moveTo>
                <a:lnTo>
                  <a:pt x="3816426" y="2714586"/>
                </a:lnTo>
                <a:lnTo>
                  <a:pt x="3830713" y="2700299"/>
                </a:lnTo>
                <a:lnTo>
                  <a:pt x="3845001" y="2700299"/>
                </a:lnTo>
                <a:lnTo>
                  <a:pt x="3845001" y="2714586"/>
                </a:lnTo>
                <a:close/>
              </a:path>
              <a:path w="3845559" h="2729229">
                <a:moveTo>
                  <a:pt x="3617988" y="2728874"/>
                </a:moveTo>
                <a:lnTo>
                  <a:pt x="3389388" y="2728874"/>
                </a:lnTo>
                <a:lnTo>
                  <a:pt x="3389388" y="2700299"/>
                </a:lnTo>
                <a:lnTo>
                  <a:pt x="3617988" y="2700299"/>
                </a:lnTo>
                <a:lnTo>
                  <a:pt x="3617988" y="2728874"/>
                </a:lnTo>
                <a:close/>
              </a:path>
              <a:path w="3845559" h="2729229">
                <a:moveTo>
                  <a:pt x="3303663" y="2728874"/>
                </a:moveTo>
                <a:lnTo>
                  <a:pt x="3075063" y="2728874"/>
                </a:lnTo>
                <a:lnTo>
                  <a:pt x="3075063" y="2700299"/>
                </a:lnTo>
                <a:lnTo>
                  <a:pt x="3303663" y="2700299"/>
                </a:lnTo>
                <a:lnTo>
                  <a:pt x="3303663" y="2728874"/>
                </a:lnTo>
                <a:close/>
              </a:path>
              <a:path w="3845559" h="2729229">
                <a:moveTo>
                  <a:pt x="2989338" y="2728874"/>
                </a:moveTo>
                <a:lnTo>
                  <a:pt x="2760738" y="2728874"/>
                </a:lnTo>
                <a:lnTo>
                  <a:pt x="2760738" y="2700299"/>
                </a:lnTo>
                <a:lnTo>
                  <a:pt x="2989338" y="2700299"/>
                </a:lnTo>
                <a:lnTo>
                  <a:pt x="2989338" y="2728874"/>
                </a:lnTo>
                <a:close/>
              </a:path>
              <a:path w="3845559" h="2729229">
                <a:moveTo>
                  <a:pt x="2675013" y="2728874"/>
                </a:moveTo>
                <a:lnTo>
                  <a:pt x="2446413" y="2728874"/>
                </a:lnTo>
                <a:lnTo>
                  <a:pt x="2446413" y="2700299"/>
                </a:lnTo>
                <a:lnTo>
                  <a:pt x="2675013" y="2700299"/>
                </a:lnTo>
                <a:lnTo>
                  <a:pt x="2675013" y="2728874"/>
                </a:lnTo>
                <a:close/>
              </a:path>
              <a:path w="3845559" h="2729229">
                <a:moveTo>
                  <a:pt x="2360688" y="2728874"/>
                </a:moveTo>
                <a:lnTo>
                  <a:pt x="2132088" y="2728874"/>
                </a:lnTo>
                <a:lnTo>
                  <a:pt x="2132088" y="2700299"/>
                </a:lnTo>
                <a:lnTo>
                  <a:pt x="2360688" y="2700299"/>
                </a:lnTo>
                <a:lnTo>
                  <a:pt x="2360688" y="2728874"/>
                </a:lnTo>
                <a:close/>
              </a:path>
              <a:path w="3845559" h="2729229">
                <a:moveTo>
                  <a:pt x="2046363" y="2728874"/>
                </a:moveTo>
                <a:lnTo>
                  <a:pt x="1817763" y="2728874"/>
                </a:lnTo>
                <a:lnTo>
                  <a:pt x="1817763" y="2700299"/>
                </a:lnTo>
                <a:lnTo>
                  <a:pt x="2046363" y="2700299"/>
                </a:lnTo>
                <a:lnTo>
                  <a:pt x="2046363" y="2728874"/>
                </a:lnTo>
                <a:close/>
              </a:path>
              <a:path w="3845559" h="2729229">
                <a:moveTo>
                  <a:pt x="1732038" y="2728874"/>
                </a:moveTo>
                <a:lnTo>
                  <a:pt x="1503438" y="2728874"/>
                </a:lnTo>
                <a:lnTo>
                  <a:pt x="1503438" y="2700299"/>
                </a:lnTo>
                <a:lnTo>
                  <a:pt x="1732038" y="2700299"/>
                </a:lnTo>
                <a:lnTo>
                  <a:pt x="1732038" y="2728874"/>
                </a:lnTo>
                <a:close/>
              </a:path>
              <a:path w="3845559" h="2729229">
                <a:moveTo>
                  <a:pt x="1417713" y="2728874"/>
                </a:moveTo>
                <a:lnTo>
                  <a:pt x="1189113" y="2728874"/>
                </a:lnTo>
                <a:lnTo>
                  <a:pt x="1189113" y="2700299"/>
                </a:lnTo>
                <a:lnTo>
                  <a:pt x="1417713" y="2700299"/>
                </a:lnTo>
                <a:lnTo>
                  <a:pt x="1417713" y="2728874"/>
                </a:lnTo>
                <a:close/>
              </a:path>
              <a:path w="3845559" h="2729229">
                <a:moveTo>
                  <a:pt x="1103388" y="2728874"/>
                </a:moveTo>
                <a:lnTo>
                  <a:pt x="874788" y="2728874"/>
                </a:lnTo>
                <a:lnTo>
                  <a:pt x="874788" y="2700299"/>
                </a:lnTo>
                <a:lnTo>
                  <a:pt x="1103388" y="2700299"/>
                </a:lnTo>
                <a:lnTo>
                  <a:pt x="1103388" y="2728874"/>
                </a:lnTo>
                <a:close/>
              </a:path>
              <a:path w="3845559" h="2729229">
                <a:moveTo>
                  <a:pt x="789063" y="2728874"/>
                </a:moveTo>
                <a:lnTo>
                  <a:pt x="560463" y="2728874"/>
                </a:lnTo>
                <a:lnTo>
                  <a:pt x="560463" y="2700299"/>
                </a:lnTo>
                <a:lnTo>
                  <a:pt x="789063" y="2700299"/>
                </a:lnTo>
                <a:lnTo>
                  <a:pt x="789063" y="2728874"/>
                </a:lnTo>
                <a:close/>
              </a:path>
              <a:path w="3845559" h="2729229">
                <a:moveTo>
                  <a:pt x="474738" y="2728874"/>
                </a:moveTo>
                <a:lnTo>
                  <a:pt x="246138" y="2728874"/>
                </a:lnTo>
                <a:lnTo>
                  <a:pt x="246138" y="2700299"/>
                </a:lnTo>
                <a:lnTo>
                  <a:pt x="474738" y="2700299"/>
                </a:lnTo>
                <a:lnTo>
                  <a:pt x="474738" y="2728874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638800" y="3429000"/>
            <a:ext cx="3541776" cy="288036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5629046" y="3419512"/>
            <a:ext cx="3561715" cy="307340"/>
          </a:xfrm>
          <a:custGeom>
            <a:avLst/>
            <a:gdLst/>
            <a:ahLst/>
            <a:cxnLst/>
            <a:rect l="l" t="t" r="r" b="b"/>
            <a:pathLst>
              <a:path w="3561715" h="307339">
                <a:moveTo>
                  <a:pt x="3561130" y="307047"/>
                </a:moveTo>
                <a:lnTo>
                  <a:pt x="0" y="307047"/>
                </a:lnTo>
                <a:lnTo>
                  <a:pt x="0" y="0"/>
                </a:lnTo>
                <a:lnTo>
                  <a:pt x="3561130" y="0"/>
                </a:lnTo>
                <a:lnTo>
                  <a:pt x="3561130" y="9525"/>
                </a:lnTo>
                <a:lnTo>
                  <a:pt x="19050" y="9525"/>
                </a:lnTo>
                <a:lnTo>
                  <a:pt x="9525" y="19050"/>
                </a:lnTo>
                <a:lnTo>
                  <a:pt x="19050" y="19050"/>
                </a:lnTo>
                <a:lnTo>
                  <a:pt x="19050" y="287997"/>
                </a:lnTo>
                <a:lnTo>
                  <a:pt x="9525" y="287997"/>
                </a:lnTo>
                <a:lnTo>
                  <a:pt x="19050" y="297522"/>
                </a:lnTo>
                <a:lnTo>
                  <a:pt x="3561130" y="297522"/>
                </a:lnTo>
                <a:lnTo>
                  <a:pt x="3561130" y="307047"/>
                </a:lnTo>
                <a:close/>
              </a:path>
              <a:path w="3561715" h="307339">
                <a:moveTo>
                  <a:pt x="19050" y="19050"/>
                </a:moveTo>
                <a:lnTo>
                  <a:pt x="9525" y="19050"/>
                </a:lnTo>
                <a:lnTo>
                  <a:pt x="19050" y="9525"/>
                </a:lnTo>
                <a:lnTo>
                  <a:pt x="19050" y="19050"/>
                </a:lnTo>
                <a:close/>
              </a:path>
              <a:path w="3561715" h="307339">
                <a:moveTo>
                  <a:pt x="3542080" y="19050"/>
                </a:moveTo>
                <a:lnTo>
                  <a:pt x="19050" y="19050"/>
                </a:lnTo>
                <a:lnTo>
                  <a:pt x="19050" y="9525"/>
                </a:lnTo>
                <a:lnTo>
                  <a:pt x="3542080" y="9525"/>
                </a:lnTo>
                <a:lnTo>
                  <a:pt x="3542080" y="19050"/>
                </a:lnTo>
                <a:close/>
              </a:path>
              <a:path w="3561715" h="307339">
                <a:moveTo>
                  <a:pt x="3542080" y="297522"/>
                </a:moveTo>
                <a:lnTo>
                  <a:pt x="3542080" y="9525"/>
                </a:lnTo>
                <a:lnTo>
                  <a:pt x="3551605" y="19050"/>
                </a:lnTo>
                <a:lnTo>
                  <a:pt x="3561130" y="19050"/>
                </a:lnTo>
                <a:lnTo>
                  <a:pt x="3561130" y="287997"/>
                </a:lnTo>
                <a:lnTo>
                  <a:pt x="3551605" y="287997"/>
                </a:lnTo>
                <a:lnTo>
                  <a:pt x="3542080" y="297522"/>
                </a:lnTo>
                <a:close/>
              </a:path>
              <a:path w="3561715" h="307339">
                <a:moveTo>
                  <a:pt x="3561130" y="19050"/>
                </a:moveTo>
                <a:lnTo>
                  <a:pt x="3551605" y="19050"/>
                </a:lnTo>
                <a:lnTo>
                  <a:pt x="3542080" y="9525"/>
                </a:lnTo>
                <a:lnTo>
                  <a:pt x="3561130" y="9525"/>
                </a:lnTo>
                <a:lnTo>
                  <a:pt x="3561130" y="19050"/>
                </a:lnTo>
                <a:close/>
              </a:path>
              <a:path w="3561715" h="307339">
                <a:moveTo>
                  <a:pt x="19050" y="297522"/>
                </a:moveTo>
                <a:lnTo>
                  <a:pt x="9525" y="287997"/>
                </a:lnTo>
                <a:lnTo>
                  <a:pt x="19050" y="287997"/>
                </a:lnTo>
                <a:lnTo>
                  <a:pt x="19050" y="297522"/>
                </a:lnTo>
                <a:close/>
              </a:path>
              <a:path w="3561715" h="307339">
                <a:moveTo>
                  <a:pt x="3542080" y="297522"/>
                </a:moveTo>
                <a:lnTo>
                  <a:pt x="19050" y="297522"/>
                </a:lnTo>
                <a:lnTo>
                  <a:pt x="19050" y="287997"/>
                </a:lnTo>
                <a:lnTo>
                  <a:pt x="3542080" y="287997"/>
                </a:lnTo>
                <a:lnTo>
                  <a:pt x="3542080" y="297522"/>
                </a:lnTo>
                <a:close/>
              </a:path>
              <a:path w="3561715" h="307339">
                <a:moveTo>
                  <a:pt x="3561130" y="297522"/>
                </a:moveTo>
                <a:lnTo>
                  <a:pt x="3542080" y="297522"/>
                </a:lnTo>
                <a:lnTo>
                  <a:pt x="3551605" y="287997"/>
                </a:lnTo>
                <a:lnTo>
                  <a:pt x="3561130" y="287997"/>
                </a:lnTo>
                <a:lnTo>
                  <a:pt x="3561130" y="297522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6283096" y="3429673"/>
            <a:ext cx="636905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宋体"/>
                <a:cs typeface="宋体"/>
              </a:rPr>
              <a:t>方法</a:t>
            </a:r>
            <a:r>
              <a:rPr sz="1600" b="1" spc="-15" dirty="0">
                <a:latin typeface="宋体"/>
                <a:cs typeface="宋体"/>
              </a:rPr>
              <a:t>区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5643371" y="3069335"/>
            <a:ext cx="3537204" cy="288036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5634609" y="3059468"/>
            <a:ext cx="3556000" cy="307340"/>
          </a:xfrm>
          <a:custGeom>
            <a:avLst/>
            <a:gdLst/>
            <a:ahLst/>
            <a:cxnLst/>
            <a:rect l="l" t="t" r="r" b="b"/>
            <a:pathLst>
              <a:path w="3556000" h="307339">
                <a:moveTo>
                  <a:pt x="3555568" y="307047"/>
                </a:moveTo>
                <a:lnTo>
                  <a:pt x="0" y="307047"/>
                </a:lnTo>
                <a:lnTo>
                  <a:pt x="0" y="0"/>
                </a:lnTo>
                <a:lnTo>
                  <a:pt x="3555568" y="0"/>
                </a:lnTo>
                <a:lnTo>
                  <a:pt x="3555568" y="9524"/>
                </a:lnTo>
                <a:lnTo>
                  <a:pt x="19050" y="9524"/>
                </a:lnTo>
                <a:lnTo>
                  <a:pt x="9525" y="19049"/>
                </a:lnTo>
                <a:lnTo>
                  <a:pt x="19050" y="19049"/>
                </a:lnTo>
                <a:lnTo>
                  <a:pt x="19050" y="287997"/>
                </a:lnTo>
                <a:lnTo>
                  <a:pt x="9525" y="287997"/>
                </a:lnTo>
                <a:lnTo>
                  <a:pt x="19050" y="297522"/>
                </a:lnTo>
                <a:lnTo>
                  <a:pt x="3555568" y="297522"/>
                </a:lnTo>
                <a:lnTo>
                  <a:pt x="3555568" y="307047"/>
                </a:lnTo>
                <a:close/>
              </a:path>
              <a:path w="3556000" h="307339">
                <a:moveTo>
                  <a:pt x="19050" y="19049"/>
                </a:moveTo>
                <a:lnTo>
                  <a:pt x="9525" y="19049"/>
                </a:lnTo>
                <a:lnTo>
                  <a:pt x="19050" y="9524"/>
                </a:lnTo>
                <a:lnTo>
                  <a:pt x="19050" y="19049"/>
                </a:lnTo>
                <a:close/>
              </a:path>
              <a:path w="3556000" h="307339">
                <a:moveTo>
                  <a:pt x="3536518" y="19049"/>
                </a:moveTo>
                <a:lnTo>
                  <a:pt x="19050" y="19049"/>
                </a:lnTo>
                <a:lnTo>
                  <a:pt x="19050" y="9524"/>
                </a:lnTo>
                <a:lnTo>
                  <a:pt x="3536518" y="9524"/>
                </a:lnTo>
                <a:lnTo>
                  <a:pt x="3536518" y="19049"/>
                </a:lnTo>
                <a:close/>
              </a:path>
              <a:path w="3556000" h="307339">
                <a:moveTo>
                  <a:pt x="3536518" y="297522"/>
                </a:moveTo>
                <a:lnTo>
                  <a:pt x="3536518" y="9524"/>
                </a:lnTo>
                <a:lnTo>
                  <a:pt x="3546043" y="19049"/>
                </a:lnTo>
                <a:lnTo>
                  <a:pt x="3555568" y="19049"/>
                </a:lnTo>
                <a:lnTo>
                  <a:pt x="3555568" y="287997"/>
                </a:lnTo>
                <a:lnTo>
                  <a:pt x="3546043" y="287997"/>
                </a:lnTo>
                <a:lnTo>
                  <a:pt x="3536518" y="297522"/>
                </a:lnTo>
                <a:close/>
              </a:path>
              <a:path w="3556000" h="307339">
                <a:moveTo>
                  <a:pt x="3555568" y="19049"/>
                </a:moveTo>
                <a:lnTo>
                  <a:pt x="3546043" y="19049"/>
                </a:lnTo>
                <a:lnTo>
                  <a:pt x="3536518" y="9524"/>
                </a:lnTo>
                <a:lnTo>
                  <a:pt x="3555568" y="9524"/>
                </a:lnTo>
                <a:lnTo>
                  <a:pt x="3555568" y="19049"/>
                </a:lnTo>
                <a:close/>
              </a:path>
              <a:path w="3556000" h="307339">
                <a:moveTo>
                  <a:pt x="19050" y="297522"/>
                </a:moveTo>
                <a:lnTo>
                  <a:pt x="9525" y="287997"/>
                </a:lnTo>
                <a:lnTo>
                  <a:pt x="19050" y="287997"/>
                </a:lnTo>
                <a:lnTo>
                  <a:pt x="19050" y="297522"/>
                </a:lnTo>
                <a:close/>
              </a:path>
              <a:path w="3556000" h="307339">
                <a:moveTo>
                  <a:pt x="3536518" y="297522"/>
                </a:moveTo>
                <a:lnTo>
                  <a:pt x="19050" y="297522"/>
                </a:lnTo>
                <a:lnTo>
                  <a:pt x="19050" y="287997"/>
                </a:lnTo>
                <a:lnTo>
                  <a:pt x="3536518" y="287997"/>
                </a:lnTo>
                <a:lnTo>
                  <a:pt x="3536518" y="297522"/>
                </a:lnTo>
                <a:close/>
              </a:path>
              <a:path w="3556000" h="307339">
                <a:moveTo>
                  <a:pt x="3555568" y="297522"/>
                </a:moveTo>
                <a:lnTo>
                  <a:pt x="3536518" y="297522"/>
                </a:lnTo>
                <a:lnTo>
                  <a:pt x="3546043" y="287997"/>
                </a:lnTo>
                <a:lnTo>
                  <a:pt x="3555568" y="287997"/>
                </a:lnTo>
                <a:lnTo>
                  <a:pt x="3555568" y="297522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5676900" y="1894332"/>
            <a:ext cx="1260348" cy="288036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5673826" y="1890648"/>
            <a:ext cx="1268095" cy="295910"/>
          </a:xfrm>
          <a:custGeom>
            <a:avLst/>
            <a:gdLst/>
            <a:ahLst/>
            <a:cxnLst/>
            <a:rect l="l" t="t" r="r" b="b"/>
            <a:pathLst>
              <a:path w="1268095" h="295910">
                <a:moveTo>
                  <a:pt x="1267612" y="295617"/>
                </a:moveTo>
                <a:lnTo>
                  <a:pt x="0" y="295617"/>
                </a:lnTo>
                <a:lnTo>
                  <a:pt x="0" y="0"/>
                </a:lnTo>
                <a:lnTo>
                  <a:pt x="1267612" y="0"/>
                </a:lnTo>
                <a:lnTo>
                  <a:pt x="1267612" y="3809"/>
                </a:lnTo>
                <a:lnTo>
                  <a:pt x="7620" y="3809"/>
                </a:lnTo>
                <a:lnTo>
                  <a:pt x="3810" y="7619"/>
                </a:lnTo>
                <a:lnTo>
                  <a:pt x="7620" y="7619"/>
                </a:lnTo>
                <a:lnTo>
                  <a:pt x="7620" y="287997"/>
                </a:lnTo>
                <a:lnTo>
                  <a:pt x="3810" y="287997"/>
                </a:lnTo>
                <a:lnTo>
                  <a:pt x="7620" y="291807"/>
                </a:lnTo>
                <a:lnTo>
                  <a:pt x="1267612" y="291807"/>
                </a:lnTo>
                <a:lnTo>
                  <a:pt x="1267612" y="295617"/>
                </a:lnTo>
                <a:close/>
              </a:path>
              <a:path w="1268095" h="295910">
                <a:moveTo>
                  <a:pt x="7620" y="7619"/>
                </a:moveTo>
                <a:lnTo>
                  <a:pt x="3810" y="7619"/>
                </a:lnTo>
                <a:lnTo>
                  <a:pt x="7620" y="3809"/>
                </a:lnTo>
                <a:lnTo>
                  <a:pt x="7620" y="7619"/>
                </a:lnTo>
                <a:close/>
              </a:path>
              <a:path w="1268095" h="295910">
                <a:moveTo>
                  <a:pt x="1259992" y="7619"/>
                </a:moveTo>
                <a:lnTo>
                  <a:pt x="7620" y="7619"/>
                </a:lnTo>
                <a:lnTo>
                  <a:pt x="7620" y="3809"/>
                </a:lnTo>
                <a:lnTo>
                  <a:pt x="1259992" y="3809"/>
                </a:lnTo>
                <a:lnTo>
                  <a:pt x="1259992" y="7619"/>
                </a:lnTo>
                <a:close/>
              </a:path>
              <a:path w="1268095" h="295910">
                <a:moveTo>
                  <a:pt x="1259992" y="291807"/>
                </a:moveTo>
                <a:lnTo>
                  <a:pt x="1259992" y="3809"/>
                </a:lnTo>
                <a:lnTo>
                  <a:pt x="1263802" y="7619"/>
                </a:lnTo>
                <a:lnTo>
                  <a:pt x="1267612" y="7619"/>
                </a:lnTo>
                <a:lnTo>
                  <a:pt x="1267612" y="287997"/>
                </a:lnTo>
                <a:lnTo>
                  <a:pt x="1263802" y="287997"/>
                </a:lnTo>
                <a:lnTo>
                  <a:pt x="1259992" y="291807"/>
                </a:lnTo>
                <a:close/>
              </a:path>
              <a:path w="1268095" h="295910">
                <a:moveTo>
                  <a:pt x="1267612" y="7619"/>
                </a:moveTo>
                <a:lnTo>
                  <a:pt x="1263802" y="7619"/>
                </a:lnTo>
                <a:lnTo>
                  <a:pt x="1259992" y="3809"/>
                </a:lnTo>
                <a:lnTo>
                  <a:pt x="1267612" y="3809"/>
                </a:lnTo>
                <a:lnTo>
                  <a:pt x="1267612" y="7619"/>
                </a:lnTo>
                <a:close/>
              </a:path>
              <a:path w="1268095" h="295910">
                <a:moveTo>
                  <a:pt x="7620" y="291807"/>
                </a:moveTo>
                <a:lnTo>
                  <a:pt x="3810" y="287997"/>
                </a:lnTo>
                <a:lnTo>
                  <a:pt x="7620" y="287997"/>
                </a:lnTo>
                <a:lnTo>
                  <a:pt x="7620" y="291807"/>
                </a:lnTo>
                <a:close/>
              </a:path>
              <a:path w="1268095" h="295910">
                <a:moveTo>
                  <a:pt x="1259992" y="291807"/>
                </a:moveTo>
                <a:lnTo>
                  <a:pt x="7620" y="291807"/>
                </a:lnTo>
                <a:lnTo>
                  <a:pt x="7620" y="287997"/>
                </a:lnTo>
                <a:lnTo>
                  <a:pt x="1259992" y="287997"/>
                </a:lnTo>
                <a:lnTo>
                  <a:pt x="1259992" y="291807"/>
                </a:lnTo>
                <a:close/>
              </a:path>
              <a:path w="1268095" h="295910">
                <a:moveTo>
                  <a:pt x="1267612" y="291807"/>
                </a:moveTo>
                <a:lnTo>
                  <a:pt x="1259992" y="291807"/>
                </a:lnTo>
                <a:lnTo>
                  <a:pt x="1263802" y="287997"/>
                </a:lnTo>
                <a:lnTo>
                  <a:pt x="1267612" y="287997"/>
                </a:lnTo>
                <a:lnTo>
                  <a:pt x="1267612" y="291807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5847181" y="1909063"/>
            <a:ext cx="92011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latin typeface="宋体"/>
                <a:cs typeface="宋体"/>
              </a:rPr>
              <a:t>程序计数</a:t>
            </a:r>
            <a:r>
              <a:rPr sz="1400" b="1" spc="-5" dirty="0">
                <a:latin typeface="宋体"/>
                <a:cs typeface="宋体"/>
              </a:rPr>
              <a:t>器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2333548" y="622515"/>
            <a:ext cx="2029460" cy="654050"/>
          </a:xfrm>
          <a:custGeom>
            <a:avLst/>
            <a:gdLst/>
            <a:ahLst/>
            <a:cxnLst/>
            <a:rect l="l" t="t" r="r" b="b"/>
            <a:pathLst>
              <a:path w="2029460" h="654050">
                <a:moveTo>
                  <a:pt x="2028913" y="653503"/>
                </a:moveTo>
                <a:lnTo>
                  <a:pt x="0" y="653503"/>
                </a:lnTo>
                <a:lnTo>
                  <a:pt x="0" y="0"/>
                </a:lnTo>
                <a:lnTo>
                  <a:pt x="2028913" y="0"/>
                </a:lnTo>
                <a:lnTo>
                  <a:pt x="2028913" y="6350"/>
                </a:lnTo>
                <a:lnTo>
                  <a:pt x="12700" y="6350"/>
                </a:lnTo>
                <a:lnTo>
                  <a:pt x="6350" y="12700"/>
                </a:lnTo>
                <a:lnTo>
                  <a:pt x="12700" y="12700"/>
                </a:lnTo>
                <a:lnTo>
                  <a:pt x="12700" y="640803"/>
                </a:lnTo>
                <a:lnTo>
                  <a:pt x="6350" y="640803"/>
                </a:lnTo>
                <a:lnTo>
                  <a:pt x="12700" y="647153"/>
                </a:lnTo>
                <a:lnTo>
                  <a:pt x="2028913" y="647153"/>
                </a:lnTo>
                <a:lnTo>
                  <a:pt x="2028913" y="653503"/>
                </a:lnTo>
                <a:close/>
              </a:path>
              <a:path w="2029460" h="654050">
                <a:moveTo>
                  <a:pt x="12700" y="12700"/>
                </a:moveTo>
                <a:lnTo>
                  <a:pt x="6350" y="12700"/>
                </a:lnTo>
                <a:lnTo>
                  <a:pt x="12700" y="6350"/>
                </a:lnTo>
                <a:lnTo>
                  <a:pt x="12700" y="12700"/>
                </a:lnTo>
                <a:close/>
              </a:path>
              <a:path w="2029460" h="654050">
                <a:moveTo>
                  <a:pt x="2016213" y="12700"/>
                </a:moveTo>
                <a:lnTo>
                  <a:pt x="12700" y="12700"/>
                </a:lnTo>
                <a:lnTo>
                  <a:pt x="12700" y="6350"/>
                </a:lnTo>
                <a:lnTo>
                  <a:pt x="2016213" y="6350"/>
                </a:lnTo>
                <a:lnTo>
                  <a:pt x="2016213" y="12700"/>
                </a:lnTo>
                <a:close/>
              </a:path>
              <a:path w="2029460" h="654050">
                <a:moveTo>
                  <a:pt x="2016213" y="647153"/>
                </a:moveTo>
                <a:lnTo>
                  <a:pt x="2016213" y="6350"/>
                </a:lnTo>
                <a:lnTo>
                  <a:pt x="2022563" y="12700"/>
                </a:lnTo>
                <a:lnTo>
                  <a:pt x="2028913" y="12700"/>
                </a:lnTo>
                <a:lnTo>
                  <a:pt x="2028913" y="640803"/>
                </a:lnTo>
                <a:lnTo>
                  <a:pt x="2022563" y="640803"/>
                </a:lnTo>
                <a:lnTo>
                  <a:pt x="2016213" y="647153"/>
                </a:lnTo>
                <a:close/>
              </a:path>
              <a:path w="2029460" h="654050">
                <a:moveTo>
                  <a:pt x="2028913" y="12700"/>
                </a:moveTo>
                <a:lnTo>
                  <a:pt x="2022563" y="12700"/>
                </a:lnTo>
                <a:lnTo>
                  <a:pt x="2016213" y="6350"/>
                </a:lnTo>
                <a:lnTo>
                  <a:pt x="2028913" y="6350"/>
                </a:lnTo>
                <a:lnTo>
                  <a:pt x="2028913" y="12700"/>
                </a:lnTo>
                <a:close/>
              </a:path>
              <a:path w="2029460" h="654050">
                <a:moveTo>
                  <a:pt x="12700" y="647153"/>
                </a:moveTo>
                <a:lnTo>
                  <a:pt x="6350" y="640803"/>
                </a:lnTo>
                <a:lnTo>
                  <a:pt x="12700" y="640803"/>
                </a:lnTo>
                <a:lnTo>
                  <a:pt x="12700" y="647153"/>
                </a:lnTo>
                <a:close/>
              </a:path>
              <a:path w="2029460" h="654050">
                <a:moveTo>
                  <a:pt x="2016213" y="647153"/>
                </a:moveTo>
                <a:lnTo>
                  <a:pt x="12700" y="647153"/>
                </a:lnTo>
                <a:lnTo>
                  <a:pt x="12700" y="640803"/>
                </a:lnTo>
                <a:lnTo>
                  <a:pt x="2016213" y="640803"/>
                </a:lnTo>
                <a:lnTo>
                  <a:pt x="2016213" y="647153"/>
                </a:lnTo>
                <a:close/>
              </a:path>
              <a:path w="2029460" h="654050">
                <a:moveTo>
                  <a:pt x="2028913" y="647153"/>
                </a:moveTo>
                <a:lnTo>
                  <a:pt x="2016213" y="647153"/>
                </a:lnTo>
                <a:lnTo>
                  <a:pt x="2022563" y="640803"/>
                </a:lnTo>
                <a:lnTo>
                  <a:pt x="2028913" y="640803"/>
                </a:lnTo>
                <a:lnTo>
                  <a:pt x="2028913" y="647153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>
            <a:spLocks noGrp="1"/>
          </p:cNvSpPr>
          <p:nvPr>
            <p:ph type="title"/>
          </p:nvPr>
        </p:nvSpPr>
        <p:spPr>
          <a:xfrm>
            <a:off x="2721533" y="651090"/>
            <a:ext cx="12509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none" spc="-5" dirty="0"/>
              <a:t>Java</a:t>
            </a:r>
            <a:r>
              <a:rPr sz="1800" u="none" dirty="0">
                <a:latin typeface="宋体"/>
                <a:cs typeface="宋体"/>
              </a:rPr>
              <a:t>源程</a:t>
            </a:r>
            <a:r>
              <a:rPr sz="1800" u="none" spc="-10" dirty="0">
                <a:latin typeface="宋体"/>
                <a:cs typeface="宋体"/>
              </a:rPr>
              <a:t>序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597708" y="925410"/>
            <a:ext cx="14992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宋体"/>
                <a:cs typeface="宋体"/>
              </a:rPr>
              <a:t>（</a:t>
            </a:r>
            <a:r>
              <a:rPr sz="1800" b="1" spc="-5" dirty="0">
                <a:latin typeface="Georgia"/>
                <a:cs typeface="Georgia"/>
              </a:rPr>
              <a:t>.</a:t>
            </a:r>
            <a:r>
              <a:rPr sz="1800" b="1" dirty="0">
                <a:latin typeface="Georgia"/>
                <a:cs typeface="Georgia"/>
              </a:rPr>
              <a:t>j</a:t>
            </a:r>
            <a:r>
              <a:rPr sz="1800" b="1" spc="-5" dirty="0">
                <a:latin typeface="Georgia"/>
                <a:cs typeface="Georgia"/>
              </a:rPr>
              <a:t>ava</a:t>
            </a:r>
            <a:r>
              <a:rPr sz="1800" b="1" dirty="0">
                <a:latin typeface="宋体"/>
                <a:cs typeface="宋体"/>
              </a:rPr>
              <a:t>文件</a:t>
            </a:r>
            <a:r>
              <a:rPr sz="1800" b="1" spc="-10" dirty="0">
                <a:latin typeface="宋体"/>
                <a:cs typeface="宋体"/>
              </a:rPr>
              <a:t>）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2333548" y="1910486"/>
            <a:ext cx="2029460" cy="516890"/>
          </a:xfrm>
          <a:custGeom>
            <a:avLst/>
            <a:gdLst/>
            <a:ahLst/>
            <a:cxnLst/>
            <a:rect l="l" t="t" r="r" b="b"/>
            <a:pathLst>
              <a:path w="2029460" h="516889">
                <a:moveTo>
                  <a:pt x="2028913" y="516750"/>
                </a:moveTo>
                <a:lnTo>
                  <a:pt x="0" y="516750"/>
                </a:lnTo>
                <a:lnTo>
                  <a:pt x="0" y="0"/>
                </a:lnTo>
                <a:lnTo>
                  <a:pt x="2028913" y="0"/>
                </a:lnTo>
                <a:lnTo>
                  <a:pt x="2028913" y="6349"/>
                </a:lnTo>
                <a:lnTo>
                  <a:pt x="12700" y="6349"/>
                </a:lnTo>
                <a:lnTo>
                  <a:pt x="6350" y="12699"/>
                </a:lnTo>
                <a:lnTo>
                  <a:pt x="12700" y="12699"/>
                </a:lnTo>
                <a:lnTo>
                  <a:pt x="12700" y="504050"/>
                </a:lnTo>
                <a:lnTo>
                  <a:pt x="6350" y="504050"/>
                </a:lnTo>
                <a:lnTo>
                  <a:pt x="12700" y="510400"/>
                </a:lnTo>
                <a:lnTo>
                  <a:pt x="2028913" y="510400"/>
                </a:lnTo>
                <a:lnTo>
                  <a:pt x="2028913" y="516750"/>
                </a:lnTo>
                <a:close/>
              </a:path>
              <a:path w="2029460" h="516889">
                <a:moveTo>
                  <a:pt x="12700" y="12699"/>
                </a:moveTo>
                <a:lnTo>
                  <a:pt x="6350" y="12699"/>
                </a:lnTo>
                <a:lnTo>
                  <a:pt x="12700" y="6349"/>
                </a:lnTo>
                <a:lnTo>
                  <a:pt x="12700" y="12699"/>
                </a:lnTo>
                <a:close/>
              </a:path>
              <a:path w="2029460" h="516889">
                <a:moveTo>
                  <a:pt x="2016213" y="12699"/>
                </a:moveTo>
                <a:lnTo>
                  <a:pt x="12700" y="12699"/>
                </a:lnTo>
                <a:lnTo>
                  <a:pt x="12700" y="6349"/>
                </a:lnTo>
                <a:lnTo>
                  <a:pt x="2016213" y="6349"/>
                </a:lnTo>
                <a:lnTo>
                  <a:pt x="2016213" y="12699"/>
                </a:lnTo>
                <a:close/>
              </a:path>
              <a:path w="2029460" h="516889">
                <a:moveTo>
                  <a:pt x="2016213" y="510400"/>
                </a:moveTo>
                <a:lnTo>
                  <a:pt x="2016213" y="6349"/>
                </a:lnTo>
                <a:lnTo>
                  <a:pt x="2022563" y="12699"/>
                </a:lnTo>
                <a:lnTo>
                  <a:pt x="2028913" y="12699"/>
                </a:lnTo>
                <a:lnTo>
                  <a:pt x="2028913" y="504050"/>
                </a:lnTo>
                <a:lnTo>
                  <a:pt x="2022563" y="504050"/>
                </a:lnTo>
                <a:lnTo>
                  <a:pt x="2016213" y="510400"/>
                </a:lnTo>
                <a:close/>
              </a:path>
              <a:path w="2029460" h="516889">
                <a:moveTo>
                  <a:pt x="2028913" y="12699"/>
                </a:moveTo>
                <a:lnTo>
                  <a:pt x="2022563" y="12699"/>
                </a:lnTo>
                <a:lnTo>
                  <a:pt x="2016213" y="6349"/>
                </a:lnTo>
                <a:lnTo>
                  <a:pt x="2028913" y="6349"/>
                </a:lnTo>
                <a:lnTo>
                  <a:pt x="2028913" y="12699"/>
                </a:lnTo>
                <a:close/>
              </a:path>
              <a:path w="2029460" h="516889">
                <a:moveTo>
                  <a:pt x="12700" y="510400"/>
                </a:moveTo>
                <a:lnTo>
                  <a:pt x="6350" y="504050"/>
                </a:lnTo>
                <a:lnTo>
                  <a:pt x="12700" y="504050"/>
                </a:lnTo>
                <a:lnTo>
                  <a:pt x="12700" y="510400"/>
                </a:lnTo>
                <a:close/>
              </a:path>
              <a:path w="2029460" h="516889">
                <a:moveTo>
                  <a:pt x="2016213" y="510400"/>
                </a:moveTo>
                <a:lnTo>
                  <a:pt x="12700" y="510400"/>
                </a:lnTo>
                <a:lnTo>
                  <a:pt x="12700" y="504050"/>
                </a:lnTo>
                <a:lnTo>
                  <a:pt x="2016213" y="504050"/>
                </a:lnTo>
                <a:lnTo>
                  <a:pt x="2016213" y="510400"/>
                </a:lnTo>
                <a:close/>
              </a:path>
              <a:path w="2029460" h="516889">
                <a:moveTo>
                  <a:pt x="2028913" y="510400"/>
                </a:moveTo>
                <a:lnTo>
                  <a:pt x="2016213" y="510400"/>
                </a:lnTo>
                <a:lnTo>
                  <a:pt x="2022563" y="504050"/>
                </a:lnTo>
                <a:lnTo>
                  <a:pt x="2028913" y="504050"/>
                </a:lnTo>
                <a:lnTo>
                  <a:pt x="2028913" y="5104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2721533" y="2007641"/>
            <a:ext cx="12509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Georgia"/>
                <a:cs typeface="Georgia"/>
              </a:rPr>
              <a:t>Java</a:t>
            </a:r>
            <a:r>
              <a:rPr sz="1800" b="1" dirty="0">
                <a:latin typeface="宋体"/>
                <a:cs typeface="宋体"/>
              </a:rPr>
              <a:t>编译</a:t>
            </a:r>
            <a:r>
              <a:rPr sz="1800" b="1" spc="-10" dirty="0">
                <a:latin typeface="宋体"/>
                <a:cs typeface="宋体"/>
              </a:rPr>
              <a:t>器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2333548" y="3070796"/>
            <a:ext cx="2029460" cy="652780"/>
          </a:xfrm>
          <a:custGeom>
            <a:avLst/>
            <a:gdLst/>
            <a:ahLst/>
            <a:cxnLst/>
            <a:rect l="l" t="t" r="r" b="b"/>
            <a:pathLst>
              <a:path w="2029460" h="652779">
                <a:moveTo>
                  <a:pt x="2028913" y="652589"/>
                </a:moveTo>
                <a:lnTo>
                  <a:pt x="0" y="652589"/>
                </a:lnTo>
                <a:lnTo>
                  <a:pt x="0" y="0"/>
                </a:lnTo>
                <a:lnTo>
                  <a:pt x="2028913" y="0"/>
                </a:lnTo>
                <a:lnTo>
                  <a:pt x="2028913" y="6350"/>
                </a:lnTo>
                <a:lnTo>
                  <a:pt x="12700" y="6350"/>
                </a:lnTo>
                <a:lnTo>
                  <a:pt x="6350" y="12700"/>
                </a:lnTo>
                <a:lnTo>
                  <a:pt x="12700" y="12700"/>
                </a:lnTo>
                <a:lnTo>
                  <a:pt x="12700" y="639889"/>
                </a:lnTo>
                <a:lnTo>
                  <a:pt x="6350" y="639889"/>
                </a:lnTo>
                <a:lnTo>
                  <a:pt x="12700" y="646239"/>
                </a:lnTo>
                <a:lnTo>
                  <a:pt x="2028913" y="646239"/>
                </a:lnTo>
                <a:lnTo>
                  <a:pt x="2028913" y="652589"/>
                </a:lnTo>
                <a:close/>
              </a:path>
              <a:path w="2029460" h="652779">
                <a:moveTo>
                  <a:pt x="12700" y="12700"/>
                </a:moveTo>
                <a:lnTo>
                  <a:pt x="6350" y="12700"/>
                </a:lnTo>
                <a:lnTo>
                  <a:pt x="12700" y="6350"/>
                </a:lnTo>
                <a:lnTo>
                  <a:pt x="12700" y="12700"/>
                </a:lnTo>
                <a:close/>
              </a:path>
              <a:path w="2029460" h="652779">
                <a:moveTo>
                  <a:pt x="2016213" y="12700"/>
                </a:moveTo>
                <a:lnTo>
                  <a:pt x="12700" y="12700"/>
                </a:lnTo>
                <a:lnTo>
                  <a:pt x="12700" y="6350"/>
                </a:lnTo>
                <a:lnTo>
                  <a:pt x="2016213" y="6350"/>
                </a:lnTo>
                <a:lnTo>
                  <a:pt x="2016213" y="12700"/>
                </a:lnTo>
                <a:close/>
              </a:path>
              <a:path w="2029460" h="652779">
                <a:moveTo>
                  <a:pt x="2016213" y="646239"/>
                </a:moveTo>
                <a:lnTo>
                  <a:pt x="2016213" y="6350"/>
                </a:lnTo>
                <a:lnTo>
                  <a:pt x="2022563" y="12700"/>
                </a:lnTo>
                <a:lnTo>
                  <a:pt x="2028913" y="12700"/>
                </a:lnTo>
                <a:lnTo>
                  <a:pt x="2028913" y="639889"/>
                </a:lnTo>
                <a:lnTo>
                  <a:pt x="2022563" y="639889"/>
                </a:lnTo>
                <a:lnTo>
                  <a:pt x="2016213" y="646239"/>
                </a:lnTo>
                <a:close/>
              </a:path>
              <a:path w="2029460" h="652779">
                <a:moveTo>
                  <a:pt x="2028913" y="12700"/>
                </a:moveTo>
                <a:lnTo>
                  <a:pt x="2022563" y="12700"/>
                </a:lnTo>
                <a:lnTo>
                  <a:pt x="2016213" y="6350"/>
                </a:lnTo>
                <a:lnTo>
                  <a:pt x="2028913" y="6350"/>
                </a:lnTo>
                <a:lnTo>
                  <a:pt x="2028913" y="12700"/>
                </a:lnTo>
                <a:close/>
              </a:path>
              <a:path w="2029460" h="652779">
                <a:moveTo>
                  <a:pt x="12700" y="646239"/>
                </a:moveTo>
                <a:lnTo>
                  <a:pt x="6350" y="639889"/>
                </a:lnTo>
                <a:lnTo>
                  <a:pt x="12700" y="639889"/>
                </a:lnTo>
                <a:lnTo>
                  <a:pt x="12700" y="646239"/>
                </a:lnTo>
                <a:close/>
              </a:path>
              <a:path w="2029460" h="652779">
                <a:moveTo>
                  <a:pt x="2016213" y="646239"/>
                </a:moveTo>
                <a:lnTo>
                  <a:pt x="12700" y="646239"/>
                </a:lnTo>
                <a:lnTo>
                  <a:pt x="12700" y="639889"/>
                </a:lnTo>
                <a:lnTo>
                  <a:pt x="2016213" y="639889"/>
                </a:lnTo>
                <a:lnTo>
                  <a:pt x="2016213" y="646239"/>
                </a:lnTo>
                <a:close/>
              </a:path>
              <a:path w="2029460" h="652779">
                <a:moveTo>
                  <a:pt x="2028913" y="646239"/>
                </a:moveTo>
                <a:lnTo>
                  <a:pt x="2016213" y="646239"/>
                </a:lnTo>
                <a:lnTo>
                  <a:pt x="2022563" y="639889"/>
                </a:lnTo>
                <a:lnTo>
                  <a:pt x="2028913" y="639889"/>
                </a:lnTo>
                <a:lnTo>
                  <a:pt x="2028913" y="64623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2552623" y="3097466"/>
            <a:ext cx="1589405" cy="5759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宋体"/>
                <a:cs typeface="宋体"/>
              </a:rPr>
              <a:t>字节码文</a:t>
            </a:r>
            <a:r>
              <a:rPr sz="1800" b="1" spc="-10" dirty="0">
                <a:latin typeface="宋体"/>
                <a:cs typeface="宋体"/>
              </a:rPr>
              <a:t>件</a:t>
            </a:r>
            <a:endParaRPr sz="1800">
              <a:latin typeface="宋体"/>
              <a:cs typeface="宋体"/>
            </a:endParaRPr>
          </a:p>
          <a:p>
            <a:pPr algn="ctr">
              <a:lnSpc>
                <a:spcPct val="100000"/>
              </a:lnSpc>
              <a:spcBef>
                <a:spcPts val="15"/>
              </a:spcBef>
            </a:pPr>
            <a:r>
              <a:rPr sz="1800" b="1" spc="-5" dirty="0">
                <a:latin typeface="宋体"/>
                <a:cs typeface="宋体"/>
              </a:rPr>
              <a:t>（</a:t>
            </a:r>
            <a:r>
              <a:rPr sz="1800" b="1" spc="-5" dirty="0">
                <a:latin typeface="Georgia"/>
                <a:cs typeface="Georgia"/>
              </a:rPr>
              <a:t>.class</a:t>
            </a:r>
            <a:r>
              <a:rPr sz="1800" b="1" dirty="0">
                <a:latin typeface="宋体"/>
                <a:cs typeface="宋体"/>
              </a:rPr>
              <a:t>文件</a:t>
            </a:r>
            <a:r>
              <a:rPr sz="1800" b="1" spc="-10" dirty="0">
                <a:latin typeface="宋体"/>
                <a:cs typeface="宋体"/>
              </a:rPr>
              <a:t>）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3309911" y="1269669"/>
            <a:ext cx="76200" cy="647700"/>
          </a:xfrm>
          <a:custGeom>
            <a:avLst/>
            <a:gdLst/>
            <a:ahLst/>
            <a:cxnLst/>
            <a:rect l="l" t="t" r="r" b="b"/>
            <a:pathLst>
              <a:path w="76200" h="647700">
                <a:moveTo>
                  <a:pt x="47625" y="590016"/>
                </a:moveTo>
                <a:lnTo>
                  <a:pt x="28575" y="590016"/>
                </a:lnTo>
                <a:lnTo>
                  <a:pt x="28575" y="0"/>
                </a:lnTo>
                <a:lnTo>
                  <a:pt x="47625" y="0"/>
                </a:lnTo>
                <a:lnTo>
                  <a:pt x="47625" y="590016"/>
                </a:lnTo>
                <a:close/>
              </a:path>
              <a:path w="76200" h="647700">
                <a:moveTo>
                  <a:pt x="38100" y="647166"/>
                </a:moveTo>
                <a:lnTo>
                  <a:pt x="0" y="570966"/>
                </a:lnTo>
                <a:lnTo>
                  <a:pt x="28575" y="570966"/>
                </a:lnTo>
                <a:lnTo>
                  <a:pt x="28575" y="590016"/>
                </a:lnTo>
                <a:lnTo>
                  <a:pt x="66675" y="590016"/>
                </a:lnTo>
                <a:lnTo>
                  <a:pt x="38100" y="647166"/>
                </a:lnTo>
                <a:close/>
              </a:path>
              <a:path w="76200" h="647700">
                <a:moveTo>
                  <a:pt x="66675" y="590016"/>
                </a:moveTo>
                <a:lnTo>
                  <a:pt x="47625" y="590016"/>
                </a:lnTo>
                <a:lnTo>
                  <a:pt x="47625" y="570966"/>
                </a:lnTo>
                <a:lnTo>
                  <a:pt x="76200" y="570966"/>
                </a:lnTo>
                <a:lnTo>
                  <a:pt x="66675" y="5900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3309911" y="2421801"/>
            <a:ext cx="76200" cy="647700"/>
          </a:xfrm>
          <a:custGeom>
            <a:avLst/>
            <a:gdLst/>
            <a:ahLst/>
            <a:cxnLst/>
            <a:rect l="l" t="t" r="r" b="b"/>
            <a:pathLst>
              <a:path w="76200" h="647700">
                <a:moveTo>
                  <a:pt x="47625" y="590003"/>
                </a:moveTo>
                <a:lnTo>
                  <a:pt x="28575" y="590003"/>
                </a:lnTo>
                <a:lnTo>
                  <a:pt x="28575" y="0"/>
                </a:lnTo>
                <a:lnTo>
                  <a:pt x="47625" y="0"/>
                </a:lnTo>
                <a:lnTo>
                  <a:pt x="47625" y="590003"/>
                </a:lnTo>
                <a:close/>
              </a:path>
              <a:path w="76200" h="647700">
                <a:moveTo>
                  <a:pt x="38100" y="647153"/>
                </a:moveTo>
                <a:lnTo>
                  <a:pt x="0" y="570953"/>
                </a:lnTo>
                <a:lnTo>
                  <a:pt x="28575" y="570953"/>
                </a:lnTo>
                <a:lnTo>
                  <a:pt x="28575" y="590003"/>
                </a:lnTo>
                <a:lnTo>
                  <a:pt x="66675" y="590003"/>
                </a:lnTo>
                <a:lnTo>
                  <a:pt x="38100" y="647153"/>
                </a:lnTo>
                <a:close/>
              </a:path>
              <a:path w="76200" h="647700">
                <a:moveTo>
                  <a:pt x="66675" y="590003"/>
                </a:moveTo>
                <a:lnTo>
                  <a:pt x="47625" y="590003"/>
                </a:lnTo>
                <a:lnTo>
                  <a:pt x="47625" y="570953"/>
                </a:lnTo>
                <a:lnTo>
                  <a:pt x="76200" y="570953"/>
                </a:lnTo>
                <a:lnTo>
                  <a:pt x="66675" y="5900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3348011" y="3717035"/>
            <a:ext cx="0" cy="323850"/>
          </a:xfrm>
          <a:custGeom>
            <a:avLst/>
            <a:gdLst/>
            <a:ahLst/>
            <a:cxnLst/>
            <a:rect l="l" t="t" r="r" b="b"/>
            <a:pathLst>
              <a:path h="323850">
                <a:moveTo>
                  <a:pt x="0" y="0"/>
                </a:moveTo>
                <a:lnTo>
                  <a:pt x="0" y="32357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3347935" y="4036796"/>
            <a:ext cx="1122680" cy="0"/>
          </a:xfrm>
          <a:custGeom>
            <a:avLst/>
            <a:gdLst/>
            <a:ahLst/>
            <a:cxnLst/>
            <a:rect l="l" t="t" r="r" b="b"/>
            <a:pathLst>
              <a:path w="1122679">
                <a:moveTo>
                  <a:pt x="0" y="0"/>
                </a:moveTo>
                <a:lnTo>
                  <a:pt x="1122184" y="0"/>
                </a:lnTo>
              </a:path>
            </a:pathLst>
          </a:custGeom>
          <a:ln w="266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4485398" y="116636"/>
            <a:ext cx="0" cy="3924300"/>
          </a:xfrm>
          <a:custGeom>
            <a:avLst/>
            <a:gdLst/>
            <a:ahLst/>
            <a:cxnLst/>
            <a:rect l="l" t="t" r="r" b="b"/>
            <a:pathLst>
              <a:path h="3924300">
                <a:moveTo>
                  <a:pt x="0" y="0"/>
                </a:moveTo>
                <a:lnTo>
                  <a:pt x="0" y="3923969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4484700" y="109334"/>
            <a:ext cx="2134870" cy="0"/>
          </a:xfrm>
          <a:custGeom>
            <a:avLst/>
            <a:gdLst/>
            <a:ahLst/>
            <a:cxnLst/>
            <a:rect l="l" t="t" r="r" b="b"/>
            <a:pathLst>
              <a:path w="2134870">
                <a:moveTo>
                  <a:pt x="0" y="0"/>
                </a:moveTo>
                <a:lnTo>
                  <a:pt x="2134362" y="0"/>
                </a:lnTo>
              </a:path>
            </a:pathLst>
          </a:custGeom>
          <a:ln w="336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6580987" y="116636"/>
            <a:ext cx="76200" cy="252018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7342860" y="836663"/>
            <a:ext cx="76200" cy="252006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9613392" y="2997707"/>
            <a:ext cx="1834896" cy="431292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9608896" y="2993135"/>
            <a:ext cx="1843405" cy="440055"/>
          </a:xfrm>
          <a:custGeom>
            <a:avLst/>
            <a:gdLst/>
            <a:ahLst/>
            <a:cxnLst/>
            <a:rect l="l" t="t" r="r" b="b"/>
            <a:pathLst>
              <a:path w="1843404" h="440054">
                <a:moveTo>
                  <a:pt x="1843316" y="439674"/>
                </a:moveTo>
                <a:lnTo>
                  <a:pt x="0" y="439674"/>
                </a:lnTo>
                <a:lnTo>
                  <a:pt x="0" y="0"/>
                </a:lnTo>
                <a:lnTo>
                  <a:pt x="1843316" y="0"/>
                </a:lnTo>
                <a:lnTo>
                  <a:pt x="1843316" y="3809"/>
                </a:lnTo>
                <a:lnTo>
                  <a:pt x="7620" y="3809"/>
                </a:lnTo>
                <a:lnTo>
                  <a:pt x="3809" y="7619"/>
                </a:lnTo>
                <a:lnTo>
                  <a:pt x="7620" y="7619"/>
                </a:lnTo>
                <a:lnTo>
                  <a:pt x="7620" y="432053"/>
                </a:lnTo>
                <a:lnTo>
                  <a:pt x="3809" y="432053"/>
                </a:lnTo>
                <a:lnTo>
                  <a:pt x="7620" y="435863"/>
                </a:lnTo>
                <a:lnTo>
                  <a:pt x="1843316" y="435863"/>
                </a:lnTo>
                <a:lnTo>
                  <a:pt x="1843316" y="439674"/>
                </a:lnTo>
                <a:close/>
              </a:path>
              <a:path w="1843404" h="440054">
                <a:moveTo>
                  <a:pt x="7620" y="7619"/>
                </a:moveTo>
                <a:lnTo>
                  <a:pt x="3809" y="7619"/>
                </a:lnTo>
                <a:lnTo>
                  <a:pt x="7620" y="3809"/>
                </a:lnTo>
                <a:lnTo>
                  <a:pt x="7620" y="7619"/>
                </a:lnTo>
                <a:close/>
              </a:path>
              <a:path w="1843404" h="440054">
                <a:moveTo>
                  <a:pt x="1835696" y="7619"/>
                </a:moveTo>
                <a:lnTo>
                  <a:pt x="7620" y="7619"/>
                </a:lnTo>
                <a:lnTo>
                  <a:pt x="7620" y="3809"/>
                </a:lnTo>
                <a:lnTo>
                  <a:pt x="1835696" y="3809"/>
                </a:lnTo>
                <a:lnTo>
                  <a:pt x="1835696" y="7619"/>
                </a:lnTo>
                <a:close/>
              </a:path>
              <a:path w="1843404" h="440054">
                <a:moveTo>
                  <a:pt x="1835696" y="435863"/>
                </a:moveTo>
                <a:lnTo>
                  <a:pt x="1835696" y="3809"/>
                </a:lnTo>
                <a:lnTo>
                  <a:pt x="1839506" y="7619"/>
                </a:lnTo>
                <a:lnTo>
                  <a:pt x="1843316" y="7619"/>
                </a:lnTo>
                <a:lnTo>
                  <a:pt x="1843316" y="432053"/>
                </a:lnTo>
                <a:lnTo>
                  <a:pt x="1839506" y="432053"/>
                </a:lnTo>
                <a:lnTo>
                  <a:pt x="1835696" y="435863"/>
                </a:lnTo>
                <a:close/>
              </a:path>
              <a:path w="1843404" h="440054">
                <a:moveTo>
                  <a:pt x="1843316" y="7619"/>
                </a:moveTo>
                <a:lnTo>
                  <a:pt x="1839506" y="7619"/>
                </a:lnTo>
                <a:lnTo>
                  <a:pt x="1835696" y="3809"/>
                </a:lnTo>
                <a:lnTo>
                  <a:pt x="1843316" y="3809"/>
                </a:lnTo>
                <a:lnTo>
                  <a:pt x="1843316" y="7619"/>
                </a:lnTo>
                <a:close/>
              </a:path>
              <a:path w="1843404" h="440054">
                <a:moveTo>
                  <a:pt x="7620" y="435863"/>
                </a:moveTo>
                <a:lnTo>
                  <a:pt x="3809" y="432053"/>
                </a:lnTo>
                <a:lnTo>
                  <a:pt x="7620" y="432053"/>
                </a:lnTo>
                <a:lnTo>
                  <a:pt x="7620" y="435863"/>
                </a:lnTo>
                <a:close/>
              </a:path>
              <a:path w="1843404" h="440054">
                <a:moveTo>
                  <a:pt x="1835696" y="435863"/>
                </a:moveTo>
                <a:lnTo>
                  <a:pt x="7620" y="435863"/>
                </a:lnTo>
                <a:lnTo>
                  <a:pt x="7620" y="432053"/>
                </a:lnTo>
                <a:lnTo>
                  <a:pt x="1835696" y="432053"/>
                </a:lnTo>
                <a:lnTo>
                  <a:pt x="1835696" y="435863"/>
                </a:lnTo>
                <a:close/>
              </a:path>
              <a:path w="1843404" h="440054">
                <a:moveTo>
                  <a:pt x="1843316" y="435863"/>
                </a:moveTo>
                <a:lnTo>
                  <a:pt x="1835696" y="435863"/>
                </a:lnTo>
                <a:lnTo>
                  <a:pt x="1839506" y="432053"/>
                </a:lnTo>
                <a:lnTo>
                  <a:pt x="1843316" y="432053"/>
                </a:lnTo>
                <a:lnTo>
                  <a:pt x="1843316" y="435863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9613392" y="3069336"/>
            <a:ext cx="1835150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3195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solidFill>
                  <a:srgbClr val="FFFFFF"/>
                </a:solidFill>
                <a:latin typeface="Georgia"/>
                <a:cs typeface="Georgia"/>
              </a:rPr>
              <a:t>JVM</a:t>
            </a:r>
            <a:r>
              <a:rPr sz="1600" b="1" dirty="0">
                <a:solidFill>
                  <a:srgbClr val="FFFFFF"/>
                </a:solidFill>
                <a:latin typeface="宋体"/>
                <a:cs typeface="宋体"/>
              </a:rPr>
              <a:t>垃圾收集</a:t>
            </a:r>
            <a:r>
              <a:rPr sz="1600" b="1" spc="-15" dirty="0">
                <a:solidFill>
                  <a:srgbClr val="FFFFFF"/>
                </a:solidFill>
                <a:latin typeface="宋体"/>
                <a:cs typeface="宋体"/>
              </a:rPr>
              <a:t>器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9180652" y="3174885"/>
            <a:ext cx="432434" cy="76200"/>
          </a:xfrm>
          <a:custGeom>
            <a:avLst/>
            <a:gdLst/>
            <a:ahLst/>
            <a:cxnLst/>
            <a:rect l="l" t="t" r="r" b="b"/>
            <a:pathLst>
              <a:path w="432434" h="76200">
                <a:moveTo>
                  <a:pt x="76200" y="76200"/>
                </a:moveTo>
                <a:lnTo>
                  <a:pt x="0" y="38112"/>
                </a:lnTo>
                <a:lnTo>
                  <a:pt x="76200" y="0"/>
                </a:lnTo>
                <a:lnTo>
                  <a:pt x="76200" y="28574"/>
                </a:lnTo>
                <a:lnTo>
                  <a:pt x="57150" y="28575"/>
                </a:lnTo>
                <a:lnTo>
                  <a:pt x="57150" y="47625"/>
                </a:lnTo>
                <a:lnTo>
                  <a:pt x="76200" y="47625"/>
                </a:lnTo>
                <a:lnTo>
                  <a:pt x="76200" y="76200"/>
                </a:lnTo>
                <a:close/>
              </a:path>
              <a:path w="432434" h="76200">
                <a:moveTo>
                  <a:pt x="76200" y="47624"/>
                </a:moveTo>
                <a:lnTo>
                  <a:pt x="76200" y="28574"/>
                </a:lnTo>
                <a:lnTo>
                  <a:pt x="432053" y="28562"/>
                </a:lnTo>
                <a:lnTo>
                  <a:pt x="432053" y="47612"/>
                </a:lnTo>
                <a:lnTo>
                  <a:pt x="76200" y="47624"/>
                </a:lnTo>
                <a:close/>
              </a:path>
              <a:path w="432434" h="76200">
                <a:moveTo>
                  <a:pt x="57150" y="47625"/>
                </a:moveTo>
                <a:lnTo>
                  <a:pt x="57150" y="28575"/>
                </a:lnTo>
                <a:lnTo>
                  <a:pt x="76200" y="28574"/>
                </a:lnTo>
                <a:lnTo>
                  <a:pt x="76200" y="47624"/>
                </a:lnTo>
                <a:lnTo>
                  <a:pt x="57150" y="47625"/>
                </a:lnTo>
                <a:close/>
              </a:path>
              <a:path w="432434" h="76200">
                <a:moveTo>
                  <a:pt x="76200" y="47625"/>
                </a:moveTo>
                <a:lnTo>
                  <a:pt x="57150" y="47625"/>
                </a:lnTo>
                <a:lnTo>
                  <a:pt x="76200" y="476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5501894" y="5615330"/>
            <a:ext cx="3757295" cy="508634"/>
          </a:xfrm>
          <a:custGeom>
            <a:avLst/>
            <a:gdLst/>
            <a:ahLst/>
            <a:cxnLst/>
            <a:rect l="l" t="t" r="r" b="b"/>
            <a:pathLst>
              <a:path w="3757295" h="508635">
                <a:moveTo>
                  <a:pt x="3757117" y="508571"/>
                </a:moveTo>
                <a:lnTo>
                  <a:pt x="0" y="508571"/>
                </a:lnTo>
                <a:lnTo>
                  <a:pt x="0" y="0"/>
                </a:lnTo>
                <a:lnTo>
                  <a:pt x="3757117" y="0"/>
                </a:lnTo>
                <a:lnTo>
                  <a:pt x="3757117" y="6350"/>
                </a:lnTo>
                <a:lnTo>
                  <a:pt x="12700" y="6350"/>
                </a:lnTo>
                <a:lnTo>
                  <a:pt x="6350" y="12700"/>
                </a:lnTo>
                <a:lnTo>
                  <a:pt x="12700" y="12700"/>
                </a:lnTo>
                <a:lnTo>
                  <a:pt x="12700" y="495871"/>
                </a:lnTo>
                <a:lnTo>
                  <a:pt x="6350" y="495871"/>
                </a:lnTo>
                <a:lnTo>
                  <a:pt x="12700" y="502221"/>
                </a:lnTo>
                <a:lnTo>
                  <a:pt x="3757117" y="502221"/>
                </a:lnTo>
                <a:lnTo>
                  <a:pt x="3757117" y="508571"/>
                </a:lnTo>
                <a:close/>
              </a:path>
              <a:path w="3757295" h="508635">
                <a:moveTo>
                  <a:pt x="12700" y="12700"/>
                </a:moveTo>
                <a:lnTo>
                  <a:pt x="6350" y="12700"/>
                </a:lnTo>
                <a:lnTo>
                  <a:pt x="12700" y="6350"/>
                </a:lnTo>
                <a:lnTo>
                  <a:pt x="12700" y="12700"/>
                </a:lnTo>
                <a:close/>
              </a:path>
              <a:path w="3757295" h="508635">
                <a:moveTo>
                  <a:pt x="3744417" y="12700"/>
                </a:moveTo>
                <a:lnTo>
                  <a:pt x="12700" y="12700"/>
                </a:lnTo>
                <a:lnTo>
                  <a:pt x="12700" y="6350"/>
                </a:lnTo>
                <a:lnTo>
                  <a:pt x="3744417" y="6350"/>
                </a:lnTo>
                <a:lnTo>
                  <a:pt x="3744417" y="12700"/>
                </a:lnTo>
                <a:close/>
              </a:path>
              <a:path w="3757295" h="508635">
                <a:moveTo>
                  <a:pt x="3744417" y="502221"/>
                </a:moveTo>
                <a:lnTo>
                  <a:pt x="3744417" y="6350"/>
                </a:lnTo>
                <a:lnTo>
                  <a:pt x="3750767" y="12700"/>
                </a:lnTo>
                <a:lnTo>
                  <a:pt x="3757117" y="12700"/>
                </a:lnTo>
                <a:lnTo>
                  <a:pt x="3757117" y="495871"/>
                </a:lnTo>
                <a:lnTo>
                  <a:pt x="3750767" y="495871"/>
                </a:lnTo>
                <a:lnTo>
                  <a:pt x="3744417" y="502221"/>
                </a:lnTo>
                <a:close/>
              </a:path>
              <a:path w="3757295" h="508635">
                <a:moveTo>
                  <a:pt x="3757117" y="12700"/>
                </a:moveTo>
                <a:lnTo>
                  <a:pt x="3750767" y="12700"/>
                </a:lnTo>
                <a:lnTo>
                  <a:pt x="3744417" y="6350"/>
                </a:lnTo>
                <a:lnTo>
                  <a:pt x="3757117" y="6350"/>
                </a:lnTo>
                <a:lnTo>
                  <a:pt x="3757117" y="12700"/>
                </a:lnTo>
                <a:close/>
              </a:path>
              <a:path w="3757295" h="508635">
                <a:moveTo>
                  <a:pt x="12700" y="502221"/>
                </a:moveTo>
                <a:lnTo>
                  <a:pt x="6350" y="495871"/>
                </a:lnTo>
                <a:lnTo>
                  <a:pt x="12700" y="495871"/>
                </a:lnTo>
                <a:lnTo>
                  <a:pt x="12700" y="502221"/>
                </a:lnTo>
                <a:close/>
              </a:path>
              <a:path w="3757295" h="508635">
                <a:moveTo>
                  <a:pt x="3744417" y="502221"/>
                </a:moveTo>
                <a:lnTo>
                  <a:pt x="12700" y="502221"/>
                </a:lnTo>
                <a:lnTo>
                  <a:pt x="12700" y="495871"/>
                </a:lnTo>
                <a:lnTo>
                  <a:pt x="3744417" y="495871"/>
                </a:lnTo>
                <a:lnTo>
                  <a:pt x="3744417" y="502221"/>
                </a:lnTo>
                <a:close/>
              </a:path>
              <a:path w="3757295" h="508635">
                <a:moveTo>
                  <a:pt x="3757117" y="502221"/>
                </a:moveTo>
                <a:lnTo>
                  <a:pt x="3744417" y="502221"/>
                </a:lnTo>
                <a:lnTo>
                  <a:pt x="3750767" y="495871"/>
                </a:lnTo>
                <a:lnTo>
                  <a:pt x="3757117" y="495871"/>
                </a:lnTo>
                <a:lnTo>
                  <a:pt x="3757117" y="502221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 txBox="1"/>
          <p:nvPr/>
        </p:nvSpPr>
        <p:spPr>
          <a:xfrm>
            <a:off x="6448044" y="5706770"/>
            <a:ext cx="186308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宋体"/>
                <a:cs typeface="宋体"/>
              </a:rPr>
              <a:t>各种操作系统平</a:t>
            </a:r>
            <a:r>
              <a:rPr sz="1800" b="1" spc="-10" dirty="0">
                <a:latin typeface="宋体"/>
                <a:cs typeface="宋体"/>
              </a:rPr>
              <a:t>台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4808220" y="4056888"/>
            <a:ext cx="5113020" cy="1440180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4805070" y="4053382"/>
            <a:ext cx="5120640" cy="1447800"/>
          </a:xfrm>
          <a:custGeom>
            <a:avLst/>
            <a:gdLst/>
            <a:ahLst/>
            <a:cxnLst/>
            <a:rect l="l" t="t" r="r" b="b"/>
            <a:pathLst>
              <a:path w="5120640" h="1447800">
                <a:moveTo>
                  <a:pt x="5120182" y="1447787"/>
                </a:moveTo>
                <a:lnTo>
                  <a:pt x="0" y="1447787"/>
                </a:lnTo>
                <a:lnTo>
                  <a:pt x="0" y="0"/>
                </a:lnTo>
                <a:lnTo>
                  <a:pt x="5120182" y="0"/>
                </a:lnTo>
                <a:lnTo>
                  <a:pt x="5120182" y="3810"/>
                </a:lnTo>
                <a:lnTo>
                  <a:pt x="7620" y="3810"/>
                </a:lnTo>
                <a:lnTo>
                  <a:pt x="3810" y="7620"/>
                </a:lnTo>
                <a:lnTo>
                  <a:pt x="7620" y="7620"/>
                </a:lnTo>
                <a:lnTo>
                  <a:pt x="7620" y="1440167"/>
                </a:lnTo>
                <a:lnTo>
                  <a:pt x="3810" y="1440167"/>
                </a:lnTo>
                <a:lnTo>
                  <a:pt x="7620" y="1443977"/>
                </a:lnTo>
                <a:lnTo>
                  <a:pt x="5120182" y="1443977"/>
                </a:lnTo>
                <a:lnTo>
                  <a:pt x="5120182" y="1447787"/>
                </a:lnTo>
                <a:close/>
              </a:path>
              <a:path w="5120640" h="1447800">
                <a:moveTo>
                  <a:pt x="7620" y="7620"/>
                </a:moveTo>
                <a:lnTo>
                  <a:pt x="3810" y="7620"/>
                </a:lnTo>
                <a:lnTo>
                  <a:pt x="7620" y="3810"/>
                </a:lnTo>
                <a:lnTo>
                  <a:pt x="7620" y="7620"/>
                </a:lnTo>
                <a:close/>
              </a:path>
              <a:path w="5120640" h="1447800">
                <a:moveTo>
                  <a:pt x="5112562" y="7620"/>
                </a:moveTo>
                <a:lnTo>
                  <a:pt x="7620" y="7620"/>
                </a:lnTo>
                <a:lnTo>
                  <a:pt x="7620" y="3810"/>
                </a:lnTo>
                <a:lnTo>
                  <a:pt x="5112562" y="3810"/>
                </a:lnTo>
                <a:lnTo>
                  <a:pt x="5112562" y="7620"/>
                </a:lnTo>
                <a:close/>
              </a:path>
              <a:path w="5120640" h="1447800">
                <a:moveTo>
                  <a:pt x="5112562" y="1443977"/>
                </a:moveTo>
                <a:lnTo>
                  <a:pt x="5112562" y="3810"/>
                </a:lnTo>
                <a:lnTo>
                  <a:pt x="5116372" y="7620"/>
                </a:lnTo>
                <a:lnTo>
                  <a:pt x="5120182" y="7620"/>
                </a:lnTo>
                <a:lnTo>
                  <a:pt x="5120182" y="1440167"/>
                </a:lnTo>
                <a:lnTo>
                  <a:pt x="5116372" y="1440167"/>
                </a:lnTo>
                <a:lnTo>
                  <a:pt x="5112562" y="1443977"/>
                </a:lnTo>
                <a:close/>
              </a:path>
              <a:path w="5120640" h="1447800">
                <a:moveTo>
                  <a:pt x="5120182" y="7620"/>
                </a:moveTo>
                <a:lnTo>
                  <a:pt x="5116372" y="7620"/>
                </a:lnTo>
                <a:lnTo>
                  <a:pt x="5112562" y="3810"/>
                </a:lnTo>
                <a:lnTo>
                  <a:pt x="5120182" y="3810"/>
                </a:lnTo>
                <a:lnTo>
                  <a:pt x="5120182" y="7620"/>
                </a:lnTo>
                <a:close/>
              </a:path>
              <a:path w="5120640" h="1447800">
                <a:moveTo>
                  <a:pt x="7620" y="1443977"/>
                </a:moveTo>
                <a:lnTo>
                  <a:pt x="3810" y="1440167"/>
                </a:lnTo>
                <a:lnTo>
                  <a:pt x="7620" y="1440167"/>
                </a:lnTo>
                <a:lnTo>
                  <a:pt x="7620" y="1443977"/>
                </a:lnTo>
                <a:close/>
              </a:path>
              <a:path w="5120640" h="1447800">
                <a:moveTo>
                  <a:pt x="5112562" y="1443977"/>
                </a:moveTo>
                <a:lnTo>
                  <a:pt x="7620" y="1443977"/>
                </a:lnTo>
                <a:lnTo>
                  <a:pt x="7620" y="1440167"/>
                </a:lnTo>
                <a:lnTo>
                  <a:pt x="5112562" y="1440167"/>
                </a:lnTo>
                <a:lnTo>
                  <a:pt x="5112562" y="1443977"/>
                </a:lnTo>
                <a:close/>
              </a:path>
              <a:path w="5120640" h="1447800">
                <a:moveTo>
                  <a:pt x="5120182" y="1443977"/>
                </a:moveTo>
                <a:lnTo>
                  <a:pt x="5112562" y="1443977"/>
                </a:lnTo>
                <a:lnTo>
                  <a:pt x="5116372" y="1440167"/>
                </a:lnTo>
                <a:lnTo>
                  <a:pt x="5120182" y="1440167"/>
                </a:lnTo>
                <a:lnTo>
                  <a:pt x="5120182" y="1443977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5169408" y="4704588"/>
            <a:ext cx="2087880" cy="361188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5165115" y="4701463"/>
            <a:ext cx="2096135" cy="367665"/>
          </a:xfrm>
          <a:custGeom>
            <a:avLst/>
            <a:gdLst/>
            <a:ahLst/>
            <a:cxnLst/>
            <a:rect l="l" t="t" r="r" b="b"/>
            <a:pathLst>
              <a:path w="2096134" h="367664">
                <a:moveTo>
                  <a:pt x="2095842" y="367652"/>
                </a:moveTo>
                <a:lnTo>
                  <a:pt x="0" y="367652"/>
                </a:lnTo>
                <a:lnTo>
                  <a:pt x="0" y="0"/>
                </a:lnTo>
                <a:lnTo>
                  <a:pt x="2095842" y="0"/>
                </a:lnTo>
                <a:lnTo>
                  <a:pt x="2095842" y="3810"/>
                </a:lnTo>
                <a:lnTo>
                  <a:pt x="7607" y="3810"/>
                </a:lnTo>
                <a:lnTo>
                  <a:pt x="3797" y="7619"/>
                </a:lnTo>
                <a:lnTo>
                  <a:pt x="7607" y="7619"/>
                </a:lnTo>
                <a:lnTo>
                  <a:pt x="7607" y="360032"/>
                </a:lnTo>
                <a:lnTo>
                  <a:pt x="3797" y="360032"/>
                </a:lnTo>
                <a:lnTo>
                  <a:pt x="7607" y="363842"/>
                </a:lnTo>
                <a:lnTo>
                  <a:pt x="2095842" y="363842"/>
                </a:lnTo>
                <a:lnTo>
                  <a:pt x="2095842" y="367652"/>
                </a:lnTo>
                <a:close/>
              </a:path>
              <a:path w="2096134" h="367664">
                <a:moveTo>
                  <a:pt x="7607" y="7619"/>
                </a:moveTo>
                <a:lnTo>
                  <a:pt x="3797" y="7619"/>
                </a:lnTo>
                <a:lnTo>
                  <a:pt x="7607" y="3810"/>
                </a:lnTo>
                <a:lnTo>
                  <a:pt x="7607" y="7619"/>
                </a:lnTo>
                <a:close/>
              </a:path>
              <a:path w="2096134" h="367664">
                <a:moveTo>
                  <a:pt x="2088222" y="7619"/>
                </a:moveTo>
                <a:lnTo>
                  <a:pt x="7607" y="7619"/>
                </a:lnTo>
                <a:lnTo>
                  <a:pt x="7607" y="3810"/>
                </a:lnTo>
                <a:lnTo>
                  <a:pt x="2088222" y="3810"/>
                </a:lnTo>
                <a:lnTo>
                  <a:pt x="2088222" y="7619"/>
                </a:lnTo>
                <a:close/>
              </a:path>
              <a:path w="2096134" h="367664">
                <a:moveTo>
                  <a:pt x="2088222" y="363842"/>
                </a:moveTo>
                <a:lnTo>
                  <a:pt x="2088222" y="3810"/>
                </a:lnTo>
                <a:lnTo>
                  <a:pt x="2092032" y="7619"/>
                </a:lnTo>
                <a:lnTo>
                  <a:pt x="2095842" y="7619"/>
                </a:lnTo>
                <a:lnTo>
                  <a:pt x="2095842" y="360032"/>
                </a:lnTo>
                <a:lnTo>
                  <a:pt x="2092032" y="360032"/>
                </a:lnTo>
                <a:lnTo>
                  <a:pt x="2088222" y="363842"/>
                </a:lnTo>
                <a:close/>
              </a:path>
              <a:path w="2096134" h="367664">
                <a:moveTo>
                  <a:pt x="2095842" y="7619"/>
                </a:moveTo>
                <a:lnTo>
                  <a:pt x="2092032" y="7619"/>
                </a:lnTo>
                <a:lnTo>
                  <a:pt x="2088222" y="3810"/>
                </a:lnTo>
                <a:lnTo>
                  <a:pt x="2095842" y="3810"/>
                </a:lnTo>
                <a:lnTo>
                  <a:pt x="2095842" y="7619"/>
                </a:lnTo>
                <a:close/>
              </a:path>
              <a:path w="2096134" h="367664">
                <a:moveTo>
                  <a:pt x="7607" y="363842"/>
                </a:moveTo>
                <a:lnTo>
                  <a:pt x="3797" y="360032"/>
                </a:lnTo>
                <a:lnTo>
                  <a:pt x="7607" y="360032"/>
                </a:lnTo>
                <a:lnTo>
                  <a:pt x="7607" y="363842"/>
                </a:lnTo>
                <a:close/>
              </a:path>
              <a:path w="2096134" h="367664">
                <a:moveTo>
                  <a:pt x="2088222" y="363842"/>
                </a:moveTo>
                <a:lnTo>
                  <a:pt x="7607" y="363842"/>
                </a:lnTo>
                <a:lnTo>
                  <a:pt x="7607" y="360032"/>
                </a:lnTo>
                <a:lnTo>
                  <a:pt x="2088222" y="360032"/>
                </a:lnTo>
                <a:lnTo>
                  <a:pt x="2088222" y="363842"/>
                </a:lnTo>
                <a:close/>
              </a:path>
              <a:path w="2096134" h="367664">
                <a:moveTo>
                  <a:pt x="2095842" y="363842"/>
                </a:moveTo>
                <a:lnTo>
                  <a:pt x="2088222" y="363842"/>
                </a:lnTo>
                <a:lnTo>
                  <a:pt x="2092032" y="360032"/>
                </a:lnTo>
                <a:lnTo>
                  <a:pt x="2095842" y="360032"/>
                </a:lnTo>
                <a:lnTo>
                  <a:pt x="2095842" y="36384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5169408" y="4201667"/>
            <a:ext cx="2087880" cy="359663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5165115" y="4197400"/>
            <a:ext cx="2096135" cy="367665"/>
          </a:xfrm>
          <a:custGeom>
            <a:avLst/>
            <a:gdLst/>
            <a:ahLst/>
            <a:cxnLst/>
            <a:rect l="l" t="t" r="r" b="b"/>
            <a:pathLst>
              <a:path w="2096134" h="367664">
                <a:moveTo>
                  <a:pt x="2095842" y="367664"/>
                </a:moveTo>
                <a:lnTo>
                  <a:pt x="0" y="367664"/>
                </a:lnTo>
                <a:lnTo>
                  <a:pt x="0" y="0"/>
                </a:lnTo>
                <a:lnTo>
                  <a:pt x="2095842" y="0"/>
                </a:lnTo>
                <a:lnTo>
                  <a:pt x="2095842" y="3809"/>
                </a:lnTo>
                <a:lnTo>
                  <a:pt x="7607" y="3809"/>
                </a:lnTo>
                <a:lnTo>
                  <a:pt x="3797" y="7619"/>
                </a:lnTo>
                <a:lnTo>
                  <a:pt x="7607" y="7619"/>
                </a:lnTo>
                <a:lnTo>
                  <a:pt x="7607" y="360044"/>
                </a:lnTo>
                <a:lnTo>
                  <a:pt x="3797" y="360044"/>
                </a:lnTo>
                <a:lnTo>
                  <a:pt x="7607" y="363854"/>
                </a:lnTo>
                <a:lnTo>
                  <a:pt x="2095842" y="363854"/>
                </a:lnTo>
                <a:lnTo>
                  <a:pt x="2095842" y="367664"/>
                </a:lnTo>
                <a:close/>
              </a:path>
              <a:path w="2096134" h="367664">
                <a:moveTo>
                  <a:pt x="7607" y="7619"/>
                </a:moveTo>
                <a:lnTo>
                  <a:pt x="3797" y="7619"/>
                </a:lnTo>
                <a:lnTo>
                  <a:pt x="7607" y="3809"/>
                </a:lnTo>
                <a:lnTo>
                  <a:pt x="7607" y="7619"/>
                </a:lnTo>
                <a:close/>
              </a:path>
              <a:path w="2096134" h="367664">
                <a:moveTo>
                  <a:pt x="2088222" y="7619"/>
                </a:moveTo>
                <a:lnTo>
                  <a:pt x="7607" y="7619"/>
                </a:lnTo>
                <a:lnTo>
                  <a:pt x="7607" y="3809"/>
                </a:lnTo>
                <a:lnTo>
                  <a:pt x="2088222" y="3809"/>
                </a:lnTo>
                <a:lnTo>
                  <a:pt x="2088222" y="7619"/>
                </a:lnTo>
                <a:close/>
              </a:path>
              <a:path w="2096134" h="367664">
                <a:moveTo>
                  <a:pt x="2088222" y="363854"/>
                </a:moveTo>
                <a:lnTo>
                  <a:pt x="2088222" y="3809"/>
                </a:lnTo>
                <a:lnTo>
                  <a:pt x="2092032" y="7619"/>
                </a:lnTo>
                <a:lnTo>
                  <a:pt x="2095842" y="7619"/>
                </a:lnTo>
                <a:lnTo>
                  <a:pt x="2095842" y="360044"/>
                </a:lnTo>
                <a:lnTo>
                  <a:pt x="2092032" y="360044"/>
                </a:lnTo>
                <a:lnTo>
                  <a:pt x="2088222" y="363854"/>
                </a:lnTo>
                <a:close/>
              </a:path>
              <a:path w="2096134" h="367664">
                <a:moveTo>
                  <a:pt x="2095842" y="7619"/>
                </a:moveTo>
                <a:lnTo>
                  <a:pt x="2092032" y="7619"/>
                </a:lnTo>
                <a:lnTo>
                  <a:pt x="2088222" y="3809"/>
                </a:lnTo>
                <a:lnTo>
                  <a:pt x="2095842" y="3809"/>
                </a:lnTo>
                <a:lnTo>
                  <a:pt x="2095842" y="7619"/>
                </a:lnTo>
                <a:close/>
              </a:path>
              <a:path w="2096134" h="367664">
                <a:moveTo>
                  <a:pt x="7607" y="363854"/>
                </a:moveTo>
                <a:lnTo>
                  <a:pt x="3797" y="360044"/>
                </a:lnTo>
                <a:lnTo>
                  <a:pt x="7607" y="360044"/>
                </a:lnTo>
                <a:lnTo>
                  <a:pt x="7607" y="363854"/>
                </a:lnTo>
                <a:close/>
              </a:path>
              <a:path w="2096134" h="367664">
                <a:moveTo>
                  <a:pt x="2088222" y="363854"/>
                </a:moveTo>
                <a:lnTo>
                  <a:pt x="7607" y="363854"/>
                </a:lnTo>
                <a:lnTo>
                  <a:pt x="7607" y="360044"/>
                </a:lnTo>
                <a:lnTo>
                  <a:pt x="2088222" y="360044"/>
                </a:lnTo>
                <a:lnTo>
                  <a:pt x="2088222" y="363854"/>
                </a:lnTo>
                <a:close/>
              </a:path>
              <a:path w="2096134" h="367664">
                <a:moveTo>
                  <a:pt x="2095842" y="363854"/>
                </a:moveTo>
                <a:lnTo>
                  <a:pt x="2088222" y="363854"/>
                </a:lnTo>
                <a:lnTo>
                  <a:pt x="2092032" y="360044"/>
                </a:lnTo>
                <a:lnTo>
                  <a:pt x="2095842" y="360044"/>
                </a:lnTo>
                <a:lnTo>
                  <a:pt x="2095842" y="363854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7473695" y="4489703"/>
            <a:ext cx="2087879" cy="359663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7469365" y="4485436"/>
            <a:ext cx="2096135" cy="367665"/>
          </a:xfrm>
          <a:custGeom>
            <a:avLst/>
            <a:gdLst/>
            <a:ahLst/>
            <a:cxnLst/>
            <a:rect l="l" t="t" r="r" b="b"/>
            <a:pathLst>
              <a:path w="2096134" h="367664">
                <a:moveTo>
                  <a:pt x="2095855" y="367652"/>
                </a:moveTo>
                <a:lnTo>
                  <a:pt x="0" y="367652"/>
                </a:lnTo>
                <a:lnTo>
                  <a:pt x="0" y="0"/>
                </a:lnTo>
                <a:lnTo>
                  <a:pt x="2095855" y="0"/>
                </a:lnTo>
                <a:lnTo>
                  <a:pt x="2095855" y="3809"/>
                </a:lnTo>
                <a:lnTo>
                  <a:pt x="7620" y="3809"/>
                </a:lnTo>
                <a:lnTo>
                  <a:pt x="3809" y="7619"/>
                </a:lnTo>
                <a:lnTo>
                  <a:pt x="7620" y="7619"/>
                </a:lnTo>
                <a:lnTo>
                  <a:pt x="7620" y="360032"/>
                </a:lnTo>
                <a:lnTo>
                  <a:pt x="3809" y="360032"/>
                </a:lnTo>
                <a:lnTo>
                  <a:pt x="7620" y="363842"/>
                </a:lnTo>
                <a:lnTo>
                  <a:pt x="2095855" y="363842"/>
                </a:lnTo>
                <a:lnTo>
                  <a:pt x="2095855" y="367652"/>
                </a:lnTo>
                <a:close/>
              </a:path>
              <a:path w="2096134" h="367664">
                <a:moveTo>
                  <a:pt x="7620" y="7619"/>
                </a:moveTo>
                <a:lnTo>
                  <a:pt x="3809" y="7619"/>
                </a:lnTo>
                <a:lnTo>
                  <a:pt x="7620" y="3809"/>
                </a:lnTo>
                <a:lnTo>
                  <a:pt x="7620" y="7619"/>
                </a:lnTo>
                <a:close/>
              </a:path>
              <a:path w="2096134" h="367664">
                <a:moveTo>
                  <a:pt x="2088235" y="7619"/>
                </a:moveTo>
                <a:lnTo>
                  <a:pt x="7620" y="7619"/>
                </a:lnTo>
                <a:lnTo>
                  <a:pt x="7620" y="3809"/>
                </a:lnTo>
                <a:lnTo>
                  <a:pt x="2088235" y="3809"/>
                </a:lnTo>
                <a:lnTo>
                  <a:pt x="2088235" y="7619"/>
                </a:lnTo>
                <a:close/>
              </a:path>
              <a:path w="2096134" h="367664">
                <a:moveTo>
                  <a:pt x="2088235" y="363842"/>
                </a:moveTo>
                <a:lnTo>
                  <a:pt x="2088235" y="3809"/>
                </a:lnTo>
                <a:lnTo>
                  <a:pt x="2092045" y="7619"/>
                </a:lnTo>
                <a:lnTo>
                  <a:pt x="2095855" y="7619"/>
                </a:lnTo>
                <a:lnTo>
                  <a:pt x="2095855" y="360032"/>
                </a:lnTo>
                <a:lnTo>
                  <a:pt x="2092045" y="360032"/>
                </a:lnTo>
                <a:lnTo>
                  <a:pt x="2088235" y="363842"/>
                </a:lnTo>
                <a:close/>
              </a:path>
              <a:path w="2096134" h="367664">
                <a:moveTo>
                  <a:pt x="2095855" y="7619"/>
                </a:moveTo>
                <a:lnTo>
                  <a:pt x="2092045" y="7619"/>
                </a:lnTo>
                <a:lnTo>
                  <a:pt x="2088235" y="3809"/>
                </a:lnTo>
                <a:lnTo>
                  <a:pt x="2095855" y="3809"/>
                </a:lnTo>
                <a:lnTo>
                  <a:pt x="2095855" y="7619"/>
                </a:lnTo>
                <a:close/>
              </a:path>
              <a:path w="2096134" h="367664">
                <a:moveTo>
                  <a:pt x="7620" y="363842"/>
                </a:moveTo>
                <a:lnTo>
                  <a:pt x="3809" y="360032"/>
                </a:lnTo>
                <a:lnTo>
                  <a:pt x="7620" y="360032"/>
                </a:lnTo>
                <a:lnTo>
                  <a:pt x="7620" y="363842"/>
                </a:lnTo>
                <a:close/>
              </a:path>
              <a:path w="2096134" h="367664">
                <a:moveTo>
                  <a:pt x="2088235" y="363842"/>
                </a:moveTo>
                <a:lnTo>
                  <a:pt x="7620" y="363842"/>
                </a:lnTo>
                <a:lnTo>
                  <a:pt x="7620" y="360032"/>
                </a:lnTo>
                <a:lnTo>
                  <a:pt x="2088235" y="360032"/>
                </a:lnTo>
                <a:lnTo>
                  <a:pt x="2088235" y="363842"/>
                </a:lnTo>
                <a:close/>
              </a:path>
              <a:path w="2096134" h="367664">
                <a:moveTo>
                  <a:pt x="2095855" y="363842"/>
                </a:moveTo>
                <a:lnTo>
                  <a:pt x="2088235" y="363842"/>
                </a:lnTo>
                <a:lnTo>
                  <a:pt x="2092045" y="360032"/>
                </a:lnTo>
                <a:lnTo>
                  <a:pt x="2095855" y="360032"/>
                </a:lnTo>
                <a:lnTo>
                  <a:pt x="2095855" y="36384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 txBox="1"/>
          <p:nvPr/>
        </p:nvSpPr>
        <p:spPr>
          <a:xfrm>
            <a:off x="4808220" y="4220895"/>
            <a:ext cx="5113020" cy="1232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5849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宋体"/>
                <a:cs typeface="宋体"/>
              </a:rPr>
              <a:t>即时编译</a:t>
            </a:r>
            <a:r>
              <a:rPr sz="1800" spc="-5" dirty="0">
                <a:latin typeface="宋体"/>
                <a:cs typeface="宋体"/>
              </a:rPr>
              <a:t>器</a:t>
            </a:r>
            <a:r>
              <a:rPr sz="1800" spc="-5" dirty="0">
                <a:latin typeface="Georgia"/>
                <a:cs typeface="Georgia"/>
              </a:rPr>
              <a:t>JIT</a:t>
            </a:r>
            <a:endParaRPr sz="1800">
              <a:latin typeface="Georgia"/>
              <a:cs typeface="Georgia"/>
            </a:endParaRPr>
          </a:p>
          <a:p>
            <a:pPr marL="2908300">
              <a:lnSpc>
                <a:spcPts val="1930"/>
              </a:lnSpc>
              <a:spcBef>
                <a:spcPts val="90"/>
              </a:spcBef>
            </a:pPr>
            <a:r>
              <a:rPr sz="1800" dirty="0">
                <a:latin typeface="宋体"/>
                <a:cs typeface="宋体"/>
              </a:rPr>
              <a:t>自适应优化方式</a:t>
            </a:r>
            <a:endParaRPr sz="1800">
              <a:latin typeface="宋体"/>
              <a:cs typeface="宋体"/>
            </a:endParaRPr>
          </a:p>
          <a:p>
            <a:pPr marL="718820">
              <a:lnSpc>
                <a:spcPts val="1930"/>
              </a:lnSpc>
            </a:pPr>
            <a:r>
              <a:rPr sz="1800" dirty="0">
                <a:latin typeface="宋体"/>
                <a:cs typeface="宋体"/>
              </a:rPr>
              <a:t>字节码解释器</a:t>
            </a:r>
            <a:endParaRPr sz="1800">
              <a:latin typeface="宋体"/>
              <a:cs typeface="宋体"/>
            </a:endParaRPr>
          </a:p>
          <a:p>
            <a:pPr algn="ctr">
              <a:lnSpc>
                <a:spcPct val="100000"/>
              </a:lnSpc>
              <a:spcBef>
                <a:spcPts val="1230"/>
              </a:spcBef>
            </a:pPr>
            <a:r>
              <a:rPr sz="1800" b="1" spc="-5" dirty="0">
                <a:solidFill>
                  <a:srgbClr val="FFFFFF"/>
                </a:solidFill>
                <a:latin typeface="Georgia"/>
                <a:cs typeface="Georgia"/>
              </a:rPr>
              <a:t>JVM</a:t>
            </a:r>
            <a:r>
              <a:rPr sz="1800" b="1" dirty="0">
                <a:solidFill>
                  <a:srgbClr val="FFFFFF"/>
                </a:solidFill>
                <a:latin typeface="宋体"/>
                <a:cs typeface="宋体"/>
              </a:rPr>
              <a:t>执行引</a:t>
            </a:r>
            <a:r>
              <a:rPr sz="1800" b="1" spc="-10" dirty="0">
                <a:solidFill>
                  <a:srgbClr val="FFFFFF"/>
                </a:solidFill>
                <a:latin typeface="宋体"/>
                <a:cs typeface="宋体"/>
              </a:rPr>
              <a:t>擎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7252068" y="4377423"/>
            <a:ext cx="226695" cy="295910"/>
          </a:xfrm>
          <a:custGeom>
            <a:avLst/>
            <a:gdLst/>
            <a:ahLst/>
            <a:cxnLst/>
            <a:rect l="l" t="t" r="r" b="b"/>
            <a:pathLst>
              <a:path w="226695" h="295910">
                <a:moveTo>
                  <a:pt x="216026" y="295656"/>
                </a:moveTo>
                <a:lnTo>
                  <a:pt x="0" y="7620"/>
                </a:lnTo>
                <a:lnTo>
                  <a:pt x="10159" y="0"/>
                </a:lnTo>
                <a:lnTo>
                  <a:pt x="226187" y="288036"/>
                </a:lnTo>
                <a:lnTo>
                  <a:pt x="216026" y="2956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7252665" y="4664773"/>
            <a:ext cx="225425" cy="225425"/>
          </a:xfrm>
          <a:custGeom>
            <a:avLst/>
            <a:gdLst/>
            <a:ahLst/>
            <a:cxnLst/>
            <a:rect l="l" t="t" r="r" b="b"/>
            <a:pathLst>
              <a:path w="225425" h="225425">
                <a:moveTo>
                  <a:pt x="8978" y="225005"/>
                </a:moveTo>
                <a:lnTo>
                  <a:pt x="0" y="216026"/>
                </a:lnTo>
                <a:lnTo>
                  <a:pt x="216014" y="0"/>
                </a:lnTo>
                <a:lnTo>
                  <a:pt x="225005" y="8978"/>
                </a:lnTo>
                <a:lnTo>
                  <a:pt x="8978" y="2250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7200900" y="3442715"/>
            <a:ext cx="1620011" cy="216408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7196810" y="3439401"/>
            <a:ext cx="1628139" cy="224154"/>
          </a:xfrm>
          <a:custGeom>
            <a:avLst/>
            <a:gdLst/>
            <a:ahLst/>
            <a:cxnLst/>
            <a:rect l="l" t="t" r="r" b="b"/>
            <a:pathLst>
              <a:path w="1628140" h="224154">
                <a:moveTo>
                  <a:pt x="1627619" y="223621"/>
                </a:moveTo>
                <a:lnTo>
                  <a:pt x="0" y="223621"/>
                </a:lnTo>
                <a:lnTo>
                  <a:pt x="0" y="0"/>
                </a:lnTo>
                <a:lnTo>
                  <a:pt x="1627619" y="0"/>
                </a:lnTo>
                <a:lnTo>
                  <a:pt x="1627619" y="3810"/>
                </a:lnTo>
                <a:lnTo>
                  <a:pt x="7620" y="3810"/>
                </a:lnTo>
                <a:lnTo>
                  <a:pt x="3809" y="7619"/>
                </a:lnTo>
                <a:lnTo>
                  <a:pt x="7620" y="7619"/>
                </a:lnTo>
                <a:lnTo>
                  <a:pt x="7620" y="216001"/>
                </a:lnTo>
                <a:lnTo>
                  <a:pt x="3809" y="216001"/>
                </a:lnTo>
                <a:lnTo>
                  <a:pt x="7620" y="219811"/>
                </a:lnTo>
                <a:lnTo>
                  <a:pt x="1627619" y="219811"/>
                </a:lnTo>
                <a:lnTo>
                  <a:pt x="1627619" y="223621"/>
                </a:lnTo>
                <a:close/>
              </a:path>
              <a:path w="1628140" h="224154">
                <a:moveTo>
                  <a:pt x="7620" y="7619"/>
                </a:moveTo>
                <a:lnTo>
                  <a:pt x="3809" y="7619"/>
                </a:lnTo>
                <a:lnTo>
                  <a:pt x="7620" y="3810"/>
                </a:lnTo>
                <a:lnTo>
                  <a:pt x="7620" y="7619"/>
                </a:lnTo>
                <a:close/>
              </a:path>
              <a:path w="1628140" h="224154">
                <a:moveTo>
                  <a:pt x="1619999" y="7619"/>
                </a:moveTo>
                <a:lnTo>
                  <a:pt x="7620" y="7619"/>
                </a:lnTo>
                <a:lnTo>
                  <a:pt x="7620" y="3810"/>
                </a:lnTo>
                <a:lnTo>
                  <a:pt x="1619999" y="3810"/>
                </a:lnTo>
                <a:lnTo>
                  <a:pt x="1619999" y="7619"/>
                </a:lnTo>
                <a:close/>
              </a:path>
              <a:path w="1628140" h="224154">
                <a:moveTo>
                  <a:pt x="1619999" y="219811"/>
                </a:moveTo>
                <a:lnTo>
                  <a:pt x="1619999" y="3810"/>
                </a:lnTo>
                <a:lnTo>
                  <a:pt x="1623809" y="7619"/>
                </a:lnTo>
                <a:lnTo>
                  <a:pt x="1627619" y="7619"/>
                </a:lnTo>
                <a:lnTo>
                  <a:pt x="1627619" y="216001"/>
                </a:lnTo>
                <a:lnTo>
                  <a:pt x="1623809" y="216001"/>
                </a:lnTo>
                <a:lnTo>
                  <a:pt x="1619999" y="219811"/>
                </a:lnTo>
                <a:close/>
              </a:path>
              <a:path w="1628140" h="224154">
                <a:moveTo>
                  <a:pt x="1627619" y="7619"/>
                </a:moveTo>
                <a:lnTo>
                  <a:pt x="1623809" y="7619"/>
                </a:lnTo>
                <a:lnTo>
                  <a:pt x="1619999" y="3810"/>
                </a:lnTo>
                <a:lnTo>
                  <a:pt x="1627619" y="3810"/>
                </a:lnTo>
                <a:lnTo>
                  <a:pt x="1627619" y="7619"/>
                </a:lnTo>
                <a:close/>
              </a:path>
              <a:path w="1628140" h="224154">
                <a:moveTo>
                  <a:pt x="7620" y="219811"/>
                </a:moveTo>
                <a:lnTo>
                  <a:pt x="3809" y="216001"/>
                </a:lnTo>
                <a:lnTo>
                  <a:pt x="7620" y="216001"/>
                </a:lnTo>
                <a:lnTo>
                  <a:pt x="7620" y="219811"/>
                </a:lnTo>
                <a:close/>
              </a:path>
              <a:path w="1628140" h="224154">
                <a:moveTo>
                  <a:pt x="1619999" y="219811"/>
                </a:moveTo>
                <a:lnTo>
                  <a:pt x="7620" y="219811"/>
                </a:lnTo>
                <a:lnTo>
                  <a:pt x="7620" y="216001"/>
                </a:lnTo>
                <a:lnTo>
                  <a:pt x="1619999" y="216001"/>
                </a:lnTo>
                <a:lnTo>
                  <a:pt x="1619999" y="219811"/>
                </a:lnTo>
                <a:close/>
              </a:path>
              <a:path w="1628140" h="224154">
                <a:moveTo>
                  <a:pt x="1627619" y="219811"/>
                </a:moveTo>
                <a:lnTo>
                  <a:pt x="1619999" y="219811"/>
                </a:lnTo>
                <a:lnTo>
                  <a:pt x="1623809" y="216001"/>
                </a:lnTo>
                <a:lnTo>
                  <a:pt x="1627619" y="216001"/>
                </a:lnTo>
                <a:lnTo>
                  <a:pt x="1627619" y="219811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 txBox="1"/>
          <p:nvPr/>
        </p:nvSpPr>
        <p:spPr>
          <a:xfrm>
            <a:off x="7092568" y="2941195"/>
            <a:ext cx="1467485" cy="720725"/>
          </a:xfrm>
          <a:prstGeom prst="rect">
            <a:avLst/>
          </a:prstGeom>
        </p:spPr>
        <p:txBody>
          <a:bodyPr vert="horz" wrap="square" lIns="0" tIns="138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0"/>
              </a:spcBef>
            </a:pPr>
            <a:r>
              <a:rPr sz="1600" b="1" dirty="0">
                <a:latin typeface="宋体"/>
                <a:cs typeface="宋体"/>
              </a:rPr>
              <a:t>堆内</a:t>
            </a:r>
            <a:r>
              <a:rPr sz="1600" b="1" spc="-15" dirty="0">
                <a:latin typeface="宋体"/>
                <a:cs typeface="宋体"/>
              </a:rPr>
              <a:t>存</a:t>
            </a:r>
            <a:endParaRPr sz="1600">
              <a:latin typeface="宋体"/>
              <a:cs typeface="宋体"/>
            </a:endParaRPr>
          </a:p>
          <a:p>
            <a:pPr marL="380365">
              <a:lnSpc>
                <a:spcPct val="100000"/>
              </a:lnSpc>
              <a:spcBef>
                <a:spcPts val="880"/>
              </a:spcBef>
            </a:pPr>
            <a:r>
              <a:rPr sz="1400" b="1" dirty="0">
                <a:solidFill>
                  <a:srgbClr val="FFFFFF"/>
                </a:solidFill>
                <a:latin typeface="宋体"/>
                <a:cs typeface="宋体"/>
              </a:rPr>
              <a:t>运行时常量</a:t>
            </a:r>
            <a:r>
              <a:rPr sz="1400" b="1" spc="-5" dirty="0">
                <a:solidFill>
                  <a:srgbClr val="FFFFFF"/>
                </a:solidFill>
                <a:latin typeface="宋体"/>
                <a:cs typeface="宋体"/>
              </a:rPr>
              <a:t>池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71" name="object 71"/>
          <p:cNvSpPr/>
          <p:nvPr/>
        </p:nvSpPr>
        <p:spPr>
          <a:xfrm>
            <a:off x="5676900" y="2270760"/>
            <a:ext cx="1260348" cy="288036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5673826" y="2266454"/>
            <a:ext cx="1268095" cy="295910"/>
          </a:xfrm>
          <a:custGeom>
            <a:avLst/>
            <a:gdLst/>
            <a:ahLst/>
            <a:cxnLst/>
            <a:rect l="l" t="t" r="r" b="b"/>
            <a:pathLst>
              <a:path w="1268095" h="295910">
                <a:moveTo>
                  <a:pt x="1267612" y="295617"/>
                </a:moveTo>
                <a:lnTo>
                  <a:pt x="0" y="295617"/>
                </a:lnTo>
                <a:lnTo>
                  <a:pt x="0" y="0"/>
                </a:lnTo>
                <a:lnTo>
                  <a:pt x="1267612" y="0"/>
                </a:lnTo>
                <a:lnTo>
                  <a:pt x="1267612" y="3809"/>
                </a:lnTo>
                <a:lnTo>
                  <a:pt x="7620" y="3809"/>
                </a:lnTo>
                <a:lnTo>
                  <a:pt x="3810" y="7619"/>
                </a:lnTo>
                <a:lnTo>
                  <a:pt x="7620" y="7619"/>
                </a:lnTo>
                <a:lnTo>
                  <a:pt x="7620" y="287997"/>
                </a:lnTo>
                <a:lnTo>
                  <a:pt x="3810" y="287997"/>
                </a:lnTo>
                <a:lnTo>
                  <a:pt x="7620" y="291807"/>
                </a:lnTo>
                <a:lnTo>
                  <a:pt x="1267612" y="291807"/>
                </a:lnTo>
                <a:lnTo>
                  <a:pt x="1267612" y="295617"/>
                </a:lnTo>
                <a:close/>
              </a:path>
              <a:path w="1268095" h="295910">
                <a:moveTo>
                  <a:pt x="7620" y="7619"/>
                </a:moveTo>
                <a:lnTo>
                  <a:pt x="3810" y="7619"/>
                </a:lnTo>
                <a:lnTo>
                  <a:pt x="7620" y="3809"/>
                </a:lnTo>
                <a:lnTo>
                  <a:pt x="7620" y="7619"/>
                </a:lnTo>
                <a:close/>
              </a:path>
              <a:path w="1268095" h="295910">
                <a:moveTo>
                  <a:pt x="1259992" y="7619"/>
                </a:moveTo>
                <a:lnTo>
                  <a:pt x="7620" y="7619"/>
                </a:lnTo>
                <a:lnTo>
                  <a:pt x="7620" y="3809"/>
                </a:lnTo>
                <a:lnTo>
                  <a:pt x="1259992" y="3809"/>
                </a:lnTo>
                <a:lnTo>
                  <a:pt x="1259992" y="7619"/>
                </a:lnTo>
                <a:close/>
              </a:path>
              <a:path w="1268095" h="295910">
                <a:moveTo>
                  <a:pt x="1259992" y="291807"/>
                </a:moveTo>
                <a:lnTo>
                  <a:pt x="1259992" y="3809"/>
                </a:lnTo>
                <a:lnTo>
                  <a:pt x="1263802" y="7619"/>
                </a:lnTo>
                <a:lnTo>
                  <a:pt x="1267612" y="7619"/>
                </a:lnTo>
                <a:lnTo>
                  <a:pt x="1267612" y="287997"/>
                </a:lnTo>
                <a:lnTo>
                  <a:pt x="1263802" y="287997"/>
                </a:lnTo>
                <a:lnTo>
                  <a:pt x="1259992" y="291807"/>
                </a:lnTo>
                <a:close/>
              </a:path>
              <a:path w="1268095" h="295910">
                <a:moveTo>
                  <a:pt x="1267612" y="7619"/>
                </a:moveTo>
                <a:lnTo>
                  <a:pt x="1263802" y="7619"/>
                </a:lnTo>
                <a:lnTo>
                  <a:pt x="1259992" y="3809"/>
                </a:lnTo>
                <a:lnTo>
                  <a:pt x="1267612" y="3809"/>
                </a:lnTo>
                <a:lnTo>
                  <a:pt x="1267612" y="7619"/>
                </a:lnTo>
                <a:close/>
              </a:path>
              <a:path w="1268095" h="295910">
                <a:moveTo>
                  <a:pt x="7620" y="291807"/>
                </a:moveTo>
                <a:lnTo>
                  <a:pt x="3810" y="287997"/>
                </a:lnTo>
                <a:lnTo>
                  <a:pt x="7620" y="287997"/>
                </a:lnTo>
                <a:lnTo>
                  <a:pt x="7620" y="291807"/>
                </a:lnTo>
                <a:close/>
              </a:path>
              <a:path w="1268095" h="295910">
                <a:moveTo>
                  <a:pt x="1259992" y="291807"/>
                </a:moveTo>
                <a:lnTo>
                  <a:pt x="7620" y="291807"/>
                </a:lnTo>
                <a:lnTo>
                  <a:pt x="7620" y="287997"/>
                </a:lnTo>
                <a:lnTo>
                  <a:pt x="1259992" y="287997"/>
                </a:lnTo>
                <a:lnTo>
                  <a:pt x="1259992" y="291807"/>
                </a:lnTo>
                <a:close/>
              </a:path>
              <a:path w="1268095" h="295910">
                <a:moveTo>
                  <a:pt x="1267612" y="291807"/>
                </a:moveTo>
                <a:lnTo>
                  <a:pt x="1259992" y="291807"/>
                </a:lnTo>
                <a:lnTo>
                  <a:pt x="1263802" y="287997"/>
                </a:lnTo>
                <a:lnTo>
                  <a:pt x="1267612" y="287997"/>
                </a:lnTo>
                <a:lnTo>
                  <a:pt x="1267612" y="291807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 txBox="1"/>
          <p:nvPr/>
        </p:nvSpPr>
        <p:spPr>
          <a:xfrm>
            <a:off x="5814161" y="2286139"/>
            <a:ext cx="985519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5" dirty="0">
                <a:latin typeface="Georgia"/>
                <a:cs typeface="Georgia"/>
              </a:rPr>
              <a:t>J</a:t>
            </a:r>
            <a:r>
              <a:rPr sz="1400" b="1" spc="-10" dirty="0">
                <a:latin typeface="Georgia"/>
                <a:cs typeface="Georgia"/>
              </a:rPr>
              <a:t>V</a:t>
            </a:r>
            <a:r>
              <a:rPr sz="1400" b="1" dirty="0">
                <a:latin typeface="Georgia"/>
                <a:cs typeface="Georgia"/>
              </a:rPr>
              <a:t>M</a:t>
            </a:r>
            <a:r>
              <a:rPr sz="1400" b="1" dirty="0">
                <a:latin typeface="宋体"/>
                <a:cs typeface="宋体"/>
              </a:rPr>
              <a:t>栈内</a:t>
            </a:r>
            <a:r>
              <a:rPr sz="1400" b="1" spc="-5" dirty="0">
                <a:latin typeface="宋体"/>
                <a:cs typeface="宋体"/>
              </a:rPr>
              <a:t>存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74" name="object 74"/>
          <p:cNvSpPr/>
          <p:nvPr/>
        </p:nvSpPr>
        <p:spPr>
          <a:xfrm>
            <a:off x="5689091" y="2636520"/>
            <a:ext cx="1258823" cy="288035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5684596" y="2633129"/>
            <a:ext cx="1268095" cy="295910"/>
          </a:xfrm>
          <a:custGeom>
            <a:avLst/>
            <a:gdLst/>
            <a:ahLst/>
            <a:cxnLst/>
            <a:rect l="l" t="t" r="r" b="b"/>
            <a:pathLst>
              <a:path w="1268095" h="295910">
                <a:moveTo>
                  <a:pt x="1267625" y="295630"/>
                </a:moveTo>
                <a:lnTo>
                  <a:pt x="0" y="295630"/>
                </a:lnTo>
                <a:lnTo>
                  <a:pt x="0" y="0"/>
                </a:lnTo>
                <a:lnTo>
                  <a:pt x="1267625" y="0"/>
                </a:lnTo>
                <a:lnTo>
                  <a:pt x="1267625" y="3810"/>
                </a:lnTo>
                <a:lnTo>
                  <a:pt x="7620" y="3810"/>
                </a:lnTo>
                <a:lnTo>
                  <a:pt x="3810" y="7620"/>
                </a:lnTo>
                <a:lnTo>
                  <a:pt x="7620" y="7620"/>
                </a:lnTo>
                <a:lnTo>
                  <a:pt x="7620" y="288010"/>
                </a:lnTo>
                <a:lnTo>
                  <a:pt x="3810" y="288010"/>
                </a:lnTo>
                <a:lnTo>
                  <a:pt x="7620" y="291820"/>
                </a:lnTo>
                <a:lnTo>
                  <a:pt x="1267625" y="291820"/>
                </a:lnTo>
                <a:lnTo>
                  <a:pt x="1267625" y="295630"/>
                </a:lnTo>
                <a:close/>
              </a:path>
              <a:path w="1268095" h="295910">
                <a:moveTo>
                  <a:pt x="7620" y="7620"/>
                </a:moveTo>
                <a:lnTo>
                  <a:pt x="3810" y="7620"/>
                </a:lnTo>
                <a:lnTo>
                  <a:pt x="7620" y="3810"/>
                </a:lnTo>
                <a:lnTo>
                  <a:pt x="7620" y="7620"/>
                </a:lnTo>
                <a:close/>
              </a:path>
              <a:path w="1268095" h="295910">
                <a:moveTo>
                  <a:pt x="1260005" y="7620"/>
                </a:moveTo>
                <a:lnTo>
                  <a:pt x="7620" y="7620"/>
                </a:lnTo>
                <a:lnTo>
                  <a:pt x="7620" y="3810"/>
                </a:lnTo>
                <a:lnTo>
                  <a:pt x="1260005" y="3810"/>
                </a:lnTo>
                <a:lnTo>
                  <a:pt x="1260005" y="7620"/>
                </a:lnTo>
                <a:close/>
              </a:path>
              <a:path w="1268095" h="295910">
                <a:moveTo>
                  <a:pt x="1260005" y="291820"/>
                </a:moveTo>
                <a:lnTo>
                  <a:pt x="1260005" y="3810"/>
                </a:lnTo>
                <a:lnTo>
                  <a:pt x="1263815" y="7620"/>
                </a:lnTo>
                <a:lnTo>
                  <a:pt x="1267625" y="7620"/>
                </a:lnTo>
                <a:lnTo>
                  <a:pt x="1267625" y="288010"/>
                </a:lnTo>
                <a:lnTo>
                  <a:pt x="1263815" y="288010"/>
                </a:lnTo>
                <a:lnTo>
                  <a:pt x="1260005" y="291820"/>
                </a:lnTo>
                <a:close/>
              </a:path>
              <a:path w="1268095" h="295910">
                <a:moveTo>
                  <a:pt x="1267625" y="7620"/>
                </a:moveTo>
                <a:lnTo>
                  <a:pt x="1263815" y="7620"/>
                </a:lnTo>
                <a:lnTo>
                  <a:pt x="1260005" y="3810"/>
                </a:lnTo>
                <a:lnTo>
                  <a:pt x="1267625" y="3810"/>
                </a:lnTo>
                <a:lnTo>
                  <a:pt x="1267625" y="7620"/>
                </a:lnTo>
                <a:close/>
              </a:path>
              <a:path w="1268095" h="295910">
                <a:moveTo>
                  <a:pt x="7620" y="291820"/>
                </a:moveTo>
                <a:lnTo>
                  <a:pt x="3810" y="288010"/>
                </a:lnTo>
                <a:lnTo>
                  <a:pt x="7620" y="288010"/>
                </a:lnTo>
                <a:lnTo>
                  <a:pt x="7620" y="291820"/>
                </a:lnTo>
                <a:close/>
              </a:path>
              <a:path w="1268095" h="295910">
                <a:moveTo>
                  <a:pt x="1260005" y="291820"/>
                </a:moveTo>
                <a:lnTo>
                  <a:pt x="7620" y="291820"/>
                </a:lnTo>
                <a:lnTo>
                  <a:pt x="7620" y="288010"/>
                </a:lnTo>
                <a:lnTo>
                  <a:pt x="1260005" y="288010"/>
                </a:lnTo>
                <a:lnTo>
                  <a:pt x="1260005" y="291820"/>
                </a:lnTo>
                <a:close/>
              </a:path>
              <a:path w="1268095" h="295910">
                <a:moveTo>
                  <a:pt x="1267625" y="291820"/>
                </a:moveTo>
                <a:lnTo>
                  <a:pt x="1260005" y="291820"/>
                </a:lnTo>
                <a:lnTo>
                  <a:pt x="1263815" y="288010"/>
                </a:lnTo>
                <a:lnTo>
                  <a:pt x="1267625" y="288010"/>
                </a:lnTo>
                <a:lnTo>
                  <a:pt x="1267625" y="29182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 txBox="1"/>
          <p:nvPr/>
        </p:nvSpPr>
        <p:spPr>
          <a:xfrm>
            <a:off x="5857951" y="2651544"/>
            <a:ext cx="92011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latin typeface="宋体"/>
                <a:cs typeface="宋体"/>
              </a:rPr>
              <a:t>本地方法</a:t>
            </a:r>
            <a:r>
              <a:rPr sz="1400" b="1" spc="-5" dirty="0">
                <a:latin typeface="宋体"/>
                <a:cs typeface="宋体"/>
              </a:rPr>
              <a:t>栈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77" name="object 77"/>
          <p:cNvSpPr/>
          <p:nvPr/>
        </p:nvSpPr>
        <p:spPr>
          <a:xfrm>
            <a:off x="7342352" y="3825049"/>
            <a:ext cx="76200" cy="252018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7342352" y="5525414"/>
            <a:ext cx="76200" cy="252031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5617235" y="1538503"/>
            <a:ext cx="1395095" cy="1464945"/>
          </a:xfrm>
          <a:custGeom>
            <a:avLst/>
            <a:gdLst/>
            <a:ahLst/>
            <a:cxnLst/>
            <a:rect l="l" t="t" r="r" b="b"/>
            <a:pathLst>
              <a:path w="1395095" h="1464945">
                <a:moveTo>
                  <a:pt x="1394548" y="1464792"/>
                </a:moveTo>
                <a:lnTo>
                  <a:pt x="0" y="1464792"/>
                </a:lnTo>
                <a:lnTo>
                  <a:pt x="0" y="0"/>
                </a:lnTo>
                <a:lnTo>
                  <a:pt x="1394548" y="0"/>
                </a:lnTo>
                <a:lnTo>
                  <a:pt x="1394548" y="6350"/>
                </a:lnTo>
                <a:lnTo>
                  <a:pt x="12700" y="6350"/>
                </a:lnTo>
                <a:lnTo>
                  <a:pt x="6350" y="12699"/>
                </a:lnTo>
                <a:lnTo>
                  <a:pt x="12700" y="12699"/>
                </a:lnTo>
                <a:lnTo>
                  <a:pt x="12700" y="1452092"/>
                </a:lnTo>
                <a:lnTo>
                  <a:pt x="6350" y="1452092"/>
                </a:lnTo>
                <a:lnTo>
                  <a:pt x="12700" y="1458442"/>
                </a:lnTo>
                <a:lnTo>
                  <a:pt x="1394548" y="1458442"/>
                </a:lnTo>
                <a:lnTo>
                  <a:pt x="1394548" y="1464792"/>
                </a:lnTo>
                <a:close/>
              </a:path>
              <a:path w="1395095" h="1464945">
                <a:moveTo>
                  <a:pt x="12700" y="12699"/>
                </a:moveTo>
                <a:lnTo>
                  <a:pt x="6350" y="12699"/>
                </a:lnTo>
                <a:lnTo>
                  <a:pt x="12700" y="6350"/>
                </a:lnTo>
                <a:lnTo>
                  <a:pt x="12700" y="12699"/>
                </a:lnTo>
                <a:close/>
              </a:path>
              <a:path w="1395095" h="1464945">
                <a:moveTo>
                  <a:pt x="1381848" y="12699"/>
                </a:moveTo>
                <a:lnTo>
                  <a:pt x="12700" y="12699"/>
                </a:lnTo>
                <a:lnTo>
                  <a:pt x="12700" y="6350"/>
                </a:lnTo>
                <a:lnTo>
                  <a:pt x="1381848" y="6350"/>
                </a:lnTo>
                <a:lnTo>
                  <a:pt x="1381848" y="12699"/>
                </a:lnTo>
                <a:close/>
              </a:path>
              <a:path w="1395095" h="1464945">
                <a:moveTo>
                  <a:pt x="1381848" y="1458442"/>
                </a:moveTo>
                <a:lnTo>
                  <a:pt x="1381848" y="6350"/>
                </a:lnTo>
                <a:lnTo>
                  <a:pt x="1388198" y="12699"/>
                </a:lnTo>
                <a:lnTo>
                  <a:pt x="1394548" y="12699"/>
                </a:lnTo>
                <a:lnTo>
                  <a:pt x="1394548" y="1452092"/>
                </a:lnTo>
                <a:lnTo>
                  <a:pt x="1388198" y="1452092"/>
                </a:lnTo>
                <a:lnTo>
                  <a:pt x="1381848" y="1458442"/>
                </a:lnTo>
                <a:close/>
              </a:path>
              <a:path w="1395095" h="1464945">
                <a:moveTo>
                  <a:pt x="1394548" y="12699"/>
                </a:moveTo>
                <a:lnTo>
                  <a:pt x="1388198" y="12699"/>
                </a:lnTo>
                <a:lnTo>
                  <a:pt x="1381848" y="6350"/>
                </a:lnTo>
                <a:lnTo>
                  <a:pt x="1394548" y="6350"/>
                </a:lnTo>
                <a:lnTo>
                  <a:pt x="1394548" y="12699"/>
                </a:lnTo>
                <a:close/>
              </a:path>
              <a:path w="1395095" h="1464945">
                <a:moveTo>
                  <a:pt x="12700" y="1458442"/>
                </a:moveTo>
                <a:lnTo>
                  <a:pt x="6350" y="1452092"/>
                </a:lnTo>
                <a:lnTo>
                  <a:pt x="12700" y="1452092"/>
                </a:lnTo>
                <a:lnTo>
                  <a:pt x="12700" y="1458442"/>
                </a:lnTo>
                <a:close/>
              </a:path>
              <a:path w="1395095" h="1464945">
                <a:moveTo>
                  <a:pt x="1381848" y="1458442"/>
                </a:moveTo>
                <a:lnTo>
                  <a:pt x="12700" y="1458442"/>
                </a:lnTo>
                <a:lnTo>
                  <a:pt x="12700" y="1452092"/>
                </a:lnTo>
                <a:lnTo>
                  <a:pt x="1381848" y="1452092"/>
                </a:lnTo>
                <a:lnTo>
                  <a:pt x="1381848" y="1458442"/>
                </a:lnTo>
                <a:close/>
              </a:path>
              <a:path w="1395095" h="1464945">
                <a:moveTo>
                  <a:pt x="1394548" y="1458442"/>
                </a:moveTo>
                <a:lnTo>
                  <a:pt x="1381848" y="1458442"/>
                </a:lnTo>
                <a:lnTo>
                  <a:pt x="1388198" y="1452092"/>
                </a:lnTo>
                <a:lnTo>
                  <a:pt x="1394548" y="1452092"/>
                </a:lnTo>
                <a:lnTo>
                  <a:pt x="1394548" y="1458442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 txBox="1"/>
          <p:nvPr/>
        </p:nvSpPr>
        <p:spPr>
          <a:xfrm>
            <a:off x="6097295" y="1556918"/>
            <a:ext cx="432434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宋体"/>
                <a:cs typeface="宋体"/>
              </a:rPr>
              <a:t>线</a:t>
            </a:r>
            <a:r>
              <a:rPr sz="1600" b="1" spc="-15" dirty="0">
                <a:latin typeface="宋体"/>
                <a:cs typeface="宋体"/>
              </a:rPr>
              <a:t>程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81" name="object 81"/>
          <p:cNvSpPr/>
          <p:nvPr/>
        </p:nvSpPr>
        <p:spPr>
          <a:xfrm>
            <a:off x="7205471" y="1894332"/>
            <a:ext cx="1258824" cy="288036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7200975" y="1890648"/>
            <a:ext cx="1268095" cy="295910"/>
          </a:xfrm>
          <a:custGeom>
            <a:avLst/>
            <a:gdLst/>
            <a:ahLst/>
            <a:cxnLst/>
            <a:rect l="l" t="t" r="r" b="b"/>
            <a:pathLst>
              <a:path w="1268095" h="295910">
                <a:moveTo>
                  <a:pt x="1267612" y="295617"/>
                </a:moveTo>
                <a:lnTo>
                  <a:pt x="0" y="295617"/>
                </a:lnTo>
                <a:lnTo>
                  <a:pt x="0" y="0"/>
                </a:lnTo>
                <a:lnTo>
                  <a:pt x="1267612" y="0"/>
                </a:lnTo>
                <a:lnTo>
                  <a:pt x="1267612" y="3809"/>
                </a:lnTo>
                <a:lnTo>
                  <a:pt x="7620" y="3809"/>
                </a:lnTo>
                <a:lnTo>
                  <a:pt x="3810" y="7619"/>
                </a:lnTo>
                <a:lnTo>
                  <a:pt x="7620" y="7619"/>
                </a:lnTo>
                <a:lnTo>
                  <a:pt x="7620" y="287997"/>
                </a:lnTo>
                <a:lnTo>
                  <a:pt x="3810" y="287997"/>
                </a:lnTo>
                <a:lnTo>
                  <a:pt x="7620" y="291807"/>
                </a:lnTo>
                <a:lnTo>
                  <a:pt x="1267612" y="291807"/>
                </a:lnTo>
                <a:lnTo>
                  <a:pt x="1267612" y="295617"/>
                </a:lnTo>
                <a:close/>
              </a:path>
              <a:path w="1268095" h="295910">
                <a:moveTo>
                  <a:pt x="7620" y="7619"/>
                </a:moveTo>
                <a:lnTo>
                  <a:pt x="3810" y="7619"/>
                </a:lnTo>
                <a:lnTo>
                  <a:pt x="7620" y="3809"/>
                </a:lnTo>
                <a:lnTo>
                  <a:pt x="7620" y="7619"/>
                </a:lnTo>
                <a:close/>
              </a:path>
              <a:path w="1268095" h="295910">
                <a:moveTo>
                  <a:pt x="1259992" y="7619"/>
                </a:moveTo>
                <a:lnTo>
                  <a:pt x="7620" y="7619"/>
                </a:lnTo>
                <a:lnTo>
                  <a:pt x="7620" y="3809"/>
                </a:lnTo>
                <a:lnTo>
                  <a:pt x="1259992" y="3809"/>
                </a:lnTo>
                <a:lnTo>
                  <a:pt x="1259992" y="7619"/>
                </a:lnTo>
                <a:close/>
              </a:path>
              <a:path w="1268095" h="295910">
                <a:moveTo>
                  <a:pt x="1259992" y="291807"/>
                </a:moveTo>
                <a:lnTo>
                  <a:pt x="1259992" y="3809"/>
                </a:lnTo>
                <a:lnTo>
                  <a:pt x="1263802" y="7619"/>
                </a:lnTo>
                <a:lnTo>
                  <a:pt x="1267612" y="7619"/>
                </a:lnTo>
                <a:lnTo>
                  <a:pt x="1267612" y="287997"/>
                </a:lnTo>
                <a:lnTo>
                  <a:pt x="1263802" y="287997"/>
                </a:lnTo>
                <a:lnTo>
                  <a:pt x="1259992" y="291807"/>
                </a:lnTo>
                <a:close/>
              </a:path>
              <a:path w="1268095" h="295910">
                <a:moveTo>
                  <a:pt x="1267612" y="7619"/>
                </a:moveTo>
                <a:lnTo>
                  <a:pt x="1263802" y="7619"/>
                </a:lnTo>
                <a:lnTo>
                  <a:pt x="1259992" y="3809"/>
                </a:lnTo>
                <a:lnTo>
                  <a:pt x="1267612" y="3809"/>
                </a:lnTo>
                <a:lnTo>
                  <a:pt x="1267612" y="7619"/>
                </a:lnTo>
                <a:close/>
              </a:path>
              <a:path w="1268095" h="295910">
                <a:moveTo>
                  <a:pt x="7620" y="291807"/>
                </a:moveTo>
                <a:lnTo>
                  <a:pt x="3810" y="287997"/>
                </a:lnTo>
                <a:lnTo>
                  <a:pt x="7620" y="287997"/>
                </a:lnTo>
                <a:lnTo>
                  <a:pt x="7620" y="291807"/>
                </a:lnTo>
                <a:close/>
              </a:path>
              <a:path w="1268095" h="295910">
                <a:moveTo>
                  <a:pt x="1259992" y="291807"/>
                </a:moveTo>
                <a:lnTo>
                  <a:pt x="7620" y="291807"/>
                </a:lnTo>
                <a:lnTo>
                  <a:pt x="7620" y="287997"/>
                </a:lnTo>
                <a:lnTo>
                  <a:pt x="1259992" y="287997"/>
                </a:lnTo>
                <a:lnTo>
                  <a:pt x="1259992" y="291807"/>
                </a:lnTo>
                <a:close/>
              </a:path>
              <a:path w="1268095" h="295910">
                <a:moveTo>
                  <a:pt x="1267612" y="291807"/>
                </a:moveTo>
                <a:lnTo>
                  <a:pt x="1259992" y="291807"/>
                </a:lnTo>
                <a:lnTo>
                  <a:pt x="1263802" y="287997"/>
                </a:lnTo>
                <a:lnTo>
                  <a:pt x="1267612" y="287997"/>
                </a:lnTo>
                <a:lnTo>
                  <a:pt x="1267612" y="291807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 txBox="1"/>
          <p:nvPr/>
        </p:nvSpPr>
        <p:spPr>
          <a:xfrm>
            <a:off x="7374331" y="1909063"/>
            <a:ext cx="92011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latin typeface="宋体"/>
                <a:cs typeface="宋体"/>
              </a:rPr>
              <a:t>程序计数</a:t>
            </a:r>
            <a:r>
              <a:rPr sz="1400" b="1" spc="-5" dirty="0">
                <a:latin typeface="宋体"/>
                <a:cs typeface="宋体"/>
              </a:rPr>
              <a:t>器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84" name="object 84"/>
          <p:cNvSpPr/>
          <p:nvPr/>
        </p:nvSpPr>
        <p:spPr>
          <a:xfrm>
            <a:off x="7205471" y="2270760"/>
            <a:ext cx="1258824" cy="288036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7200975" y="2266454"/>
            <a:ext cx="1268095" cy="295910"/>
          </a:xfrm>
          <a:custGeom>
            <a:avLst/>
            <a:gdLst/>
            <a:ahLst/>
            <a:cxnLst/>
            <a:rect l="l" t="t" r="r" b="b"/>
            <a:pathLst>
              <a:path w="1268095" h="295910">
                <a:moveTo>
                  <a:pt x="1267612" y="295617"/>
                </a:moveTo>
                <a:lnTo>
                  <a:pt x="0" y="295617"/>
                </a:lnTo>
                <a:lnTo>
                  <a:pt x="0" y="0"/>
                </a:lnTo>
                <a:lnTo>
                  <a:pt x="1267612" y="0"/>
                </a:lnTo>
                <a:lnTo>
                  <a:pt x="1267612" y="3809"/>
                </a:lnTo>
                <a:lnTo>
                  <a:pt x="7620" y="3809"/>
                </a:lnTo>
                <a:lnTo>
                  <a:pt x="3810" y="7619"/>
                </a:lnTo>
                <a:lnTo>
                  <a:pt x="7620" y="7619"/>
                </a:lnTo>
                <a:lnTo>
                  <a:pt x="7620" y="287997"/>
                </a:lnTo>
                <a:lnTo>
                  <a:pt x="3810" y="287997"/>
                </a:lnTo>
                <a:lnTo>
                  <a:pt x="7620" y="291807"/>
                </a:lnTo>
                <a:lnTo>
                  <a:pt x="1267612" y="291807"/>
                </a:lnTo>
                <a:lnTo>
                  <a:pt x="1267612" y="295617"/>
                </a:lnTo>
                <a:close/>
              </a:path>
              <a:path w="1268095" h="295910">
                <a:moveTo>
                  <a:pt x="7620" y="7619"/>
                </a:moveTo>
                <a:lnTo>
                  <a:pt x="3810" y="7619"/>
                </a:lnTo>
                <a:lnTo>
                  <a:pt x="7620" y="3809"/>
                </a:lnTo>
                <a:lnTo>
                  <a:pt x="7620" y="7619"/>
                </a:lnTo>
                <a:close/>
              </a:path>
              <a:path w="1268095" h="295910">
                <a:moveTo>
                  <a:pt x="1259992" y="7619"/>
                </a:moveTo>
                <a:lnTo>
                  <a:pt x="7620" y="7619"/>
                </a:lnTo>
                <a:lnTo>
                  <a:pt x="7620" y="3809"/>
                </a:lnTo>
                <a:lnTo>
                  <a:pt x="1259992" y="3809"/>
                </a:lnTo>
                <a:lnTo>
                  <a:pt x="1259992" y="7619"/>
                </a:lnTo>
                <a:close/>
              </a:path>
              <a:path w="1268095" h="295910">
                <a:moveTo>
                  <a:pt x="1259992" y="291807"/>
                </a:moveTo>
                <a:lnTo>
                  <a:pt x="1259992" y="3809"/>
                </a:lnTo>
                <a:lnTo>
                  <a:pt x="1263802" y="7619"/>
                </a:lnTo>
                <a:lnTo>
                  <a:pt x="1267612" y="7619"/>
                </a:lnTo>
                <a:lnTo>
                  <a:pt x="1267612" y="287997"/>
                </a:lnTo>
                <a:lnTo>
                  <a:pt x="1263802" y="287997"/>
                </a:lnTo>
                <a:lnTo>
                  <a:pt x="1259992" y="291807"/>
                </a:lnTo>
                <a:close/>
              </a:path>
              <a:path w="1268095" h="295910">
                <a:moveTo>
                  <a:pt x="1267612" y="7619"/>
                </a:moveTo>
                <a:lnTo>
                  <a:pt x="1263802" y="7619"/>
                </a:lnTo>
                <a:lnTo>
                  <a:pt x="1259992" y="3809"/>
                </a:lnTo>
                <a:lnTo>
                  <a:pt x="1267612" y="3809"/>
                </a:lnTo>
                <a:lnTo>
                  <a:pt x="1267612" y="7619"/>
                </a:lnTo>
                <a:close/>
              </a:path>
              <a:path w="1268095" h="295910">
                <a:moveTo>
                  <a:pt x="7620" y="291807"/>
                </a:moveTo>
                <a:lnTo>
                  <a:pt x="3810" y="287997"/>
                </a:lnTo>
                <a:lnTo>
                  <a:pt x="7620" y="287997"/>
                </a:lnTo>
                <a:lnTo>
                  <a:pt x="7620" y="291807"/>
                </a:lnTo>
                <a:close/>
              </a:path>
              <a:path w="1268095" h="295910">
                <a:moveTo>
                  <a:pt x="1259992" y="291807"/>
                </a:moveTo>
                <a:lnTo>
                  <a:pt x="7620" y="291807"/>
                </a:lnTo>
                <a:lnTo>
                  <a:pt x="7620" y="287997"/>
                </a:lnTo>
                <a:lnTo>
                  <a:pt x="1259992" y="287997"/>
                </a:lnTo>
                <a:lnTo>
                  <a:pt x="1259992" y="291807"/>
                </a:lnTo>
                <a:close/>
              </a:path>
              <a:path w="1268095" h="295910">
                <a:moveTo>
                  <a:pt x="1267612" y="291807"/>
                </a:moveTo>
                <a:lnTo>
                  <a:pt x="1259992" y="291807"/>
                </a:lnTo>
                <a:lnTo>
                  <a:pt x="1263802" y="287997"/>
                </a:lnTo>
                <a:lnTo>
                  <a:pt x="1267612" y="287997"/>
                </a:lnTo>
                <a:lnTo>
                  <a:pt x="1267612" y="291807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 txBox="1"/>
          <p:nvPr/>
        </p:nvSpPr>
        <p:spPr>
          <a:xfrm>
            <a:off x="7341311" y="2286139"/>
            <a:ext cx="985519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5" dirty="0">
                <a:latin typeface="Georgia"/>
                <a:cs typeface="Georgia"/>
              </a:rPr>
              <a:t>J</a:t>
            </a:r>
            <a:r>
              <a:rPr sz="1400" b="1" spc="-10" dirty="0">
                <a:latin typeface="Georgia"/>
                <a:cs typeface="Georgia"/>
              </a:rPr>
              <a:t>V</a:t>
            </a:r>
            <a:r>
              <a:rPr sz="1400" b="1" dirty="0">
                <a:latin typeface="Georgia"/>
                <a:cs typeface="Georgia"/>
              </a:rPr>
              <a:t>M</a:t>
            </a:r>
            <a:r>
              <a:rPr sz="1400" b="1" dirty="0">
                <a:latin typeface="宋体"/>
                <a:cs typeface="宋体"/>
              </a:rPr>
              <a:t>栈内</a:t>
            </a:r>
            <a:r>
              <a:rPr sz="1400" b="1" spc="-5" dirty="0">
                <a:latin typeface="宋体"/>
                <a:cs typeface="宋体"/>
              </a:rPr>
              <a:t>存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87" name="object 87"/>
          <p:cNvSpPr/>
          <p:nvPr/>
        </p:nvSpPr>
        <p:spPr>
          <a:xfrm>
            <a:off x="7216140" y="2636520"/>
            <a:ext cx="1258824" cy="288035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7211745" y="2633129"/>
            <a:ext cx="1268095" cy="295910"/>
          </a:xfrm>
          <a:custGeom>
            <a:avLst/>
            <a:gdLst/>
            <a:ahLst/>
            <a:cxnLst/>
            <a:rect l="l" t="t" r="r" b="b"/>
            <a:pathLst>
              <a:path w="1268095" h="295910">
                <a:moveTo>
                  <a:pt x="1267625" y="295630"/>
                </a:moveTo>
                <a:lnTo>
                  <a:pt x="0" y="295630"/>
                </a:lnTo>
                <a:lnTo>
                  <a:pt x="0" y="0"/>
                </a:lnTo>
                <a:lnTo>
                  <a:pt x="1267625" y="0"/>
                </a:lnTo>
                <a:lnTo>
                  <a:pt x="1267625" y="3810"/>
                </a:lnTo>
                <a:lnTo>
                  <a:pt x="7619" y="3810"/>
                </a:lnTo>
                <a:lnTo>
                  <a:pt x="3809" y="7620"/>
                </a:lnTo>
                <a:lnTo>
                  <a:pt x="7619" y="7620"/>
                </a:lnTo>
                <a:lnTo>
                  <a:pt x="7619" y="288010"/>
                </a:lnTo>
                <a:lnTo>
                  <a:pt x="3809" y="288010"/>
                </a:lnTo>
                <a:lnTo>
                  <a:pt x="7619" y="291820"/>
                </a:lnTo>
                <a:lnTo>
                  <a:pt x="1267625" y="291820"/>
                </a:lnTo>
                <a:lnTo>
                  <a:pt x="1267625" y="295630"/>
                </a:lnTo>
                <a:close/>
              </a:path>
              <a:path w="1268095" h="295910">
                <a:moveTo>
                  <a:pt x="7619" y="7620"/>
                </a:moveTo>
                <a:lnTo>
                  <a:pt x="3809" y="7620"/>
                </a:lnTo>
                <a:lnTo>
                  <a:pt x="7619" y="3810"/>
                </a:lnTo>
                <a:lnTo>
                  <a:pt x="7619" y="7620"/>
                </a:lnTo>
                <a:close/>
              </a:path>
              <a:path w="1268095" h="295910">
                <a:moveTo>
                  <a:pt x="1260005" y="7620"/>
                </a:moveTo>
                <a:lnTo>
                  <a:pt x="7619" y="7620"/>
                </a:lnTo>
                <a:lnTo>
                  <a:pt x="7619" y="3810"/>
                </a:lnTo>
                <a:lnTo>
                  <a:pt x="1260005" y="3810"/>
                </a:lnTo>
                <a:lnTo>
                  <a:pt x="1260005" y="7620"/>
                </a:lnTo>
                <a:close/>
              </a:path>
              <a:path w="1268095" h="295910">
                <a:moveTo>
                  <a:pt x="1260005" y="291820"/>
                </a:moveTo>
                <a:lnTo>
                  <a:pt x="1260005" y="3810"/>
                </a:lnTo>
                <a:lnTo>
                  <a:pt x="1263815" y="7620"/>
                </a:lnTo>
                <a:lnTo>
                  <a:pt x="1267625" y="7620"/>
                </a:lnTo>
                <a:lnTo>
                  <a:pt x="1267625" y="288010"/>
                </a:lnTo>
                <a:lnTo>
                  <a:pt x="1263815" y="288010"/>
                </a:lnTo>
                <a:lnTo>
                  <a:pt x="1260005" y="291820"/>
                </a:lnTo>
                <a:close/>
              </a:path>
              <a:path w="1268095" h="295910">
                <a:moveTo>
                  <a:pt x="1267625" y="7620"/>
                </a:moveTo>
                <a:lnTo>
                  <a:pt x="1263815" y="7620"/>
                </a:lnTo>
                <a:lnTo>
                  <a:pt x="1260005" y="3810"/>
                </a:lnTo>
                <a:lnTo>
                  <a:pt x="1267625" y="3810"/>
                </a:lnTo>
                <a:lnTo>
                  <a:pt x="1267625" y="7620"/>
                </a:lnTo>
                <a:close/>
              </a:path>
              <a:path w="1268095" h="295910">
                <a:moveTo>
                  <a:pt x="7619" y="291820"/>
                </a:moveTo>
                <a:lnTo>
                  <a:pt x="3809" y="288010"/>
                </a:lnTo>
                <a:lnTo>
                  <a:pt x="7619" y="288010"/>
                </a:lnTo>
                <a:lnTo>
                  <a:pt x="7619" y="291820"/>
                </a:lnTo>
                <a:close/>
              </a:path>
              <a:path w="1268095" h="295910">
                <a:moveTo>
                  <a:pt x="1260005" y="291820"/>
                </a:moveTo>
                <a:lnTo>
                  <a:pt x="7619" y="291820"/>
                </a:lnTo>
                <a:lnTo>
                  <a:pt x="7619" y="288010"/>
                </a:lnTo>
                <a:lnTo>
                  <a:pt x="1260005" y="288010"/>
                </a:lnTo>
                <a:lnTo>
                  <a:pt x="1260005" y="291820"/>
                </a:lnTo>
                <a:close/>
              </a:path>
              <a:path w="1268095" h="295910">
                <a:moveTo>
                  <a:pt x="1267625" y="291820"/>
                </a:moveTo>
                <a:lnTo>
                  <a:pt x="1260005" y="291820"/>
                </a:lnTo>
                <a:lnTo>
                  <a:pt x="1263815" y="288010"/>
                </a:lnTo>
                <a:lnTo>
                  <a:pt x="1267625" y="288010"/>
                </a:lnTo>
                <a:lnTo>
                  <a:pt x="1267625" y="29182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 txBox="1"/>
          <p:nvPr/>
        </p:nvSpPr>
        <p:spPr>
          <a:xfrm>
            <a:off x="7385101" y="2651544"/>
            <a:ext cx="92011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latin typeface="宋体"/>
                <a:cs typeface="宋体"/>
              </a:rPr>
              <a:t>本地方法</a:t>
            </a:r>
            <a:r>
              <a:rPr sz="1400" b="1" spc="-5" dirty="0">
                <a:latin typeface="宋体"/>
                <a:cs typeface="宋体"/>
              </a:rPr>
              <a:t>栈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90" name="object 90"/>
          <p:cNvSpPr/>
          <p:nvPr/>
        </p:nvSpPr>
        <p:spPr>
          <a:xfrm>
            <a:off x="7144384" y="1538503"/>
            <a:ext cx="1395095" cy="1464945"/>
          </a:xfrm>
          <a:custGeom>
            <a:avLst/>
            <a:gdLst/>
            <a:ahLst/>
            <a:cxnLst/>
            <a:rect l="l" t="t" r="r" b="b"/>
            <a:pathLst>
              <a:path w="1395095" h="1464945">
                <a:moveTo>
                  <a:pt x="1394548" y="1464792"/>
                </a:moveTo>
                <a:lnTo>
                  <a:pt x="0" y="1464792"/>
                </a:lnTo>
                <a:lnTo>
                  <a:pt x="0" y="0"/>
                </a:lnTo>
                <a:lnTo>
                  <a:pt x="1394548" y="0"/>
                </a:lnTo>
                <a:lnTo>
                  <a:pt x="1394548" y="6350"/>
                </a:lnTo>
                <a:lnTo>
                  <a:pt x="12700" y="6350"/>
                </a:lnTo>
                <a:lnTo>
                  <a:pt x="6350" y="12699"/>
                </a:lnTo>
                <a:lnTo>
                  <a:pt x="12700" y="12699"/>
                </a:lnTo>
                <a:lnTo>
                  <a:pt x="12700" y="1452092"/>
                </a:lnTo>
                <a:lnTo>
                  <a:pt x="6350" y="1452092"/>
                </a:lnTo>
                <a:lnTo>
                  <a:pt x="12700" y="1458442"/>
                </a:lnTo>
                <a:lnTo>
                  <a:pt x="1394548" y="1458442"/>
                </a:lnTo>
                <a:lnTo>
                  <a:pt x="1394548" y="1464792"/>
                </a:lnTo>
                <a:close/>
              </a:path>
              <a:path w="1395095" h="1464945">
                <a:moveTo>
                  <a:pt x="12700" y="12699"/>
                </a:moveTo>
                <a:lnTo>
                  <a:pt x="6350" y="12699"/>
                </a:lnTo>
                <a:lnTo>
                  <a:pt x="12700" y="6350"/>
                </a:lnTo>
                <a:lnTo>
                  <a:pt x="12700" y="12699"/>
                </a:lnTo>
                <a:close/>
              </a:path>
              <a:path w="1395095" h="1464945">
                <a:moveTo>
                  <a:pt x="1381848" y="12699"/>
                </a:moveTo>
                <a:lnTo>
                  <a:pt x="12700" y="12699"/>
                </a:lnTo>
                <a:lnTo>
                  <a:pt x="12700" y="6350"/>
                </a:lnTo>
                <a:lnTo>
                  <a:pt x="1381848" y="6350"/>
                </a:lnTo>
                <a:lnTo>
                  <a:pt x="1381848" y="12699"/>
                </a:lnTo>
                <a:close/>
              </a:path>
              <a:path w="1395095" h="1464945">
                <a:moveTo>
                  <a:pt x="1381848" y="1458442"/>
                </a:moveTo>
                <a:lnTo>
                  <a:pt x="1381848" y="6350"/>
                </a:lnTo>
                <a:lnTo>
                  <a:pt x="1388198" y="12699"/>
                </a:lnTo>
                <a:lnTo>
                  <a:pt x="1394548" y="12699"/>
                </a:lnTo>
                <a:lnTo>
                  <a:pt x="1394548" y="1452092"/>
                </a:lnTo>
                <a:lnTo>
                  <a:pt x="1388198" y="1452092"/>
                </a:lnTo>
                <a:lnTo>
                  <a:pt x="1381848" y="1458442"/>
                </a:lnTo>
                <a:close/>
              </a:path>
              <a:path w="1395095" h="1464945">
                <a:moveTo>
                  <a:pt x="1394548" y="12699"/>
                </a:moveTo>
                <a:lnTo>
                  <a:pt x="1388198" y="12699"/>
                </a:lnTo>
                <a:lnTo>
                  <a:pt x="1381848" y="6350"/>
                </a:lnTo>
                <a:lnTo>
                  <a:pt x="1394548" y="6350"/>
                </a:lnTo>
                <a:lnTo>
                  <a:pt x="1394548" y="12699"/>
                </a:lnTo>
                <a:close/>
              </a:path>
              <a:path w="1395095" h="1464945">
                <a:moveTo>
                  <a:pt x="12700" y="1458442"/>
                </a:moveTo>
                <a:lnTo>
                  <a:pt x="6350" y="1452092"/>
                </a:lnTo>
                <a:lnTo>
                  <a:pt x="12700" y="1452092"/>
                </a:lnTo>
                <a:lnTo>
                  <a:pt x="12700" y="1458442"/>
                </a:lnTo>
                <a:close/>
              </a:path>
              <a:path w="1395095" h="1464945">
                <a:moveTo>
                  <a:pt x="1381848" y="1458442"/>
                </a:moveTo>
                <a:lnTo>
                  <a:pt x="12700" y="1458442"/>
                </a:lnTo>
                <a:lnTo>
                  <a:pt x="12700" y="1452092"/>
                </a:lnTo>
                <a:lnTo>
                  <a:pt x="1381848" y="1452092"/>
                </a:lnTo>
                <a:lnTo>
                  <a:pt x="1381848" y="1458442"/>
                </a:lnTo>
                <a:close/>
              </a:path>
              <a:path w="1395095" h="1464945">
                <a:moveTo>
                  <a:pt x="1394548" y="1458442"/>
                </a:moveTo>
                <a:lnTo>
                  <a:pt x="1381848" y="1458442"/>
                </a:lnTo>
                <a:lnTo>
                  <a:pt x="1388198" y="1452092"/>
                </a:lnTo>
                <a:lnTo>
                  <a:pt x="1394548" y="1452092"/>
                </a:lnTo>
                <a:lnTo>
                  <a:pt x="1394548" y="1458442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 txBox="1"/>
          <p:nvPr/>
        </p:nvSpPr>
        <p:spPr>
          <a:xfrm>
            <a:off x="6678612" y="989865"/>
            <a:ext cx="1403350" cy="835660"/>
          </a:xfrm>
          <a:prstGeom prst="rect">
            <a:avLst/>
          </a:prstGeom>
        </p:spPr>
        <p:txBody>
          <a:bodyPr vert="horz" wrap="square" lIns="0" tIns="16764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320"/>
              </a:spcBef>
            </a:pPr>
            <a:r>
              <a:rPr sz="1800" b="1" dirty="0">
                <a:latin typeface="宋体"/>
                <a:cs typeface="宋体"/>
              </a:rPr>
              <a:t>运行时数据</a:t>
            </a:r>
            <a:r>
              <a:rPr sz="1800" b="1" spc="-10" dirty="0">
                <a:latin typeface="宋体"/>
                <a:cs typeface="宋体"/>
              </a:rPr>
              <a:t>区</a:t>
            </a:r>
            <a:endParaRPr sz="1800">
              <a:latin typeface="宋体"/>
              <a:cs typeface="宋体"/>
            </a:endParaRPr>
          </a:p>
          <a:p>
            <a:pPr marR="29845" algn="r">
              <a:lnSpc>
                <a:spcPct val="100000"/>
              </a:lnSpc>
              <a:spcBef>
                <a:spcPts val="1080"/>
              </a:spcBef>
            </a:pPr>
            <a:r>
              <a:rPr sz="1600" b="1" dirty="0">
                <a:latin typeface="宋体"/>
                <a:cs typeface="宋体"/>
              </a:rPr>
              <a:t>线</a:t>
            </a:r>
            <a:r>
              <a:rPr sz="1600" b="1" spc="-15" dirty="0">
                <a:latin typeface="宋体"/>
                <a:cs typeface="宋体"/>
              </a:rPr>
              <a:t>程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94" name="object 9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4</a:t>
            </a:fld>
            <a:endParaRPr spc="-5" dirty="0"/>
          </a:p>
        </p:txBody>
      </p:sp>
      <p:sp>
        <p:nvSpPr>
          <p:cNvPr id="92" name="object 92"/>
          <p:cNvSpPr txBox="1"/>
          <p:nvPr/>
        </p:nvSpPr>
        <p:spPr>
          <a:xfrm>
            <a:off x="8683332" y="2009165"/>
            <a:ext cx="3416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……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235584" y="4917440"/>
            <a:ext cx="4137025" cy="6064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20" dirty="0">
                <a:solidFill>
                  <a:srgbClr val="FF0000"/>
                </a:solidFill>
                <a:latin typeface="Calibri"/>
                <a:cs typeface="Calibri"/>
              </a:rPr>
              <a:t>Java</a:t>
            </a:r>
            <a:r>
              <a:rPr sz="2000" b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FF0000"/>
                </a:solidFill>
                <a:latin typeface="Calibri"/>
                <a:cs typeface="Calibri"/>
              </a:rPr>
              <a:t>Virtual</a:t>
            </a:r>
            <a:r>
              <a:rPr sz="2000" b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Calibri"/>
                <a:cs typeface="Calibri"/>
              </a:rPr>
              <a:t>Machine</a:t>
            </a:r>
            <a:r>
              <a:rPr sz="2000" b="1" spc="-10" dirty="0">
                <a:solidFill>
                  <a:srgbClr val="FF0000"/>
                </a:solidFill>
                <a:latin typeface="微软雅黑"/>
                <a:cs typeface="微软雅黑"/>
              </a:rPr>
              <a:t>（</a:t>
            </a:r>
            <a:r>
              <a:rPr sz="2000" b="1" spc="-10" dirty="0">
                <a:solidFill>
                  <a:srgbClr val="FF0000"/>
                </a:solidFill>
                <a:latin typeface="Calibri"/>
                <a:cs typeface="Calibri"/>
              </a:rPr>
              <a:t>Java</a:t>
            </a:r>
            <a:r>
              <a:rPr sz="2000" b="1" dirty="0">
                <a:solidFill>
                  <a:srgbClr val="FF0000"/>
                </a:solidFill>
                <a:latin typeface="微软雅黑"/>
                <a:cs typeface="微软雅黑"/>
              </a:rPr>
              <a:t>虚拟机</a:t>
            </a:r>
            <a:r>
              <a:rPr sz="1800" b="1" dirty="0">
                <a:solidFill>
                  <a:srgbClr val="FF0000"/>
                </a:solidFill>
                <a:latin typeface="微软雅黑"/>
                <a:cs typeface="微软雅黑"/>
              </a:rPr>
              <a:t>）：</a:t>
            </a:r>
            <a:endParaRPr sz="1800">
              <a:latin typeface="微软雅黑"/>
              <a:cs typeface="微软雅黑"/>
            </a:endParaRPr>
          </a:p>
          <a:p>
            <a:pPr marL="269240">
              <a:lnSpc>
                <a:spcPct val="100000"/>
              </a:lnSpc>
              <a:spcBef>
                <a:spcPts val="10"/>
              </a:spcBef>
            </a:pPr>
            <a:r>
              <a:rPr sz="1800" dirty="0">
                <a:latin typeface="微软雅黑"/>
                <a:cs typeface="微软雅黑"/>
              </a:rPr>
              <a:t>虚拟机保证</a:t>
            </a:r>
            <a:r>
              <a:rPr sz="1800" spc="-20" dirty="0">
                <a:latin typeface="Calibri"/>
                <a:cs typeface="Calibri"/>
              </a:rPr>
              <a:t>Java</a:t>
            </a:r>
            <a:r>
              <a:rPr sz="1800" dirty="0">
                <a:latin typeface="微软雅黑"/>
                <a:cs typeface="微软雅黑"/>
              </a:rPr>
              <a:t>程序的跨平台特性</a:t>
            </a:r>
            <a:endParaRPr sz="1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163300" y="6187440"/>
            <a:ext cx="706120" cy="670560"/>
          </a:xfrm>
          <a:custGeom>
            <a:avLst/>
            <a:gdLst/>
            <a:ahLst/>
            <a:cxnLst/>
            <a:rect l="l" t="t" r="r" b="b"/>
            <a:pathLst>
              <a:path w="706120" h="670559">
                <a:moveTo>
                  <a:pt x="0" y="670560"/>
                </a:moveTo>
                <a:lnTo>
                  <a:pt x="705611" y="670560"/>
                </a:lnTo>
                <a:lnTo>
                  <a:pt x="705611" y="0"/>
                </a:lnTo>
                <a:lnTo>
                  <a:pt x="0" y="0"/>
                </a:lnTo>
                <a:lnTo>
                  <a:pt x="0" y="67056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1149063" y="6181725"/>
            <a:ext cx="726440" cy="676275"/>
          </a:xfrm>
          <a:custGeom>
            <a:avLst/>
            <a:gdLst/>
            <a:ahLst/>
            <a:cxnLst/>
            <a:rect l="l" t="t" r="r" b="b"/>
            <a:pathLst>
              <a:path w="726440" h="676275">
                <a:moveTo>
                  <a:pt x="12700" y="676275"/>
                </a:moveTo>
                <a:lnTo>
                  <a:pt x="0" y="676275"/>
                </a:lnTo>
                <a:lnTo>
                  <a:pt x="0" y="0"/>
                </a:lnTo>
                <a:lnTo>
                  <a:pt x="725995" y="0"/>
                </a:lnTo>
                <a:lnTo>
                  <a:pt x="725995" y="6350"/>
                </a:lnTo>
                <a:lnTo>
                  <a:pt x="12700" y="6350"/>
                </a:lnTo>
                <a:lnTo>
                  <a:pt x="6350" y="12700"/>
                </a:lnTo>
                <a:lnTo>
                  <a:pt x="12700" y="12700"/>
                </a:lnTo>
                <a:lnTo>
                  <a:pt x="12700" y="669925"/>
                </a:lnTo>
                <a:lnTo>
                  <a:pt x="6350" y="669925"/>
                </a:lnTo>
                <a:lnTo>
                  <a:pt x="12700" y="676275"/>
                </a:lnTo>
                <a:close/>
              </a:path>
              <a:path w="726440" h="676275">
                <a:moveTo>
                  <a:pt x="12700" y="12700"/>
                </a:moveTo>
                <a:lnTo>
                  <a:pt x="6350" y="12700"/>
                </a:lnTo>
                <a:lnTo>
                  <a:pt x="12700" y="6350"/>
                </a:lnTo>
                <a:lnTo>
                  <a:pt x="12700" y="12700"/>
                </a:lnTo>
                <a:close/>
              </a:path>
              <a:path w="726440" h="676275">
                <a:moveTo>
                  <a:pt x="713295" y="12700"/>
                </a:moveTo>
                <a:lnTo>
                  <a:pt x="12700" y="12700"/>
                </a:lnTo>
                <a:lnTo>
                  <a:pt x="12700" y="6350"/>
                </a:lnTo>
                <a:lnTo>
                  <a:pt x="713295" y="6350"/>
                </a:lnTo>
                <a:lnTo>
                  <a:pt x="713295" y="12700"/>
                </a:lnTo>
                <a:close/>
              </a:path>
              <a:path w="726440" h="676275">
                <a:moveTo>
                  <a:pt x="713295" y="676275"/>
                </a:moveTo>
                <a:lnTo>
                  <a:pt x="713295" y="6350"/>
                </a:lnTo>
                <a:lnTo>
                  <a:pt x="719645" y="12700"/>
                </a:lnTo>
                <a:lnTo>
                  <a:pt x="725995" y="12700"/>
                </a:lnTo>
                <a:lnTo>
                  <a:pt x="725995" y="669925"/>
                </a:lnTo>
                <a:lnTo>
                  <a:pt x="719645" y="669925"/>
                </a:lnTo>
                <a:lnTo>
                  <a:pt x="713295" y="676275"/>
                </a:lnTo>
                <a:close/>
              </a:path>
              <a:path w="726440" h="676275">
                <a:moveTo>
                  <a:pt x="725995" y="12700"/>
                </a:moveTo>
                <a:lnTo>
                  <a:pt x="719645" y="12700"/>
                </a:lnTo>
                <a:lnTo>
                  <a:pt x="713295" y="6350"/>
                </a:lnTo>
                <a:lnTo>
                  <a:pt x="725995" y="6350"/>
                </a:lnTo>
                <a:lnTo>
                  <a:pt x="725995" y="12700"/>
                </a:lnTo>
                <a:close/>
              </a:path>
              <a:path w="726440" h="676275">
                <a:moveTo>
                  <a:pt x="12700" y="676275"/>
                </a:moveTo>
                <a:lnTo>
                  <a:pt x="6350" y="669925"/>
                </a:lnTo>
                <a:lnTo>
                  <a:pt x="12700" y="669925"/>
                </a:lnTo>
                <a:lnTo>
                  <a:pt x="12700" y="676275"/>
                </a:lnTo>
                <a:close/>
              </a:path>
              <a:path w="726440" h="676275">
                <a:moveTo>
                  <a:pt x="713295" y="676275"/>
                </a:moveTo>
                <a:lnTo>
                  <a:pt x="12700" y="676275"/>
                </a:lnTo>
                <a:lnTo>
                  <a:pt x="12700" y="669925"/>
                </a:lnTo>
                <a:lnTo>
                  <a:pt x="713295" y="669925"/>
                </a:lnTo>
                <a:lnTo>
                  <a:pt x="713295" y="676275"/>
                </a:lnTo>
                <a:close/>
              </a:path>
              <a:path w="726440" h="676275">
                <a:moveTo>
                  <a:pt x="725995" y="676275"/>
                </a:moveTo>
                <a:lnTo>
                  <a:pt x="713295" y="676275"/>
                </a:lnTo>
                <a:lnTo>
                  <a:pt x="719645" y="669925"/>
                </a:lnTo>
                <a:lnTo>
                  <a:pt x="725995" y="669925"/>
                </a:lnTo>
                <a:lnTo>
                  <a:pt x="725995" y="676275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18515" y="0"/>
            <a:ext cx="1049020" cy="873760"/>
          </a:xfrm>
          <a:custGeom>
            <a:avLst/>
            <a:gdLst/>
            <a:ahLst/>
            <a:cxnLst/>
            <a:rect l="l" t="t" r="r" b="b"/>
            <a:pathLst>
              <a:path w="1049020" h="873760">
                <a:moveTo>
                  <a:pt x="0" y="0"/>
                </a:moveTo>
                <a:lnTo>
                  <a:pt x="1048512" y="0"/>
                </a:lnTo>
                <a:lnTo>
                  <a:pt x="1048512" y="873252"/>
                </a:lnTo>
                <a:lnTo>
                  <a:pt x="0" y="873252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12280" y="0"/>
            <a:ext cx="1061720" cy="879475"/>
          </a:xfrm>
          <a:custGeom>
            <a:avLst/>
            <a:gdLst/>
            <a:ahLst/>
            <a:cxnLst/>
            <a:rect l="l" t="t" r="r" b="b"/>
            <a:pathLst>
              <a:path w="1061720" h="879475">
                <a:moveTo>
                  <a:pt x="1061440" y="879475"/>
                </a:moveTo>
                <a:lnTo>
                  <a:pt x="0" y="879475"/>
                </a:lnTo>
                <a:lnTo>
                  <a:pt x="0" y="0"/>
                </a:lnTo>
                <a:lnTo>
                  <a:pt x="12700" y="0"/>
                </a:lnTo>
                <a:lnTo>
                  <a:pt x="6350" y="6350"/>
                </a:lnTo>
                <a:lnTo>
                  <a:pt x="12700" y="6350"/>
                </a:lnTo>
                <a:lnTo>
                  <a:pt x="12700" y="866775"/>
                </a:lnTo>
                <a:lnTo>
                  <a:pt x="6350" y="866775"/>
                </a:lnTo>
                <a:lnTo>
                  <a:pt x="12700" y="873125"/>
                </a:lnTo>
                <a:lnTo>
                  <a:pt x="1061440" y="873125"/>
                </a:lnTo>
                <a:lnTo>
                  <a:pt x="1061440" y="879475"/>
                </a:lnTo>
                <a:close/>
              </a:path>
              <a:path w="1061720" h="879475">
                <a:moveTo>
                  <a:pt x="12700" y="6350"/>
                </a:moveTo>
                <a:lnTo>
                  <a:pt x="6350" y="6350"/>
                </a:lnTo>
                <a:lnTo>
                  <a:pt x="12700" y="0"/>
                </a:lnTo>
                <a:lnTo>
                  <a:pt x="12700" y="6350"/>
                </a:lnTo>
                <a:close/>
              </a:path>
              <a:path w="1061720" h="879475">
                <a:moveTo>
                  <a:pt x="1048740" y="6350"/>
                </a:moveTo>
                <a:lnTo>
                  <a:pt x="12700" y="6350"/>
                </a:lnTo>
                <a:lnTo>
                  <a:pt x="12700" y="0"/>
                </a:lnTo>
                <a:lnTo>
                  <a:pt x="1048740" y="0"/>
                </a:lnTo>
                <a:lnTo>
                  <a:pt x="1048740" y="6350"/>
                </a:lnTo>
                <a:close/>
              </a:path>
              <a:path w="1061720" h="879475">
                <a:moveTo>
                  <a:pt x="1048740" y="873125"/>
                </a:moveTo>
                <a:lnTo>
                  <a:pt x="1048740" y="0"/>
                </a:lnTo>
                <a:lnTo>
                  <a:pt x="1055090" y="6350"/>
                </a:lnTo>
                <a:lnTo>
                  <a:pt x="1061440" y="6350"/>
                </a:lnTo>
                <a:lnTo>
                  <a:pt x="1061440" y="866775"/>
                </a:lnTo>
                <a:lnTo>
                  <a:pt x="1055090" y="866775"/>
                </a:lnTo>
                <a:lnTo>
                  <a:pt x="1048740" y="873125"/>
                </a:lnTo>
                <a:close/>
              </a:path>
              <a:path w="1061720" h="879475">
                <a:moveTo>
                  <a:pt x="1061440" y="6350"/>
                </a:moveTo>
                <a:lnTo>
                  <a:pt x="1055090" y="6350"/>
                </a:lnTo>
                <a:lnTo>
                  <a:pt x="1048740" y="0"/>
                </a:lnTo>
                <a:lnTo>
                  <a:pt x="1061440" y="0"/>
                </a:lnTo>
                <a:lnTo>
                  <a:pt x="1061440" y="6350"/>
                </a:lnTo>
                <a:close/>
              </a:path>
              <a:path w="1061720" h="879475">
                <a:moveTo>
                  <a:pt x="12700" y="873125"/>
                </a:moveTo>
                <a:lnTo>
                  <a:pt x="6350" y="866775"/>
                </a:lnTo>
                <a:lnTo>
                  <a:pt x="12700" y="866775"/>
                </a:lnTo>
                <a:lnTo>
                  <a:pt x="12700" y="873125"/>
                </a:lnTo>
                <a:close/>
              </a:path>
              <a:path w="1061720" h="879475">
                <a:moveTo>
                  <a:pt x="1048740" y="873125"/>
                </a:moveTo>
                <a:lnTo>
                  <a:pt x="12700" y="873125"/>
                </a:lnTo>
                <a:lnTo>
                  <a:pt x="12700" y="866775"/>
                </a:lnTo>
                <a:lnTo>
                  <a:pt x="1048740" y="866775"/>
                </a:lnTo>
                <a:lnTo>
                  <a:pt x="1048740" y="873125"/>
                </a:lnTo>
                <a:close/>
              </a:path>
              <a:path w="1061720" h="879475">
                <a:moveTo>
                  <a:pt x="1061440" y="873125"/>
                </a:moveTo>
                <a:lnTo>
                  <a:pt x="1048740" y="873125"/>
                </a:lnTo>
                <a:lnTo>
                  <a:pt x="1055090" y="866775"/>
                </a:lnTo>
                <a:lnTo>
                  <a:pt x="1061440" y="866775"/>
                </a:lnTo>
                <a:lnTo>
                  <a:pt x="1061440" y="8731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18515" y="6187440"/>
            <a:ext cx="10845165" cy="670560"/>
          </a:xfrm>
          <a:custGeom>
            <a:avLst/>
            <a:gdLst/>
            <a:ahLst/>
            <a:cxnLst/>
            <a:rect l="l" t="t" r="r" b="b"/>
            <a:pathLst>
              <a:path w="10845165" h="670559">
                <a:moveTo>
                  <a:pt x="0" y="0"/>
                </a:moveTo>
                <a:lnTo>
                  <a:pt x="10844784" y="0"/>
                </a:lnTo>
                <a:lnTo>
                  <a:pt x="10844784" y="670560"/>
                </a:lnTo>
                <a:lnTo>
                  <a:pt x="0" y="670560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379219" y="0"/>
            <a:ext cx="166370" cy="875030"/>
          </a:xfrm>
          <a:custGeom>
            <a:avLst/>
            <a:gdLst/>
            <a:ahLst/>
            <a:cxnLst/>
            <a:rect l="l" t="t" r="r" b="b"/>
            <a:pathLst>
              <a:path w="166369" h="875030">
                <a:moveTo>
                  <a:pt x="0" y="0"/>
                </a:moveTo>
                <a:lnTo>
                  <a:pt x="166115" y="0"/>
                </a:lnTo>
                <a:lnTo>
                  <a:pt x="166115" y="874776"/>
                </a:lnTo>
                <a:lnTo>
                  <a:pt x="0" y="874776"/>
                </a:lnTo>
                <a:lnTo>
                  <a:pt x="0" y="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372552" y="0"/>
            <a:ext cx="180340" cy="879475"/>
          </a:xfrm>
          <a:custGeom>
            <a:avLst/>
            <a:gdLst/>
            <a:ahLst/>
            <a:cxnLst/>
            <a:rect l="l" t="t" r="r" b="b"/>
            <a:pathLst>
              <a:path w="180340" h="879475">
                <a:moveTo>
                  <a:pt x="179781" y="879475"/>
                </a:moveTo>
                <a:lnTo>
                  <a:pt x="0" y="879475"/>
                </a:lnTo>
                <a:lnTo>
                  <a:pt x="0" y="0"/>
                </a:lnTo>
                <a:lnTo>
                  <a:pt x="11087" y="0"/>
                </a:lnTo>
                <a:lnTo>
                  <a:pt x="6350" y="4737"/>
                </a:lnTo>
                <a:lnTo>
                  <a:pt x="12700" y="4737"/>
                </a:lnTo>
                <a:lnTo>
                  <a:pt x="12700" y="866775"/>
                </a:lnTo>
                <a:lnTo>
                  <a:pt x="6350" y="866775"/>
                </a:lnTo>
                <a:lnTo>
                  <a:pt x="12700" y="873125"/>
                </a:lnTo>
                <a:lnTo>
                  <a:pt x="179781" y="873125"/>
                </a:lnTo>
                <a:lnTo>
                  <a:pt x="179781" y="879475"/>
                </a:lnTo>
                <a:close/>
              </a:path>
              <a:path w="180340" h="879475">
                <a:moveTo>
                  <a:pt x="12700" y="4737"/>
                </a:moveTo>
                <a:lnTo>
                  <a:pt x="6350" y="4737"/>
                </a:lnTo>
                <a:lnTo>
                  <a:pt x="11087" y="0"/>
                </a:lnTo>
                <a:lnTo>
                  <a:pt x="12700" y="0"/>
                </a:lnTo>
                <a:lnTo>
                  <a:pt x="12700" y="4737"/>
                </a:lnTo>
                <a:close/>
              </a:path>
              <a:path w="180340" h="879475">
                <a:moveTo>
                  <a:pt x="167081" y="4737"/>
                </a:moveTo>
                <a:lnTo>
                  <a:pt x="12700" y="4737"/>
                </a:lnTo>
                <a:lnTo>
                  <a:pt x="12700" y="0"/>
                </a:lnTo>
                <a:lnTo>
                  <a:pt x="167081" y="0"/>
                </a:lnTo>
                <a:lnTo>
                  <a:pt x="167081" y="4737"/>
                </a:lnTo>
                <a:close/>
              </a:path>
              <a:path w="180340" h="879475">
                <a:moveTo>
                  <a:pt x="167081" y="873125"/>
                </a:moveTo>
                <a:lnTo>
                  <a:pt x="167081" y="0"/>
                </a:lnTo>
                <a:lnTo>
                  <a:pt x="168694" y="0"/>
                </a:lnTo>
                <a:lnTo>
                  <a:pt x="173431" y="4737"/>
                </a:lnTo>
                <a:lnTo>
                  <a:pt x="179781" y="4737"/>
                </a:lnTo>
                <a:lnTo>
                  <a:pt x="179781" y="866775"/>
                </a:lnTo>
                <a:lnTo>
                  <a:pt x="173431" y="866775"/>
                </a:lnTo>
                <a:lnTo>
                  <a:pt x="167081" y="873125"/>
                </a:lnTo>
                <a:close/>
              </a:path>
              <a:path w="180340" h="879475">
                <a:moveTo>
                  <a:pt x="179781" y="4737"/>
                </a:moveTo>
                <a:lnTo>
                  <a:pt x="173431" y="4737"/>
                </a:lnTo>
                <a:lnTo>
                  <a:pt x="168694" y="0"/>
                </a:lnTo>
                <a:lnTo>
                  <a:pt x="179781" y="0"/>
                </a:lnTo>
                <a:lnTo>
                  <a:pt x="179781" y="4737"/>
                </a:lnTo>
                <a:close/>
              </a:path>
              <a:path w="180340" h="879475">
                <a:moveTo>
                  <a:pt x="12700" y="873125"/>
                </a:moveTo>
                <a:lnTo>
                  <a:pt x="6350" y="866775"/>
                </a:lnTo>
                <a:lnTo>
                  <a:pt x="12700" y="866775"/>
                </a:lnTo>
                <a:lnTo>
                  <a:pt x="12700" y="873125"/>
                </a:lnTo>
                <a:close/>
              </a:path>
              <a:path w="180340" h="879475">
                <a:moveTo>
                  <a:pt x="167081" y="873125"/>
                </a:moveTo>
                <a:lnTo>
                  <a:pt x="12700" y="873125"/>
                </a:lnTo>
                <a:lnTo>
                  <a:pt x="12700" y="866775"/>
                </a:lnTo>
                <a:lnTo>
                  <a:pt x="167081" y="866775"/>
                </a:lnTo>
                <a:lnTo>
                  <a:pt x="167081" y="873125"/>
                </a:lnTo>
                <a:close/>
              </a:path>
              <a:path w="180340" h="879475">
                <a:moveTo>
                  <a:pt x="179781" y="873125"/>
                </a:moveTo>
                <a:lnTo>
                  <a:pt x="167081" y="873125"/>
                </a:lnTo>
                <a:lnTo>
                  <a:pt x="173431" y="866775"/>
                </a:lnTo>
                <a:lnTo>
                  <a:pt x="179781" y="866775"/>
                </a:lnTo>
                <a:lnTo>
                  <a:pt x="179781" y="873125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837419" y="347472"/>
            <a:ext cx="1969007" cy="4328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366469" y="0"/>
            <a:ext cx="0" cy="1061720"/>
          </a:xfrm>
          <a:custGeom>
            <a:avLst/>
            <a:gdLst/>
            <a:ahLst/>
            <a:cxnLst/>
            <a:rect l="l" t="t" r="r" b="b"/>
            <a:pathLst>
              <a:path h="1061720">
                <a:moveTo>
                  <a:pt x="0" y="0"/>
                </a:moveTo>
                <a:lnTo>
                  <a:pt x="0" y="1061593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1155413" y="6119786"/>
            <a:ext cx="0" cy="738505"/>
          </a:xfrm>
          <a:custGeom>
            <a:avLst/>
            <a:gdLst/>
            <a:ahLst/>
            <a:cxnLst/>
            <a:rect l="l" t="t" r="r" b="b"/>
            <a:pathLst>
              <a:path h="738504">
                <a:moveTo>
                  <a:pt x="0" y="0"/>
                </a:moveTo>
                <a:lnTo>
                  <a:pt x="0" y="738212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595765" y="6404203"/>
            <a:ext cx="235585" cy="264160"/>
          </a:xfrm>
          <a:custGeom>
            <a:avLst/>
            <a:gdLst/>
            <a:ahLst/>
            <a:cxnLst/>
            <a:rect l="l" t="t" r="r" b="b"/>
            <a:pathLst>
              <a:path w="235585" h="264159">
                <a:moveTo>
                  <a:pt x="114769" y="81279"/>
                </a:moveTo>
                <a:lnTo>
                  <a:pt x="112890" y="81279"/>
                </a:lnTo>
                <a:lnTo>
                  <a:pt x="107238" y="73660"/>
                </a:lnTo>
                <a:lnTo>
                  <a:pt x="118529" y="68579"/>
                </a:lnTo>
                <a:lnTo>
                  <a:pt x="126996" y="66039"/>
                </a:lnTo>
                <a:lnTo>
                  <a:pt x="135464" y="62229"/>
                </a:lnTo>
                <a:lnTo>
                  <a:pt x="143932" y="59689"/>
                </a:lnTo>
                <a:lnTo>
                  <a:pt x="152400" y="55879"/>
                </a:lnTo>
                <a:lnTo>
                  <a:pt x="156159" y="55879"/>
                </a:lnTo>
                <a:lnTo>
                  <a:pt x="158038" y="52070"/>
                </a:lnTo>
                <a:lnTo>
                  <a:pt x="159918" y="49529"/>
                </a:lnTo>
                <a:lnTo>
                  <a:pt x="162446" y="40639"/>
                </a:lnTo>
                <a:lnTo>
                  <a:pt x="166801" y="22860"/>
                </a:lnTo>
                <a:lnTo>
                  <a:pt x="169329" y="13970"/>
                </a:lnTo>
                <a:lnTo>
                  <a:pt x="169329" y="10160"/>
                </a:lnTo>
                <a:lnTo>
                  <a:pt x="176847" y="0"/>
                </a:lnTo>
                <a:lnTo>
                  <a:pt x="184378" y="0"/>
                </a:lnTo>
                <a:lnTo>
                  <a:pt x="184378" y="1270"/>
                </a:lnTo>
                <a:lnTo>
                  <a:pt x="186258" y="6350"/>
                </a:lnTo>
                <a:lnTo>
                  <a:pt x="186258" y="8889"/>
                </a:lnTo>
                <a:lnTo>
                  <a:pt x="179965" y="19050"/>
                </a:lnTo>
                <a:lnTo>
                  <a:pt x="176849" y="29210"/>
                </a:lnTo>
                <a:lnTo>
                  <a:pt x="175144" y="40639"/>
                </a:lnTo>
                <a:lnTo>
                  <a:pt x="173088" y="52070"/>
                </a:lnTo>
                <a:lnTo>
                  <a:pt x="181849" y="53339"/>
                </a:lnTo>
                <a:lnTo>
                  <a:pt x="202997" y="53339"/>
                </a:lnTo>
                <a:lnTo>
                  <a:pt x="208838" y="55879"/>
                </a:lnTo>
                <a:lnTo>
                  <a:pt x="203190" y="63500"/>
                </a:lnTo>
                <a:lnTo>
                  <a:pt x="191909" y="63500"/>
                </a:lnTo>
                <a:lnTo>
                  <a:pt x="179912" y="64770"/>
                </a:lnTo>
                <a:lnTo>
                  <a:pt x="156159" y="64770"/>
                </a:lnTo>
                <a:lnTo>
                  <a:pt x="146898" y="68579"/>
                </a:lnTo>
                <a:lnTo>
                  <a:pt x="138518" y="72389"/>
                </a:lnTo>
                <a:lnTo>
                  <a:pt x="122288" y="77470"/>
                </a:lnTo>
                <a:lnTo>
                  <a:pt x="114769" y="81279"/>
                </a:lnTo>
                <a:close/>
              </a:path>
              <a:path w="235585" h="264159">
                <a:moveTo>
                  <a:pt x="68727" y="60960"/>
                </a:moveTo>
                <a:lnTo>
                  <a:pt x="52679" y="60960"/>
                </a:lnTo>
                <a:lnTo>
                  <a:pt x="62057" y="55879"/>
                </a:lnTo>
                <a:lnTo>
                  <a:pt x="69848" y="48260"/>
                </a:lnTo>
                <a:lnTo>
                  <a:pt x="75169" y="40639"/>
                </a:lnTo>
                <a:lnTo>
                  <a:pt x="77139" y="29210"/>
                </a:lnTo>
                <a:lnTo>
                  <a:pt x="77139" y="24129"/>
                </a:lnTo>
                <a:lnTo>
                  <a:pt x="80899" y="16510"/>
                </a:lnTo>
                <a:lnTo>
                  <a:pt x="82778" y="10160"/>
                </a:lnTo>
                <a:lnTo>
                  <a:pt x="90309" y="5079"/>
                </a:lnTo>
                <a:lnTo>
                  <a:pt x="92189" y="5079"/>
                </a:lnTo>
                <a:lnTo>
                  <a:pt x="99098" y="7620"/>
                </a:lnTo>
                <a:lnTo>
                  <a:pt x="105122" y="12700"/>
                </a:lnTo>
                <a:lnTo>
                  <a:pt x="109382" y="19050"/>
                </a:lnTo>
                <a:lnTo>
                  <a:pt x="110998" y="27939"/>
                </a:lnTo>
                <a:lnTo>
                  <a:pt x="110998" y="33020"/>
                </a:lnTo>
                <a:lnTo>
                  <a:pt x="122288" y="40639"/>
                </a:lnTo>
                <a:lnTo>
                  <a:pt x="127939" y="45720"/>
                </a:lnTo>
                <a:lnTo>
                  <a:pt x="129819" y="52070"/>
                </a:lnTo>
                <a:lnTo>
                  <a:pt x="99720" y="52070"/>
                </a:lnTo>
                <a:lnTo>
                  <a:pt x="95948" y="53339"/>
                </a:lnTo>
                <a:lnTo>
                  <a:pt x="94773" y="59689"/>
                </a:lnTo>
                <a:lnTo>
                  <a:pt x="69608" y="59689"/>
                </a:lnTo>
                <a:lnTo>
                  <a:pt x="68727" y="60960"/>
                </a:lnTo>
                <a:close/>
              </a:path>
              <a:path w="235585" h="264159">
                <a:moveTo>
                  <a:pt x="43268" y="105410"/>
                </a:moveTo>
                <a:lnTo>
                  <a:pt x="37630" y="104139"/>
                </a:lnTo>
                <a:lnTo>
                  <a:pt x="31978" y="104139"/>
                </a:lnTo>
                <a:lnTo>
                  <a:pt x="26339" y="101600"/>
                </a:lnTo>
                <a:lnTo>
                  <a:pt x="20370" y="99060"/>
                </a:lnTo>
                <a:lnTo>
                  <a:pt x="16695" y="93979"/>
                </a:lnTo>
                <a:lnTo>
                  <a:pt x="15490" y="87629"/>
                </a:lnTo>
                <a:lnTo>
                  <a:pt x="16929" y="81279"/>
                </a:lnTo>
                <a:lnTo>
                  <a:pt x="18808" y="77470"/>
                </a:lnTo>
                <a:lnTo>
                  <a:pt x="18808" y="72389"/>
                </a:lnTo>
                <a:lnTo>
                  <a:pt x="48920" y="36829"/>
                </a:lnTo>
                <a:lnTo>
                  <a:pt x="50800" y="34289"/>
                </a:lnTo>
                <a:lnTo>
                  <a:pt x="56438" y="36829"/>
                </a:lnTo>
                <a:lnTo>
                  <a:pt x="60210" y="40639"/>
                </a:lnTo>
                <a:lnTo>
                  <a:pt x="63969" y="41910"/>
                </a:lnTo>
                <a:lnTo>
                  <a:pt x="60210" y="45720"/>
                </a:lnTo>
                <a:lnTo>
                  <a:pt x="58318" y="49529"/>
                </a:lnTo>
                <a:lnTo>
                  <a:pt x="54559" y="52070"/>
                </a:lnTo>
                <a:lnTo>
                  <a:pt x="54559" y="57150"/>
                </a:lnTo>
                <a:lnTo>
                  <a:pt x="52679" y="60960"/>
                </a:lnTo>
                <a:lnTo>
                  <a:pt x="68727" y="60960"/>
                </a:lnTo>
                <a:lnTo>
                  <a:pt x="62558" y="69850"/>
                </a:lnTo>
                <a:lnTo>
                  <a:pt x="55503" y="81279"/>
                </a:lnTo>
                <a:lnTo>
                  <a:pt x="41389" y="101600"/>
                </a:lnTo>
                <a:lnTo>
                  <a:pt x="41389" y="104139"/>
                </a:lnTo>
                <a:lnTo>
                  <a:pt x="43268" y="105410"/>
                </a:lnTo>
                <a:close/>
              </a:path>
              <a:path w="235585" h="264159">
                <a:moveTo>
                  <a:pt x="127939" y="63500"/>
                </a:moveTo>
                <a:lnTo>
                  <a:pt x="120408" y="60960"/>
                </a:lnTo>
                <a:lnTo>
                  <a:pt x="112890" y="57150"/>
                </a:lnTo>
                <a:lnTo>
                  <a:pt x="107238" y="55879"/>
                </a:lnTo>
                <a:lnTo>
                  <a:pt x="99720" y="52070"/>
                </a:lnTo>
                <a:lnTo>
                  <a:pt x="129819" y="52070"/>
                </a:lnTo>
                <a:lnTo>
                  <a:pt x="133578" y="59689"/>
                </a:lnTo>
                <a:lnTo>
                  <a:pt x="127939" y="63500"/>
                </a:lnTo>
                <a:close/>
              </a:path>
              <a:path w="235585" h="264159">
                <a:moveTo>
                  <a:pt x="202997" y="53339"/>
                </a:moveTo>
                <a:lnTo>
                  <a:pt x="181849" y="53339"/>
                </a:lnTo>
                <a:lnTo>
                  <a:pt x="190963" y="52070"/>
                </a:lnTo>
                <a:lnTo>
                  <a:pt x="200077" y="52070"/>
                </a:lnTo>
                <a:lnTo>
                  <a:pt x="202997" y="53339"/>
                </a:lnTo>
                <a:close/>
              </a:path>
              <a:path w="235585" h="264159">
                <a:moveTo>
                  <a:pt x="29165" y="160019"/>
                </a:moveTo>
                <a:lnTo>
                  <a:pt x="19288" y="156210"/>
                </a:lnTo>
                <a:lnTo>
                  <a:pt x="9410" y="151130"/>
                </a:lnTo>
                <a:lnTo>
                  <a:pt x="0" y="147319"/>
                </a:lnTo>
                <a:lnTo>
                  <a:pt x="0" y="140969"/>
                </a:lnTo>
                <a:lnTo>
                  <a:pt x="37395" y="120650"/>
                </a:lnTo>
                <a:lnTo>
                  <a:pt x="50948" y="111760"/>
                </a:lnTo>
                <a:lnTo>
                  <a:pt x="63969" y="104139"/>
                </a:lnTo>
                <a:lnTo>
                  <a:pt x="65849" y="101600"/>
                </a:lnTo>
                <a:lnTo>
                  <a:pt x="69608" y="100330"/>
                </a:lnTo>
                <a:lnTo>
                  <a:pt x="69608" y="96520"/>
                </a:lnTo>
                <a:lnTo>
                  <a:pt x="70695" y="87629"/>
                </a:lnTo>
                <a:lnTo>
                  <a:pt x="71253" y="78739"/>
                </a:lnTo>
                <a:lnTo>
                  <a:pt x="71370" y="73660"/>
                </a:lnTo>
                <a:lnTo>
                  <a:pt x="71488" y="59689"/>
                </a:lnTo>
                <a:lnTo>
                  <a:pt x="94773" y="59689"/>
                </a:lnTo>
                <a:lnTo>
                  <a:pt x="94068" y="63500"/>
                </a:lnTo>
                <a:lnTo>
                  <a:pt x="91484" y="78739"/>
                </a:lnTo>
                <a:lnTo>
                  <a:pt x="90309" y="93979"/>
                </a:lnTo>
                <a:lnTo>
                  <a:pt x="91954" y="107950"/>
                </a:lnTo>
                <a:lnTo>
                  <a:pt x="97828" y="123189"/>
                </a:lnTo>
                <a:lnTo>
                  <a:pt x="119782" y="123189"/>
                </a:lnTo>
                <a:lnTo>
                  <a:pt x="122288" y="128269"/>
                </a:lnTo>
                <a:lnTo>
                  <a:pt x="222008" y="128269"/>
                </a:lnTo>
                <a:lnTo>
                  <a:pt x="214477" y="132080"/>
                </a:lnTo>
                <a:lnTo>
                  <a:pt x="165569" y="132080"/>
                </a:lnTo>
                <a:lnTo>
                  <a:pt x="154274" y="139700"/>
                </a:lnTo>
                <a:lnTo>
                  <a:pt x="142989" y="144780"/>
                </a:lnTo>
                <a:lnTo>
                  <a:pt x="135637" y="149860"/>
                </a:lnTo>
                <a:lnTo>
                  <a:pt x="133070" y="151130"/>
                </a:lnTo>
                <a:lnTo>
                  <a:pt x="48920" y="151130"/>
                </a:lnTo>
                <a:lnTo>
                  <a:pt x="39042" y="158750"/>
                </a:lnTo>
                <a:lnTo>
                  <a:pt x="29165" y="160019"/>
                </a:lnTo>
                <a:close/>
              </a:path>
              <a:path w="235585" h="264159">
                <a:moveTo>
                  <a:pt x="201307" y="66039"/>
                </a:moveTo>
                <a:lnTo>
                  <a:pt x="193789" y="64770"/>
                </a:lnTo>
                <a:lnTo>
                  <a:pt x="193789" y="63500"/>
                </a:lnTo>
                <a:lnTo>
                  <a:pt x="203190" y="63500"/>
                </a:lnTo>
                <a:lnTo>
                  <a:pt x="201307" y="66039"/>
                </a:lnTo>
                <a:close/>
              </a:path>
              <a:path w="235585" h="264159">
                <a:moveTo>
                  <a:pt x="169117" y="87629"/>
                </a:moveTo>
                <a:lnTo>
                  <a:pt x="152400" y="87629"/>
                </a:lnTo>
                <a:lnTo>
                  <a:pt x="152400" y="81279"/>
                </a:lnTo>
                <a:lnTo>
                  <a:pt x="154279" y="73660"/>
                </a:lnTo>
                <a:lnTo>
                  <a:pt x="156159" y="64770"/>
                </a:lnTo>
                <a:lnTo>
                  <a:pt x="179912" y="64770"/>
                </a:lnTo>
                <a:lnTo>
                  <a:pt x="172151" y="69850"/>
                </a:lnTo>
                <a:lnTo>
                  <a:pt x="168624" y="78739"/>
                </a:lnTo>
                <a:lnTo>
                  <a:pt x="169117" y="87629"/>
                </a:lnTo>
                <a:close/>
              </a:path>
              <a:path w="235585" h="264159">
                <a:moveTo>
                  <a:pt x="222008" y="128269"/>
                </a:moveTo>
                <a:lnTo>
                  <a:pt x="122288" y="128269"/>
                </a:lnTo>
                <a:lnTo>
                  <a:pt x="142989" y="107950"/>
                </a:lnTo>
                <a:lnTo>
                  <a:pt x="141109" y="104139"/>
                </a:lnTo>
                <a:lnTo>
                  <a:pt x="141109" y="101600"/>
                </a:lnTo>
                <a:lnTo>
                  <a:pt x="139230" y="97789"/>
                </a:lnTo>
                <a:lnTo>
                  <a:pt x="133578" y="95250"/>
                </a:lnTo>
                <a:lnTo>
                  <a:pt x="133578" y="92710"/>
                </a:lnTo>
                <a:lnTo>
                  <a:pt x="135458" y="87629"/>
                </a:lnTo>
                <a:lnTo>
                  <a:pt x="141109" y="85089"/>
                </a:lnTo>
                <a:lnTo>
                  <a:pt x="146748" y="87629"/>
                </a:lnTo>
                <a:lnTo>
                  <a:pt x="169117" y="87629"/>
                </a:lnTo>
                <a:lnTo>
                  <a:pt x="169329" y="91439"/>
                </a:lnTo>
                <a:lnTo>
                  <a:pt x="171208" y="96520"/>
                </a:lnTo>
                <a:lnTo>
                  <a:pt x="174967" y="101600"/>
                </a:lnTo>
                <a:lnTo>
                  <a:pt x="178739" y="109219"/>
                </a:lnTo>
                <a:lnTo>
                  <a:pt x="225448" y="109219"/>
                </a:lnTo>
                <a:lnTo>
                  <a:pt x="231419" y="113030"/>
                </a:lnTo>
                <a:lnTo>
                  <a:pt x="235178" y="116839"/>
                </a:lnTo>
                <a:lnTo>
                  <a:pt x="235178" y="123189"/>
                </a:lnTo>
                <a:lnTo>
                  <a:pt x="229539" y="124460"/>
                </a:lnTo>
                <a:lnTo>
                  <a:pt x="222008" y="128269"/>
                </a:lnTo>
                <a:close/>
              </a:path>
              <a:path w="235585" h="264159">
                <a:moveTo>
                  <a:pt x="225448" y="109219"/>
                </a:moveTo>
                <a:lnTo>
                  <a:pt x="184703" y="109219"/>
                </a:lnTo>
                <a:lnTo>
                  <a:pt x="191200" y="107950"/>
                </a:lnTo>
                <a:lnTo>
                  <a:pt x="205079" y="105410"/>
                </a:lnTo>
                <a:lnTo>
                  <a:pt x="212100" y="105410"/>
                </a:lnTo>
                <a:lnTo>
                  <a:pt x="218949" y="106680"/>
                </a:lnTo>
                <a:lnTo>
                  <a:pt x="225448" y="109219"/>
                </a:lnTo>
                <a:close/>
              </a:path>
              <a:path w="235585" h="264159">
                <a:moveTo>
                  <a:pt x="119782" y="123189"/>
                </a:moveTo>
                <a:lnTo>
                  <a:pt x="97828" y="123189"/>
                </a:lnTo>
                <a:lnTo>
                  <a:pt x="105359" y="115569"/>
                </a:lnTo>
                <a:lnTo>
                  <a:pt x="109118" y="107950"/>
                </a:lnTo>
                <a:lnTo>
                  <a:pt x="118529" y="120650"/>
                </a:lnTo>
                <a:lnTo>
                  <a:pt x="119782" y="123189"/>
                </a:lnTo>
                <a:close/>
              </a:path>
              <a:path w="235585" h="264159">
                <a:moveTo>
                  <a:pt x="152400" y="223519"/>
                </a:moveTo>
                <a:lnTo>
                  <a:pt x="144226" y="219710"/>
                </a:lnTo>
                <a:lnTo>
                  <a:pt x="139225" y="214630"/>
                </a:lnTo>
                <a:lnTo>
                  <a:pt x="137046" y="208280"/>
                </a:lnTo>
                <a:lnTo>
                  <a:pt x="137337" y="200660"/>
                </a:lnTo>
                <a:lnTo>
                  <a:pt x="142281" y="182880"/>
                </a:lnTo>
                <a:lnTo>
                  <a:pt x="148634" y="166369"/>
                </a:lnTo>
                <a:lnTo>
                  <a:pt x="156397" y="148589"/>
                </a:lnTo>
                <a:lnTo>
                  <a:pt x="165569" y="132080"/>
                </a:lnTo>
                <a:lnTo>
                  <a:pt x="198051" y="132080"/>
                </a:lnTo>
                <a:lnTo>
                  <a:pt x="190730" y="135889"/>
                </a:lnTo>
                <a:lnTo>
                  <a:pt x="184468" y="140969"/>
                </a:lnTo>
                <a:lnTo>
                  <a:pt x="178739" y="147319"/>
                </a:lnTo>
                <a:lnTo>
                  <a:pt x="184378" y="148589"/>
                </a:lnTo>
                <a:lnTo>
                  <a:pt x="191909" y="148589"/>
                </a:lnTo>
                <a:lnTo>
                  <a:pt x="195668" y="152400"/>
                </a:lnTo>
                <a:lnTo>
                  <a:pt x="199428" y="154939"/>
                </a:lnTo>
                <a:lnTo>
                  <a:pt x="203200" y="160019"/>
                </a:lnTo>
                <a:lnTo>
                  <a:pt x="182499" y="160019"/>
                </a:lnTo>
                <a:lnTo>
                  <a:pt x="176796" y="161289"/>
                </a:lnTo>
                <a:lnTo>
                  <a:pt x="169329" y="167639"/>
                </a:lnTo>
                <a:lnTo>
                  <a:pt x="173088" y="172719"/>
                </a:lnTo>
                <a:lnTo>
                  <a:pt x="182499" y="172719"/>
                </a:lnTo>
                <a:lnTo>
                  <a:pt x="182499" y="179069"/>
                </a:lnTo>
                <a:lnTo>
                  <a:pt x="165569" y="179069"/>
                </a:lnTo>
                <a:lnTo>
                  <a:pt x="158038" y="186689"/>
                </a:lnTo>
                <a:lnTo>
                  <a:pt x="158038" y="187960"/>
                </a:lnTo>
                <a:lnTo>
                  <a:pt x="169329" y="191769"/>
                </a:lnTo>
                <a:lnTo>
                  <a:pt x="178739" y="196850"/>
                </a:lnTo>
                <a:lnTo>
                  <a:pt x="180854" y="200660"/>
                </a:lnTo>
                <a:lnTo>
                  <a:pt x="156159" y="200660"/>
                </a:lnTo>
                <a:lnTo>
                  <a:pt x="154279" y="208280"/>
                </a:lnTo>
                <a:lnTo>
                  <a:pt x="154279" y="215900"/>
                </a:lnTo>
                <a:lnTo>
                  <a:pt x="152400" y="223519"/>
                </a:lnTo>
                <a:close/>
              </a:path>
              <a:path w="235585" h="264159">
                <a:moveTo>
                  <a:pt x="45420" y="224789"/>
                </a:moveTo>
                <a:lnTo>
                  <a:pt x="39509" y="223519"/>
                </a:lnTo>
                <a:lnTo>
                  <a:pt x="33834" y="219710"/>
                </a:lnTo>
                <a:lnTo>
                  <a:pt x="30805" y="214630"/>
                </a:lnTo>
                <a:lnTo>
                  <a:pt x="30246" y="208280"/>
                </a:lnTo>
                <a:lnTo>
                  <a:pt x="31978" y="200660"/>
                </a:lnTo>
                <a:lnTo>
                  <a:pt x="36215" y="189230"/>
                </a:lnTo>
                <a:lnTo>
                  <a:pt x="48920" y="151130"/>
                </a:lnTo>
                <a:lnTo>
                  <a:pt x="133070" y="151130"/>
                </a:lnTo>
                <a:lnTo>
                  <a:pt x="120234" y="157480"/>
                </a:lnTo>
                <a:lnTo>
                  <a:pt x="112890" y="161289"/>
                </a:lnTo>
                <a:lnTo>
                  <a:pt x="110998" y="161289"/>
                </a:lnTo>
                <a:lnTo>
                  <a:pt x="107238" y="163830"/>
                </a:lnTo>
                <a:lnTo>
                  <a:pt x="101600" y="163830"/>
                </a:lnTo>
                <a:lnTo>
                  <a:pt x="99720" y="165100"/>
                </a:lnTo>
                <a:lnTo>
                  <a:pt x="92189" y="180339"/>
                </a:lnTo>
                <a:lnTo>
                  <a:pt x="92286" y="191769"/>
                </a:lnTo>
                <a:lnTo>
                  <a:pt x="92415" y="196850"/>
                </a:lnTo>
                <a:lnTo>
                  <a:pt x="69608" y="196850"/>
                </a:lnTo>
                <a:lnTo>
                  <a:pt x="67729" y="203200"/>
                </a:lnTo>
                <a:lnTo>
                  <a:pt x="63969" y="207010"/>
                </a:lnTo>
                <a:lnTo>
                  <a:pt x="62090" y="212089"/>
                </a:lnTo>
                <a:lnTo>
                  <a:pt x="57236" y="219710"/>
                </a:lnTo>
                <a:lnTo>
                  <a:pt x="51504" y="223519"/>
                </a:lnTo>
                <a:lnTo>
                  <a:pt x="45420" y="224789"/>
                </a:lnTo>
                <a:close/>
              </a:path>
              <a:path w="235585" h="264159">
                <a:moveTo>
                  <a:pt x="210220" y="242569"/>
                </a:moveTo>
                <a:lnTo>
                  <a:pt x="188137" y="242569"/>
                </a:lnTo>
                <a:lnTo>
                  <a:pt x="188137" y="240030"/>
                </a:lnTo>
                <a:lnTo>
                  <a:pt x="190030" y="240030"/>
                </a:lnTo>
                <a:lnTo>
                  <a:pt x="190030" y="171450"/>
                </a:lnTo>
                <a:lnTo>
                  <a:pt x="186791" y="163830"/>
                </a:lnTo>
                <a:lnTo>
                  <a:pt x="182499" y="160019"/>
                </a:lnTo>
                <a:lnTo>
                  <a:pt x="203200" y="160019"/>
                </a:lnTo>
                <a:lnTo>
                  <a:pt x="205079" y="163830"/>
                </a:lnTo>
                <a:lnTo>
                  <a:pt x="210220" y="242569"/>
                </a:lnTo>
                <a:close/>
              </a:path>
              <a:path w="235585" h="264159">
                <a:moveTo>
                  <a:pt x="182499" y="184150"/>
                </a:moveTo>
                <a:lnTo>
                  <a:pt x="165569" y="179069"/>
                </a:lnTo>
                <a:lnTo>
                  <a:pt x="182499" y="179069"/>
                </a:lnTo>
                <a:lnTo>
                  <a:pt x="182499" y="184150"/>
                </a:lnTo>
                <a:close/>
              </a:path>
              <a:path w="235585" h="264159">
                <a:moveTo>
                  <a:pt x="95948" y="255269"/>
                </a:moveTo>
                <a:lnTo>
                  <a:pt x="90309" y="252730"/>
                </a:lnTo>
                <a:lnTo>
                  <a:pt x="84658" y="252730"/>
                </a:lnTo>
                <a:lnTo>
                  <a:pt x="69608" y="242569"/>
                </a:lnTo>
                <a:lnTo>
                  <a:pt x="71488" y="232410"/>
                </a:lnTo>
                <a:lnTo>
                  <a:pt x="73375" y="224789"/>
                </a:lnTo>
                <a:lnTo>
                  <a:pt x="73645" y="219710"/>
                </a:lnTo>
                <a:lnTo>
                  <a:pt x="73740" y="212089"/>
                </a:lnTo>
                <a:lnTo>
                  <a:pt x="73380" y="199389"/>
                </a:lnTo>
                <a:lnTo>
                  <a:pt x="71488" y="199389"/>
                </a:lnTo>
                <a:lnTo>
                  <a:pt x="69608" y="196850"/>
                </a:lnTo>
                <a:lnTo>
                  <a:pt x="92415" y="196850"/>
                </a:lnTo>
                <a:lnTo>
                  <a:pt x="92512" y="200660"/>
                </a:lnTo>
                <a:lnTo>
                  <a:pt x="93364" y="213360"/>
                </a:lnTo>
                <a:lnTo>
                  <a:pt x="94568" y="226060"/>
                </a:lnTo>
                <a:lnTo>
                  <a:pt x="95948" y="238760"/>
                </a:lnTo>
                <a:lnTo>
                  <a:pt x="95948" y="255269"/>
                </a:lnTo>
                <a:close/>
              </a:path>
              <a:path w="235585" h="264159">
                <a:moveTo>
                  <a:pt x="173088" y="214630"/>
                </a:moveTo>
                <a:lnTo>
                  <a:pt x="167449" y="208280"/>
                </a:lnTo>
                <a:lnTo>
                  <a:pt x="161798" y="204469"/>
                </a:lnTo>
                <a:lnTo>
                  <a:pt x="159918" y="204469"/>
                </a:lnTo>
                <a:lnTo>
                  <a:pt x="156159" y="200660"/>
                </a:lnTo>
                <a:lnTo>
                  <a:pt x="180854" y="200660"/>
                </a:lnTo>
                <a:lnTo>
                  <a:pt x="184378" y="207010"/>
                </a:lnTo>
                <a:lnTo>
                  <a:pt x="180619" y="208280"/>
                </a:lnTo>
                <a:lnTo>
                  <a:pt x="173088" y="214630"/>
                </a:lnTo>
                <a:close/>
              </a:path>
              <a:path w="235585" h="264159">
                <a:moveTo>
                  <a:pt x="206959" y="264160"/>
                </a:moveTo>
                <a:lnTo>
                  <a:pt x="201307" y="262889"/>
                </a:lnTo>
                <a:lnTo>
                  <a:pt x="195668" y="262889"/>
                </a:lnTo>
                <a:lnTo>
                  <a:pt x="191909" y="260350"/>
                </a:lnTo>
                <a:lnTo>
                  <a:pt x="185204" y="255269"/>
                </a:lnTo>
                <a:lnTo>
                  <a:pt x="179204" y="248919"/>
                </a:lnTo>
                <a:lnTo>
                  <a:pt x="173912" y="242569"/>
                </a:lnTo>
                <a:lnTo>
                  <a:pt x="169329" y="236219"/>
                </a:lnTo>
                <a:lnTo>
                  <a:pt x="167449" y="234950"/>
                </a:lnTo>
                <a:lnTo>
                  <a:pt x="167449" y="228600"/>
                </a:lnTo>
                <a:lnTo>
                  <a:pt x="173088" y="232410"/>
                </a:lnTo>
                <a:lnTo>
                  <a:pt x="180619" y="236219"/>
                </a:lnTo>
                <a:lnTo>
                  <a:pt x="188137" y="242569"/>
                </a:lnTo>
                <a:lnTo>
                  <a:pt x="210220" y="242569"/>
                </a:lnTo>
                <a:lnTo>
                  <a:pt x="210635" y="248919"/>
                </a:lnTo>
                <a:lnTo>
                  <a:pt x="210718" y="255269"/>
                </a:lnTo>
                <a:lnTo>
                  <a:pt x="206959" y="260350"/>
                </a:lnTo>
                <a:lnTo>
                  <a:pt x="206959" y="2641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931477" y="6450622"/>
            <a:ext cx="131035" cy="1977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014359" y="6385217"/>
            <a:ext cx="236769" cy="29737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351033" y="6466890"/>
            <a:ext cx="141664" cy="15610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171854" y="6431394"/>
            <a:ext cx="209530" cy="22401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87286" y="6381750"/>
            <a:ext cx="241935" cy="287020"/>
          </a:xfrm>
          <a:custGeom>
            <a:avLst/>
            <a:gdLst/>
            <a:ahLst/>
            <a:cxnLst/>
            <a:rect l="l" t="t" r="r" b="b"/>
            <a:pathLst>
              <a:path w="241934" h="287020">
                <a:moveTo>
                  <a:pt x="198069" y="81279"/>
                </a:moveTo>
                <a:lnTo>
                  <a:pt x="128270" y="81279"/>
                </a:lnTo>
                <a:lnTo>
                  <a:pt x="132054" y="77470"/>
                </a:lnTo>
                <a:lnTo>
                  <a:pt x="133934" y="71120"/>
                </a:lnTo>
                <a:lnTo>
                  <a:pt x="139592" y="54610"/>
                </a:lnTo>
                <a:lnTo>
                  <a:pt x="145249" y="39370"/>
                </a:lnTo>
                <a:lnTo>
                  <a:pt x="150907" y="25400"/>
                </a:lnTo>
                <a:lnTo>
                  <a:pt x="158457" y="5079"/>
                </a:lnTo>
                <a:lnTo>
                  <a:pt x="158457" y="0"/>
                </a:lnTo>
                <a:lnTo>
                  <a:pt x="173545" y="6350"/>
                </a:lnTo>
                <a:lnTo>
                  <a:pt x="177317" y="16510"/>
                </a:lnTo>
                <a:lnTo>
                  <a:pt x="171665" y="20320"/>
                </a:lnTo>
                <a:lnTo>
                  <a:pt x="162847" y="31750"/>
                </a:lnTo>
                <a:lnTo>
                  <a:pt x="157746" y="45720"/>
                </a:lnTo>
                <a:lnTo>
                  <a:pt x="154417" y="60960"/>
                </a:lnTo>
                <a:lnTo>
                  <a:pt x="150914" y="76200"/>
                </a:lnTo>
                <a:lnTo>
                  <a:pt x="199961" y="76200"/>
                </a:lnTo>
                <a:lnTo>
                  <a:pt x="199961" y="77470"/>
                </a:lnTo>
                <a:lnTo>
                  <a:pt x="198069" y="81279"/>
                </a:lnTo>
                <a:close/>
              </a:path>
              <a:path w="241934" h="287020">
                <a:moveTo>
                  <a:pt x="25469" y="226059"/>
                </a:moveTo>
                <a:lnTo>
                  <a:pt x="0" y="191770"/>
                </a:lnTo>
                <a:lnTo>
                  <a:pt x="0" y="190500"/>
                </a:lnTo>
                <a:lnTo>
                  <a:pt x="1892" y="187959"/>
                </a:lnTo>
                <a:lnTo>
                  <a:pt x="1892" y="186690"/>
                </a:lnTo>
                <a:lnTo>
                  <a:pt x="10645" y="173990"/>
                </a:lnTo>
                <a:lnTo>
                  <a:pt x="19575" y="161290"/>
                </a:lnTo>
                <a:lnTo>
                  <a:pt x="28150" y="147320"/>
                </a:lnTo>
                <a:lnTo>
                  <a:pt x="35839" y="134620"/>
                </a:lnTo>
                <a:lnTo>
                  <a:pt x="39762" y="127000"/>
                </a:lnTo>
                <a:lnTo>
                  <a:pt x="43153" y="119379"/>
                </a:lnTo>
                <a:lnTo>
                  <a:pt x="46188" y="110489"/>
                </a:lnTo>
                <a:lnTo>
                  <a:pt x="49047" y="102870"/>
                </a:lnTo>
                <a:lnTo>
                  <a:pt x="50939" y="100329"/>
                </a:lnTo>
                <a:lnTo>
                  <a:pt x="47167" y="99060"/>
                </a:lnTo>
                <a:lnTo>
                  <a:pt x="47167" y="95250"/>
                </a:lnTo>
                <a:lnTo>
                  <a:pt x="39679" y="85089"/>
                </a:lnTo>
                <a:lnTo>
                  <a:pt x="36788" y="76200"/>
                </a:lnTo>
                <a:lnTo>
                  <a:pt x="38141" y="66039"/>
                </a:lnTo>
                <a:lnTo>
                  <a:pt x="64344" y="30479"/>
                </a:lnTo>
                <a:lnTo>
                  <a:pt x="81675" y="22860"/>
                </a:lnTo>
                <a:lnTo>
                  <a:pt x="88896" y="22860"/>
                </a:lnTo>
                <a:lnTo>
                  <a:pt x="95055" y="25400"/>
                </a:lnTo>
                <a:lnTo>
                  <a:pt x="99974" y="29210"/>
                </a:lnTo>
                <a:lnTo>
                  <a:pt x="105638" y="36829"/>
                </a:lnTo>
                <a:lnTo>
                  <a:pt x="105638" y="40639"/>
                </a:lnTo>
                <a:lnTo>
                  <a:pt x="96202" y="44450"/>
                </a:lnTo>
                <a:lnTo>
                  <a:pt x="87571" y="48260"/>
                </a:lnTo>
                <a:lnTo>
                  <a:pt x="80881" y="53339"/>
                </a:lnTo>
                <a:lnTo>
                  <a:pt x="75251" y="59689"/>
                </a:lnTo>
                <a:lnTo>
                  <a:pt x="69799" y="67310"/>
                </a:lnTo>
                <a:lnTo>
                  <a:pt x="67906" y="72389"/>
                </a:lnTo>
                <a:lnTo>
                  <a:pt x="67906" y="77470"/>
                </a:lnTo>
                <a:lnTo>
                  <a:pt x="77342" y="83820"/>
                </a:lnTo>
                <a:lnTo>
                  <a:pt x="79235" y="87629"/>
                </a:lnTo>
                <a:lnTo>
                  <a:pt x="81114" y="88900"/>
                </a:lnTo>
                <a:lnTo>
                  <a:pt x="91343" y="101600"/>
                </a:lnTo>
                <a:lnTo>
                  <a:pt x="96443" y="111760"/>
                </a:lnTo>
                <a:lnTo>
                  <a:pt x="96238" y="123190"/>
                </a:lnTo>
                <a:lnTo>
                  <a:pt x="90550" y="135890"/>
                </a:lnTo>
                <a:lnTo>
                  <a:pt x="101866" y="140970"/>
                </a:lnTo>
                <a:lnTo>
                  <a:pt x="132676" y="140970"/>
                </a:lnTo>
                <a:lnTo>
                  <a:pt x="130162" y="143509"/>
                </a:lnTo>
                <a:lnTo>
                  <a:pt x="128270" y="143509"/>
                </a:lnTo>
                <a:lnTo>
                  <a:pt x="126390" y="144779"/>
                </a:lnTo>
                <a:lnTo>
                  <a:pt x="81114" y="144779"/>
                </a:lnTo>
                <a:lnTo>
                  <a:pt x="64134" y="173990"/>
                </a:lnTo>
                <a:lnTo>
                  <a:pt x="62255" y="175259"/>
                </a:lnTo>
                <a:lnTo>
                  <a:pt x="62255" y="179070"/>
                </a:lnTo>
                <a:lnTo>
                  <a:pt x="64134" y="182879"/>
                </a:lnTo>
                <a:lnTo>
                  <a:pt x="64134" y="186690"/>
                </a:lnTo>
                <a:lnTo>
                  <a:pt x="66027" y="191770"/>
                </a:lnTo>
                <a:lnTo>
                  <a:pt x="66027" y="195579"/>
                </a:lnTo>
                <a:lnTo>
                  <a:pt x="61573" y="219709"/>
                </a:lnTo>
                <a:lnTo>
                  <a:pt x="37731" y="219709"/>
                </a:lnTo>
                <a:lnTo>
                  <a:pt x="31245" y="224790"/>
                </a:lnTo>
                <a:lnTo>
                  <a:pt x="25469" y="226059"/>
                </a:lnTo>
                <a:close/>
              </a:path>
              <a:path w="241934" h="287020">
                <a:moveTo>
                  <a:pt x="199961" y="76200"/>
                </a:moveTo>
                <a:lnTo>
                  <a:pt x="150914" y="76200"/>
                </a:lnTo>
                <a:lnTo>
                  <a:pt x="158284" y="73660"/>
                </a:lnTo>
                <a:lnTo>
                  <a:pt x="173725" y="68579"/>
                </a:lnTo>
                <a:lnTo>
                  <a:pt x="181089" y="67310"/>
                </a:lnTo>
                <a:lnTo>
                  <a:pt x="184861" y="64770"/>
                </a:lnTo>
                <a:lnTo>
                  <a:pt x="190525" y="64770"/>
                </a:lnTo>
                <a:lnTo>
                  <a:pt x="192417" y="67310"/>
                </a:lnTo>
                <a:lnTo>
                  <a:pt x="196189" y="68579"/>
                </a:lnTo>
                <a:lnTo>
                  <a:pt x="199961" y="72389"/>
                </a:lnTo>
                <a:lnTo>
                  <a:pt x="199961" y="76200"/>
                </a:lnTo>
                <a:close/>
              </a:path>
              <a:path w="241934" h="287020">
                <a:moveTo>
                  <a:pt x="132676" y="140970"/>
                </a:moveTo>
                <a:lnTo>
                  <a:pt x="101866" y="140970"/>
                </a:lnTo>
                <a:lnTo>
                  <a:pt x="118846" y="130809"/>
                </a:lnTo>
                <a:lnTo>
                  <a:pt x="115484" y="121920"/>
                </a:lnTo>
                <a:lnTo>
                  <a:pt x="117428" y="114300"/>
                </a:lnTo>
                <a:lnTo>
                  <a:pt x="121495" y="106679"/>
                </a:lnTo>
                <a:lnTo>
                  <a:pt x="124498" y="99060"/>
                </a:lnTo>
                <a:lnTo>
                  <a:pt x="111302" y="99060"/>
                </a:lnTo>
                <a:lnTo>
                  <a:pt x="105638" y="96520"/>
                </a:lnTo>
                <a:lnTo>
                  <a:pt x="101866" y="95250"/>
                </a:lnTo>
                <a:lnTo>
                  <a:pt x="96202" y="91439"/>
                </a:lnTo>
                <a:lnTo>
                  <a:pt x="92430" y="87629"/>
                </a:lnTo>
                <a:lnTo>
                  <a:pt x="92430" y="85089"/>
                </a:lnTo>
                <a:lnTo>
                  <a:pt x="94322" y="85089"/>
                </a:lnTo>
                <a:lnTo>
                  <a:pt x="101104" y="83820"/>
                </a:lnTo>
                <a:lnTo>
                  <a:pt x="113952" y="82550"/>
                </a:lnTo>
                <a:lnTo>
                  <a:pt x="120726" y="81279"/>
                </a:lnTo>
                <a:lnTo>
                  <a:pt x="194297" y="81279"/>
                </a:lnTo>
                <a:lnTo>
                  <a:pt x="154686" y="92710"/>
                </a:lnTo>
                <a:lnTo>
                  <a:pt x="147142" y="92710"/>
                </a:lnTo>
                <a:lnTo>
                  <a:pt x="145249" y="95250"/>
                </a:lnTo>
                <a:lnTo>
                  <a:pt x="143370" y="100329"/>
                </a:lnTo>
                <a:lnTo>
                  <a:pt x="139598" y="107950"/>
                </a:lnTo>
                <a:lnTo>
                  <a:pt x="137706" y="113029"/>
                </a:lnTo>
                <a:lnTo>
                  <a:pt x="133934" y="120650"/>
                </a:lnTo>
                <a:lnTo>
                  <a:pt x="182963" y="120650"/>
                </a:lnTo>
                <a:lnTo>
                  <a:pt x="192417" y="123190"/>
                </a:lnTo>
                <a:lnTo>
                  <a:pt x="199961" y="124459"/>
                </a:lnTo>
                <a:lnTo>
                  <a:pt x="207505" y="128270"/>
                </a:lnTo>
                <a:lnTo>
                  <a:pt x="207505" y="132079"/>
                </a:lnTo>
                <a:lnTo>
                  <a:pt x="152793" y="132079"/>
                </a:lnTo>
                <a:lnTo>
                  <a:pt x="152793" y="135890"/>
                </a:lnTo>
                <a:lnTo>
                  <a:pt x="143370" y="135890"/>
                </a:lnTo>
                <a:lnTo>
                  <a:pt x="137706" y="138429"/>
                </a:lnTo>
                <a:lnTo>
                  <a:pt x="133934" y="139700"/>
                </a:lnTo>
                <a:lnTo>
                  <a:pt x="132676" y="140970"/>
                </a:lnTo>
                <a:close/>
              </a:path>
              <a:path w="241934" h="287020">
                <a:moveTo>
                  <a:pt x="182963" y="120650"/>
                </a:moveTo>
                <a:lnTo>
                  <a:pt x="133934" y="120650"/>
                </a:lnTo>
                <a:lnTo>
                  <a:pt x="149173" y="118110"/>
                </a:lnTo>
                <a:lnTo>
                  <a:pt x="163880" y="118110"/>
                </a:lnTo>
                <a:lnTo>
                  <a:pt x="178236" y="119379"/>
                </a:lnTo>
                <a:lnTo>
                  <a:pt x="182963" y="120650"/>
                </a:lnTo>
                <a:close/>
              </a:path>
              <a:path w="241934" h="287020">
                <a:moveTo>
                  <a:pt x="202476" y="167640"/>
                </a:moveTo>
                <a:lnTo>
                  <a:pt x="152793" y="167640"/>
                </a:lnTo>
                <a:lnTo>
                  <a:pt x="179209" y="140970"/>
                </a:lnTo>
                <a:lnTo>
                  <a:pt x="182981" y="135890"/>
                </a:lnTo>
                <a:lnTo>
                  <a:pt x="179209" y="132079"/>
                </a:lnTo>
                <a:lnTo>
                  <a:pt x="207505" y="132079"/>
                </a:lnTo>
                <a:lnTo>
                  <a:pt x="207575" y="139700"/>
                </a:lnTo>
                <a:lnTo>
                  <a:pt x="207855" y="144779"/>
                </a:lnTo>
                <a:lnTo>
                  <a:pt x="206086" y="149859"/>
                </a:lnTo>
                <a:lnTo>
                  <a:pt x="202197" y="154940"/>
                </a:lnTo>
                <a:lnTo>
                  <a:pt x="196189" y="158750"/>
                </a:lnTo>
                <a:lnTo>
                  <a:pt x="194297" y="158750"/>
                </a:lnTo>
                <a:lnTo>
                  <a:pt x="190525" y="162559"/>
                </a:lnTo>
                <a:lnTo>
                  <a:pt x="194297" y="163829"/>
                </a:lnTo>
                <a:lnTo>
                  <a:pt x="198069" y="163829"/>
                </a:lnTo>
                <a:lnTo>
                  <a:pt x="199961" y="166370"/>
                </a:lnTo>
                <a:lnTo>
                  <a:pt x="202476" y="167640"/>
                </a:lnTo>
                <a:close/>
              </a:path>
              <a:path w="241934" h="287020">
                <a:moveTo>
                  <a:pt x="208448" y="171450"/>
                </a:moveTo>
                <a:lnTo>
                  <a:pt x="128270" y="171450"/>
                </a:lnTo>
                <a:lnTo>
                  <a:pt x="135672" y="167640"/>
                </a:lnTo>
                <a:lnTo>
                  <a:pt x="140773" y="160020"/>
                </a:lnTo>
                <a:lnTo>
                  <a:pt x="143396" y="148590"/>
                </a:lnTo>
                <a:lnTo>
                  <a:pt x="143370" y="135890"/>
                </a:lnTo>
                <a:lnTo>
                  <a:pt x="152793" y="135890"/>
                </a:lnTo>
                <a:lnTo>
                  <a:pt x="152793" y="154940"/>
                </a:lnTo>
                <a:lnTo>
                  <a:pt x="149021" y="166370"/>
                </a:lnTo>
                <a:lnTo>
                  <a:pt x="150914" y="166370"/>
                </a:lnTo>
                <a:lnTo>
                  <a:pt x="150914" y="167640"/>
                </a:lnTo>
                <a:lnTo>
                  <a:pt x="202476" y="167640"/>
                </a:lnTo>
                <a:lnTo>
                  <a:pt x="207505" y="170179"/>
                </a:lnTo>
                <a:lnTo>
                  <a:pt x="208448" y="171450"/>
                </a:lnTo>
                <a:close/>
              </a:path>
              <a:path w="241934" h="287020">
                <a:moveTo>
                  <a:pt x="210019" y="180340"/>
                </a:moveTo>
                <a:lnTo>
                  <a:pt x="96202" y="180340"/>
                </a:lnTo>
                <a:lnTo>
                  <a:pt x="92257" y="171450"/>
                </a:lnTo>
                <a:lnTo>
                  <a:pt x="85067" y="153670"/>
                </a:lnTo>
                <a:lnTo>
                  <a:pt x="81114" y="144779"/>
                </a:lnTo>
                <a:lnTo>
                  <a:pt x="126390" y="144779"/>
                </a:lnTo>
                <a:lnTo>
                  <a:pt x="126390" y="151129"/>
                </a:lnTo>
                <a:lnTo>
                  <a:pt x="118846" y="151129"/>
                </a:lnTo>
                <a:lnTo>
                  <a:pt x="103758" y="156209"/>
                </a:lnTo>
                <a:lnTo>
                  <a:pt x="101866" y="158750"/>
                </a:lnTo>
                <a:lnTo>
                  <a:pt x="105638" y="163829"/>
                </a:lnTo>
                <a:lnTo>
                  <a:pt x="109410" y="175259"/>
                </a:lnTo>
                <a:lnTo>
                  <a:pt x="113182" y="176529"/>
                </a:lnTo>
                <a:lnTo>
                  <a:pt x="210962" y="176529"/>
                </a:lnTo>
                <a:lnTo>
                  <a:pt x="210019" y="180340"/>
                </a:lnTo>
                <a:close/>
              </a:path>
              <a:path w="241934" h="287020">
                <a:moveTo>
                  <a:pt x="210962" y="176529"/>
                </a:moveTo>
                <a:lnTo>
                  <a:pt x="113182" y="176529"/>
                </a:lnTo>
                <a:lnTo>
                  <a:pt x="122618" y="173990"/>
                </a:lnTo>
                <a:lnTo>
                  <a:pt x="118846" y="158750"/>
                </a:lnTo>
                <a:lnTo>
                  <a:pt x="118846" y="151129"/>
                </a:lnTo>
                <a:lnTo>
                  <a:pt x="126390" y="151129"/>
                </a:lnTo>
                <a:lnTo>
                  <a:pt x="126390" y="156209"/>
                </a:lnTo>
                <a:lnTo>
                  <a:pt x="128270" y="163829"/>
                </a:lnTo>
                <a:lnTo>
                  <a:pt x="128270" y="171450"/>
                </a:lnTo>
                <a:lnTo>
                  <a:pt x="208448" y="171450"/>
                </a:lnTo>
                <a:lnTo>
                  <a:pt x="211277" y="175259"/>
                </a:lnTo>
                <a:lnTo>
                  <a:pt x="210962" y="176529"/>
                </a:lnTo>
                <a:close/>
              </a:path>
              <a:path w="241934" h="287020">
                <a:moveTo>
                  <a:pt x="83007" y="214629"/>
                </a:moveTo>
                <a:lnTo>
                  <a:pt x="77342" y="207009"/>
                </a:lnTo>
                <a:lnTo>
                  <a:pt x="73011" y="200659"/>
                </a:lnTo>
                <a:lnTo>
                  <a:pt x="70977" y="194309"/>
                </a:lnTo>
                <a:lnTo>
                  <a:pt x="70710" y="187959"/>
                </a:lnTo>
                <a:lnTo>
                  <a:pt x="71678" y="180340"/>
                </a:lnTo>
                <a:lnTo>
                  <a:pt x="71678" y="179070"/>
                </a:lnTo>
                <a:lnTo>
                  <a:pt x="90550" y="179070"/>
                </a:lnTo>
                <a:lnTo>
                  <a:pt x="96202" y="180340"/>
                </a:lnTo>
                <a:lnTo>
                  <a:pt x="210019" y="180340"/>
                </a:lnTo>
                <a:lnTo>
                  <a:pt x="207505" y="190500"/>
                </a:lnTo>
                <a:lnTo>
                  <a:pt x="201841" y="191770"/>
                </a:lnTo>
                <a:lnTo>
                  <a:pt x="188645" y="191770"/>
                </a:lnTo>
                <a:lnTo>
                  <a:pt x="181089" y="194309"/>
                </a:lnTo>
                <a:lnTo>
                  <a:pt x="173545" y="194309"/>
                </a:lnTo>
                <a:lnTo>
                  <a:pt x="165558" y="196850"/>
                </a:lnTo>
                <a:lnTo>
                  <a:pt x="160441" y="201929"/>
                </a:lnTo>
                <a:lnTo>
                  <a:pt x="133934" y="201929"/>
                </a:lnTo>
                <a:lnTo>
                  <a:pt x="128270" y="203200"/>
                </a:lnTo>
                <a:lnTo>
                  <a:pt x="122618" y="203200"/>
                </a:lnTo>
                <a:lnTo>
                  <a:pt x="103758" y="209550"/>
                </a:lnTo>
                <a:lnTo>
                  <a:pt x="98094" y="210820"/>
                </a:lnTo>
                <a:lnTo>
                  <a:pt x="83007" y="214629"/>
                </a:lnTo>
                <a:close/>
              </a:path>
              <a:path w="241934" h="287020">
                <a:moveTo>
                  <a:pt x="204104" y="261620"/>
                </a:moveTo>
                <a:lnTo>
                  <a:pt x="177317" y="261620"/>
                </a:lnTo>
                <a:lnTo>
                  <a:pt x="166001" y="238759"/>
                </a:lnTo>
                <a:lnTo>
                  <a:pt x="162229" y="237490"/>
                </a:lnTo>
                <a:lnTo>
                  <a:pt x="160350" y="237490"/>
                </a:lnTo>
                <a:lnTo>
                  <a:pt x="144814" y="234950"/>
                </a:lnTo>
                <a:lnTo>
                  <a:pt x="136531" y="229870"/>
                </a:lnTo>
                <a:lnTo>
                  <a:pt x="133553" y="222250"/>
                </a:lnTo>
                <a:lnTo>
                  <a:pt x="133807" y="212090"/>
                </a:lnTo>
                <a:lnTo>
                  <a:pt x="133934" y="201929"/>
                </a:lnTo>
                <a:lnTo>
                  <a:pt x="160441" y="201929"/>
                </a:lnTo>
                <a:lnTo>
                  <a:pt x="159162" y="203200"/>
                </a:lnTo>
                <a:lnTo>
                  <a:pt x="155243" y="209550"/>
                </a:lnTo>
                <a:lnTo>
                  <a:pt x="154686" y="218440"/>
                </a:lnTo>
                <a:lnTo>
                  <a:pt x="241465" y="218440"/>
                </a:lnTo>
                <a:lnTo>
                  <a:pt x="237680" y="223520"/>
                </a:lnTo>
                <a:lnTo>
                  <a:pt x="203258" y="223520"/>
                </a:lnTo>
                <a:lnTo>
                  <a:pt x="192944" y="226059"/>
                </a:lnTo>
                <a:lnTo>
                  <a:pt x="182981" y="229870"/>
                </a:lnTo>
                <a:lnTo>
                  <a:pt x="188964" y="238759"/>
                </a:lnTo>
                <a:lnTo>
                  <a:pt x="195478" y="248920"/>
                </a:lnTo>
                <a:lnTo>
                  <a:pt x="202344" y="259079"/>
                </a:lnTo>
                <a:lnTo>
                  <a:pt x="204104" y="261620"/>
                </a:lnTo>
                <a:close/>
              </a:path>
              <a:path w="241934" h="287020">
                <a:moveTo>
                  <a:pt x="241465" y="218440"/>
                </a:moveTo>
                <a:lnTo>
                  <a:pt x="160350" y="218440"/>
                </a:lnTo>
                <a:lnTo>
                  <a:pt x="162229" y="215900"/>
                </a:lnTo>
                <a:lnTo>
                  <a:pt x="174994" y="210820"/>
                </a:lnTo>
                <a:lnTo>
                  <a:pt x="187934" y="207009"/>
                </a:lnTo>
                <a:lnTo>
                  <a:pt x="201227" y="204470"/>
                </a:lnTo>
                <a:lnTo>
                  <a:pt x="215049" y="203200"/>
                </a:lnTo>
                <a:lnTo>
                  <a:pt x="241465" y="212090"/>
                </a:lnTo>
                <a:lnTo>
                  <a:pt x="241465" y="218440"/>
                </a:lnTo>
                <a:close/>
              </a:path>
              <a:path w="241934" h="287020">
                <a:moveTo>
                  <a:pt x="49047" y="287020"/>
                </a:moveTo>
                <a:lnTo>
                  <a:pt x="38377" y="284479"/>
                </a:lnTo>
                <a:lnTo>
                  <a:pt x="31599" y="280670"/>
                </a:lnTo>
                <a:lnTo>
                  <a:pt x="28357" y="273050"/>
                </a:lnTo>
                <a:lnTo>
                  <a:pt x="28295" y="262890"/>
                </a:lnTo>
                <a:lnTo>
                  <a:pt x="30830" y="252729"/>
                </a:lnTo>
                <a:lnTo>
                  <a:pt x="33013" y="242570"/>
                </a:lnTo>
                <a:lnTo>
                  <a:pt x="35196" y="231140"/>
                </a:lnTo>
                <a:lnTo>
                  <a:pt x="37731" y="219709"/>
                </a:lnTo>
                <a:lnTo>
                  <a:pt x="61573" y="219709"/>
                </a:lnTo>
                <a:lnTo>
                  <a:pt x="57773" y="240029"/>
                </a:lnTo>
                <a:lnTo>
                  <a:pt x="54091" y="260350"/>
                </a:lnTo>
                <a:lnTo>
                  <a:pt x="50939" y="281940"/>
                </a:lnTo>
                <a:lnTo>
                  <a:pt x="49047" y="283209"/>
                </a:lnTo>
                <a:lnTo>
                  <a:pt x="49047" y="287020"/>
                </a:lnTo>
                <a:close/>
              </a:path>
              <a:path w="241934" h="287020">
                <a:moveTo>
                  <a:pt x="235800" y="229870"/>
                </a:moveTo>
                <a:lnTo>
                  <a:pt x="230136" y="229870"/>
                </a:lnTo>
                <a:lnTo>
                  <a:pt x="226364" y="227329"/>
                </a:lnTo>
                <a:lnTo>
                  <a:pt x="214280" y="223520"/>
                </a:lnTo>
                <a:lnTo>
                  <a:pt x="237680" y="223520"/>
                </a:lnTo>
                <a:lnTo>
                  <a:pt x="235800" y="229870"/>
                </a:lnTo>
                <a:close/>
              </a:path>
              <a:path w="241934" h="287020">
                <a:moveTo>
                  <a:pt x="209384" y="285750"/>
                </a:moveTo>
                <a:lnTo>
                  <a:pt x="198069" y="285750"/>
                </a:lnTo>
                <a:lnTo>
                  <a:pt x="159164" y="275590"/>
                </a:lnTo>
                <a:lnTo>
                  <a:pt x="141035" y="267970"/>
                </a:lnTo>
                <a:lnTo>
                  <a:pt x="124498" y="257809"/>
                </a:lnTo>
                <a:lnTo>
                  <a:pt x="119135" y="254000"/>
                </a:lnTo>
                <a:lnTo>
                  <a:pt x="109121" y="245109"/>
                </a:lnTo>
                <a:lnTo>
                  <a:pt x="103758" y="241300"/>
                </a:lnTo>
                <a:lnTo>
                  <a:pt x="99974" y="237490"/>
                </a:lnTo>
                <a:lnTo>
                  <a:pt x="99974" y="226059"/>
                </a:lnTo>
                <a:lnTo>
                  <a:pt x="109410" y="226059"/>
                </a:lnTo>
                <a:lnTo>
                  <a:pt x="113182" y="229870"/>
                </a:lnTo>
                <a:lnTo>
                  <a:pt x="115074" y="233679"/>
                </a:lnTo>
                <a:lnTo>
                  <a:pt x="128191" y="245109"/>
                </a:lnTo>
                <a:lnTo>
                  <a:pt x="142190" y="252729"/>
                </a:lnTo>
                <a:lnTo>
                  <a:pt x="157249" y="259079"/>
                </a:lnTo>
                <a:lnTo>
                  <a:pt x="173545" y="261620"/>
                </a:lnTo>
                <a:lnTo>
                  <a:pt x="204104" y="261620"/>
                </a:lnTo>
                <a:lnTo>
                  <a:pt x="209384" y="269240"/>
                </a:lnTo>
                <a:lnTo>
                  <a:pt x="211277" y="273050"/>
                </a:lnTo>
                <a:lnTo>
                  <a:pt x="211277" y="280670"/>
                </a:lnTo>
                <a:lnTo>
                  <a:pt x="209384" y="283209"/>
                </a:lnTo>
                <a:lnTo>
                  <a:pt x="209384" y="2857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53580" y="6606463"/>
            <a:ext cx="29209" cy="80645"/>
          </a:xfrm>
          <a:custGeom>
            <a:avLst/>
            <a:gdLst/>
            <a:ahLst/>
            <a:cxnLst/>
            <a:rect l="l" t="t" r="r" b="b"/>
            <a:pathLst>
              <a:path w="29209" h="80645">
                <a:moveTo>
                  <a:pt x="16878" y="80251"/>
                </a:moveTo>
                <a:lnTo>
                  <a:pt x="11252" y="76517"/>
                </a:lnTo>
                <a:lnTo>
                  <a:pt x="3759" y="72783"/>
                </a:lnTo>
                <a:lnTo>
                  <a:pt x="0" y="69049"/>
                </a:lnTo>
                <a:lnTo>
                  <a:pt x="116" y="64880"/>
                </a:lnTo>
                <a:lnTo>
                  <a:pt x="4219" y="49600"/>
                </a:lnTo>
                <a:lnTo>
                  <a:pt x="8439" y="33358"/>
                </a:lnTo>
                <a:lnTo>
                  <a:pt x="12658" y="16765"/>
                </a:lnTo>
                <a:lnTo>
                  <a:pt x="16878" y="0"/>
                </a:lnTo>
                <a:lnTo>
                  <a:pt x="23647" y="4251"/>
                </a:lnTo>
                <a:lnTo>
                  <a:pt x="27428" y="8856"/>
                </a:lnTo>
                <a:lnTo>
                  <a:pt x="28747" y="14164"/>
                </a:lnTo>
                <a:lnTo>
                  <a:pt x="28130" y="20523"/>
                </a:lnTo>
                <a:lnTo>
                  <a:pt x="24527" y="34843"/>
                </a:lnTo>
                <a:lnTo>
                  <a:pt x="21804" y="49687"/>
                </a:lnTo>
                <a:lnTo>
                  <a:pt x="19358" y="65316"/>
                </a:lnTo>
                <a:lnTo>
                  <a:pt x="16878" y="8025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916328" y="6468922"/>
            <a:ext cx="157970" cy="13956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501914" y="6445298"/>
            <a:ext cx="182330" cy="18338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86840">
              <a:lnSpc>
                <a:spcPct val="100000"/>
              </a:lnSpc>
              <a:spcBef>
                <a:spcPts val="95"/>
              </a:spcBef>
              <a:tabLst>
                <a:tab pos="11557635" algn="l"/>
              </a:tabLst>
            </a:pPr>
            <a:r>
              <a:rPr spc="-5" dirty="0"/>
              <a:t>1.3</a:t>
            </a:r>
            <a:r>
              <a:rPr spc="-65" dirty="0"/>
              <a:t> </a:t>
            </a:r>
            <a:r>
              <a:rPr dirty="0"/>
              <a:t>Java</a:t>
            </a:r>
            <a:r>
              <a:rPr dirty="0">
                <a:latin typeface="宋体"/>
                <a:cs typeface="宋体"/>
              </a:rPr>
              <a:t>程序环境搭</a:t>
            </a:r>
            <a:r>
              <a:rPr spc="-25" dirty="0">
                <a:latin typeface="宋体"/>
                <a:cs typeface="宋体"/>
              </a:rPr>
              <a:t>建	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495934" y="939800"/>
            <a:ext cx="8771255" cy="6343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1300" algn="l"/>
              </a:tabLst>
            </a:pPr>
            <a:r>
              <a:rPr sz="4000" spc="-5" dirty="0">
                <a:latin typeface="Georgia"/>
                <a:cs typeface="Georgia"/>
              </a:rPr>
              <a:t>Java</a:t>
            </a:r>
            <a:r>
              <a:rPr sz="4000" dirty="0">
                <a:latin typeface="宋体"/>
                <a:cs typeface="宋体"/>
              </a:rPr>
              <a:t>开发工具包</a:t>
            </a:r>
            <a:r>
              <a:rPr sz="4000" spc="-5" dirty="0">
                <a:latin typeface="Georgia"/>
                <a:cs typeface="Georgia"/>
              </a:rPr>
              <a:t>Java</a:t>
            </a:r>
            <a:r>
              <a:rPr sz="4000" spc="-25" dirty="0">
                <a:latin typeface="Georgia"/>
                <a:cs typeface="Georgia"/>
              </a:rPr>
              <a:t> </a:t>
            </a:r>
            <a:r>
              <a:rPr sz="4000" spc="-5" dirty="0">
                <a:latin typeface="Georgia"/>
                <a:cs typeface="Georgia"/>
              </a:rPr>
              <a:t>Development</a:t>
            </a:r>
            <a:r>
              <a:rPr sz="4000" spc="-20" dirty="0">
                <a:latin typeface="Georgia"/>
                <a:cs typeface="Georgia"/>
              </a:rPr>
              <a:t> </a:t>
            </a:r>
            <a:r>
              <a:rPr sz="4000" spc="-5" dirty="0">
                <a:latin typeface="Georgia"/>
                <a:cs typeface="Georgia"/>
              </a:rPr>
              <a:t>Kit</a:t>
            </a:r>
            <a:endParaRPr sz="4000">
              <a:latin typeface="Georgia"/>
              <a:cs typeface="Georgi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671827" y="1615439"/>
            <a:ext cx="6984492" cy="458114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5</a:t>
            </a:fld>
            <a:endParaRPr spc="-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149063" y="6181725"/>
            <a:ext cx="726440" cy="676275"/>
          </a:xfrm>
          <a:custGeom>
            <a:avLst/>
            <a:gdLst/>
            <a:ahLst/>
            <a:cxnLst/>
            <a:rect l="l" t="t" r="r" b="b"/>
            <a:pathLst>
              <a:path w="726440" h="676275">
                <a:moveTo>
                  <a:pt x="12700" y="676275"/>
                </a:moveTo>
                <a:lnTo>
                  <a:pt x="0" y="676275"/>
                </a:lnTo>
                <a:lnTo>
                  <a:pt x="0" y="0"/>
                </a:lnTo>
                <a:lnTo>
                  <a:pt x="725995" y="0"/>
                </a:lnTo>
                <a:lnTo>
                  <a:pt x="725995" y="6350"/>
                </a:lnTo>
                <a:lnTo>
                  <a:pt x="12700" y="6350"/>
                </a:lnTo>
                <a:lnTo>
                  <a:pt x="6350" y="12700"/>
                </a:lnTo>
                <a:lnTo>
                  <a:pt x="12700" y="12700"/>
                </a:lnTo>
                <a:lnTo>
                  <a:pt x="12700" y="669925"/>
                </a:lnTo>
                <a:lnTo>
                  <a:pt x="6350" y="669925"/>
                </a:lnTo>
                <a:lnTo>
                  <a:pt x="12700" y="676275"/>
                </a:lnTo>
                <a:close/>
              </a:path>
              <a:path w="726440" h="676275">
                <a:moveTo>
                  <a:pt x="12700" y="12700"/>
                </a:moveTo>
                <a:lnTo>
                  <a:pt x="6350" y="12700"/>
                </a:lnTo>
                <a:lnTo>
                  <a:pt x="12700" y="6350"/>
                </a:lnTo>
                <a:lnTo>
                  <a:pt x="12700" y="12700"/>
                </a:lnTo>
                <a:close/>
              </a:path>
              <a:path w="726440" h="676275">
                <a:moveTo>
                  <a:pt x="713295" y="12700"/>
                </a:moveTo>
                <a:lnTo>
                  <a:pt x="12700" y="12700"/>
                </a:lnTo>
                <a:lnTo>
                  <a:pt x="12700" y="6350"/>
                </a:lnTo>
                <a:lnTo>
                  <a:pt x="713295" y="6350"/>
                </a:lnTo>
                <a:lnTo>
                  <a:pt x="713295" y="12700"/>
                </a:lnTo>
                <a:close/>
              </a:path>
              <a:path w="726440" h="676275">
                <a:moveTo>
                  <a:pt x="713295" y="676275"/>
                </a:moveTo>
                <a:lnTo>
                  <a:pt x="713295" y="6350"/>
                </a:lnTo>
                <a:lnTo>
                  <a:pt x="719645" y="12700"/>
                </a:lnTo>
                <a:lnTo>
                  <a:pt x="725995" y="12700"/>
                </a:lnTo>
                <a:lnTo>
                  <a:pt x="725995" y="669925"/>
                </a:lnTo>
                <a:lnTo>
                  <a:pt x="719645" y="669925"/>
                </a:lnTo>
                <a:lnTo>
                  <a:pt x="713295" y="676275"/>
                </a:lnTo>
                <a:close/>
              </a:path>
              <a:path w="726440" h="676275">
                <a:moveTo>
                  <a:pt x="725995" y="12700"/>
                </a:moveTo>
                <a:lnTo>
                  <a:pt x="719645" y="12700"/>
                </a:lnTo>
                <a:lnTo>
                  <a:pt x="713295" y="6350"/>
                </a:lnTo>
                <a:lnTo>
                  <a:pt x="725995" y="6350"/>
                </a:lnTo>
                <a:lnTo>
                  <a:pt x="725995" y="12700"/>
                </a:lnTo>
                <a:close/>
              </a:path>
              <a:path w="726440" h="676275">
                <a:moveTo>
                  <a:pt x="12700" y="676275"/>
                </a:moveTo>
                <a:lnTo>
                  <a:pt x="6350" y="669925"/>
                </a:lnTo>
                <a:lnTo>
                  <a:pt x="12700" y="669925"/>
                </a:lnTo>
                <a:lnTo>
                  <a:pt x="12700" y="676275"/>
                </a:lnTo>
                <a:close/>
              </a:path>
              <a:path w="726440" h="676275">
                <a:moveTo>
                  <a:pt x="713295" y="676275"/>
                </a:moveTo>
                <a:lnTo>
                  <a:pt x="12700" y="676275"/>
                </a:lnTo>
                <a:lnTo>
                  <a:pt x="12700" y="669925"/>
                </a:lnTo>
                <a:lnTo>
                  <a:pt x="713295" y="669925"/>
                </a:lnTo>
                <a:lnTo>
                  <a:pt x="713295" y="676275"/>
                </a:lnTo>
                <a:close/>
              </a:path>
              <a:path w="726440" h="676275">
                <a:moveTo>
                  <a:pt x="725995" y="676275"/>
                </a:moveTo>
                <a:lnTo>
                  <a:pt x="713295" y="676275"/>
                </a:lnTo>
                <a:lnTo>
                  <a:pt x="719645" y="669925"/>
                </a:lnTo>
                <a:lnTo>
                  <a:pt x="725995" y="669925"/>
                </a:lnTo>
                <a:lnTo>
                  <a:pt x="725995" y="676275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18515" y="0"/>
            <a:ext cx="1049020" cy="873760"/>
          </a:xfrm>
          <a:custGeom>
            <a:avLst/>
            <a:gdLst/>
            <a:ahLst/>
            <a:cxnLst/>
            <a:rect l="l" t="t" r="r" b="b"/>
            <a:pathLst>
              <a:path w="1049020" h="873760">
                <a:moveTo>
                  <a:pt x="0" y="0"/>
                </a:moveTo>
                <a:lnTo>
                  <a:pt x="1048512" y="0"/>
                </a:lnTo>
                <a:lnTo>
                  <a:pt x="1048512" y="873252"/>
                </a:lnTo>
                <a:lnTo>
                  <a:pt x="0" y="873252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12280" y="0"/>
            <a:ext cx="1061720" cy="879475"/>
          </a:xfrm>
          <a:custGeom>
            <a:avLst/>
            <a:gdLst/>
            <a:ahLst/>
            <a:cxnLst/>
            <a:rect l="l" t="t" r="r" b="b"/>
            <a:pathLst>
              <a:path w="1061720" h="879475">
                <a:moveTo>
                  <a:pt x="1061440" y="879475"/>
                </a:moveTo>
                <a:lnTo>
                  <a:pt x="0" y="879475"/>
                </a:lnTo>
                <a:lnTo>
                  <a:pt x="0" y="0"/>
                </a:lnTo>
                <a:lnTo>
                  <a:pt x="12700" y="0"/>
                </a:lnTo>
                <a:lnTo>
                  <a:pt x="6350" y="6350"/>
                </a:lnTo>
                <a:lnTo>
                  <a:pt x="12700" y="6350"/>
                </a:lnTo>
                <a:lnTo>
                  <a:pt x="12700" y="866775"/>
                </a:lnTo>
                <a:lnTo>
                  <a:pt x="6350" y="866775"/>
                </a:lnTo>
                <a:lnTo>
                  <a:pt x="12700" y="873125"/>
                </a:lnTo>
                <a:lnTo>
                  <a:pt x="1061440" y="873125"/>
                </a:lnTo>
                <a:lnTo>
                  <a:pt x="1061440" y="879475"/>
                </a:lnTo>
                <a:close/>
              </a:path>
              <a:path w="1061720" h="879475">
                <a:moveTo>
                  <a:pt x="12700" y="6350"/>
                </a:moveTo>
                <a:lnTo>
                  <a:pt x="6350" y="6350"/>
                </a:lnTo>
                <a:lnTo>
                  <a:pt x="12700" y="0"/>
                </a:lnTo>
                <a:lnTo>
                  <a:pt x="12700" y="6350"/>
                </a:lnTo>
                <a:close/>
              </a:path>
              <a:path w="1061720" h="879475">
                <a:moveTo>
                  <a:pt x="1048740" y="6350"/>
                </a:moveTo>
                <a:lnTo>
                  <a:pt x="12700" y="6350"/>
                </a:lnTo>
                <a:lnTo>
                  <a:pt x="12700" y="0"/>
                </a:lnTo>
                <a:lnTo>
                  <a:pt x="1048740" y="0"/>
                </a:lnTo>
                <a:lnTo>
                  <a:pt x="1048740" y="6350"/>
                </a:lnTo>
                <a:close/>
              </a:path>
              <a:path w="1061720" h="879475">
                <a:moveTo>
                  <a:pt x="1048740" y="873125"/>
                </a:moveTo>
                <a:lnTo>
                  <a:pt x="1048740" y="0"/>
                </a:lnTo>
                <a:lnTo>
                  <a:pt x="1055090" y="6350"/>
                </a:lnTo>
                <a:lnTo>
                  <a:pt x="1061440" y="6350"/>
                </a:lnTo>
                <a:lnTo>
                  <a:pt x="1061440" y="866775"/>
                </a:lnTo>
                <a:lnTo>
                  <a:pt x="1055090" y="866775"/>
                </a:lnTo>
                <a:lnTo>
                  <a:pt x="1048740" y="873125"/>
                </a:lnTo>
                <a:close/>
              </a:path>
              <a:path w="1061720" h="879475">
                <a:moveTo>
                  <a:pt x="1061440" y="6350"/>
                </a:moveTo>
                <a:lnTo>
                  <a:pt x="1055090" y="6350"/>
                </a:lnTo>
                <a:lnTo>
                  <a:pt x="1048740" y="0"/>
                </a:lnTo>
                <a:lnTo>
                  <a:pt x="1061440" y="0"/>
                </a:lnTo>
                <a:lnTo>
                  <a:pt x="1061440" y="6350"/>
                </a:lnTo>
                <a:close/>
              </a:path>
              <a:path w="1061720" h="879475">
                <a:moveTo>
                  <a:pt x="12700" y="873125"/>
                </a:moveTo>
                <a:lnTo>
                  <a:pt x="6350" y="866775"/>
                </a:lnTo>
                <a:lnTo>
                  <a:pt x="12700" y="866775"/>
                </a:lnTo>
                <a:lnTo>
                  <a:pt x="12700" y="873125"/>
                </a:lnTo>
                <a:close/>
              </a:path>
              <a:path w="1061720" h="879475">
                <a:moveTo>
                  <a:pt x="1048740" y="873125"/>
                </a:moveTo>
                <a:lnTo>
                  <a:pt x="12700" y="873125"/>
                </a:lnTo>
                <a:lnTo>
                  <a:pt x="12700" y="866775"/>
                </a:lnTo>
                <a:lnTo>
                  <a:pt x="1048740" y="866775"/>
                </a:lnTo>
                <a:lnTo>
                  <a:pt x="1048740" y="873125"/>
                </a:lnTo>
                <a:close/>
              </a:path>
              <a:path w="1061720" h="879475">
                <a:moveTo>
                  <a:pt x="1061440" y="873125"/>
                </a:moveTo>
                <a:lnTo>
                  <a:pt x="1048740" y="873125"/>
                </a:lnTo>
                <a:lnTo>
                  <a:pt x="1055090" y="866775"/>
                </a:lnTo>
                <a:lnTo>
                  <a:pt x="1061440" y="866775"/>
                </a:lnTo>
                <a:lnTo>
                  <a:pt x="1061440" y="8731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18515" y="6187440"/>
            <a:ext cx="10845165" cy="670560"/>
          </a:xfrm>
          <a:custGeom>
            <a:avLst/>
            <a:gdLst/>
            <a:ahLst/>
            <a:cxnLst/>
            <a:rect l="l" t="t" r="r" b="b"/>
            <a:pathLst>
              <a:path w="10845165" h="670559">
                <a:moveTo>
                  <a:pt x="0" y="0"/>
                </a:moveTo>
                <a:lnTo>
                  <a:pt x="10844784" y="0"/>
                </a:lnTo>
                <a:lnTo>
                  <a:pt x="10844784" y="670560"/>
                </a:lnTo>
                <a:lnTo>
                  <a:pt x="0" y="670560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79219" y="0"/>
            <a:ext cx="166370" cy="875030"/>
          </a:xfrm>
          <a:custGeom>
            <a:avLst/>
            <a:gdLst/>
            <a:ahLst/>
            <a:cxnLst/>
            <a:rect l="l" t="t" r="r" b="b"/>
            <a:pathLst>
              <a:path w="166369" h="875030">
                <a:moveTo>
                  <a:pt x="0" y="0"/>
                </a:moveTo>
                <a:lnTo>
                  <a:pt x="166115" y="0"/>
                </a:lnTo>
                <a:lnTo>
                  <a:pt x="166115" y="874776"/>
                </a:lnTo>
                <a:lnTo>
                  <a:pt x="0" y="874776"/>
                </a:lnTo>
                <a:lnTo>
                  <a:pt x="0" y="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372552" y="0"/>
            <a:ext cx="180340" cy="879475"/>
          </a:xfrm>
          <a:custGeom>
            <a:avLst/>
            <a:gdLst/>
            <a:ahLst/>
            <a:cxnLst/>
            <a:rect l="l" t="t" r="r" b="b"/>
            <a:pathLst>
              <a:path w="180340" h="879475">
                <a:moveTo>
                  <a:pt x="179781" y="879475"/>
                </a:moveTo>
                <a:lnTo>
                  <a:pt x="0" y="879475"/>
                </a:lnTo>
                <a:lnTo>
                  <a:pt x="0" y="0"/>
                </a:lnTo>
                <a:lnTo>
                  <a:pt x="11087" y="0"/>
                </a:lnTo>
                <a:lnTo>
                  <a:pt x="6350" y="4737"/>
                </a:lnTo>
                <a:lnTo>
                  <a:pt x="12700" y="4737"/>
                </a:lnTo>
                <a:lnTo>
                  <a:pt x="12700" y="866775"/>
                </a:lnTo>
                <a:lnTo>
                  <a:pt x="6350" y="866775"/>
                </a:lnTo>
                <a:lnTo>
                  <a:pt x="12700" y="873125"/>
                </a:lnTo>
                <a:lnTo>
                  <a:pt x="179781" y="873125"/>
                </a:lnTo>
                <a:lnTo>
                  <a:pt x="179781" y="879475"/>
                </a:lnTo>
                <a:close/>
              </a:path>
              <a:path w="180340" h="879475">
                <a:moveTo>
                  <a:pt x="12700" y="4737"/>
                </a:moveTo>
                <a:lnTo>
                  <a:pt x="6350" y="4737"/>
                </a:lnTo>
                <a:lnTo>
                  <a:pt x="11087" y="0"/>
                </a:lnTo>
                <a:lnTo>
                  <a:pt x="12700" y="0"/>
                </a:lnTo>
                <a:lnTo>
                  <a:pt x="12700" y="4737"/>
                </a:lnTo>
                <a:close/>
              </a:path>
              <a:path w="180340" h="879475">
                <a:moveTo>
                  <a:pt x="167081" y="4737"/>
                </a:moveTo>
                <a:lnTo>
                  <a:pt x="12700" y="4737"/>
                </a:lnTo>
                <a:lnTo>
                  <a:pt x="12700" y="0"/>
                </a:lnTo>
                <a:lnTo>
                  <a:pt x="167081" y="0"/>
                </a:lnTo>
                <a:lnTo>
                  <a:pt x="167081" y="4737"/>
                </a:lnTo>
                <a:close/>
              </a:path>
              <a:path w="180340" h="879475">
                <a:moveTo>
                  <a:pt x="167081" y="873125"/>
                </a:moveTo>
                <a:lnTo>
                  <a:pt x="167081" y="0"/>
                </a:lnTo>
                <a:lnTo>
                  <a:pt x="168694" y="0"/>
                </a:lnTo>
                <a:lnTo>
                  <a:pt x="173431" y="4737"/>
                </a:lnTo>
                <a:lnTo>
                  <a:pt x="179781" y="4737"/>
                </a:lnTo>
                <a:lnTo>
                  <a:pt x="179781" y="866775"/>
                </a:lnTo>
                <a:lnTo>
                  <a:pt x="173431" y="866775"/>
                </a:lnTo>
                <a:lnTo>
                  <a:pt x="167081" y="873125"/>
                </a:lnTo>
                <a:close/>
              </a:path>
              <a:path w="180340" h="879475">
                <a:moveTo>
                  <a:pt x="179781" y="4737"/>
                </a:moveTo>
                <a:lnTo>
                  <a:pt x="173431" y="4737"/>
                </a:lnTo>
                <a:lnTo>
                  <a:pt x="168694" y="0"/>
                </a:lnTo>
                <a:lnTo>
                  <a:pt x="179781" y="0"/>
                </a:lnTo>
                <a:lnTo>
                  <a:pt x="179781" y="4737"/>
                </a:lnTo>
                <a:close/>
              </a:path>
              <a:path w="180340" h="879475">
                <a:moveTo>
                  <a:pt x="12700" y="873125"/>
                </a:moveTo>
                <a:lnTo>
                  <a:pt x="6350" y="866775"/>
                </a:lnTo>
                <a:lnTo>
                  <a:pt x="12700" y="866775"/>
                </a:lnTo>
                <a:lnTo>
                  <a:pt x="12700" y="873125"/>
                </a:lnTo>
                <a:close/>
              </a:path>
              <a:path w="180340" h="879475">
                <a:moveTo>
                  <a:pt x="167081" y="873125"/>
                </a:moveTo>
                <a:lnTo>
                  <a:pt x="12700" y="873125"/>
                </a:lnTo>
                <a:lnTo>
                  <a:pt x="12700" y="866775"/>
                </a:lnTo>
                <a:lnTo>
                  <a:pt x="167081" y="866775"/>
                </a:lnTo>
                <a:lnTo>
                  <a:pt x="167081" y="873125"/>
                </a:lnTo>
                <a:close/>
              </a:path>
              <a:path w="180340" h="879475">
                <a:moveTo>
                  <a:pt x="179781" y="873125"/>
                </a:moveTo>
                <a:lnTo>
                  <a:pt x="167081" y="873125"/>
                </a:lnTo>
                <a:lnTo>
                  <a:pt x="173431" y="866775"/>
                </a:lnTo>
                <a:lnTo>
                  <a:pt x="179781" y="866775"/>
                </a:lnTo>
                <a:lnTo>
                  <a:pt x="179781" y="873125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837419" y="347472"/>
            <a:ext cx="1969007" cy="4328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366469" y="0"/>
            <a:ext cx="0" cy="1061720"/>
          </a:xfrm>
          <a:custGeom>
            <a:avLst/>
            <a:gdLst/>
            <a:ahLst/>
            <a:cxnLst/>
            <a:rect l="l" t="t" r="r" b="b"/>
            <a:pathLst>
              <a:path h="1061720">
                <a:moveTo>
                  <a:pt x="0" y="0"/>
                </a:moveTo>
                <a:lnTo>
                  <a:pt x="0" y="1061593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1155413" y="6119786"/>
            <a:ext cx="0" cy="738505"/>
          </a:xfrm>
          <a:custGeom>
            <a:avLst/>
            <a:gdLst/>
            <a:ahLst/>
            <a:cxnLst/>
            <a:rect l="l" t="t" r="r" b="b"/>
            <a:pathLst>
              <a:path h="738504">
                <a:moveTo>
                  <a:pt x="0" y="0"/>
                </a:moveTo>
                <a:lnTo>
                  <a:pt x="0" y="738212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595765" y="6404203"/>
            <a:ext cx="235585" cy="264160"/>
          </a:xfrm>
          <a:custGeom>
            <a:avLst/>
            <a:gdLst/>
            <a:ahLst/>
            <a:cxnLst/>
            <a:rect l="l" t="t" r="r" b="b"/>
            <a:pathLst>
              <a:path w="235585" h="264159">
                <a:moveTo>
                  <a:pt x="114769" y="81279"/>
                </a:moveTo>
                <a:lnTo>
                  <a:pt x="112890" y="81279"/>
                </a:lnTo>
                <a:lnTo>
                  <a:pt x="107238" y="73660"/>
                </a:lnTo>
                <a:lnTo>
                  <a:pt x="118529" y="68579"/>
                </a:lnTo>
                <a:lnTo>
                  <a:pt x="126996" y="66039"/>
                </a:lnTo>
                <a:lnTo>
                  <a:pt x="135464" y="62229"/>
                </a:lnTo>
                <a:lnTo>
                  <a:pt x="143932" y="59689"/>
                </a:lnTo>
                <a:lnTo>
                  <a:pt x="152400" y="55879"/>
                </a:lnTo>
                <a:lnTo>
                  <a:pt x="156159" y="55879"/>
                </a:lnTo>
                <a:lnTo>
                  <a:pt x="158038" y="52070"/>
                </a:lnTo>
                <a:lnTo>
                  <a:pt x="159918" y="49529"/>
                </a:lnTo>
                <a:lnTo>
                  <a:pt x="162446" y="40639"/>
                </a:lnTo>
                <a:lnTo>
                  <a:pt x="166801" y="22860"/>
                </a:lnTo>
                <a:lnTo>
                  <a:pt x="169329" y="13970"/>
                </a:lnTo>
                <a:lnTo>
                  <a:pt x="169329" y="10160"/>
                </a:lnTo>
                <a:lnTo>
                  <a:pt x="176847" y="0"/>
                </a:lnTo>
                <a:lnTo>
                  <a:pt x="184378" y="0"/>
                </a:lnTo>
                <a:lnTo>
                  <a:pt x="184378" y="1270"/>
                </a:lnTo>
                <a:lnTo>
                  <a:pt x="186258" y="6350"/>
                </a:lnTo>
                <a:lnTo>
                  <a:pt x="186258" y="8889"/>
                </a:lnTo>
                <a:lnTo>
                  <a:pt x="179965" y="19050"/>
                </a:lnTo>
                <a:lnTo>
                  <a:pt x="176849" y="29210"/>
                </a:lnTo>
                <a:lnTo>
                  <a:pt x="175144" y="40639"/>
                </a:lnTo>
                <a:lnTo>
                  <a:pt x="173088" y="52070"/>
                </a:lnTo>
                <a:lnTo>
                  <a:pt x="181849" y="53339"/>
                </a:lnTo>
                <a:lnTo>
                  <a:pt x="202997" y="53339"/>
                </a:lnTo>
                <a:lnTo>
                  <a:pt x="208838" y="55879"/>
                </a:lnTo>
                <a:lnTo>
                  <a:pt x="203190" y="63500"/>
                </a:lnTo>
                <a:lnTo>
                  <a:pt x="191909" y="63500"/>
                </a:lnTo>
                <a:lnTo>
                  <a:pt x="179912" y="64770"/>
                </a:lnTo>
                <a:lnTo>
                  <a:pt x="156159" y="64770"/>
                </a:lnTo>
                <a:lnTo>
                  <a:pt x="146898" y="68579"/>
                </a:lnTo>
                <a:lnTo>
                  <a:pt x="138518" y="72389"/>
                </a:lnTo>
                <a:lnTo>
                  <a:pt x="122288" y="77470"/>
                </a:lnTo>
                <a:lnTo>
                  <a:pt x="114769" y="81279"/>
                </a:lnTo>
                <a:close/>
              </a:path>
              <a:path w="235585" h="264159">
                <a:moveTo>
                  <a:pt x="68727" y="60960"/>
                </a:moveTo>
                <a:lnTo>
                  <a:pt x="52679" y="60960"/>
                </a:lnTo>
                <a:lnTo>
                  <a:pt x="62057" y="55879"/>
                </a:lnTo>
                <a:lnTo>
                  <a:pt x="69848" y="48260"/>
                </a:lnTo>
                <a:lnTo>
                  <a:pt x="75169" y="40639"/>
                </a:lnTo>
                <a:lnTo>
                  <a:pt x="77139" y="29210"/>
                </a:lnTo>
                <a:lnTo>
                  <a:pt x="77139" y="24129"/>
                </a:lnTo>
                <a:lnTo>
                  <a:pt x="80899" y="16510"/>
                </a:lnTo>
                <a:lnTo>
                  <a:pt x="82778" y="10160"/>
                </a:lnTo>
                <a:lnTo>
                  <a:pt x="90309" y="5079"/>
                </a:lnTo>
                <a:lnTo>
                  <a:pt x="92189" y="5079"/>
                </a:lnTo>
                <a:lnTo>
                  <a:pt x="99098" y="7620"/>
                </a:lnTo>
                <a:lnTo>
                  <a:pt x="105122" y="12700"/>
                </a:lnTo>
                <a:lnTo>
                  <a:pt x="109382" y="19050"/>
                </a:lnTo>
                <a:lnTo>
                  <a:pt x="110998" y="27939"/>
                </a:lnTo>
                <a:lnTo>
                  <a:pt x="110998" y="33020"/>
                </a:lnTo>
                <a:lnTo>
                  <a:pt x="122288" y="40639"/>
                </a:lnTo>
                <a:lnTo>
                  <a:pt x="127939" y="45720"/>
                </a:lnTo>
                <a:lnTo>
                  <a:pt x="129819" y="52070"/>
                </a:lnTo>
                <a:lnTo>
                  <a:pt x="99720" y="52070"/>
                </a:lnTo>
                <a:lnTo>
                  <a:pt x="95948" y="53339"/>
                </a:lnTo>
                <a:lnTo>
                  <a:pt x="94773" y="59689"/>
                </a:lnTo>
                <a:lnTo>
                  <a:pt x="69608" y="59689"/>
                </a:lnTo>
                <a:lnTo>
                  <a:pt x="68727" y="60960"/>
                </a:lnTo>
                <a:close/>
              </a:path>
              <a:path w="235585" h="264159">
                <a:moveTo>
                  <a:pt x="43268" y="105410"/>
                </a:moveTo>
                <a:lnTo>
                  <a:pt x="37630" y="104139"/>
                </a:lnTo>
                <a:lnTo>
                  <a:pt x="31978" y="104139"/>
                </a:lnTo>
                <a:lnTo>
                  <a:pt x="26339" y="101600"/>
                </a:lnTo>
                <a:lnTo>
                  <a:pt x="20370" y="99060"/>
                </a:lnTo>
                <a:lnTo>
                  <a:pt x="16695" y="93979"/>
                </a:lnTo>
                <a:lnTo>
                  <a:pt x="15490" y="87629"/>
                </a:lnTo>
                <a:lnTo>
                  <a:pt x="16929" y="81279"/>
                </a:lnTo>
                <a:lnTo>
                  <a:pt x="18808" y="77470"/>
                </a:lnTo>
                <a:lnTo>
                  <a:pt x="18808" y="72389"/>
                </a:lnTo>
                <a:lnTo>
                  <a:pt x="48920" y="36829"/>
                </a:lnTo>
                <a:lnTo>
                  <a:pt x="50800" y="34289"/>
                </a:lnTo>
                <a:lnTo>
                  <a:pt x="56438" y="36829"/>
                </a:lnTo>
                <a:lnTo>
                  <a:pt x="60210" y="40639"/>
                </a:lnTo>
                <a:lnTo>
                  <a:pt x="63969" y="41910"/>
                </a:lnTo>
                <a:lnTo>
                  <a:pt x="60210" y="45720"/>
                </a:lnTo>
                <a:lnTo>
                  <a:pt x="58318" y="49529"/>
                </a:lnTo>
                <a:lnTo>
                  <a:pt x="54559" y="52070"/>
                </a:lnTo>
                <a:lnTo>
                  <a:pt x="54559" y="57150"/>
                </a:lnTo>
                <a:lnTo>
                  <a:pt x="52679" y="60960"/>
                </a:lnTo>
                <a:lnTo>
                  <a:pt x="68727" y="60960"/>
                </a:lnTo>
                <a:lnTo>
                  <a:pt x="62558" y="69850"/>
                </a:lnTo>
                <a:lnTo>
                  <a:pt x="55503" y="81279"/>
                </a:lnTo>
                <a:lnTo>
                  <a:pt x="41389" y="101600"/>
                </a:lnTo>
                <a:lnTo>
                  <a:pt x="41389" y="104139"/>
                </a:lnTo>
                <a:lnTo>
                  <a:pt x="43268" y="105410"/>
                </a:lnTo>
                <a:close/>
              </a:path>
              <a:path w="235585" h="264159">
                <a:moveTo>
                  <a:pt x="127939" y="63500"/>
                </a:moveTo>
                <a:lnTo>
                  <a:pt x="120408" y="60960"/>
                </a:lnTo>
                <a:lnTo>
                  <a:pt x="112890" y="57150"/>
                </a:lnTo>
                <a:lnTo>
                  <a:pt x="107238" y="55879"/>
                </a:lnTo>
                <a:lnTo>
                  <a:pt x="99720" y="52070"/>
                </a:lnTo>
                <a:lnTo>
                  <a:pt x="129819" y="52070"/>
                </a:lnTo>
                <a:lnTo>
                  <a:pt x="133578" y="59689"/>
                </a:lnTo>
                <a:lnTo>
                  <a:pt x="127939" y="63500"/>
                </a:lnTo>
                <a:close/>
              </a:path>
              <a:path w="235585" h="264159">
                <a:moveTo>
                  <a:pt x="202997" y="53339"/>
                </a:moveTo>
                <a:lnTo>
                  <a:pt x="181849" y="53339"/>
                </a:lnTo>
                <a:lnTo>
                  <a:pt x="190963" y="52070"/>
                </a:lnTo>
                <a:lnTo>
                  <a:pt x="200077" y="52070"/>
                </a:lnTo>
                <a:lnTo>
                  <a:pt x="202997" y="53339"/>
                </a:lnTo>
                <a:close/>
              </a:path>
              <a:path w="235585" h="264159">
                <a:moveTo>
                  <a:pt x="29165" y="160019"/>
                </a:moveTo>
                <a:lnTo>
                  <a:pt x="19288" y="156210"/>
                </a:lnTo>
                <a:lnTo>
                  <a:pt x="9410" y="151130"/>
                </a:lnTo>
                <a:lnTo>
                  <a:pt x="0" y="147319"/>
                </a:lnTo>
                <a:lnTo>
                  <a:pt x="0" y="140969"/>
                </a:lnTo>
                <a:lnTo>
                  <a:pt x="37395" y="120650"/>
                </a:lnTo>
                <a:lnTo>
                  <a:pt x="50948" y="111760"/>
                </a:lnTo>
                <a:lnTo>
                  <a:pt x="63969" y="104139"/>
                </a:lnTo>
                <a:lnTo>
                  <a:pt x="65849" y="101600"/>
                </a:lnTo>
                <a:lnTo>
                  <a:pt x="69608" y="100330"/>
                </a:lnTo>
                <a:lnTo>
                  <a:pt x="69608" y="96520"/>
                </a:lnTo>
                <a:lnTo>
                  <a:pt x="70695" y="87629"/>
                </a:lnTo>
                <a:lnTo>
                  <a:pt x="71253" y="78739"/>
                </a:lnTo>
                <a:lnTo>
                  <a:pt x="71370" y="73660"/>
                </a:lnTo>
                <a:lnTo>
                  <a:pt x="71488" y="59689"/>
                </a:lnTo>
                <a:lnTo>
                  <a:pt x="94773" y="59689"/>
                </a:lnTo>
                <a:lnTo>
                  <a:pt x="94068" y="63500"/>
                </a:lnTo>
                <a:lnTo>
                  <a:pt x="91484" y="78739"/>
                </a:lnTo>
                <a:lnTo>
                  <a:pt x="90309" y="93979"/>
                </a:lnTo>
                <a:lnTo>
                  <a:pt x="91954" y="107950"/>
                </a:lnTo>
                <a:lnTo>
                  <a:pt x="97828" y="123189"/>
                </a:lnTo>
                <a:lnTo>
                  <a:pt x="119782" y="123189"/>
                </a:lnTo>
                <a:lnTo>
                  <a:pt x="122288" y="128269"/>
                </a:lnTo>
                <a:lnTo>
                  <a:pt x="222008" y="128269"/>
                </a:lnTo>
                <a:lnTo>
                  <a:pt x="214477" y="132080"/>
                </a:lnTo>
                <a:lnTo>
                  <a:pt x="165569" y="132080"/>
                </a:lnTo>
                <a:lnTo>
                  <a:pt x="154274" y="139700"/>
                </a:lnTo>
                <a:lnTo>
                  <a:pt x="142989" y="144780"/>
                </a:lnTo>
                <a:lnTo>
                  <a:pt x="135637" y="149860"/>
                </a:lnTo>
                <a:lnTo>
                  <a:pt x="133070" y="151130"/>
                </a:lnTo>
                <a:lnTo>
                  <a:pt x="48920" y="151130"/>
                </a:lnTo>
                <a:lnTo>
                  <a:pt x="39042" y="158750"/>
                </a:lnTo>
                <a:lnTo>
                  <a:pt x="29165" y="160019"/>
                </a:lnTo>
                <a:close/>
              </a:path>
              <a:path w="235585" h="264159">
                <a:moveTo>
                  <a:pt x="201307" y="66039"/>
                </a:moveTo>
                <a:lnTo>
                  <a:pt x="193789" y="64770"/>
                </a:lnTo>
                <a:lnTo>
                  <a:pt x="193789" y="63500"/>
                </a:lnTo>
                <a:lnTo>
                  <a:pt x="203190" y="63500"/>
                </a:lnTo>
                <a:lnTo>
                  <a:pt x="201307" y="66039"/>
                </a:lnTo>
                <a:close/>
              </a:path>
              <a:path w="235585" h="264159">
                <a:moveTo>
                  <a:pt x="169117" y="87629"/>
                </a:moveTo>
                <a:lnTo>
                  <a:pt x="152400" y="87629"/>
                </a:lnTo>
                <a:lnTo>
                  <a:pt x="152400" y="81279"/>
                </a:lnTo>
                <a:lnTo>
                  <a:pt x="154279" y="73660"/>
                </a:lnTo>
                <a:lnTo>
                  <a:pt x="156159" y="64770"/>
                </a:lnTo>
                <a:lnTo>
                  <a:pt x="179912" y="64770"/>
                </a:lnTo>
                <a:lnTo>
                  <a:pt x="172151" y="69850"/>
                </a:lnTo>
                <a:lnTo>
                  <a:pt x="168624" y="78739"/>
                </a:lnTo>
                <a:lnTo>
                  <a:pt x="169117" y="87629"/>
                </a:lnTo>
                <a:close/>
              </a:path>
              <a:path w="235585" h="264159">
                <a:moveTo>
                  <a:pt x="222008" y="128269"/>
                </a:moveTo>
                <a:lnTo>
                  <a:pt x="122288" y="128269"/>
                </a:lnTo>
                <a:lnTo>
                  <a:pt x="142989" y="107950"/>
                </a:lnTo>
                <a:lnTo>
                  <a:pt x="141109" y="104139"/>
                </a:lnTo>
                <a:lnTo>
                  <a:pt x="141109" y="101600"/>
                </a:lnTo>
                <a:lnTo>
                  <a:pt x="139230" y="97789"/>
                </a:lnTo>
                <a:lnTo>
                  <a:pt x="133578" y="95250"/>
                </a:lnTo>
                <a:lnTo>
                  <a:pt x="133578" y="92710"/>
                </a:lnTo>
                <a:lnTo>
                  <a:pt x="135458" y="87629"/>
                </a:lnTo>
                <a:lnTo>
                  <a:pt x="141109" y="85089"/>
                </a:lnTo>
                <a:lnTo>
                  <a:pt x="146748" y="87629"/>
                </a:lnTo>
                <a:lnTo>
                  <a:pt x="169117" y="87629"/>
                </a:lnTo>
                <a:lnTo>
                  <a:pt x="169329" y="91439"/>
                </a:lnTo>
                <a:lnTo>
                  <a:pt x="171208" y="96520"/>
                </a:lnTo>
                <a:lnTo>
                  <a:pt x="174967" y="101600"/>
                </a:lnTo>
                <a:lnTo>
                  <a:pt x="178739" y="109219"/>
                </a:lnTo>
                <a:lnTo>
                  <a:pt x="225448" y="109219"/>
                </a:lnTo>
                <a:lnTo>
                  <a:pt x="231419" y="113030"/>
                </a:lnTo>
                <a:lnTo>
                  <a:pt x="235178" y="116839"/>
                </a:lnTo>
                <a:lnTo>
                  <a:pt x="235178" y="123189"/>
                </a:lnTo>
                <a:lnTo>
                  <a:pt x="229539" y="124460"/>
                </a:lnTo>
                <a:lnTo>
                  <a:pt x="222008" y="128269"/>
                </a:lnTo>
                <a:close/>
              </a:path>
              <a:path w="235585" h="264159">
                <a:moveTo>
                  <a:pt x="225448" y="109219"/>
                </a:moveTo>
                <a:lnTo>
                  <a:pt x="184703" y="109219"/>
                </a:lnTo>
                <a:lnTo>
                  <a:pt x="191200" y="107950"/>
                </a:lnTo>
                <a:lnTo>
                  <a:pt x="205079" y="105410"/>
                </a:lnTo>
                <a:lnTo>
                  <a:pt x="212100" y="105410"/>
                </a:lnTo>
                <a:lnTo>
                  <a:pt x="218949" y="106680"/>
                </a:lnTo>
                <a:lnTo>
                  <a:pt x="225448" y="109219"/>
                </a:lnTo>
                <a:close/>
              </a:path>
              <a:path w="235585" h="264159">
                <a:moveTo>
                  <a:pt x="119782" y="123189"/>
                </a:moveTo>
                <a:lnTo>
                  <a:pt x="97828" y="123189"/>
                </a:lnTo>
                <a:lnTo>
                  <a:pt x="105359" y="115569"/>
                </a:lnTo>
                <a:lnTo>
                  <a:pt x="109118" y="107950"/>
                </a:lnTo>
                <a:lnTo>
                  <a:pt x="118529" y="120650"/>
                </a:lnTo>
                <a:lnTo>
                  <a:pt x="119782" y="123189"/>
                </a:lnTo>
                <a:close/>
              </a:path>
              <a:path w="235585" h="264159">
                <a:moveTo>
                  <a:pt x="152400" y="223519"/>
                </a:moveTo>
                <a:lnTo>
                  <a:pt x="144226" y="219710"/>
                </a:lnTo>
                <a:lnTo>
                  <a:pt x="139225" y="214630"/>
                </a:lnTo>
                <a:lnTo>
                  <a:pt x="137046" y="208280"/>
                </a:lnTo>
                <a:lnTo>
                  <a:pt x="137337" y="200660"/>
                </a:lnTo>
                <a:lnTo>
                  <a:pt x="142281" y="182880"/>
                </a:lnTo>
                <a:lnTo>
                  <a:pt x="148634" y="166369"/>
                </a:lnTo>
                <a:lnTo>
                  <a:pt x="156397" y="148589"/>
                </a:lnTo>
                <a:lnTo>
                  <a:pt x="165569" y="132080"/>
                </a:lnTo>
                <a:lnTo>
                  <a:pt x="198051" y="132080"/>
                </a:lnTo>
                <a:lnTo>
                  <a:pt x="190730" y="135889"/>
                </a:lnTo>
                <a:lnTo>
                  <a:pt x="184468" y="140969"/>
                </a:lnTo>
                <a:lnTo>
                  <a:pt x="178739" y="147319"/>
                </a:lnTo>
                <a:lnTo>
                  <a:pt x="184378" y="148589"/>
                </a:lnTo>
                <a:lnTo>
                  <a:pt x="191909" y="148589"/>
                </a:lnTo>
                <a:lnTo>
                  <a:pt x="195668" y="152400"/>
                </a:lnTo>
                <a:lnTo>
                  <a:pt x="199428" y="154939"/>
                </a:lnTo>
                <a:lnTo>
                  <a:pt x="203200" y="160019"/>
                </a:lnTo>
                <a:lnTo>
                  <a:pt x="182499" y="160019"/>
                </a:lnTo>
                <a:lnTo>
                  <a:pt x="176796" y="161289"/>
                </a:lnTo>
                <a:lnTo>
                  <a:pt x="169329" y="167639"/>
                </a:lnTo>
                <a:lnTo>
                  <a:pt x="173088" y="172719"/>
                </a:lnTo>
                <a:lnTo>
                  <a:pt x="182499" y="172719"/>
                </a:lnTo>
                <a:lnTo>
                  <a:pt x="182499" y="179069"/>
                </a:lnTo>
                <a:lnTo>
                  <a:pt x="165569" y="179069"/>
                </a:lnTo>
                <a:lnTo>
                  <a:pt x="158038" y="186689"/>
                </a:lnTo>
                <a:lnTo>
                  <a:pt x="158038" y="187960"/>
                </a:lnTo>
                <a:lnTo>
                  <a:pt x="169329" y="191769"/>
                </a:lnTo>
                <a:lnTo>
                  <a:pt x="178739" y="196850"/>
                </a:lnTo>
                <a:lnTo>
                  <a:pt x="180854" y="200660"/>
                </a:lnTo>
                <a:lnTo>
                  <a:pt x="156159" y="200660"/>
                </a:lnTo>
                <a:lnTo>
                  <a:pt x="154279" y="208280"/>
                </a:lnTo>
                <a:lnTo>
                  <a:pt x="154279" y="215900"/>
                </a:lnTo>
                <a:lnTo>
                  <a:pt x="152400" y="223519"/>
                </a:lnTo>
                <a:close/>
              </a:path>
              <a:path w="235585" h="264159">
                <a:moveTo>
                  <a:pt x="45420" y="224789"/>
                </a:moveTo>
                <a:lnTo>
                  <a:pt x="39509" y="223519"/>
                </a:lnTo>
                <a:lnTo>
                  <a:pt x="33834" y="219710"/>
                </a:lnTo>
                <a:lnTo>
                  <a:pt x="30805" y="214630"/>
                </a:lnTo>
                <a:lnTo>
                  <a:pt x="30246" y="208280"/>
                </a:lnTo>
                <a:lnTo>
                  <a:pt x="31978" y="200660"/>
                </a:lnTo>
                <a:lnTo>
                  <a:pt x="36215" y="189230"/>
                </a:lnTo>
                <a:lnTo>
                  <a:pt x="48920" y="151130"/>
                </a:lnTo>
                <a:lnTo>
                  <a:pt x="133070" y="151130"/>
                </a:lnTo>
                <a:lnTo>
                  <a:pt x="120234" y="157480"/>
                </a:lnTo>
                <a:lnTo>
                  <a:pt x="112890" y="161289"/>
                </a:lnTo>
                <a:lnTo>
                  <a:pt x="110998" y="161289"/>
                </a:lnTo>
                <a:lnTo>
                  <a:pt x="107238" y="163830"/>
                </a:lnTo>
                <a:lnTo>
                  <a:pt x="101600" y="163830"/>
                </a:lnTo>
                <a:lnTo>
                  <a:pt x="99720" y="165100"/>
                </a:lnTo>
                <a:lnTo>
                  <a:pt x="92189" y="180339"/>
                </a:lnTo>
                <a:lnTo>
                  <a:pt x="92286" y="191769"/>
                </a:lnTo>
                <a:lnTo>
                  <a:pt x="92415" y="196850"/>
                </a:lnTo>
                <a:lnTo>
                  <a:pt x="69608" y="196850"/>
                </a:lnTo>
                <a:lnTo>
                  <a:pt x="67729" y="203200"/>
                </a:lnTo>
                <a:lnTo>
                  <a:pt x="63969" y="207010"/>
                </a:lnTo>
                <a:lnTo>
                  <a:pt x="62090" y="212089"/>
                </a:lnTo>
                <a:lnTo>
                  <a:pt x="57236" y="219710"/>
                </a:lnTo>
                <a:lnTo>
                  <a:pt x="51504" y="223519"/>
                </a:lnTo>
                <a:lnTo>
                  <a:pt x="45420" y="224789"/>
                </a:lnTo>
                <a:close/>
              </a:path>
              <a:path w="235585" h="264159">
                <a:moveTo>
                  <a:pt x="210220" y="242569"/>
                </a:moveTo>
                <a:lnTo>
                  <a:pt x="188137" y="242569"/>
                </a:lnTo>
                <a:lnTo>
                  <a:pt x="188137" y="240030"/>
                </a:lnTo>
                <a:lnTo>
                  <a:pt x="190030" y="240030"/>
                </a:lnTo>
                <a:lnTo>
                  <a:pt x="190030" y="171450"/>
                </a:lnTo>
                <a:lnTo>
                  <a:pt x="186791" y="163830"/>
                </a:lnTo>
                <a:lnTo>
                  <a:pt x="182499" y="160019"/>
                </a:lnTo>
                <a:lnTo>
                  <a:pt x="203200" y="160019"/>
                </a:lnTo>
                <a:lnTo>
                  <a:pt x="205079" y="163830"/>
                </a:lnTo>
                <a:lnTo>
                  <a:pt x="210220" y="242569"/>
                </a:lnTo>
                <a:close/>
              </a:path>
              <a:path w="235585" h="264159">
                <a:moveTo>
                  <a:pt x="182499" y="184150"/>
                </a:moveTo>
                <a:lnTo>
                  <a:pt x="165569" y="179069"/>
                </a:lnTo>
                <a:lnTo>
                  <a:pt x="182499" y="179069"/>
                </a:lnTo>
                <a:lnTo>
                  <a:pt x="182499" y="184150"/>
                </a:lnTo>
                <a:close/>
              </a:path>
              <a:path w="235585" h="264159">
                <a:moveTo>
                  <a:pt x="95948" y="255269"/>
                </a:moveTo>
                <a:lnTo>
                  <a:pt x="90309" y="252730"/>
                </a:lnTo>
                <a:lnTo>
                  <a:pt x="84658" y="252730"/>
                </a:lnTo>
                <a:lnTo>
                  <a:pt x="69608" y="242569"/>
                </a:lnTo>
                <a:lnTo>
                  <a:pt x="71488" y="232410"/>
                </a:lnTo>
                <a:lnTo>
                  <a:pt x="73375" y="224789"/>
                </a:lnTo>
                <a:lnTo>
                  <a:pt x="73645" y="219710"/>
                </a:lnTo>
                <a:lnTo>
                  <a:pt x="73740" y="212089"/>
                </a:lnTo>
                <a:lnTo>
                  <a:pt x="73380" y="199389"/>
                </a:lnTo>
                <a:lnTo>
                  <a:pt x="71488" y="199389"/>
                </a:lnTo>
                <a:lnTo>
                  <a:pt x="69608" y="196850"/>
                </a:lnTo>
                <a:lnTo>
                  <a:pt x="92415" y="196850"/>
                </a:lnTo>
                <a:lnTo>
                  <a:pt x="92512" y="200660"/>
                </a:lnTo>
                <a:lnTo>
                  <a:pt x="93364" y="213360"/>
                </a:lnTo>
                <a:lnTo>
                  <a:pt x="94568" y="226060"/>
                </a:lnTo>
                <a:lnTo>
                  <a:pt x="95948" y="238760"/>
                </a:lnTo>
                <a:lnTo>
                  <a:pt x="95948" y="255269"/>
                </a:lnTo>
                <a:close/>
              </a:path>
              <a:path w="235585" h="264159">
                <a:moveTo>
                  <a:pt x="173088" y="214630"/>
                </a:moveTo>
                <a:lnTo>
                  <a:pt x="167449" y="208280"/>
                </a:lnTo>
                <a:lnTo>
                  <a:pt x="161798" y="204469"/>
                </a:lnTo>
                <a:lnTo>
                  <a:pt x="159918" y="204469"/>
                </a:lnTo>
                <a:lnTo>
                  <a:pt x="156159" y="200660"/>
                </a:lnTo>
                <a:lnTo>
                  <a:pt x="180854" y="200660"/>
                </a:lnTo>
                <a:lnTo>
                  <a:pt x="184378" y="207010"/>
                </a:lnTo>
                <a:lnTo>
                  <a:pt x="180619" y="208280"/>
                </a:lnTo>
                <a:lnTo>
                  <a:pt x="173088" y="214630"/>
                </a:lnTo>
                <a:close/>
              </a:path>
              <a:path w="235585" h="264159">
                <a:moveTo>
                  <a:pt x="206959" y="264160"/>
                </a:moveTo>
                <a:lnTo>
                  <a:pt x="201307" y="262889"/>
                </a:lnTo>
                <a:lnTo>
                  <a:pt x="195668" y="262889"/>
                </a:lnTo>
                <a:lnTo>
                  <a:pt x="191909" y="260350"/>
                </a:lnTo>
                <a:lnTo>
                  <a:pt x="185204" y="255269"/>
                </a:lnTo>
                <a:lnTo>
                  <a:pt x="179204" y="248919"/>
                </a:lnTo>
                <a:lnTo>
                  <a:pt x="173912" y="242569"/>
                </a:lnTo>
                <a:lnTo>
                  <a:pt x="169329" y="236219"/>
                </a:lnTo>
                <a:lnTo>
                  <a:pt x="167449" y="234950"/>
                </a:lnTo>
                <a:lnTo>
                  <a:pt x="167449" y="228600"/>
                </a:lnTo>
                <a:lnTo>
                  <a:pt x="173088" y="232410"/>
                </a:lnTo>
                <a:lnTo>
                  <a:pt x="180619" y="236219"/>
                </a:lnTo>
                <a:lnTo>
                  <a:pt x="188137" y="242569"/>
                </a:lnTo>
                <a:lnTo>
                  <a:pt x="210220" y="242569"/>
                </a:lnTo>
                <a:lnTo>
                  <a:pt x="210635" y="248919"/>
                </a:lnTo>
                <a:lnTo>
                  <a:pt x="210718" y="255269"/>
                </a:lnTo>
                <a:lnTo>
                  <a:pt x="206959" y="260350"/>
                </a:lnTo>
                <a:lnTo>
                  <a:pt x="206959" y="2641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931477" y="6450622"/>
            <a:ext cx="131035" cy="1977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014359" y="6385217"/>
            <a:ext cx="236769" cy="29737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351033" y="6466890"/>
            <a:ext cx="141664" cy="15610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171854" y="6431394"/>
            <a:ext cx="209530" cy="22401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87286" y="6381750"/>
            <a:ext cx="241935" cy="287020"/>
          </a:xfrm>
          <a:custGeom>
            <a:avLst/>
            <a:gdLst/>
            <a:ahLst/>
            <a:cxnLst/>
            <a:rect l="l" t="t" r="r" b="b"/>
            <a:pathLst>
              <a:path w="241934" h="287020">
                <a:moveTo>
                  <a:pt x="198069" y="81279"/>
                </a:moveTo>
                <a:lnTo>
                  <a:pt x="128270" y="81279"/>
                </a:lnTo>
                <a:lnTo>
                  <a:pt x="132054" y="77470"/>
                </a:lnTo>
                <a:lnTo>
                  <a:pt x="133934" y="71120"/>
                </a:lnTo>
                <a:lnTo>
                  <a:pt x="139592" y="54610"/>
                </a:lnTo>
                <a:lnTo>
                  <a:pt x="145249" y="39370"/>
                </a:lnTo>
                <a:lnTo>
                  <a:pt x="150907" y="25400"/>
                </a:lnTo>
                <a:lnTo>
                  <a:pt x="158457" y="5079"/>
                </a:lnTo>
                <a:lnTo>
                  <a:pt x="158457" y="0"/>
                </a:lnTo>
                <a:lnTo>
                  <a:pt x="173545" y="6350"/>
                </a:lnTo>
                <a:lnTo>
                  <a:pt x="177317" y="16510"/>
                </a:lnTo>
                <a:lnTo>
                  <a:pt x="171665" y="20320"/>
                </a:lnTo>
                <a:lnTo>
                  <a:pt x="162847" y="31750"/>
                </a:lnTo>
                <a:lnTo>
                  <a:pt x="157746" y="45720"/>
                </a:lnTo>
                <a:lnTo>
                  <a:pt x="154417" y="60960"/>
                </a:lnTo>
                <a:lnTo>
                  <a:pt x="150914" y="76200"/>
                </a:lnTo>
                <a:lnTo>
                  <a:pt x="199961" y="76200"/>
                </a:lnTo>
                <a:lnTo>
                  <a:pt x="199961" y="77470"/>
                </a:lnTo>
                <a:lnTo>
                  <a:pt x="198069" y="81279"/>
                </a:lnTo>
                <a:close/>
              </a:path>
              <a:path w="241934" h="287020">
                <a:moveTo>
                  <a:pt x="25469" y="226059"/>
                </a:moveTo>
                <a:lnTo>
                  <a:pt x="0" y="191770"/>
                </a:lnTo>
                <a:lnTo>
                  <a:pt x="0" y="190500"/>
                </a:lnTo>
                <a:lnTo>
                  <a:pt x="1892" y="187959"/>
                </a:lnTo>
                <a:lnTo>
                  <a:pt x="1892" y="186690"/>
                </a:lnTo>
                <a:lnTo>
                  <a:pt x="10645" y="173990"/>
                </a:lnTo>
                <a:lnTo>
                  <a:pt x="19575" y="161290"/>
                </a:lnTo>
                <a:lnTo>
                  <a:pt x="28150" y="147320"/>
                </a:lnTo>
                <a:lnTo>
                  <a:pt x="35839" y="134620"/>
                </a:lnTo>
                <a:lnTo>
                  <a:pt x="39762" y="127000"/>
                </a:lnTo>
                <a:lnTo>
                  <a:pt x="43153" y="119379"/>
                </a:lnTo>
                <a:lnTo>
                  <a:pt x="46188" y="110489"/>
                </a:lnTo>
                <a:lnTo>
                  <a:pt x="49047" y="102870"/>
                </a:lnTo>
                <a:lnTo>
                  <a:pt x="50939" y="100329"/>
                </a:lnTo>
                <a:lnTo>
                  <a:pt x="47167" y="99060"/>
                </a:lnTo>
                <a:lnTo>
                  <a:pt x="47167" y="95250"/>
                </a:lnTo>
                <a:lnTo>
                  <a:pt x="39679" y="85089"/>
                </a:lnTo>
                <a:lnTo>
                  <a:pt x="36788" y="76200"/>
                </a:lnTo>
                <a:lnTo>
                  <a:pt x="38141" y="66039"/>
                </a:lnTo>
                <a:lnTo>
                  <a:pt x="64344" y="30479"/>
                </a:lnTo>
                <a:lnTo>
                  <a:pt x="81675" y="22860"/>
                </a:lnTo>
                <a:lnTo>
                  <a:pt x="88896" y="22860"/>
                </a:lnTo>
                <a:lnTo>
                  <a:pt x="95055" y="25400"/>
                </a:lnTo>
                <a:lnTo>
                  <a:pt x="99974" y="29210"/>
                </a:lnTo>
                <a:lnTo>
                  <a:pt x="105638" y="36829"/>
                </a:lnTo>
                <a:lnTo>
                  <a:pt x="105638" y="40639"/>
                </a:lnTo>
                <a:lnTo>
                  <a:pt x="96202" y="44450"/>
                </a:lnTo>
                <a:lnTo>
                  <a:pt x="87571" y="48260"/>
                </a:lnTo>
                <a:lnTo>
                  <a:pt x="80881" y="53339"/>
                </a:lnTo>
                <a:lnTo>
                  <a:pt x="75251" y="59689"/>
                </a:lnTo>
                <a:lnTo>
                  <a:pt x="69799" y="67310"/>
                </a:lnTo>
                <a:lnTo>
                  <a:pt x="67906" y="72389"/>
                </a:lnTo>
                <a:lnTo>
                  <a:pt x="67906" y="77470"/>
                </a:lnTo>
                <a:lnTo>
                  <a:pt x="77342" y="83820"/>
                </a:lnTo>
                <a:lnTo>
                  <a:pt x="79235" y="87629"/>
                </a:lnTo>
                <a:lnTo>
                  <a:pt x="81114" y="88900"/>
                </a:lnTo>
                <a:lnTo>
                  <a:pt x="91343" y="101600"/>
                </a:lnTo>
                <a:lnTo>
                  <a:pt x="96443" y="111760"/>
                </a:lnTo>
                <a:lnTo>
                  <a:pt x="96238" y="123190"/>
                </a:lnTo>
                <a:lnTo>
                  <a:pt x="90550" y="135890"/>
                </a:lnTo>
                <a:lnTo>
                  <a:pt x="101866" y="140970"/>
                </a:lnTo>
                <a:lnTo>
                  <a:pt x="132676" y="140970"/>
                </a:lnTo>
                <a:lnTo>
                  <a:pt x="130162" y="143509"/>
                </a:lnTo>
                <a:lnTo>
                  <a:pt x="128270" y="143509"/>
                </a:lnTo>
                <a:lnTo>
                  <a:pt x="126390" y="144779"/>
                </a:lnTo>
                <a:lnTo>
                  <a:pt x="81114" y="144779"/>
                </a:lnTo>
                <a:lnTo>
                  <a:pt x="64134" y="173990"/>
                </a:lnTo>
                <a:lnTo>
                  <a:pt x="62255" y="175259"/>
                </a:lnTo>
                <a:lnTo>
                  <a:pt x="62255" y="179070"/>
                </a:lnTo>
                <a:lnTo>
                  <a:pt x="64134" y="182879"/>
                </a:lnTo>
                <a:lnTo>
                  <a:pt x="64134" y="186690"/>
                </a:lnTo>
                <a:lnTo>
                  <a:pt x="66027" y="191770"/>
                </a:lnTo>
                <a:lnTo>
                  <a:pt x="66027" y="195579"/>
                </a:lnTo>
                <a:lnTo>
                  <a:pt x="61573" y="219709"/>
                </a:lnTo>
                <a:lnTo>
                  <a:pt x="37731" y="219709"/>
                </a:lnTo>
                <a:lnTo>
                  <a:pt x="31245" y="224790"/>
                </a:lnTo>
                <a:lnTo>
                  <a:pt x="25469" y="226059"/>
                </a:lnTo>
                <a:close/>
              </a:path>
              <a:path w="241934" h="287020">
                <a:moveTo>
                  <a:pt x="199961" y="76200"/>
                </a:moveTo>
                <a:lnTo>
                  <a:pt x="150914" y="76200"/>
                </a:lnTo>
                <a:lnTo>
                  <a:pt x="158284" y="73660"/>
                </a:lnTo>
                <a:lnTo>
                  <a:pt x="173725" y="68579"/>
                </a:lnTo>
                <a:lnTo>
                  <a:pt x="181089" y="67310"/>
                </a:lnTo>
                <a:lnTo>
                  <a:pt x="184861" y="64770"/>
                </a:lnTo>
                <a:lnTo>
                  <a:pt x="190525" y="64770"/>
                </a:lnTo>
                <a:lnTo>
                  <a:pt x="192417" y="67310"/>
                </a:lnTo>
                <a:lnTo>
                  <a:pt x="196189" y="68579"/>
                </a:lnTo>
                <a:lnTo>
                  <a:pt x="199961" y="72389"/>
                </a:lnTo>
                <a:lnTo>
                  <a:pt x="199961" y="76200"/>
                </a:lnTo>
                <a:close/>
              </a:path>
              <a:path w="241934" h="287020">
                <a:moveTo>
                  <a:pt x="132676" y="140970"/>
                </a:moveTo>
                <a:lnTo>
                  <a:pt x="101866" y="140970"/>
                </a:lnTo>
                <a:lnTo>
                  <a:pt x="118846" y="130809"/>
                </a:lnTo>
                <a:lnTo>
                  <a:pt x="115484" y="121920"/>
                </a:lnTo>
                <a:lnTo>
                  <a:pt x="117428" y="114300"/>
                </a:lnTo>
                <a:lnTo>
                  <a:pt x="121495" y="106679"/>
                </a:lnTo>
                <a:lnTo>
                  <a:pt x="124498" y="99060"/>
                </a:lnTo>
                <a:lnTo>
                  <a:pt x="111302" y="99060"/>
                </a:lnTo>
                <a:lnTo>
                  <a:pt x="105638" y="96520"/>
                </a:lnTo>
                <a:lnTo>
                  <a:pt x="101866" y="95250"/>
                </a:lnTo>
                <a:lnTo>
                  <a:pt x="96202" y="91439"/>
                </a:lnTo>
                <a:lnTo>
                  <a:pt x="92430" y="87629"/>
                </a:lnTo>
                <a:lnTo>
                  <a:pt x="92430" y="85089"/>
                </a:lnTo>
                <a:lnTo>
                  <a:pt x="94322" y="85089"/>
                </a:lnTo>
                <a:lnTo>
                  <a:pt x="101104" y="83820"/>
                </a:lnTo>
                <a:lnTo>
                  <a:pt x="113952" y="82550"/>
                </a:lnTo>
                <a:lnTo>
                  <a:pt x="120726" y="81279"/>
                </a:lnTo>
                <a:lnTo>
                  <a:pt x="194297" y="81279"/>
                </a:lnTo>
                <a:lnTo>
                  <a:pt x="154686" y="92710"/>
                </a:lnTo>
                <a:lnTo>
                  <a:pt x="147142" y="92710"/>
                </a:lnTo>
                <a:lnTo>
                  <a:pt x="145249" y="95250"/>
                </a:lnTo>
                <a:lnTo>
                  <a:pt x="143370" y="100329"/>
                </a:lnTo>
                <a:lnTo>
                  <a:pt x="139598" y="107950"/>
                </a:lnTo>
                <a:lnTo>
                  <a:pt x="137706" y="113029"/>
                </a:lnTo>
                <a:lnTo>
                  <a:pt x="133934" y="120650"/>
                </a:lnTo>
                <a:lnTo>
                  <a:pt x="182963" y="120650"/>
                </a:lnTo>
                <a:lnTo>
                  <a:pt x="192417" y="123190"/>
                </a:lnTo>
                <a:lnTo>
                  <a:pt x="199961" y="124459"/>
                </a:lnTo>
                <a:lnTo>
                  <a:pt x="207505" y="128270"/>
                </a:lnTo>
                <a:lnTo>
                  <a:pt x="207505" y="132079"/>
                </a:lnTo>
                <a:lnTo>
                  <a:pt x="152793" y="132079"/>
                </a:lnTo>
                <a:lnTo>
                  <a:pt x="152793" y="135890"/>
                </a:lnTo>
                <a:lnTo>
                  <a:pt x="143370" y="135890"/>
                </a:lnTo>
                <a:lnTo>
                  <a:pt x="137706" y="138429"/>
                </a:lnTo>
                <a:lnTo>
                  <a:pt x="133934" y="139700"/>
                </a:lnTo>
                <a:lnTo>
                  <a:pt x="132676" y="140970"/>
                </a:lnTo>
                <a:close/>
              </a:path>
              <a:path w="241934" h="287020">
                <a:moveTo>
                  <a:pt x="182963" y="120650"/>
                </a:moveTo>
                <a:lnTo>
                  <a:pt x="133934" y="120650"/>
                </a:lnTo>
                <a:lnTo>
                  <a:pt x="149173" y="118110"/>
                </a:lnTo>
                <a:lnTo>
                  <a:pt x="163880" y="118110"/>
                </a:lnTo>
                <a:lnTo>
                  <a:pt x="178236" y="119379"/>
                </a:lnTo>
                <a:lnTo>
                  <a:pt x="182963" y="120650"/>
                </a:lnTo>
                <a:close/>
              </a:path>
              <a:path w="241934" h="287020">
                <a:moveTo>
                  <a:pt x="202476" y="167640"/>
                </a:moveTo>
                <a:lnTo>
                  <a:pt x="152793" y="167640"/>
                </a:lnTo>
                <a:lnTo>
                  <a:pt x="179209" y="140970"/>
                </a:lnTo>
                <a:lnTo>
                  <a:pt x="182981" y="135890"/>
                </a:lnTo>
                <a:lnTo>
                  <a:pt x="179209" y="132079"/>
                </a:lnTo>
                <a:lnTo>
                  <a:pt x="207505" y="132079"/>
                </a:lnTo>
                <a:lnTo>
                  <a:pt x="207575" y="139700"/>
                </a:lnTo>
                <a:lnTo>
                  <a:pt x="207855" y="144779"/>
                </a:lnTo>
                <a:lnTo>
                  <a:pt x="206086" y="149859"/>
                </a:lnTo>
                <a:lnTo>
                  <a:pt x="202197" y="154940"/>
                </a:lnTo>
                <a:lnTo>
                  <a:pt x="196189" y="158750"/>
                </a:lnTo>
                <a:lnTo>
                  <a:pt x="194297" y="158750"/>
                </a:lnTo>
                <a:lnTo>
                  <a:pt x="190525" y="162559"/>
                </a:lnTo>
                <a:lnTo>
                  <a:pt x="194297" y="163829"/>
                </a:lnTo>
                <a:lnTo>
                  <a:pt x="198069" y="163829"/>
                </a:lnTo>
                <a:lnTo>
                  <a:pt x="199961" y="166370"/>
                </a:lnTo>
                <a:lnTo>
                  <a:pt x="202476" y="167640"/>
                </a:lnTo>
                <a:close/>
              </a:path>
              <a:path w="241934" h="287020">
                <a:moveTo>
                  <a:pt x="208448" y="171450"/>
                </a:moveTo>
                <a:lnTo>
                  <a:pt x="128270" y="171450"/>
                </a:lnTo>
                <a:lnTo>
                  <a:pt x="135672" y="167640"/>
                </a:lnTo>
                <a:lnTo>
                  <a:pt x="140773" y="160020"/>
                </a:lnTo>
                <a:lnTo>
                  <a:pt x="143396" y="148590"/>
                </a:lnTo>
                <a:lnTo>
                  <a:pt x="143370" y="135890"/>
                </a:lnTo>
                <a:lnTo>
                  <a:pt x="152793" y="135890"/>
                </a:lnTo>
                <a:lnTo>
                  <a:pt x="152793" y="154940"/>
                </a:lnTo>
                <a:lnTo>
                  <a:pt x="149021" y="166370"/>
                </a:lnTo>
                <a:lnTo>
                  <a:pt x="150914" y="166370"/>
                </a:lnTo>
                <a:lnTo>
                  <a:pt x="150914" y="167640"/>
                </a:lnTo>
                <a:lnTo>
                  <a:pt x="202476" y="167640"/>
                </a:lnTo>
                <a:lnTo>
                  <a:pt x="207505" y="170179"/>
                </a:lnTo>
                <a:lnTo>
                  <a:pt x="208448" y="171450"/>
                </a:lnTo>
                <a:close/>
              </a:path>
              <a:path w="241934" h="287020">
                <a:moveTo>
                  <a:pt x="210019" y="180340"/>
                </a:moveTo>
                <a:lnTo>
                  <a:pt x="96202" y="180340"/>
                </a:lnTo>
                <a:lnTo>
                  <a:pt x="92257" y="171450"/>
                </a:lnTo>
                <a:lnTo>
                  <a:pt x="85067" y="153670"/>
                </a:lnTo>
                <a:lnTo>
                  <a:pt x="81114" y="144779"/>
                </a:lnTo>
                <a:lnTo>
                  <a:pt x="126390" y="144779"/>
                </a:lnTo>
                <a:lnTo>
                  <a:pt x="126390" y="151129"/>
                </a:lnTo>
                <a:lnTo>
                  <a:pt x="118846" y="151129"/>
                </a:lnTo>
                <a:lnTo>
                  <a:pt x="103758" y="156209"/>
                </a:lnTo>
                <a:lnTo>
                  <a:pt x="101866" y="158750"/>
                </a:lnTo>
                <a:lnTo>
                  <a:pt x="105638" y="163829"/>
                </a:lnTo>
                <a:lnTo>
                  <a:pt x="109410" y="175259"/>
                </a:lnTo>
                <a:lnTo>
                  <a:pt x="113182" y="176529"/>
                </a:lnTo>
                <a:lnTo>
                  <a:pt x="210962" y="176529"/>
                </a:lnTo>
                <a:lnTo>
                  <a:pt x="210019" y="180340"/>
                </a:lnTo>
                <a:close/>
              </a:path>
              <a:path w="241934" h="287020">
                <a:moveTo>
                  <a:pt x="210962" y="176529"/>
                </a:moveTo>
                <a:lnTo>
                  <a:pt x="113182" y="176529"/>
                </a:lnTo>
                <a:lnTo>
                  <a:pt x="122618" y="173990"/>
                </a:lnTo>
                <a:lnTo>
                  <a:pt x="118846" y="158750"/>
                </a:lnTo>
                <a:lnTo>
                  <a:pt x="118846" y="151129"/>
                </a:lnTo>
                <a:lnTo>
                  <a:pt x="126390" y="151129"/>
                </a:lnTo>
                <a:lnTo>
                  <a:pt x="126390" y="156209"/>
                </a:lnTo>
                <a:lnTo>
                  <a:pt x="128270" y="163829"/>
                </a:lnTo>
                <a:lnTo>
                  <a:pt x="128270" y="171450"/>
                </a:lnTo>
                <a:lnTo>
                  <a:pt x="208448" y="171450"/>
                </a:lnTo>
                <a:lnTo>
                  <a:pt x="211277" y="175259"/>
                </a:lnTo>
                <a:lnTo>
                  <a:pt x="210962" y="176529"/>
                </a:lnTo>
                <a:close/>
              </a:path>
              <a:path w="241934" h="287020">
                <a:moveTo>
                  <a:pt x="83007" y="214629"/>
                </a:moveTo>
                <a:lnTo>
                  <a:pt x="77342" y="207009"/>
                </a:lnTo>
                <a:lnTo>
                  <a:pt x="73011" y="200659"/>
                </a:lnTo>
                <a:lnTo>
                  <a:pt x="70977" y="194309"/>
                </a:lnTo>
                <a:lnTo>
                  <a:pt x="70710" y="187959"/>
                </a:lnTo>
                <a:lnTo>
                  <a:pt x="71678" y="180340"/>
                </a:lnTo>
                <a:lnTo>
                  <a:pt x="71678" y="179070"/>
                </a:lnTo>
                <a:lnTo>
                  <a:pt x="90550" y="179070"/>
                </a:lnTo>
                <a:lnTo>
                  <a:pt x="96202" y="180340"/>
                </a:lnTo>
                <a:lnTo>
                  <a:pt x="210019" y="180340"/>
                </a:lnTo>
                <a:lnTo>
                  <a:pt x="207505" y="190500"/>
                </a:lnTo>
                <a:lnTo>
                  <a:pt x="201841" y="191770"/>
                </a:lnTo>
                <a:lnTo>
                  <a:pt x="188645" y="191770"/>
                </a:lnTo>
                <a:lnTo>
                  <a:pt x="181089" y="194309"/>
                </a:lnTo>
                <a:lnTo>
                  <a:pt x="173545" y="194309"/>
                </a:lnTo>
                <a:lnTo>
                  <a:pt x="165558" y="196850"/>
                </a:lnTo>
                <a:lnTo>
                  <a:pt x="160441" y="201929"/>
                </a:lnTo>
                <a:lnTo>
                  <a:pt x="133934" y="201929"/>
                </a:lnTo>
                <a:lnTo>
                  <a:pt x="128270" y="203200"/>
                </a:lnTo>
                <a:lnTo>
                  <a:pt x="122618" y="203200"/>
                </a:lnTo>
                <a:lnTo>
                  <a:pt x="103758" y="209550"/>
                </a:lnTo>
                <a:lnTo>
                  <a:pt x="98094" y="210820"/>
                </a:lnTo>
                <a:lnTo>
                  <a:pt x="83007" y="214629"/>
                </a:lnTo>
                <a:close/>
              </a:path>
              <a:path w="241934" h="287020">
                <a:moveTo>
                  <a:pt x="204104" y="261620"/>
                </a:moveTo>
                <a:lnTo>
                  <a:pt x="177317" y="261620"/>
                </a:lnTo>
                <a:lnTo>
                  <a:pt x="166001" y="238759"/>
                </a:lnTo>
                <a:lnTo>
                  <a:pt x="162229" y="237490"/>
                </a:lnTo>
                <a:lnTo>
                  <a:pt x="160350" y="237490"/>
                </a:lnTo>
                <a:lnTo>
                  <a:pt x="144814" y="234950"/>
                </a:lnTo>
                <a:lnTo>
                  <a:pt x="136531" y="229870"/>
                </a:lnTo>
                <a:lnTo>
                  <a:pt x="133553" y="222250"/>
                </a:lnTo>
                <a:lnTo>
                  <a:pt x="133807" y="212090"/>
                </a:lnTo>
                <a:lnTo>
                  <a:pt x="133934" y="201929"/>
                </a:lnTo>
                <a:lnTo>
                  <a:pt x="160441" y="201929"/>
                </a:lnTo>
                <a:lnTo>
                  <a:pt x="159162" y="203200"/>
                </a:lnTo>
                <a:lnTo>
                  <a:pt x="155243" y="209550"/>
                </a:lnTo>
                <a:lnTo>
                  <a:pt x="154686" y="218440"/>
                </a:lnTo>
                <a:lnTo>
                  <a:pt x="241465" y="218440"/>
                </a:lnTo>
                <a:lnTo>
                  <a:pt x="237680" y="223520"/>
                </a:lnTo>
                <a:lnTo>
                  <a:pt x="203258" y="223520"/>
                </a:lnTo>
                <a:lnTo>
                  <a:pt x="192944" y="226059"/>
                </a:lnTo>
                <a:lnTo>
                  <a:pt x="182981" y="229870"/>
                </a:lnTo>
                <a:lnTo>
                  <a:pt x="188964" y="238759"/>
                </a:lnTo>
                <a:lnTo>
                  <a:pt x="195478" y="248920"/>
                </a:lnTo>
                <a:lnTo>
                  <a:pt x="202344" y="259079"/>
                </a:lnTo>
                <a:lnTo>
                  <a:pt x="204104" y="261620"/>
                </a:lnTo>
                <a:close/>
              </a:path>
              <a:path w="241934" h="287020">
                <a:moveTo>
                  <a:pt x="241465" y="218440"/>
                </a:moveTo>
                <a:lnTo>
                  <a:pt x="160350" y="218440"/>
                </a:lnTo>
                <a:lnTo>
                  <a:pt x="162229" y="215900"/>
                </a:lnTo>
                <a:lnTo>
                  <a:pt x="174994" y="210820"/>
                </a:lnTo>
                <a:lnTo>
                  <a:pt x="187934" y="207009"/>
                </a:lnTo>
                <a:lnTo>
                  <a:pt x="201227" y="204470"/>
                </a:lnTo>
                <a:lnTo>
                  <a:pt x="215049" y="203200"/>
                </a:lnTo>
                <a:lnTo>
                  <a:pt x="241465" y="212090"/>
                </a:lnTo>
                <a:lnTo>
                  <a:pt x="241465" y="218440"/>
                </a:lnTo>
                <a:close/>
              </a:path>
              <a:path w="241934" h="287020">
                <a:moveTo>
                  <a:pt x="49047" y="287020"/>
                </a:moveTo>
                <a:lnTo>
                  <a:pt x="38377" y="284479"/>
                </a:lnTo>
                <a:lnTo>
                  <a:pt x="31599" y="280670"/>
                </a:lnTo>
                <a:lnTo>
                  <a:pt x="28357" y="273050"/>
                </a:lnTo>
                <a:lnTo>
                  <a:pt x="28295" y="262890"/>
                </a:lnTo>
                <a:lnTo>
                  <a:pt x="30830" y="252729"/>
                </a:lnTo>
                <a:lnTo>
                  <a:pt x="33013" y="242570"/>
                </a:lnTo>
                <a:lnTo>
                  <a:pt x="35196" y="231140"/>
                </a:lnTo>
                <a:lnTo>
                  <a:pt x="37731" y="219709"/>
                </a:lnTo>
                <a:lnTo>
                  <a:pt x="61573" y="219709"/>
                </a:lnTo>
                <a:lnTo>
                  <a:pt x="57773" y="240029"/>
                </a:lnTo>
                <a:lnTo>
                  <a:pt x="54091" y="260350"/>
                </a:lnTo>
                <a:lnTo>
                  <a:pt x="50939" y="281940"/>
                </a:lnTo>
                <a:lnTo>
                  <a:pt x="49047" y="283209"/>
                </a:lnTo>
                <a:lnTo>
                  <a:pt x="49047" y="287020"/>
                </a:lnTo>
                <a:close/>
              </a:path>
              <a:path w="241934" h="287020">
                <a:moveTo>
                  <a:pt x="235800" y="229870"/>
                </a:moveTo>
                <a:lnTo>
                  <a:pt x="230136" y="229870"/>
                </a:lnTo>
                <a:lnTo>
                  <a:pt x="226364" y="227329"/>
                </a:lnTo>
                <a:lnTo>
                  <a:pt x="214280" y="223520"/>
                </a:lnTo>
                <a:lnTo>
                  <a:pt x="237680" y="223520"/>
                </a:lnTo>
                <a:lnTo>
                  <a:pt x="235800" y="229870"/>
                </a:lnTo>
                <a:close/>
              </a:path>
              <a:path w="241934" h="287020">
                <a:moveTo>
                  <a:pt x="209384" y="285750"/>
                </a:moveTo>
                <a:lnTo>
                  <a:pt x="198069" y="285750"/>
                </a:lnTo>
                <a:lnTo>
                  <a:pt x="159164" y="275590"/>
                </a:lnTo>
                <a:lnTo>
                  <a:pt x="141035" y="267970"/>
                </a:lnTo>
                <a:lnTo>
                  <a:pt x="124498" y="257809"/>
                </a:lnTo>
                <a:lnTo>
                  <a:pt x="119135" y="254000"/>
                </a:lnTo>
                <a:lnTo>
                  <a:pt x="109121" y="245109"/>
                </a:lnTo>
                <a:lnTo>
                  <a:pt x="103758" y="241300"/>
                </a:lnTo>
                <a:lnTo>
                  <a:pt x="99974" y="237490"/>
                </a:lnTo>
                <a:lnTo>
                  <a:pt x="99974" y="226059"/>
                </a:lnTo>
                <a:lnTo>
                  <a:pt x="109410" y="226059"/>
                </a:lnTo>
                <a:lnTo>
                  <a:pt x="113182" y="229870"/>
                </a:lnTo>
                <a:lnTo>
                  <a:pt x="115074" y="233679"/>
                </a:lnTo>
                <a:lnTo>
                  <a:pt x="128191" y="245109"/>
                </a:lnTo>
                <a:lnTo>
                  <a:pt x="142190" y="252729"/>
                </a:lnTo>
                <a:lnTo>
                  <a:pt x="157249" y="259079"/>
                </a:lnTo>
                <a:lnTo>
                  <a:pt x="173545" y="261620"/>
                </a:lnTo>
                <a:lnTo>
                  <a:pt x="204104" y="261620"/>
                </a:lnTo>
                <a:lnTo>
                  <a:pt x="209384" y="269240"/>
                </a:lnTo>
                <a:lnTo>
                  <a:pt x="211277" y="273050"/>
                </a:lnTo>
                <a:lnTo>
                  <a:pt x="211277" y="280670"/>
                </a:lnTo>
                <a:lnTo>
                  <a:pt x="209384" y="283209"/>
                </a:lnTo>
                <a:lnTo>
                  <a:pt x="209384" y="2857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53580" y="6606463"/>
            <a:ext cx="29209" cy="80645"/>
          </a:xfrm>
          <a:custGeom>
            <a:avLst/>
            <a:gdLst/>
            <a:ahLst/>
            <a:cxnLst/>
            <a:rect l="l" t="t" r="r" b="b"/>
            <a:pathLst>
              <a:path w="29209" h="80645">
                <a:moveTo>
                  <a:pt x="16878" y="80251"/>
                </a:moveTo>
                <a:lnTo>
                  <a:pt x="11252" y="76517"/>
                </a:lnTo>
                <a:lnTo>
                  <a:pt x="3759" y="72783"/>
                </a:lnTo>
                <a:lnTo>
                  <a:pt x="0" y="69049"/>
                </a:lnTo>
                <a:lnTo>
                  <a:pt x="116" y="64880"/>
                </a:lnTo>
                <a:lnTo>
                  <a:pt x="4219" y="49600"/>
                </a:lnTo>
                <a:lnTo>
                  <a:pt x="8439" y="33358"/>
                </a:lnTo>
                <a:lnTo>
                  <a:pt x="12658" y="16765"/>
                </a:lnTo>
                <a:lnTo>
                  <a:pt x="16878" y="0"/>
                </a:lnTo>
                <a:lnTo>
                  <a:pt x="23647" y="4251"/>
                </a:lnTo>
                <a:lnTo>
                  <a:pt x="27428" y="8856"/>
                </a:lnTo>
                <a:lnTo>
                  <a:pt x="28747" y="14164"/>
                </a:lnTo>
                <a:lnTo>
                  <a:pt x="28130" y="20523"/>
                </a:lnTo>
                <a:lnTo>
                  <a:pt x="24527" y="34843"/>
                </a:lnTo>
                <a:lnTo>
                  <a:pt x="21804" y="49687"/>
                </a:lnTo>
                <a:lnTo>
                  <a:pt x="19358" y="65316"/>
                </a:lnTo>
                <a:lnTo>
                  <a:pt x="16878" y="8025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916328" y="6468922"/>
            <a:ext cx="157970" cy="13956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501914" y="6445298"/>
            <a:ext cx="182330" cy="18338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xfrm>
            <a:off x="1685289" y="205917"/>
            <a:ext cx="5285740" cy="6343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016000" algn="l"/>
              </a:tabLst>
            </a:pPr>
            <a:r>
              <a:rPr u="none" spc="-5" dirty="0"/>
              <a:t>1.4	</a:t>
            </a:r>
            <a:r>
              <a:rPr u="none" dirty="0"/>
              <a:t>Java</a:t>
            </a:r>
            <a:r>
              <a:rPr u="none" dirty="0">
                <a:latin typeface="宋体"/>
                <a:cs typeface="宋体"/>
              </a:rPr>
              <a:t>应用程序实</a:t>
            </a:r>
            <a:r>
              <a:rPr u="none" spc="-25" dirty="0">
                <a:latin typeface="宋体"/>
                <a:cs typeface="宋体"/>
              </a:rPr>
              <a:t>例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6</a:t>
            </a:fld>
            <a:endParaRPr spc="-5" dirty="0"/>
          </a:p>
        </p:txBody>
      </p:sp>
      <p:sp>
        <p:nvSpPr>
          <p:cNvPr id="21" name="object 21"/>
          <p:cNvSpPr txBox="1"/>
          <p:nvPr/>
        </p:nvSpPr>
        <p:spPr>
          <a:xfrm>
            <a:off x="993775" y="1733550"/>
            <a:ext cx="9323070" cy="30137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4615"/>
              </a:lnSpc>
              <a:spcBef>
                <a:spcPts val="95"/>
              </a:spcBef>
            </a:pPr>
            <a:r>
              <a:rPr sz="4000" spc="-5" dirty="0">
                <a:latin typeface="Georgia"/>
                <a:cs typeface="Georgia"/>
              </a:rPr>
              <a:t>Java</a:t>
            </a:r>
            <a:r>
              <a:rPr sz="4000" dirty="0">
                <a:latin typeface="宋体"/>
                <a:cs typeface="宋体"/>
              </a:rPr>
              <a:t>应用程</a:t>
            </a:r>
            <a:r>
              <a:rPr sz="4000" spc="-5" dirty="0">
                <a:latin typeface="宋体"/>
                <a:cs typeface="宋体"/>
              </a:rPr>
              <a:t>序</a:t>
            </a:r>
            <a:endParaRPr sz="4000">
              <a:latin typeface="宋体"/>
              <a:cs typeface="宋体"/>
            </a:endParaRPr>
          </a:p>
          <a:p>
            <a:pPr marL="698500" marR="5080" indent="-228600" algn="just">
              <a:lnSpc>
                <a:spcPct val="79700"/>
              </a:lnSpc>
              <a:spcBef>
                <a:spcPts val="695"/>
              </a:spcBef>
              <a:buFont typeface="Arial"/>
              <a:buChar char="•"/>
              <a:tabLst>
                <a:tab pos="698500" algn="l"/>
              </a:tabLst>
            </a:pPr>
            <a:r>
              <a:rPr sz="3600" dirty="0">
                <a:latin typeface="宋体"/>
                <a:cs typeface="宋体"/>
              </a:rPr>
              <a:t>编写</a:t>
            </a:r>
            <a:r>
              <a:rPr sz="3600" spc="-5" dirty="0">
                <a:latin typeface="Georgia"/>
                <a:cs typeface="Georgia"/>
              </a:rPr>
              <a:t>java</a:t>
            </a:r>
            <a:r>
              <a:rPr sz="3600" dirty="0">
                <a:latin typeface="宋体"/>
                <a:cs typeface="宋体"/>
              </a:rPr>
              <a:t>源文件，一个</a:t>
            </a:r>
            <a:r>
              <a:rPr sz="3600" spc="-5" dirty="0">
                <a:latin typeface="Georgia"/>
                <a:cs typeface="Georgia"/>
              </a:rPr>
              <a:t>java</a:t>
            </a:r>
            <a:r>
              <a:rPr sz="3600" dirty="0">
                <a:latin typeface="宋体"/>
                <a:cs typeface="宋体"/>
              </a:rPr>
              <a:t>文件中</a:t>
            </a:r>
            <a:r>
              <a:rPr sz="3600" spc="-1000" dirty="0">
                <a:latin typeface="宋体"/>
                <a:cs typeface="宋体"/>
              </a:rPr>
              <a:t> </a:t>
            </a:r>
            <a:r>
              <a:rPr sz="3600" dirty="0">
                <a:latin typeface="宋体"/>
                <a:cs typeface="宋体"/>
              </a:rPr>
              <a:t>包含多个 </a:t>
            </a:r>
            <a:r>
              <a:rPr sz="3600" dirty="0">
                <a:latin typeface="Georgia"/>
                <a:cs typeface="Georgia"/>
              </a:rPr>
              <a:t>Java</a:t>
            </a:r>
            <a:r>
              <a:rPr sz="3600" dirty="0">
                <a:latin typeface="宋体"/>
                <a:cs typeface="宋体"/>
              </a:rPr>
              <a:t>类，必须有一个</a:t>
            </a:r>
            <a:r>
              <a:rPr sz="3600" spc="-5" dirty="0">
                <a:latin typeface="Georgia"/>
                <a:cs typeface="Georgia"/>
              </a:rPr>
              <a:t>public</a:t>
            </a:r>
            <a:r>
              <a:rPr sz="3600" spc="-65" dirty="0">
                <a:latin typeface="Georgia"/>
                <a:cs typeface="Georgia"/>
              </a:rPr>
              <a:t> </a:t>
            </a:r>
            <a:r>
              <a:rPr sz="3600" dirty="0">
                <a:latin typeface="宋体"/>
                <a:cs typeface="宋体"/>
              </a:rPr>
              <a:t>类与</a:t>
            </a:r>
            <a:r>
              <a:rPr sz="3600" spc="-5" dirty="0">
                <a:latin typeface="Georgia"/>
                <a:cs typeface="Georgia"/>
              </a:rPr>
              <a:t>java</a:t>
            </a:r>
            <a:r>
              <a:rPr sz="3600" dirty="0">
                <a:latin typeface="宋体"/>
                <a:cs typeface="宋体"/>
              </a:rPr>
              <a:t>文件同 名。</a:t>
            </a:r>
            <a:endParaRPr sz="3600">
              <a:latin typeface="宋体"/>
              <a:cs typeface="宋体"/>
            </a:endParaRPr>
          </a:p>
          <a:p>
            <a:pPr marL="698500" indent="-228600" algn="just">
              <a:lnSpc>
                <a:spcPts val="3779"/>
              </a:lnSpc>
              <a:buFont typeface="Arial"/>
              <a:buChar char="•"/>
              <a:tabLst>
                <a:tab pos="698500" algn="l"/>
              </a:tabLst>
            </a:pPr>
            <a:r>
              <a:rPr sz="3600" dirty="0">
                <a:latin typeface="宋体"/>
                <a:cs typeface="宋体"/>
              </a:rPr>
              <a:t>类中的</a:t>
            </a:r>
            <a:r>
              <a:rPr sz="3600" spc="-5" dirty="0">
                <a:latin typeface="Georgia"/>
                <a:cs typeface="Georgia"/>
              </a:rPr>
              <a:t>main()</a:t>
            </a:r>
            <a:r>
              <a:rPr sz="3600" dirty="0">
                <a:latin typeface="宋体"/>
                <a:cs typeface="宋体"/>
              </a:rPr>
              <a:t>方法是程序执行的入口</a:t>
            </a:r>
            <a:endParaRPr sz="3600">
              <a:latin typeface="宋体"/>
              <a:cs typeface="宋体"/>
            </a:endParaRPr>
          </a:p>
          <a:p>
            <a:pPr marL="812800" indent="-342900" algn="just">
              <a:lnSpc>
                <a:spcPts val="4120"/>
              </a:lnSpc>
              <a:buFont typeface="Arial"/>
              <a:buChar char="•"/>
              <a:tabLst>
                <a:tab pos="812800" algn="l"/>
              </a:tabLst>
            </a:pPr>
            <a:r>
              <a:rPr sz="3600" spc="-5" dirty="0">
                <a:latin typeface="Times New Roman"/>
                <a:cs typeface="Times New Roman"/>
              </a:rPr>
              <a:t>//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宋体"/>
                <a:cs typeface="宋体"/>
              </a:rPr>
              <a:t>单行注释</a:t>
            </a:r>
            <a:r>
              <a:rPr sz="3600" spc="894" dirty="0">
                <a:latin typeface="宋体"/>
                <a:cs typeface="宋体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/*</a:t>
            </a:r>
            <a:r>
              <a:rPr sz="3600" spc="1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*/</a:t>
            </a:r>
            <a:r>
              <a:rPr sz="3600" dirty="0">
                <a:latin typeface="宋体"/>
                <a:cs typeface="宋体"/>
              </a:rPr>
              <a:t>多行注释</a:t>
            </a:r>
            <a:endParaRPr sz="36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149063" y="6181725"/>
            <a:ext cx="726440" cy="676275"/>
          </a:xfrm>
          <a:custGeom>
            <a:avLst/>
            <a:gdLst/>
            <a:ahLst/>
            <a:cxnLst/>
            <a:rect l="l" t="t" r="r" b="b"/>
            <a:pathLst>
              <a:path w="726440" h="676275">
                <a:moveTo>
                  <a:pt x="12700" y="676275"/>
                </a:moveTo>
                <a:lnTo>
                  <a:pt x="0" y="676275"/>
                </a:lnTo>
                <a:lnTo>
                  <a:pt x="0" y="0"/>
                </a:lnTo>
                <a:lnTo>
                  <a:pt x="725995" y="0"/>
                </a:lnTo>
                <a:lnTo>
                  <a:pt x="725995" y="6350"/>
                </a:lnTo>
                <a:lnTo>
                  <a:pt x="12700" y="6350"/>
                </a:lnTo>
                <a:lnTo>
                  <a:pt x="6350" y="12700"/>
                </a:lnTo>
                <a:lnTo>
                  <a:pt x="12700" y="12700"/>
                </a:lnTo>
                <a:lnTo>
                  <a:pt x="12700" y="669925"/>
                </a:lnTo>
                <a:lnTo>
                  <a:pt x="6350" y="669925"/>
                </a:lnTo>
                <a:lnTo>
                  <a:pt x="12700" y="676275"/>
                </a:lnTo>
                <a:close/>
              </a:path>
              <a:path w="726440" h="676275">
                <a:moveTo>
                  <a:pt x="12700" y="12700"/>
                </a:moveTo>
                <a:lnTo>
                  <a:pt x="6350" y="12700"/>
                </a:lnTo>
                <a:lnTo>
                  <a:pt x="12700" y="6350"/>
                </a:lnTo>
                <a:lnTo>
                  <a:pt x="12700" y="12700"/>
                </a:lnTo>
                <a:close/>
              </a:path>
              <a:path w="726440" h="676275">
                <a:moveTo>
                  <a:pt x="713295" y="12700"/>
                </a:moveTo>
                <a:lnTo>
                  <a:pt x="12700" y="12700"/>
                </a:lnTo>
                <a:lnTo>
                  <a:pt x="12700" y="6350"/>
                </a:lnTo>
                <a:lnTo>
                  <a:pt x="713295" y="6350"/>
                </a:lnTo>
                <a:lnTo>
                  <a:pt x="713295" y="12700"/>
                </a:lnTo>
                <a:close/>
              </a:path>
              <a:path w="726440" h="676275">
                <a:moveTo>
                  <a:pt x="713295" y="676275"/>
                </a:moveTo>
                <a:lnTo>
                  <a:pt x="713295" y="6350"/>
                </a:lnTo>
                <a:lnTo>
                  <a:pt x="719645" y="12700"/>
                </a:lnTo>
                <a:lnTo>
                  <a:pt x="725995" y="12700"/>
                </a:lnTo>
                <a:lnTo>
                  <a:pt x="725995" y="669925"/>
                </a:lnTo>
                <a:lnTo>
                  <a:pt x="719645" y="669925"/>
                </a:lnTo>
                <a:lnTo>
                  <a:pt x="713295" y="676275"/>
                </a:lnTo>
                <a:close/>
              </a:path>
              <a:path w="726440" h="676275">
                <a:moveTo>
                  <a:pt x="725995" y="12700"/>
                </a:moveTo>
                <a:lnTo>
                  <a:pt x="719645" y="12700"/>
                </a:lnTo>
                <a:lnTo>
                  <a:pt x="713295" y="6350"/>
                </a:lnTo>
                <a:lnTo>
                  <a:pt x="725995" y="6350"/>
                </a:lnTo>
                <a:lnTo>
                  <a:pt x="725995" y="12700"/>
                </a:lnTo>
                <a:close/>
              </a:path>
              <a:path w="726440" h="676275">
                <a:moveTo>
                  <a:pt x="12700" y="676275"/>
                </a:moveTo>
                <a:lnTo>
                  <a:pt x="6350" y="669925"/>
                </a:lnTo>
                <a:lnTo>
                  <a:pt x="12700" y="669925"/>
                </a:lnTo>
                <a:lnTo>
                  <a:pt x="12700" y="676275"/>
                </a:lnTo>
                <a:close/>
              </a:path>
              <a:path w="726440" h="676275">
                <a:moveTo>
                  <a:pt x="713295" y="676275"/>
                </a:moveTo>
                <a:lnTo>
                  <a:pt x="12700" y="676275"/>
                </a:lnTo>
                <a:lnTo>
                  <a:pt x="12700" y="669925"/>
                </a:lnTo>
                <a:lnTo>
                  <a:pt x="713295" y="669925"/>
                </a:lnTo>
                <a:lnTo>
                  <a:pt x="713295" y="676275"/>
                </a:lnTo>
                <a:close/>
              </a:path>
              <a:path w="726440" h="676275">
                <a:moveTo>
                  <a:pt x="725995" y="676275"/>
                </a:moveTo>
                <a:lnTo>
                  <a:pt x="713295" y="676275"/>
                </a:lnTo>
                <a:lnTo>
                  <a:pt x="719645" y="669925"/>
                </a:lnTo>
                <a:lnTo>
                  <a:pt x="725995" y="669925"/>
                </a:lnTo>
                <a:lnTo>
                  <a:pt x="725995" y="676275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18515" y="0"/>
            <a:ext cx="1049020" cy="873760"/>
          </a:xfrm>
          <a:custGeom>
            <a:avLst/>
            <a:gdLst/>
            <a:ahLst/>
            <a:cxnLst/>
            <a:rect l="l" t="t" r="r" b="b"/>
            <a:pathLst>
              <a:path w="1049020" h="873760">
                <a:moveTo>
                  <a:pt x="0" y="0"/>
                </a:moveTo>
                <a:lnTo>
                  <a:pt x="1048512" y="0"/>
                </a:lnTo>
                <a:lnTo>
                  <a:pt x="1048512" y="873252"/>
                </a:lnTo>
                <a:lnTo>
                  <a:pt x="0" y="873252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12280" y="0"/>
            <a:ext cx="1061720" cy="879475"/>
          </a:xfrm>
          <a:custGeom>
            <a:avLst/>
            <a:gdLst/>
            <a:ahLst/>
            <a:cxnLst/>
            <a:rect l="l" t="t" r="r" b="b"/>
            <a:pathLst>
              <a:path w="1061720" h="879475">
                <a:moveTo>
                  <a:pt x="1061440" y="879475"/>
                </a:moveTo>
                <a:lnTo>
                  <a:pt x="0" y="879475"/>
                </a:lnTo>
                <a:lnTo>
                  <a:pt x="0" y="0"/>
                </a:lnTo>
                <a:lnTo>
                  <a:pt x="12700" y="0"/>
                </a:lnTo>
                <a:lnTo>
                  <a:pt x="6350" y="6350"/>
                </a:lnTo>
                <a:lnTo>
                  <a:pt x="12700" y="6350"/>
                </a:lnTo>
                <a:lnTo>
                  <a:pt x="12700" y="866775"/>
                </a:lnTo>
                <a:lnTo>
                  <a:pt x="6350" y="866775"/>
                </a:lnTo>
                <a:lnTo>
                  <a:pt x="12700" y="873125"/>
                </a:lnTo>
                <a:lnTo>
                  <a:pt x="1061440" y="873125"/>
                </a:lnTo>
                <a:lnTo>
                  <a:pt x="1061440" y="879475"/>
                </a:lnTo>
                <a:close/>
              </a:path>
              <a:path w="1061720" h="879475">
                <a:moveTo>
                  <a:pt x="12700" y="6350"/>
                </a:moveTo>
                <a:lnTo>
                  <a:pt x="6350" y="6350"/>
                </a:lnTo>
                <a:lnTo>
                  <a:pt x="12700" y="0"/>
                </a:lnTo>
                <a:lnTo>
                  <a:pt x="12700" y="6350"/>
                </a:lnTo>
                <a:close/>
              </a:path>
              <a:path w="1061720" h="879475">
                <a:moveTo>
                  <a:pt x="1048740" y="6350"/>
                </a:moveTo>
                <a:lnTo>
                  <a:pt x="12700" y="6350"/>
                </a:lnTo>
                <a:lnTo>
                  <a:pt x="12700" y="0"/>
                </a:lnTo>
                <a:lnTo>
                  <a:pt x="1048740" y="0"/>
                </a:lnTo>
                <a:lnTo>
                  <a:pt x="1048740" y="6350"/>
                </a:lnTo>
                <a:close/>
              </a:path>
              <a:path w="1061720" h="879475">
                <a:moveTo>
                  <a:pt x="1048740" y="873125"/>
                </a:moveTo>
                <a:lnTo>
                  <a:pt x="1048740" y="0"/>
                </a:lnTo>
                <a:lnTo>
                  <a:pt x="1055090" y="6350"/>
                </a:lnTo>
                <a:lnTo>
                  <a:pt x="1061440" y="6350"/>
                </a:lnTo>
                <a:lnTo>
                  <a:pt x="1061440" y="866775"/>
                </a:lnTo>
                <a:lnTo>
                  <a:pt x="1055090" y="866775"/>
                </a:lnTo>
                <a:lnTo>
                  <a:pt x="1048740" y="873125"/>
                </a:lnTo>
                <a:close/>
              </a:path>
              <a:path w="1061720" h="879475">
                <a:moveTo>
                  <a:pt x="1061440" y="6350"/>
                </a:moveTo>
                <a:lnTo>
                  <a:pt x="1055090" y="6350"/>
                </a:lnTo>
                <a:lnTo>
                  <a:pt x="1048740" y="0"/>
                </a:lnTo>
                <a:lnTo>
                  <a:pt x="1061440" y="0"/>
                </a:lnTo>
                <a:lnTo>
                  <a:pt x="1061440" y="6350"/>
                </a:lnTo>
                <a:close/>
              </a:path>
              <a:path w="1061720" h="879475">
                <a:moveTo>
                  <a:pt x="12700" y="873125"/>
                </a:moveTo>
                <a:lnTo>
                  <a:pt x="6350" y="866775"/>
                </a:lnTo>
                <a:lnTo>
                  <a:pt x="12700" y="866775"/>
                </a:lnTo>
                <a:lnTo>
                  <a:pt x="12700" y="873125"/>
                </a:lnTo>
                <a:close/>
              </a:path>
              <a:path w="1061720" h="879475">
                <a:moveTo>
                  <a:pt x="1048740" y="873125"/>
                </a:moveTo>
                <a:lnTo>
                  <a:pt x="12700" y="873125"/>
                </a:lnTo>
                <a:lnTo>
                  <a:pt x="12700" y="866775"/>
                </a:lnTo>
                <a:lnTo>
                  <a:pt x="1048740" y="866775"/>
                </a:lnTo>
                <a:lnTo>
                  <a:pt x="1048740" y="873125"/>
                </a:lnTo>
                <a:close/>
              </a:path>
              <a:path w="1061720" h="879475">
                <a:moveTo>
                  <a:pt x="1061440" y="873125"/>
                </a:moveTo>
                <a:lnTo>
                  <a:pt x="1048740" y="873125"/>
                </a:lnTo>
                <a:lnTo>
                  <a:pt x="1055090" y="866775"/>
                </a:lnTo>
                <a:lnTo>
                  <a:pt x="1061440" y="866775"/>
                </a:lnTo>
                <a:lnTo>
                  <a:pt x="1061440" y="8731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18515" y="6187440"/>
            <a:ext cx="10845165" cy="670560"/>
          </a:xfrm>
          <a:custGeom>
            <a:avLst/>
            <a:gdLst/>
            <a:ahLst/>
            <a:cxnLst/>
            <a:rect l="l" t="t" r="r" b="b"/>
            <a:pathLst>
              <a:path w="10845165" h="670559">
                <a:moveTo>
                  <a:pt x="0" y="0"/>
                </a:moveTo>
                <a:lnTo>
                  <a:pt x="10844784" y="0"/>
                </a:lnTo>
                <a:lnTo>
                  <a:pt x="10844784" y="670560"/>
                </a:lnTo>
                <a:lnTo>
                  <a:pt x="0" y="670560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79219" y="0"/>
            <a:ext cx="166370" cy="875030"/>
          </a:xfrm>
          <a:custGeom>
            <a:avLst/>
            <a:gdLst/>
            <a:ahLst/>
            <a:cxnLst/>
            <a:rect l="l" t="t" r="r" b="b"/>
            <a:pathLst>
              <a:path w="166369" h="875030">
                <a:moveTo>
                  <a:pt x="0" y="0"/>
                </a:moveTo>
                <a:lnTo>
                  <a:pt x="166115" y="0"/>
                </a:lnTo>
                <a:lnTo>
                  <a:pt x="166115" y="874776"/>
                </a:lnTo>
                <a:lnTo>
                  <a:pt x="0" y="874776"/>
                </a:lnTo>
                <a:lnTo>
                  <a:pt x="0" y="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372552" y="0"/>
            <a:ext cx="180340" cy="879475"/>
          </a:xfrm>
          <a:custGeom>
            <a:avLst/>
            <a:gdLst/>
            <a:ahLst/>
            <a:cxnLst/>
            <a:rect l="l" t="t" r="r" b="b"/>
            <a:pathLst>
              <a:path w="180340" h="879475">
                <a:moveTo>
                  <a:pt x="179781" y="879475"/>
                </a:moveTo>
                <a:lnTo>
                  <a:pt x="0" y="879475"/>
                </a:lnTo>
                <a:lnTo>
                  <a:pt x="0" y="0"/>
                </a:lnTo>
                <a:lnTo>
                  <a:pt x="11087" y="0"/>
                </a:lnTo>
                <a:lnTo>
                  <a:pt x="6350" y="4737"/>
                </a:lnTo>
                <a:lnTo>
                  <a:pt x="12700" y="4737"/>
                </a:lnTo>
                <a:lnTo>
                  <a:pt x="12700" y="866775"/>
                </a:lnTo>
                <a:lnTo>
                  <a:pt x="6350" y="866775"/>
                </a:lnTo>
                <a:lnTo>
                  <a:pt x="12700" y="873125"/>
                </a:lnTo>
                <a:lnTo>
                  <a:pt x="179781" y="873125"/>
                </a:lnTo>
                <a:lnTo>
                  <a:pt x="179781" y="879475"/>
                </a:lnTo>
                <a:close/>
              </a:path>
              <a:path w="180340" h="879475">
                <a:moveTo>
                  <a:pt x="12700" y="4737"/>
                </a:moveTo>
                <a:lnTo>
                  <a:pt x="6350" y="4737"/>
                </a:lnTo>
                <a:lnTo>
                  <a:pt x="11087" y="0"/>
                </a:lnTo>
                <a:lnTo>
                  <a:pt x="12700" y="0"/>
                </a:lnTo>
                <a:lnTo>
                  <a:pt x="12700" y="4737"/>
                </a:lnTo>
                <a:close/>
              </a:path>
              <a:path w="180340" h="879475">
                <a:moveTo>
                  <a:pt x="167081" y="4737"/>
                </a:moveTo>
                <a:lnTo>
                  <a:pt x="12700" y="4737"/>
                </a:lnTo>
                <a:lnTo>
                  <a:pt x="12700" y="0"/>
                </a:lnTo>
                <a:lnTo>
                  <a:pt x="167081" y="0"/>
                </a:lnTo>
                <a:lnTo>
                  <a:pt x="167081" y="4737"/>
                </a:lnTo>
                <a:close/>
              </a:path>
              <a:path w="180340" h="879475">
                <a:moveTo>
                  <a:pt x="167081" y="873125"/>
                </a:moveTo>
                <a:lnTo>
                  <a:pt x="167081" y="0"/>
                </a:lnTo>
                <a:lnTo>
                  <a:pt x="168694" y="0"/>
                </a:lnTo>
                <a:lnTo>
                  <a:pt x="173431" y="4737"/>
                </a:lnTo>
                <a:lnTo>
                  <a:pt x="179781" y="4737"/>
                </a:lnTo>
                <a:lnTo>
                  <a:pt x="179781" y="866775"/>
                </a:lnTo>
                <a:lnTo>
                  <a:pt x="173431" y="866775"/>
                </a:lnTo>
                <a:lnTo>
                  <a:pt x="167081" y="873125"/>
                </a:lnTo>
                <a:close/>
              </a:path>
              <a:path w="180340" h="879475">
                <a:moveTo>
                  <a:pt x="179781" y="4737"/>
                </a:moveTo>
                <a:lnTo>
                  <a:pt x="173431" y="4737"/>
                </a:lnTo>
                <a:lnTo>
                  <a:pt x="168694" y="0"/>
                </a:lnTo>
                <a:lnTo>
                  <a:pt x="179781" y="0"/>
                </a:lnTo>
                <a:lnTo>
                  <a:pt x="179781" y="4737"/>
                </a:lnTo>
                <a:close/>
              </a:path>
              <a:path w="180340" h="879475">
                <a:moveTo>
                  <a:pt x="12700" y="873125"/>
                </a:moveTo>
                <a:lnTo>
                  <a:pt x="6350" y="866775"/>
                </a:lnTo>
                <a:lnTo>
                  <a:pt x="12700" y="866775"/>
                </a:lnTo>
                <a:lnTo>
                  <a:pt x="12700" y="873125"/>
                </a:lnTo>
                <a:close/>
              </a:path>
              <a:path w="180340" h="879475">
                <a:moveTo>
                  <a:pt x="167081" y="873125"/>
                </a:moveTo>
                <a:lnTo>
                  <a:pt x="12700" y="873125"/>
                </a:lnTo>
                <a:lnTo>
                  <a:pt x="12700" y="866775"/>
                </a:lnTo>
                <a:lnTo>
                  <a:pt x="167081" y="866775"/>
                </a:lnTo>
                <a:lnTo>
                  <a:pt x="167081" y="873125"/>
                </a:lnTo>
                <a:close/>
              </a:path>
              <a:path w="180340" h="879475">
                <a:moveTo>
                  <a:pt x="179781" y="873125"/>
                </a:moveTo>
                <a:lnTo>
                  <a:pt x="167081" y="873125"/>
                </a:lnTo>
                <a:lnTo>
                  <a:pt x="173431" y="866775"/>
                </a:lnTo>
                <a:lnTo>
                  <a:pt x="179781" y="866775"/>
                </a:lnTo>
                <a:lnTo>
                  <a:pt x="179781" y="873125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837419" y="347472"/>
            <a:ext cx="1969007" cy="4328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366469" y="0"/>
            <a:ext cx="0" cy="1061720"/>
          </a:xfrm>
          <a:custGeom>
            <a:avLst/>
            <a:gdLst/>
            <a:ahLst/>
            <a:cxnLst/>
            <a:rect l="l" t="t" r="r" b="b"/>
            <a:pathLst>
              <a:path h="1061720">
                <a:moveTo>
                  <a:pt x="0" y="0"/>
                </a:moveTo>
                <a:lnTo>
                  <a:pt x="0" y="1061593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1155413" y="6119786"/>
            <a:ext cx="0" cy="738505"/>
          </a:xfrm>
          <a:custGeom>
            <a:avLst/>
            <a:gdLst/>
            <a:ahLst/>
            <a:cxnLst/>
            <a:rect l="l" t="t" r="r" b="b"/>
            <a:pathLst>
              <a:path h="738504">
                <a:moveTo>
                  <a:pt x="0" y="0"/>
                </a:moveTo>
                <a:lnTo>
                  <a:pt x="0" y="738212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595765" y="6404203"/>
            <a:ext cx="235585" cy="264160"/>
          </a:xfrm>
          <a:custGeom>
            <a:avLst/>
            <a:gdLst/>
            <a:ahLst/>
            <a:cxnLst/>
            <a:rect l="l" t="t" r="r" b="b"/>
            <a:pathLst>
              <a:path w="235585" h="264159">
                <a:moveTo>
                  <a:pt x="114769" y="81279"/>
                </a:moveTo>
                <a:lnTo>
                  <a:pt x="112890" y="81279"/>
                </a:lnTo>
                <a:lnTo>
                  <a:pt x="107238" y="73660"/>
                </a:lnTo>
                <a:lnTo>
                  <a:pt x="118529" y="68579"/>
                </a:lnTo>
                <a:lnTo>
                  <a:pt x="126996" y="66039"/>
                </a:lnTo>
                <a:lnTo>
                  <a:pt x="135464" y="62229"/>
                </a:lnTo>
                <a:lnTo>
                  <a:pt x="143932" y="59689"/>
                </a:lnTo>
                <a:lnTo>
                  <a:pt x="152400" y="55879"/>
                </a:lnTo>
                <a:lnTo>
                  <a:pt x="156159" y="55879"/>
                </a:lnTo>
                <a:lnTo>
                  <a:pt x="158038" y="52070"/>
                </a:lnTo>
                <a:lnTo>
                  <a:pt x="159918" y="49529"/>
                </a:lnTo>
                <a:lnTo>
                  <a:pt x="162446" y="40639"/>
                </a:lnTo>
                <a:lnTo>
                  <a:pt x="166801" y="22860"/>
                </a:lnTo>
                <a:lnTo>
                  <a:pt x="169329" y="13970"/>
                </a:lnTo>
                <a:lnTo>
                  <a:pt x="169329" y="10160"/>
                </a:lnTo>
                <a:lnTo>
                  <a:pt x="176847" y="0"/>
                </a:lnTo>
                <a:lnTo>
                  <a:pt x="184378" y="0"/>
                </a:lnTo>
                <a:lnTo>
                  <a:pt x="184378" y="1270"/>
                </a:lnTo>
                <a:lnTo>
                  <a:pt x="186258" y="6350"/>
                </a:lnTo>
                <a:lnTo>
                  <a:pt x="186258" y="8889"/>
                </a:lnTo>
                <a:lnTo>
                  <a:pt x="179965" y="19050"/>
                </a:lnTo>
                <a:lnTo>
                  <a:pt x="176849" y="29210"/>
                </a:lnTo>
                <a:lnTo>
                  <a:pt x="175144" y="40639"/>
                </a:lnTo>
                <a:lnTo>
                  <a:pt x="173088" y="52070"/>
                </a:lnTo>
                <a:lnTo>
                  <a:pt x="181849" y="53339"/>
                </a:lnTo>
                <a:lnTo>
                  <a:pt x="202997" y="53339"/>
                </a:lnTo>
                <a:lnTo>
                  <a:pt x="208838" y="55879"/>
                </a:lnTo>
                <a:lnTo>
                  <a:pt x="203190" y="63500"/>
                </a:lnTo>
                <a:lnTo>
                  <a:pt x="191909" y="63500"/>
                </a:lnTo>
                <a:lnTo>
                  <a:pt x="179912" y="64770"/>
                </a:lnTo>
                <a:lnTo>
                  <a:pt x="156159" y="64770"/>
                </a:lnTo>
                <a:lnTo>
                  <a:pt x="146898" y="68579"/>
                </a:lnTo>
                <a:lnTo>
                  <a:pt x="138518" y="72389"/>
                </a:lnTo>
                <a:lnTo>
                  <a:pt x="122288" y="77470"/>
                </a:lnTo>
                <a:lnTo>
                  <a:pt x="114769" y="81279"/>
                </a:lnTo>
                <a:close/>
              </a:path>
              <a:path w="235585" h="264159">
                <a:moveTo>
                  <a:pt x="68727" y="60960"/>
                </a:moveTo>
                <a:lnTo>
                  <a:pt x="52679" y="60960"/>
                </a:lnTo>
                <a:lnTo>
                  <a:pt x="62057" y="55879"/>
                </a:lnTo>
                <a:lnTo>
                  <a:pt x="69848" y="48260"/>
                </a:lnTo>
                <a:lnTo>
                  <a:pt x="75169" y="40639"/>
                </a:lnTo>
                <a:lnTo>
                  <a:pt x="77139" y="29210"/>
                </a:lnTo>
                <a:lnTo>
                  <a:pt x="77139" y="24129"/>
                </a:lnTo>
                <a:lnTo>
                  <a:pt x="80899" y="16510"/>
                </a:lnTo>
                <a:lnTo>
                  <a:pt x="82778" y="10160"/>
                </a:lnTo>
                <a:lnTo>
                  <a:pt x="90309" y="5079"/>
                </a:lnTo>
                <a:lnTo>
                  <a:pt x="92189" y="5079"/>
                </a:lnTo>
                <a:lnTo>
                  <a:pt x="99098" y="7620"/>
                </a:lnTo>
                <a:lnTo>
                  <a:pt x="105122" y="12700"/>
                </a:lnTo>
                <a:lnTo>
                  <a:pt x="109382" y="19050"/>
                </a:lnTo>
                <a:lnTo>
                  <a:pt x="110998" y="27939"/>
                </a:lnTo>
                <a:lnTo>
                  <a:pt x="110998" y="33020"/>
                </a:lnTo>
                <a:lnTo>
                  <a:pt x="122288" y="40639"/>
                </a:lnTo>
                <a:lnTo>
                  <a:pt x="127939" y="45720"/>
                </a:lnTo>
                <a:lnTo>
                  <a:pt x="129819" y="52070"/>
                </a:lnTo>
                <a:lnTo>
                  <a:pt x="99720" y="52070"/>
                </a:lnTo>
                <a:lnTo>
                  <a:pt x="95948" y="53339"/>
                </a:lnTo>
                <a:lnTo>
                  <a:pt x="94773" y="59689"/>
                </a:lnTo>
                <a:lnTo>
                  <a:pt x="69608" y="59689"/>
                </a:lnTo>
                <a:lnTo>
                  <a:pt x="68727" y="60960"/>
                </a:lnTo>
                <a:close/>
              </a:path>
              <a:path w="235585" h="264159">
                <a:moveTo>
                  <a:pt x="43268" y="105410"/>
                </a:moveTo>
                <a:lnTo>
                  <a:pt x="37630" y="104139"/>
                </a:lnTo>
                <a:lnTo>
                  <a:pt x="31978" y="104139"/>
                </a:lnTo>
                <a:lnTo>
                  <a:pt x="26339" y="101600"/>
                </a:lnTo>
                <a:lnTo>
                  <a:pt x="20370" y="99060"/>
                </a:lnTo>
                <a:lnTo>
                  <a:pt x="16695" y="93979"/>
                </a:lnTo>
                <a:lnTo>
                  <a:pt x="15490" y="87629"/>
                </a:lnTo>
                <a:lnTo>
                  <a:pt x="16929" y="81279"/>
                </a:lnTo>
                <a:lnTo>
                  <a:pt x="18808" y="77470"/>
                </a:lnTo>
                <a:lnTo>
                  <a:pt x="18808" y="72389"/>
                </a:lnTo>
                <a:lnTo>
                  <a:pt x="48920" y="36829"/>
                </a:lnTo>
                <a:lnTo>
                  <a:pt x="50800" y="34289"/>
                </a:lnTo>
                <a:lnTo>
                  <a:pt x="56438" y="36829"/>
                </a:lnTo>
                <a:lnTo>
                  <a:pt x="60210" y="40639"/>
                </a:lnTo>
                <a:lnTo>
                  <a:pt x="63969" y="41910"/>
                </a:lnTo>
                <a:lnTo>
                  <a:pt x="60210" y="45720"/>
                </a:lnTo>
                <a:lnTo>
                  <a:pt x="58318" y="49529"/>
                </a:lnTo>
                <a:lnTo>
                  <a:pt x="54559" y="52070"/>
                </a:lnTo>
                <a:lnTo>
                  <a:pt x="54559" y="57150"/>
                </a:lnTo>
                <a:lnTo>
                  <a:pt x="52679" y="60960"/>
                </a:lnTo>
                <a:lnTo>
                  <a:pt x="68727" y="60960"/>
                </a:lnTo>
                <a:lnTo>
                  <a:pt x="62558" y="69850"/>
                </a:lnTo>
                <a:lnTo>
                  <a:pt x="55503" y="81279"/>
                </a:lnTo>
                <a:lnTo>
                  <a:pt x="41389" y="101600"/>
                </a:lnTo>
                <a:lnTo>
                  <a:pt x="41389" y="104139"/>
                </a:lnTo>
                <a:lnTo>
                  <a:pt x="43268" y="105410"/>
                </a:lnTo>
                <a:close/>
              </a:path>
              <a:path w="235585" h="264159">
                <a:moveTo>
                  <a:pt x="127939" y="63500"/>
                </a:moveTo>
                <a:lnTo>
                  <a:pt x="120408" y="60960"/>
                </a:lnTo>
                <a:lnTo>
                  <a:pt x="112890" y="57150"/>
                </a:lnTo>
                <a:lnTo>
                  <a:pt x="107238" y="55879"/>
                </a:lnTo>
                <a:lnTo>
                  <a:pt x="99720" y="52070"/>
                </a:lnTo>
                <a:lnTo>
                  <a:pt x="129819" y="52070"/>
                </a:lnTo>
                <a:lnTo>
                  <a:pt x="133578" y="59689"/>
                </a:lnTo>
                <a:lnTo>
                  <a:pt x="127939" y="63500"/>
                </a:lnTo>
                <a:close/>
              </a:path>
              <a:path w="235585" h="264159">
                <a:moveTo>
                  <a:pt x="202997" y="53339"/>
                </a:moveTo>
                <a:lnTo>
                  <a:pt x="181849" y="53339"/>
                </a:lnTo>
                <a:lnTo>
                  <a:pt x="190963" y="52070"/>
                </a:lnTo>
                <a:lnTo>
                  <a:pt x="200077" y="52070"/>
                </a:lnTo>
                <a:lnTo>
                  <a:pt x="202997" y="53339"/>
                </a:lnTo>
                <a:close/>
              </a:path>
              <a:path w="235585" h="264159">
                <a:moveTo>
                  <a:pt x="29165" y="160019"/>
                </a:moveTo>
                <a:lnTo>
                  <a:pt x="19288" y="156210"/>
                </a:lnTo>
                <a:lnTo>
                  <a:pt x="9410" y="151130"/>
                </a:lnTo>
                <a:lnTo>
                  <a:pt x="0" y="147319"/>
                </a:lnTo>
                <a:lnTo>
                  <a:pt x="0" y="140969"/>
                </a:lnTo>
                <a:lnTo>
                  <a:pt x="37395" y="120650"/>
                </a:lnTo>
                <a:lnTo>
                  <a:pt x="50948" y="111760"/>
                </a:lnTo>
                <a:lnTo>
                  <a:pt x="63969" y="104139"/>
                </a:lnTo>
                <a:lnTo>
                  <a:pt x="65849" y="101600"/>
                </a:lnTo>
                <a:lnTo>
                  <a:pt x="69608" y="100330"/>
                </a:lnTo>
                <a:lnTo>
                  <a:pt x="69608" y="96520"/>
                </a:lnTo>
                <a:lnTo>
                  <a:pt x="70695" y="87629"/>
                </a:lnTo>
                <a:lnTo>
                  <a:pt x="71253" y="78739"/>
                </a:lnTo>
                <a:lnTo>
                  <a:pt x="71370" y="73660"/>
                </a:lnTo>
                <a:lnTo>
                  <a:pt x="71488" y="59689"/>
                </a:lnTo>
                <a:lnTo>
                  <a:pt x="94773" y="59689"/>
                </a:lnTo>
                <a:lnTo>
                  <a:pt x="94068" y="63500"/>
                </a:lnTo>
                <a:lnTo>
                  <a:pt x="91484" y="78739"/>
                </a:lnTo>
                <a:lnTo>
                  <a:pt x="90309" y="93979"/>
                </a:lnTo>
                <a:lnTo>
                  <a:pt x="91954" y="107950"/>
                </a:lnTo>
                <a:lnTo>
                  <a:pt x="97828" y="123189"/>
                </a:lnTo>
                <a:lnTo>
                  <a:pt x="119782" y="123189"/>
                </a:lnTo>
                <a:lnTo>
                  <a:pt x="122288" y="128269"/>
                </a:lnTo>
                <a:lnTo>
                  <a:pt x="222008" y="128269"/>
                </a:lnTo>
                <a:lnTo>
                  <a:pt x="214477" y="132080"/>
                </a:lnTo>
                <a:lnTo>
                  <a:pt x="165569" y="132080"/>
                </a:lnTo>
                <a:lnTo>
                  <a:pt x="154274" y="139700"/>
                </a:lnTo>
                <a:lnTo>
                  <a:pt x="142989" y="144780"/>
                </a:lnTo>
                <a:lnTo>
                  <a:pt x="135637" y="149860"/>
                </a:lnTo>
                <a:lnTo>
                  <a:pt x="133070" y="151130"/>
                </a:lnTo>
                <a:lnTo>
                  <a:pt x="48920" y="151130"/>
                </a:lnTo>
                <a:lnTo>
                  <a:pt x="39042" y="158750"/>
                </a:lnTo>
                <a:lnTo>
                  <a:pt x="29165" y="160019"/>
                </a:lnTo>
                <a:close/>
              </a:path>
              <a:path w="235585" h="264159">
                <a:moveTo>
                  <a:pt x="201307" y="66039"/>
                </a:moveTo>
                <a:lnTo>
                  <a:pt x="193789" y="64770"/>
                </a:lnTo>
                <a:lnTo>
                  <a:pt x="193789" y="63500"/>
                </a:lnTo>
                <a:lnTo>
                  <a:pt x="203190" y="63500"/>
                </a:lnTo>
                <a:lnTo>
                  <a:pt x="201307" y="66039"/>
                </a:lnTo>
                <a:close/>
              </a:path>
              <a:path w="235585" h="264159">
                <a:moveTo>
                  <a:pt x="169117" y="87629"/>
                </a:moveTo>
                <a:lnTo>
                  <a:pt x="152400" y="87629"/>
                </a:lnTo>
                <a:lnTo>
                  <a:pt x="152400" y="81279"/>
                </a:lnTo>
                <a:lnTo>
                  <a:pt x="154279" y="73660"/>
                </a:lnTo>
                <a:lnTo>
                  <a:pt x="156159" y="64770"/>
                </a:lnTo>
                <a:lnTo>
                  <a:pt x="179912" y="64770"/>
                </a:lnTo>
                <a:lnTo>
                  <a:pt x="172151" y="69850"/>
                </a:lnTo>
                <a:lnTo>
                  <a:pt x="168624" y="78739"/>
                </a:lnTo>
                <a:lnTo>
                  <a:pt x="169117" y="87629"/>
                </a:lnTo>
                <a:close/>
              </a:path>
              <a:path w="235585" h="264159">
                <a:moveTo>
                  <a:pt x="222008" y="128269"/>
                </a:moveTo>
                <a:lnTo>
                  <a:pt x="122288" y="128269"/>
                </a:lnTo>
                <a:lnTo>
                  <a:pt x="142989" y="107950"/>
                </a:lnTo>
                <a:lnTo>
                  <a:pt x="141109" y="104139"/>
                </a:lnTo>
                <a:lnTo>
                  <a:pt x="141109" y="101600"/>
                </a:lnTo>
                <a:lnTo>
                  <a:pt x="139230" y="97789"/>
                </a:lnTo>
                <a:lnTo>
                  <a:pt x="133578" y="95250"/>
                </a:lnTo>
                <a:lnTo>
                  <a:pt x="133578" y="92710"/>
                </a:lnTo>
                <a:lnTo>
                  <a:pt x="135458" y="87629"/>
                </a:lnTo>
                <a:lnTo>
                  <a:pt x="141109" y="85089"/>
                </a:lnTo>
                <a:lnTo>
                  <a:pt x="146748" y="87629"/>
                </a:lnTo>
                <a:lnTo>
                  <a:pt x="169117" y="87629"/>
                </a:lnTo>
                <a:lnTo>
                  <a:pt x="169329" y="91439"/>
                </a:lnTo>
                <a:lnTo>
                  <a:pt x="171208" y="96520"/>
                </a:lnTo>
                <a:lnTo>
                  <a:pt x="174967" y="101600"/>
                </a:lnTo>
                <a:lnTo>
                  <a:pt x="178739" y="109219"/>
                </a:lnTo>
                <a:lnTo>
                  <a:pt x="225448" y="109219"/>
                </a:lnTo>
                <a:lnTo>
                  <a:pt x="231419" y="113030"/>
                </a:lnTo>
                <a:lnTo>
                  <a:pt x="235178" y="116839"/>
                </a:lnTo>
                <a:lnTo>
                  <a:pt x="235178" y="123189"/>
                </a:lnTo>
                <a:lnTo>
                  <a:pt x="229539" y="124460"/>
                </a:lnTo>
                <a:lnTo>
                  <a:pt x="222008" y="128269"/>
                </a:lnTo>
                <a:close/>
              </a:path>
              <a:path w="235585" h="264159">
                <a:moveTo>
                  <a:pt x="225448" y="109219"/>
                </a:moveTo>
                <a:lnTo>
                  <a:pt x="184703" y="109219"/>
                </a:lnTo>
                <a:lnTo>
                  <a:pt x="191200" y="107950"/>
                </a:lnTo>
                <a:lnTo>
                  <a:pt x="205079" y="105410"/>
                </a:lnTo>
                <a:lnTo>
                  <a:pt x="212100" y="105410"/>
                </a:lnTo>
                <a:lnTo>
                  <a:pt x="218949" y="106680"/>
                </a:lnTo>
                <a:lnTo>
                  <a:pt x="225448" y="109219"/>
                </a:lnTo>
                <a:close/>
              </a:path>
              <a:path w="235585" h="264159">
                <a:moveTo>
                  <a:pt x="119782" y="123189"/>
                </a:moveTo>
                <a:lnTo>
                  <a:pt x="97828" y="123189"/>
                </a:lnTo>
                <a:lnTo>
                  <a:pt x="105359" y="115569"/>
                </a:lnTo>
                <a:lnTo>
                  <a:pt x="109118" y="107950"/>
                </a:lnTo>
                <a:lnTo>
                  <a:pt x="118529" y="120650"/>
                </a:lnTo>
                <a:lnTo>
                  <a:pt x="119782" y="123189"/>
                </a:lnTo>
                <a:close/>
              </a:path>
              <a:path w="235585" h="264159">
                <a:moveTo>
                  <a:pt x="152400" y="223519"/>
                </a:moveTo>
                <a:lnTo>
                  <a:pt x="144226" y="219710"/>
                </a:lnTo>
                <a:lnTo>
                  <a:pt x="139225" y="214630"/>
                </a:lnTo>
                <a:lnTo>
                  <a:pt x="137046" y="208280"/>
                </a:lnTo>
                <a:lnTo>
                  <a:pt x="137337" y="200660"/>
                </a:lnTo>
                <a:lnTo>
                  <a:pt x="142281" y="182880"/>
                </a:lnTo>
                <a:lnTo>
                  <a:pt x="148634" y="166369"/>
                </a:lnTo>
                <a:lnTo>
                  <a:pt x="156397" y="148589"/>
                </a:lnTo>
                <a:lnTo>
                  <a:pt x="165569" y="132080"/>
                </a:lnTo>
                <a:lnTo>
                  <a:pt x="198051" y="132080"/>
                </a:lnTo>
                <a:lnTo>
                  <a:pt x="190730" y="135889"/>
                </a:lnTo>
                <a:lnTo>
                  <a:pt x="184468" y="140969"/>
                </a:lnTo>
                <a:lnTo>
                  <a:pt x="178739" y="147319"/>
                </a:lnTo>
                <a:lnTo>
                  <a:pt x="184378" y="148589"/>
                </a:lnTo>
                <a:lnTo>
                  <a:pt x="191909" y="148589"/>
                </a:lnTo>
                <a:lnTo>
                  <a:pt x="195668" y="152400"/>
                </a:lnTo>
                <a:lnTo>
                  <a:pt x="199428" y="154939"/>
                </a:lnTo>
                <a:lnTo>
                  <a:pt x="203200" y="160019"/>
                </a:lnTo>
                <a:lnTo>
                  <a:pt x="182499" y="160019"/>
                </a:lnTo>
                <a:lnTo>
                  <a:pt x="176796" y="161289"/>
                </a:lnTo>
                <a:lnTo>
                  <a:pt x="169329" y="167639"/>
                </a:lnTo>
                <a:lnTo>
                  <a:pt x="173088" y="172719"/>
                </a:lnTo>
                <a:lnTo>
                  <a:pt x="182499" y="172719"/>
                </a:lnTo>
                <a:lnTo>
                  <a:pt x="182499" y="179069"/>
                </a:lnTo>
                <a:lnTo>
                  <a:pt x="165569" y="179069"/>
                </a:lnTo>
                <a:lnTo>
                  <a:pt x="158038" y="186689"/>
                </a:lnTo>
                <a:lnTo>
                  <a:pt x="158038" y="187960"/>
                </a:lnTo>
                <a:lnTo>
                  <a:pt x="169329" y="191769"/>
                </a:lnTo>
                <a:lnTo>
                  <a:pt x="178739" y="196850"/>
                </a:lnTo>
                <a:lnTo>
                  <a:pt x="180854" y="200660"/>
                </a:lnTo>
                <a:lnTo>
                  <a:pt x="156159" y="200660"/>
                </a:lnTo>
                <a:lnTo>
                  <a:pt x="154279" y="208280"/>
                </a:lnTo>
                <a:lnTo>
                  <a:pt x="154279" y="215900"/>
                </a:lnTo>
                <a:lnTo>
                  <a:pt x="152400" y="223519"/>
                </a:lnTo>
                <a:close/>
              </a:path>
              <a:path w="235585" h="264159">
                <a:moveTo>
                  <a:pt x="45420" y="224789"/>
                </a:moveTo>
                <a:lnTo>
                  <a:pt x="39509" y="223519"/>
                </a:lnTo>
                <a:lnTo>
                  <a:pt x="33834" y="219710"/>
                </a:lnTo>
                <a:lnTo>
                  <a:pt x="30805" y="214630"/>
                </a:lnTo>
                <a:lnTo>
                  <a:pt x="30246" y="208280"/>
                </a:lnTo>
                <a:lnTo>
                  <a:pt x="31978" y="200660"/>
                </a:lnTo>
                <a:lnTo>
                  <a:pt x="36215" y="189230"/>
                </a:lnTo>
                <a:lnTo>
                  <a:pt x="48920" y="151130"/>
                </a:lnTo>
                <a:lnTo>
                  <a:pt x="133070" y="151130"/>
                </a:lnTo>
                <a:lnTo>
                  <a:pt x="120234" y="157480"/>
                </a:lnTo>
                <a:lnTo>
                  <a:pt x="112890" y="161289"/>
                </a:lnTo>
                <a:lnTo>
                  <a:pt x="110998" y="161289"/>
                </a:lnTo>
                <a:lnTo>
                  <a:pt x="107238" y="163830"/>
                </a:lnTo>
                <a:lnTo>
                  <a:pt x="101600" y="163830"/>
                </a:lnTo>
                <a:lnTo>
                  <a:pt x="99720" y="165100"/>
                </a:lnTo>
                <a:lnTo>
                  <a:pt x="92189" y="180339"/>
                </a:lnTo>
                <a:lnTo>
                  <a:pt x="92286" y="191769"/>
                </a:lnTo>
                <a:lnTo>
                  <a:pt x="92415" y="196850"/>
                </a:lnTo>
                <a:lnTo>
                  <a:pt x="69608" y="196850"/>
                </a:lnTo>
                <a:lnTo>
                  <a:pt x="67729" y="203200"/>
                </a:lnTo>
                <a:lnTo>
                  <a:pt x="63969" y="207010"/>
                </a:lnTo>
                <a:lnTo>
                  <a:pt x="62090" y="212089"/>
                </a:lnTo>
                <a:lnTo>
                  <a:pt x="57236" y="219710"/>
                </a:lnTo>
                <a:lnTo>
                  <a:pt x="51504" y="223519"/>
                </a:lnTo>
                <a:lnTo>
                  <a:pt x="45420" y="224789"/>
                </a:lnTo>
                <a:close/>
              </a:path>
              <a:path w="235585" h="264159">
                <a:moveTo>
                  <a:pt x="210220" y="242569"/>
                </a:moveTo>
                <a:lnTo>
                  <a:pt x="188137" y="242569"/>
                </a:lnTo>
                <a:lnTo>
                  <a:pt x="188137" y="240030"/>
                </a:lnTo>
                <a:lnTo>
                  <a:pt x="190030" y="240030"/>
                </a:lnTo>
                <a:lnTo>
                  <a:pt x="190030" y="171450"/>
                </a:lnTo>
                <a:lnTo>
                  <a:pt x="186791" y="163830"/>
                </a:lnTo>
                <a:lnTo>
                  <a:pt x="182499" y="160019"/>
                </a:lnTo>
                <a:lnTo>
                  <a:pt x="203200" y="160019"/>
                </a:lnTo>
                <a:lnTo>
                  <a:pt x="205079" y="163830"/>
                </a:lnTo>
                <a:lnTo>
                  <a:pt x="210220" y="242569"/>
                </a:lnTo>
                <a:close/>
              </a:path>
              <a:path w="235585" h="264159">
                <a:moveTo>
                  <a:pt x="182499" y="184150"/>
                </a:moveTo>
                <a:lnTo>
                  <a:pt x="165569" y="179069"/>
                </a:lnTo>
                <a:lnTo>
                  <a:pt x="182499" y="179069"/>
                </a:lnTo>
                <a:lnTo>
                  <a:pt x="182499" y="184150"/>
                </a:lnTo>
                <a:close/>
              </a:path>
              <a:path w="235585" h="264159">
                <a:moveTo>
                  <a:pt x="95948" y="255269"/>
                </a:moveTo>
                <a:lnTo>
                  <a:pt x="90309" y="252730"/>
                </a:lnTo>
                <a:lnTo>
                  <a:pt x="84658" y="252730"/>
                </a:lnTo>
                <a:lnTo>
                  <a:pt x="69608" y="242569"/>
                </a:lnTo>
                <a:lnTo>
                  <a:pt x="71488" y="232410"/>
                </a:lnTo>
                <a:lnTo>
                  <a:pt x="73375" y="224789"/>
                </a:lnTo>
                <a:lnTo>
                  <a:pt x="73645" y="219710"/>
                </a:lnTo>
                <a:lnTo>
                  <a:pt x="73740" y="212089"/>
                </a:lnTo>
                <a:lnTo>
                  <a:pt x="73380" y="199389"/>
                </a:lnTo>
                <a:lnTo>
                  <a:pt x="71488" y="199389"/>
                </a:lnTo>
                <a:lnTo>
                  <a:pt x="69608" y="196850"/>
                </a:lnTo>
                <a:lnTo>
                  <a:pt x="92415" y="196850"/>
                </a:lnTo>
                <a:lnTo>
                  <a:pt x="92512" y="200660"/>
                </a:lnTo>
                <a:lnTo>
                  <a:pt x="93364" y="213360"/>
                </a:lnTo>
                <a:lnTo>
                  <a:pt x="94568" y="226060"/>
                </a:lnTo>
                <a:lnTo>
                  <a:pt x="95948" y="238760"/>
                </a:lnTo>
                <a:lnTo>
                  <a:pt x="95948" y="255269"/>
                </a:lnTo>
                <a:close/>
              </a:path>
              <a:path w="235585" h="264159">
                <a:moveTo>
                  <a:pt x="173088" y="214630"/>
                </a:moveTo>
                <a:lnTo>
                  <a:pt x="167449" y="208280"/>
                </a:lnTo>
                <a:lnTo>
                  <a:pt x="161798" y="204469"/>
                </a:lnTo>
                <a:lnTo>
                  <a:pt x="159918" y="204469"/>
                </a:lnTo>
                <a:lnTo>
                  <a:pt x="156159" y="200660"/>
                </a:lnTo>
                <a:lnTo>
                  <a:pt x="180854" y="200660"/>
                </a:lnTo>
                <a:lnTo>
                  <a:pt x="184378" y="207010"/>
                </a:lnTo>
                <a:lnTo>
                  <a:pt x="180619" y="208280"/>
                </a:lnTo>
                <a:lnTo>
                  <a:pt x="173088" y="214630"/>
                </a:lnTo>
                <a:close/>
              </a:path>
              <a:path w="235585" h="264159">
                <a:moveTo>
                  <a:pt x="206959" y="264160"/>
                </a:moveTo>
                <a:lnTo>
                  <a:pt x="201307" y="262889"/>
                </a:lnTo>
                <a:lnTo>
                  <a:pt x="195668" y="262889"/>
                </a:lnTo>
                <a:lnTo>
                  <a:pt x="191909" y="260350"/>
                </a:lnTo>
                <a:lnTo>
                  <a:pt x="185204" y="255269"/>
                </a:lnTo>
                <a:lnTo>
                  <a:pt x="179204" y="248919"/>
                </a:lnTo>
                <a:lnTo>
                  <a:pt x="173912" y="242569"/>
                </a:lnTo>
                <a:lnTo>
                  <a:pt x="169329" y="236219"/>
                </a:lnTo>
                <a:lnTo>
                  <a:pt x="167449" y="234950"/>
                </a:lnTo>
                <a:lnTo>
                  <a:pt x="167449" y="228600"/>
                </a:lnTo>
                <a:lnTo>
                  <a:pt x="173088" y="232410"/>
                </a:lnTo>
                <a:lnTo>
                  <a:pt x="180619" y="236219"/>
                </a:lnTo>
                <a:lnTo>
                  <a:pt x="188137" y="242569"/>
                </a:lnTo>
                <a:lnTo>
                  <a:pt x="210220" y="242569"/>
                </a:lnTo>
                <a:lnTo>
                  <a:pt x="210635" y="248919"/>
                </a:lnTo>
                <a:lnTo>
                  <a:pt x="210718" y="255269"/>
                </a:lnTo>
                <a:lnTo>
                  <a:pt x="206959" y="260350"/>
                </a:lnTo>
                <a:lnTo>
                  <a:pt x="206959" y="2641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931477" y="6450622"/>
            <a:ext cx="131035" cy="1977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014359" y="6385217"/>
            <a:ext cx="236769" cy="29737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351033" y="6466890"/>
            <a:ext cx="141664" cy="15610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171854" y="6431394"/>
            <a:ext cx="209530" cy="22401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87286" y="6381750"/>
            <a:ext cx="241935" cy="287020"/>
          </a:xfrm>
          <a:custGeom>
            <a:avLst/>
            <a:gdLst/>
            <a:ahLst/>
            <a:cxnLst/>
            <a:rect l="l" t="t" r="r" b="b"/>
            <a:pathLst>
              <a:path w="241934" h="287020">
                <a:moveTo>
                  <a:pt x="198069" y="81279"/>
                </a:moveTo>
                <a:lnTo>
                  <a:pt x="128270" y="81279"/>
                </a:lnTo>
                <a:lnTo>
                  <a:pt x="132054" y="77470"/>
                </a:lnTo>
                <a:lnTo>
                  <a:pt x="133934" y="71120"/>
                </a:lnTo>
                <a:lnTo>
                  <a:pt x="139592" y="54610"/>
                </a:lnTo>
                <a:lnTo>
                  <a:pt x="145249" y="39370"/>
                </a:lnTo>
                <a:lnTo>
                  <a:pt x="150907" y="25400"/>
                </a:lnTo>
                <a:lnTo>
                  <a:pt x="158457" y="5079"/>
                </a:lnTo>
                <a:lnTo>
                  <a:pt x="158457" y="0"/>
                </a:lnTo>
                <a:lnTo>
                  <a:pt x="173545" y="6350"/>
                </a:lnTo>
                <a:lnTo>
                  <a:pt x="177317" y="16510"/>
                </a:lnTo>
                <a:lnTo>
                  <a:pt x="171665" y="20320"/>
                </a:lnTo>
                <a:lnTo>
                  <a:pt x="162847" y="31750"/>
                </a:lnTo>
                <a:lnTo>
                  <a:pt x="157746" y="45720"/>
                </a:lnTo>
                <a:lnTo>
                  <a:pt x="154417" y="60960"/>
                </a:lnTo>
                <a:lnTo>
                  <a:pt x="150914" y="76200"/>
                </a:lnTo>
                <a:lnTo>
                  <a:pt x="199961" y="76200"/>
                </a:lnTo>
                <a:lnTo>
                  <a:pt x="199961" y="77470"/>
                </a:lnTo>
                <a:lnTo>
                  <a:pt x="198069" y="81279"/>
                </a:lnTo>
                <a:close/>
              </a:path>
              <a:path w="241934" h="287020">
                <a:moveTo>
                  <a:pt x="25469" y="226059"/>
                </a:moveTo>
                <a:lnTo>
                  <a:pt x="0" y="191770"/>
                </a:lnTo>
                <a:lnTo>
                  <a:pt x="0" y="190500"/>
                </a:lnTo>
                <a:lnTo>
                  <a:pt x="1892" y="187959"/>
                </a:lnTo>
                <a:lnTo>
                  <a:pt x="1892" y="186690"/>
                </a:lnTo>
                <a:lnTo>
                  <a:pt x="10645" y="173990"/>
                </a:lnTo>
                <a:lnTo>
                  <a:pt x="19575" y="161290"/>
                </a:lnTo>
                <a:lnTo>
                  <a:pt x="28150" y="147320"/>
                </a:lnTo>
                <a:lnTo>
                  <a:pt x="35839" y="134620"/>
                </a:lnTo>
                <a:lnTo>
                  <a:pt x="39762" y="127000"/>
                </a:lnTo>
                <a:lnTo>
                  <a:pt x="43153" y="119379"/>
                </a:lnTo>
                <a:lnTo>
                  <a:pt x="46188" y="110489"/>
                </a:lnTo>
                <a:lnTo>
                  <a:pt x="49047" y="102870"/>
                </a:lnTo>
                <a:lnTo>
                  <a:pt x="50939" y="100329"/>
                </a:lnTo>
                <a:lnTo>
                  <a:pt x="47167" y="99060"/>
                </a:lnTo>
                <a:lnTo>
                  <a:pt x="47167" y="95250"/>
                </a:lnTo>
                <a:lnTo>
                  <a:pt x="39679" y="85089"/>
                </a:lnTo>
                <a:lnTo>
                  <a:pt x="36788" y="76200"/>
                </a:lnTo>
                <a:lnTo>
                  <a:pt x="38141" y="66039"/>
                </a:lnTo>
                <a:lnTo>
                  <a:pt x="64344" y="30479"/>
                </a:lnTo>
                <a:lnTo>
                  <a:pt x="81675" y="22860"/>
                </a:lnTo>
                <a:lnTo>
                  <a:pt x="88896" y="22860"/>
                </a:lnTo>
                <a:lnTo>
                  <a:pt x="95055" y="25400"/>
                </a:lnTo>
                <a:lnTo>
                  <a:pt x="99974" y="29210"/>
                </a:lnTo>
                <a:lnTo>
                  <a:pt x="105638" y="36829"/>
                </a:lnTo>
                <a:lnTo>
                  <a:pt x="105638" y="40639"/>
                </a:lnTo>
                <a:lnTo>
                  <a:pt x="96202" y="44450"/>
                </a:lnTo>
                <a:lnTo>
                  <a:pt x="87571" y="48260"/>
                </a:lnTo>
                <a:lnTo>
                  <a:pt x="80881" y="53339"/>
                </a:lnTo>
                <a:lnTo>
                  <a:pt x="75251" y="59689"/>
                </a:lnTo>
                <a:lnTo>
                  <a:pt x="69799" y="67310"/>
                </a:lnTo>
                <a:lnTo>
                  <a:pt x="67906" y="72389"/>
                </a:lnTo>
                <a:lnTo>
                  <a:pt x="67906" y="77470"/>
                </a:lnTo>
                <a:lnTo>
                  <a:pt x="77342" y="83820"/>
                </a:lnTo>
                <a:lnTo>
                  <a:pt x="79235" y="87629"/>
                </a:lnTo>
                <a:lnTo>
                  <a:pt x="81114" y="88900"/>
                </a:lnTo>
                <a:lnTo>
                  <a:pt x="91343" y="101600"/>
                </a:lnTo>
                <a:lnTo>
                  <a:pt x="96443" y="111760"/>
                </a:lnTo>
                <a:lnTo>
                  <a:pt x="96238" y="123190"/>
                </a:lnTo>
                <a:lnTo>
                  <a:pt x="90550" y="135890"/>
                </a:lnTo>
                <a:lnTo>
                  <a:pt x="101866" y="140970"/>
                </a:lnTo>
                <a:lnTo>
                  <a:pt x="132676" y="140970"/>
                </a:lnTo>
                <a:lnTo>
                  <a:pt x="130162" y="143509"/>
                </a:lnTo>
                <a:lnTo>
                  <a:pt x="128270" y="143509"/>
                </a:lnTo>
                <a:lnTo>
                  <a:pt x="126390" y="144779"/>
                </a:lnTo>
                <a:lnTo>
                  <a:pt x="81114" y="144779"/>
                </a:lnTo>
                <a:lnTo>
                  <a:pt x="64134" y="173990"/>
                </a:lnTo>
                <a:lnTo>
                  <a:pt x="62255" y="175259"/>
                </a:lnTo>
                <a:lnTo>
                  <a:pt x="62255" y="179070"/>
                </a:lnTo>
                <a:lnTo>
                  <a:pt x="64134" y="182879"/>
                </a:lnTo>
                <a:lnTo>
                  <a:pt x="64134" y="186690"/>
                </a:lnTo>
                <a:lnTo>
                  <a:pt x="66027" y="191770"/>
                </a:lnTo>
                <a:lnTo>
                  <a:pt x="66027" y="195579"/>
                </a:lnTo>
                <a:lnTo>
                  <a:pt x="61573" y="219709"/>
                </a:lnTo>
                <a:lnTo>
                  <a:pt x="37731" y="219709"/>
                </a:lnTo>
                <a:lnTo>
                  <a:pt x="31245" y="224790"/>
                </a:lnTo>
                <a:lnTo>
                  <a:pt x="25469" y="226059"/>
                </a:lnTo>
                <a:close/>
              </a:path>
              <a:path w="241934" h="287020">
                <a:moveTo>
                  <a:pt x="199961" y="76200"/>
                </a:moveTo>
                <a:lnTo>
                  <a:pt x="150914" y="76200"/>
                </a:lnTo>
                <a:lnTo>
                  <a:pt x="158284" y="73660"/>
                </a:lnTo>
                <a:lnTo>
                  <a:pt x="173725" y="68579"/>
                </a:lnTo>
                <a:lnTo>
                  <a:pt x="181089" y="67310"/>
                </a:lnTo>
                <a:lnTo>
                  <a:pt x="184861" y="64770"/>
                </a:lnTo>
                <a:lnTo>
                  <a:pt x="190525" y="64770"/>
                </a:lnTo>
                <a:lnTo>
                  <a:pt x="192417" y="67310"/>
                </a:lnTo>
                <a:lnTo>
                  <a:pt x="196189" y="68579"/>
                </a:lnTo>
                <a:lnTo>
                  <a:pt x="199961" y="72389"/>
                </a:lnTo>
                <a:lnTo>
                  <a:pt x="199961" y="76200"/>
                </a:lnTo>
                <a:close/>
              </a:path>
              <a:path w="241934" h="287020">
                <a:moveTo>
                  <a:pt x="132676" y="140970"/>
                </a:moveTo>
                <a:lnTo>
                  <a:pt x="101866" y="140970"/>
                </a:lnTo>
                <a:lnTo>
                  <a:pt x="118846" y="130809"/>
                </a:lnTo>
                <a:lnTo>
                  <a:pt x="115484" y="121920"/>
                </a:lnTo>
                <a:lnTo>
                  <a:pt x="117428" y="114300"/>
                </a:lnTo>
                <a:lnTo>
                  <a:pt x="121495" y="106679"/>
                </a:lnTo>
                <a:lnTo>
                  <a:pt x="124498" y="99060"/>
                </a:lnTo>
                <a:lnTo>
                  <a:pt x="111302" y="99060"/>
                </a:lnTo>
                <a:lnTo>
                  <a:pt x="105638" y="96520"/>
                </a:lnTo>
                <a:lnTo>
                  <a:pt x="101866" y="95250"/>
                </a:lnTo>
                <a:lnTo>
                  <a:pt x="96202" y="91439"/>
                </a:lnTo>
                <a:lnTo>
                  <a:pt x="92430" y="87629"/>
                </a:lnTo>
                <a:lnTo>
                  <a:pt x="92430" y="85089"/>
                </a:lnTo>
                <a:lnTo>
                  <a:pt x="94322" y="85089"/>
                </a:lnTo>
                <a:lnTo>
                  <a:pt x="101104" y="83820"/>
                </a:lnTo>
                <a:lnTo>
                  <a:pt x="113952" y="82550"/>
                </a:lnTo>
                <a:lnTo>
                  <a:pt x="120726" y="81279"/>
                </a:lnTo>
                <a:lnTo>
                  <a:pt x="194297" y="81279"/>
                </a:lnTo>
                <a:lnTo>
                  <a:pt x="154686" y="92710"/>
                </a:lnTo>
                <a:lnTo>
                  <a:pt x="147142" y="92710"/>
                </a:lnTo>
                <a:lnTo>
                  <a:pt x="145249" y="95250"/>
                </a:lnTo>
                <a:lnTo>
                  <a:pt x="143370" y="100329"/>
                </a:lnTo>
                <a:lnTo>
                  <a:pt x="139598" y="107950"/>
                </a:lnTo>
                <a:lnTo>
                  <a:pt x="137706" y="113029"/>
                </a:lnTo>
                <a:lnTo>
                  <a:pt x="133934" y="120650"/>
                </a:lnTo>
                <a:lnTo>
                  <a:pt x="182963" y="120650"/>
                </a:lnTo>
                <a:lnTo>
                  <a:pt x="192417" y="123190"/>
                </a:lnTo>
                <a:lnTo>
                  <a:pt x="199961" y="124459"/>
                </a:lnTo>
                <a:lnTo>
                  <a:pt x="207505" y="128270"/>
                </a:lnTo>
                <a:lnTo>
                  <a:pt x="207505" y="132079"/>
                </a:lnTo>
                <a:lnTo>
                  <a:pt x="152793" y="132079"/>
                </a:lnTo>
                <a:lnTo>
                  <a:pt x="152793" y="135890"/>
                </a:lnTo>
                <a:lnTo>
                  <a:pt x="143370" y="135890"/>
                </a:lnTo>
                <a:lnTo>
                  <a:pt x="137706" y="138429"/>
                </a:lnTo>
                <a:lnTo>
                  <a:pt x="133934" y="139700"/>
                </a:lnTo>
                <a:lnTo>
                  <a:pt x="132676" y="140970"/>
                </a:lnTo>
                <a:close/>
              </a:path>
              <a:path w="241934" h="287020">
                <a:moveTo>
                  <a:pt x="182963" y="120650"/>
                </a:moveTo>
                <a:lnTo>
                  <a:pt x="133934" y="120650"/>
                </a:lnTo>
                <a:lnTo>
                  <a:pt x="149173" y="118110"/>
                </a:lnTo>
                <a:lnTo>
                  <a:pt x="163880" y="118110"/>
                </a:lnTo>
                <a:lnTo>
                  <a:pt x="178236" y="119379"/>
                </a:lnTo>
                <a:lnTo>
                  <a:pt x="182963" y="120650"/>
                </a:lnTo>
                <a:close/>
              </a:path>
              <a:path w="241934" h="287020">
                <a:moveTo>
                  <a:pt x="202476" y="167640"/>
                </a:moveTo>
                <a:lnTo>
                  <a:pt x="152793" y="167640"/>
                </a:lnTo>
                <a:lnTo>
                  <a:pt x="179209" y="140970"/>
                </a:lnTo>
                <a:lnTo>
                  <a:pt x="182981" y="135890"/>
                </a:lnTo>
                <a:lnTo>
                  <a:pt x="179209" y="132079"/>
                </a:lnTo>
                <a:lnTo>
                  <a:pt x="207505" y="132079"/>
                </a:lnTo>
                <a:lnTo>
                  <a:pt x="207575" y="139700"/>
                </a:lnTo>
                <a:lnTo>
                  <a:pt x="207855" y="144779"/>
                </a:lnTo>
                <a:lnTo>
                  <a:pt x="206086" y="149859"/>
                </a:lnTo>
                <a:lnTo>
                  <a:pt x="202197" y="154940"/>
                </a:lnTo>
                <a:lnTo>
                  <a:pt x="196189" y="158750"/>
                </a:lnTo>
                <a:lnTo>
                  <a:pt x="194297" y="158750"/>
                </a:lnTo>
                <a:lnTo>
                  <a:pt x="190525" y="162559"/>
                </a:lnTo>
                <a:lnTo>
                  <a:pt x="194297" y="163829"/>
                </a:lnTo>
                <a:lnTo>
                  <a:pt x="198069" y="163829"/>
                </a:lnTo>
                <a:lnTo>
                  <a:pt x="199961" y="166370"/>
                </a:lnTo>
                <a:lnTo>
                  <a:pt x="202476" y="167640"/>
                </a:lnTo>
                <a:close/>
              </a:path>
              <a:path w="241934" h="287020">
                <a:moveTo>
                  <a:pt x="208448" y="171450"/>
                </a:moveTo>
                <a:lnTo>
                  <a:pt x="128270" y="171450"/>
                </a:lnTo>
                <a:lnTo>
                  <a:pt x="135672" y="167640"/>
                </a:lnTo>
                <a:lnTo>
                  <a:pt x="140773" y="160020"/>
                </a:lnTo>
                <a:lnTo>
                  <a:pt x="143396" y="148590"/>
                </a:lnTo>
                <a:lnTo>
                  <a:pt x="143370" y="135890"/>
                </a:lnTo>
                <a:lnTo>
                  <a:pt x="152793" y="135890"/>
                </a:lnTo>
                <a:lnTo>
                  <a:pt x="152793" y="154940"/>
                </a:lnTo>
                <a:lnTo>
                  <a:pt x="149021" y="166370"/>
                </a:lnTo>
                <a:lnTo>
                  <a:pt x="150914" y="166370"/>
                </a:lnTo>
                <a:lnTo>
                  <a:pt x="150914" y="167640"/>
                </a:lnTo>
                <a:lnTo>
                  <a:pt x="202476" y="167640"/>
                </a:lnTo>
                <a:lnTo>
                  <a:pt x="207505" y="170179"/>
                </a:lnTo>
                <a:lnTo>
                  <a:pt x="208448" y="171450"/>
                </a:lnTo>
                <a:close/>
              </a:path>
              <a:path w="241934" h="287020">
                <a:moveTo>
                  <a:pt x="210019" y="180340"/>
                </a:moveTo>
                <a:lnTo>
                  <a:pt x="96202" y="180340"/>
                </a:lnTo>
                <a:lnTo>
                  <a:pt x="92257" y="171450"/>
                </a:lnTo>
                <a:lnTo>
                  <a:pt x="85067" y="153670"/>
                </a:lnTo>
                <a:lnTo>
                  <a:pt x="81114" y="144779"/>
                </a:lnTo>
                <a:lnTo>
                  <a:pt x="126390" y="144779"/>
                </a:lnTo>
                <a:lnTo>
                  <a:pt x="126390" y="151129"/>
                </a:lnTo>
                <a:lnTo>
                  <a:pt x="118846" y="151129"/>
                </a:lnTo>
                <a:lnTo>
                  <a:pt x="103758" y="156209"/>
                </a:lnTo>
                <a:lnTo>
                  <a:pt x="101866" y="158750"/>
                </a:lnTo>
                <a:lnTo>
                  <a:pt x="105638" y="163829"/>
                </a:lnTo>
                <a:lnTo>
                  <a:pt x="109410" y="175259"/>
                </a:lnTo>
                <a:lnTo>
                  <a:pt x="113182" y="176529"/>
                </a:lnTo>
                <a:lnTo>
                  <a:pt x="210962" y="176529"/>
                </a:lnTo>
                <a:lnTo>
                  <a:pt x="210019" y="180340"/>
                </a:lnTo>
                <a:close/>
              </a:path>
              <a:path w="241934" h="287020">
                <a:moveTo>
                  <a:pt x="210962" y="176529"/>
                </a:moveTo>
                <a:lnTo>
                  <a:pt x="113182" y="176529"/>
                </a:lnTo>
                <a:lnTo>
                  <a:pt x="122618" y="173990"/>
                </a:lnTo>
                <a:lnTo>
                  <a:pt x="118846" y="158750"/>
                </a:lnTo>
                <a:lnTo>
                  <a:pt x="118846" y="151129"/>
                </a:lnTo>
                <a:lnTo>
                  <a:pt x="126390" y="151129"/>
                </a:lnTo>
                <a:lnTo>
                  <a:pt x="126390" y="156209"/>
                </a:lnTo>
                <a:lnTo>
                  <a:pt x="128270" y="163829"/>
                </a:lnTo>
                <a:lnTo>
                  <a:pt x="128270" y="171450"/>
                </a:lnTo>
                <a:lnTo>
                  <a:pt x="208448" y="171450"/>
                </a:lnTo>
                <a:lnTo>
                  <a:pt x="211277" y="175259"/>
                </a:lnTo>
                <a:lnTo>
                  <a:pt x="210962" y="176529"/>
                </a:lnTo>
                <a:close/>
              </a:path>
              <a:path w="241934" h="287020">
                <a:moveTo>
                  <a:pt x="83007" y="214629"/>
                </a:moveTo>
                <a:lnTo>
                  <a:pt x="77342" y="207009"/>
                </a:lnTo>
                <a:lnTo>
                  <a:pt x="73011" y="200659"/>
                </a:lnTo>
                <a:lnTo>
                  <a:pt x="70977" y="194309"/>
                </a:lnTo>
                <a:lnTo>
                  <a:pt x="70710" y="187959"/>
                </a:lnTo>
                <a:lnTo>
                  <a:pt x="71678" y="180340"/>
                </a:lnTo>
                <a:lnTo>
                  <a:pt x="71678" y="179070"/>
                </a:lnTo>
                <a:lnTo>
                  <a:pt x="90550" y="179070"/>
                </a:lnTo>
                <a:lnTo>
                  <a:pt x="96202" y="180340"/>
                </a:lnTo>
                <a:lnTo>
                  <a:pt x="210019" y="180340"/>
                </a:lnTo>
                <a:lnTo>
                  <a:pt x="207505" y="190500"/>
                </a:lnTo>
                <a:lnTo>
                  <a:pt x="201841" y="191770"/>
                </a:lnTo>
                <a:lnTo>
                  <a:pt x="188645" y="191770"/>
                </a:lnTo>
                <a:lnTo>
                  <a:pt x="181089" y="194309"/>
                </a:lnTo>
                <a:lnTo>
                  <a:pt x="173545" y="194309"/>
                </a:lnTo>
                <a:lnTo>
                  <a:pt x="165558" y="196850"/>
                </a:lnTo>
                <a:lnTo>
                  <a:pt x="160441" y="201929"/>
                </a:lnTo>
                <a:lnTo>
                  <a:pt x="133934" y="201929"/>
                </a:lnTo>
                <a:lnTo>
                  <a:pt x="128270" y="203200"/>
                </a:lnTo>
                <a:lnTo>
                  <a:pt x="122618" y="203200"/>
                </a:lnTo>
                <a:lnTo>
                  <a:pt x="103758" y="209550"/>
                </a:lnTo>
                <a:lnTo>
                  <a:pt x="98094" y="210820"/>
                </a:lnTo>
                <a:lnTo>
                  <a:pt x="83007" y="214629"/>
                </a:lnTo>
                <a:close/>
              </a:path>
              <a:path w="241934" h="287020">
                <a:moveTo>
                  <a:pt x="204104" y="261620"/>
                </a:moveTo>
                <a:lnTo>
                  <a:pt x="177317" y="261620"/>
                </a:lnTo>
                <a:lnTo>
                  <a:pt x="166001" y="238759"/>
                </a:lnTo>
                <a:lnTo>
                  <a:pt x="162229" y="237490"/>
                </a:lnTo>
                <a:lnTo>
                  <a:pt x="160350" y="237490"/>
                </a:lnTo>
                <a:lnTo>
                  <a:pt x="144814" y="234950"/>
                </a:lnTo>
                <a:lnTo>
                  <a:pt x="136531" y="229870"/>
                </a:lnTo>
                <a:lnTo>
                  <a:pt x="133553" y="222250"/>
                </a:lnTo>
                <a:lnTo>
                  <a:pt x="133807" y="212090"/>
                </a:lnTo>
                <a:lnTo>
                  <a:pt x="133934" y="201929"/>
                </a:lnTo>
                <a:lnTo>
                  <a:pt x="160441" y="201929"/>
                </a:lnTo>
                <a:lnTo>
                  <a:pt x="159162" y="203200"/>
                </a:lnTo>
                <a:lnTo>
                  <a:pt x="155243" y="209550"/>
                </a:lnTo>
                <a:lnTo>
                  <a:pt x="154686" y="218440"/>
                </a:lnTo>
                <a:lnTo>
                  <a:pt x="241465" y="218440"/>
                </a:lnTo>
                <a:lnTo>
                  <a:pt x="237680" y="223520"/>
                </a:lnTo>
                <a:lnTo>
                  <a:pt x="203258" y="223520"/>
                </a:lnTo>
                <a:lnTo>
                  <a:pt x="192944" y="226059"/>
                </a:lnTo>
                <a:lnTo>
                  <a:pt x="182981" y="229870"/>
                </a:lnTo>
                <a:lnTo>
                  <a:pt x="188964" y="238759"/>
                </a:lnTo>
                <a:lnTo>
                  <a:pt x="195478" y="248920"/>
                </a:lnTo>
                <a:lnTo>
                  <a:pt x="202344" y="259079"/>
                </a:lnTo>
                <a:lnTo>
                  <a:pt x="204104" y="261620"/>
                </a:lnTo>
                <a:close/>
              </a:path>
              <a:path w="241934" h="287020">
                <a:moveTo>
                  <a:pt x="241465" y="218440"/>
                </a:moveTo>
                <a:lnTo>
                  <a:pt x="160350" y="218440"/>
                </a:lnTo>
                <a:lnTo>
                  <a:pt x="162229" y="215900"/>
                </a:lnTo>
                <a:lnTo>
                  <a:pt x="174994" y="210820"/>
                </a:lnTo>
                <a:lnTo>
                  <a:pt x="187934" y="207009"/>
                </a:lnTo>
                <a:lnTo>
                  <a:pt x="201227" y="204470"/>
                </a:lnTo>
                <a:lnTo>
                  <a:pt x="215049" y="203200"/>
                </a:lnTo>
                <a:lnTo>
                  <a:pt x="241465" y="212090"/>
                </a:lnTo>
                <a:lnTo>
                  <a:pt x="241465" y="218440"/>
                </a:lnTo>
                <a:close/>
              </a:path>
              <a:path w="241934" h="287020">
                <a:moveTo>
                  <a:pt x="49047" y="287020"/>
                </a:moveTo>
                <a:lnTo>
                  <a:pt x="38377" y="284479"/>
                </a:lnTo>
                <a:lnTo>
                  <a:pt x="31599" y="280670"/>
                </a:lnTo>
                <a:lnTo>
                  <a:pt x="28357" y="273050"/>
                </a:lnTo>
                <a:lnTo>
                  <a:pt x="28295" y="262890"/>
                </a:lnTo>
                <a:lnTo>
                  <a:pt x="30830" y="252729"/>
                </a:lnTo>
                <a:lnTo>
                  <a:pt x="33013" y="242570"/>
                </a:lnTo>
                <a:lnTo>
                  <a:pt x="35196" y="231140"/>
                </a:lnTo>
                <a:lnTo>
                  <a:pt x="37731" y="219709"/>
                </a:lnTo>
                <a:lnTo>
                  <a:pt x="61573" y="219709"/>
                </a:lnTo>
                <a:lnTo>
                  <a:pt x="57773" y="240029"/>
                </a:lnTo>
                <a:lnTo>
                  <a:pt x="54091" y="260350"/>
                </a:lnTo>
                <a:lnTo>
                  <a:pt x="50939" y="281940"/>
                </a:lnTo>
                <a:lnTo>
                  <a:pt x="49047" y="283209"/>
                </a:lnTo>
                <a:lnTo>
                  <a:pt x="49047" y="287020"/>
                </a:lnTo>
                <a:close/>
              </a:path>
              <a:path w="241934" h="287020">
                <a:moveTo>
                  <a:pt x="235800" y="229870"/>
                </a:moveTo>
                <a:lnTo>
                  <a:pt x="230136" y="229870"/>
                </a:lnTo>
                <a:lnTo>
                  <a:pt x="226364" y="227329"/>
                </a:lnTo>
                <a:lnTo>
                  <a:pt x="214280" y="223520"/>
                </a:lnTo>
                <a:lnTo>
                  <a:pt x="237680" y="223520"/>
                </a:lnTo>
                <a:lnTo>
                  <a:pt x="235800" y="229870"/>
                </a:lnTo>
                <a:close/>
              </a:path>
              <a:path w="241934" h="287020">
                <a:moveTo>
                  <a:pt x="209384" y="285750"/>
                </a:moveTo>
                <a:lnTo>
                  <a:pt x="198069" y="285750"/>
                </a:lnTo>
                <a:lnTo>
                  <a:pt x="159164" y="275590"/>
                </a:lnTo>
                <a:lnTo>
                  <a:pt x="141035" y="267970"/>
                </a:lnTo>
                <a:lnTo>
                  <a:pt x="124498" y="257809"/>
                </a:lnTo>
                <a:lnTo>
                  <a:pt x="119135" y="254000"/>
                </a:lnTo>
                <a:lnTo>
                  <a:pt x="109121" y="245109"/>
                </a:lnTo>
                <a:lnTo>
                  <a:pt x="103758" y="241300"/>
                </a:lnTo>
                <a:lnTo>
                  <a:pt x="99974" y="237490"/>
                </a:lnTo>
                <a:lnTo>
                  <a:pt x="99974" y="226059"/>
                </a:lnTo>
                <a:lnTo>
                  <a:pt x="109410" y="226059"/>
                </a:lnTo>
                <a:lnTo>
                  <a:pt x="113182" y="229870"/>
                </a:lnTo>
                <a:lnTo>
                  <a:pt x="115074" y="233679"/>
                </a:lnTo>
                <a:lnTo>
                  <a:pt x="128191" y="245109"/>
                </a:lnTo>
                <a:lnTo>
                  <a:pt x="142190" y="252729"/>
                </a:lnTo>
                <a:lnTo>
                  <a:pt x="157249" y="259079"/>
                </a:lnTo>
                <a:lnTo>
                  <a:pt x="173545" y="261620"/>
                </a:lnTo>
                <a:lnTo>
                  <a:pt x="204104" y="261620"/>
                </a:lnTo>
                <a:lnTo>
                  <a:pt x="209384" y="269240"/>
                </a:lnTo>
                <a:lnTo>
                  <a:pt x="211277" y="273050"/>
                </a:lnTo>
                <a:lnTo>
                  <a:pt x="211277" y="280670"/>
                </a:lnTo>
                <a:lnTo>
                  <a:pt x="209384" y="283209"/>
                </a:lnTo>
                <a:lnTo>
                  <a:pt x="209384" y="2857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53580" y="6606463"/>
            <a:ext cx="29209" cy="80645"/>
          </a:xfrm>
          <a:custGeom>
            <a:avLst/>
            <a:gdLst/>
            <a:ahLst/>
            <a:cxnLst/>
            <a:rect l="l" t="t" r="r" b="b"/>
            <a:pathLst>
              <a:path w="29209" h="80645">
                <a:moveTo>
                  <a:pt x="16878" y="80251"/>
                </a:moveTo>
                <a:lnTo>
                  <a:pt x="11252" y="76517"/>
                </a:lnTo>
                <a:lnTo>
                  <a:pt x="3759" y="72783"/>
                </a:lnTo>
                <a:lnTo>
                  <a:pt x="0" y="69049"/>
                </a:lnTo>
                <a:lnTo>
                  <a:pt x="116" y="64880"/>
                </a:lnTo>
                <a:lnTo>
                  <a:pt x="4219" y="49600"/>
                </a:lnTo>
                <a:lnTo>
                  <a:pt x="8439" y="33358"/>
                </a:lnTo>
                <a:lnTo>
                  <a:pt x="12658" y="16765"/>
                </a:lnTo>
                <a:lnTo>
                  <a:pt x="16878" y="0"/>
                </a:lnTo>
                <a:lnTo>
                  <a:pt x="23647" y="4251"/>
                </a:lnTo>
                <a:lnTo>
                  <a:pt x="27428" y="8856"/>
                </a:lnTo>
                <a:lnTo>
                  <a:pt x="28747" y="14164"/>
                </a:lnTo>
                <a:lnTo>
                  <a:pt x="28130" y="20523"/>
                </a:lnTo>
                <a:lnTo>
                  <a:pt x="24527" y="34843"/>
                </a:lnTo>
                <a:lnTo>
                  <a:pt x="21804" y="49687"/>
                </a:lnTo>
                <a:lnTo>
                  <a:pt x="19358" y="65316"/>
                </a:lnTo>
                <a:lnTo>
                  <a:pt x="16878" y="8025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916328" y="6468922"/>
            <a:ext cx="157970" cy="13956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501914" y="6445298"/>
            <a:ext cx="182330" cy="18338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xfrm>
            <a:off x="1685289" y="205917"/>
            <a:ext cx="6212205" cy="6343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431925" algn="l"/>
              </a:tabLst>
            </a:pPr>
            <a:r>
              <a:rPr u="none" spc="-5" dirty="0"/>
              <a:t>1.4.1	</a:t>
            </a:r>
            <a:r>
              <a:rPr u="none" dirty="0"/>
              <a:t>Java</a:t>
            </a:r>
            <a:r>
              <a:rPr u="none" dirty="0">
                <a:latin typeface="宋体"/>
                <a:cs typeface="宋体"/>
              </a:rPr>
              <a:t>应用程序的编</a:t>
            </a:r>
            <a:r>
              <a:rPr u="none" spc="-25" dirty="0">
                <a:latin typeface="宋体"/>
                <a:cs typeface="宋体"/>
              </a:rPr>
              <a:t>写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7</a:t>
            </a:fld>
            <a:endParaRPr spc="-5" dirty="0"/>
          </a:p>
        </p:txBody>
      </p:sp>
      <p:sp>
        <p:nvSpPr>
          <p:cNvPr id="21" name="object 21"/>
          <p:cNvSpPr txBox="1"/>
          <p:nvPr/>
        </p:nvSpPr>
        <p:spPr>
          <a:xfrm>
            <a:off x="1937385" y="1183005"/>
            <a:ext cx="8235315" cy="4903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5" dirty="0">
                <a:latin typeface="Georgia"/>
                <a:cs typeface="Georgia"/>
              </a:rPr>
              <a:t>public class </a:t>
            </a:r>
            <a:r>
              <a:rPr sz="3200" spc="-5" dirty="0">
                <a:latin typeface="Georgia"/>
                <a:cs typeface="Georgia"/>
              </a:rPr>
              <a:t>FirstApp</a:t>
            </a:r>
            <a:r>
              <a:rPr sz="3200" spc="-100" dirty="0">
                <a:latin typeface="Georgia"/>
                <a:cs typeface="Georgia"/>
              </a:rPr>
              <a:t> </a:t>
            </a:r>
            <a:r>
              <a:rPr sz="3200" dirty="0">
                <a:latin typeface="Georgia"/>
                <a:cs typeface="Georgia"/>
              </a:rPr>
              <a:t>{</a:t>
            </a:r>
            <a:endParaRPr sz="3200">
              <a:latin typeface="Georgia"/>
              <a:cs typeface="Georgia"/>
            </a:endParaRPr>
          </a:p>
          <a:p>
            <a:pPr marL="927100">
              <a:lnSpc>
                <a:spcPct val="100000"/>
              </a:lnSpc>
            </a:pPr>
            <a:r>
              <a:rPr sz="3200" spc="-5" dirty="0">
                <a:latin typeface="Georgia"/>
                <a:cs typeface="Georgia"/>
              </a:rPr>
              <a:t>/**</a:t>
            </a:r>
            <a:endParaRPr sz="3200">
              <a:latin typeface="Georgia"/>
              <a:cs typeface="Georgia"/>
            </a:endParaRPr>
          </a:p>
          <a:p>
            <a:pPr marL="1024255">
              <a:lnSpc>
                <a:spcPct val="100000"/>
              </a:lnSpc>
            </a:pPr>
            <a:r>
              <a:rPr sz="3200" dirty="0">
                <a:latin typeface="Georgia"/>
                <a:cs typeface="Georgia"/>
              </a:rPr>
              <a:t>*</a:t>
            </a:r>
            <a:r>
              <a:rPr sz="3200" spc="-15" dirty="0">
                <a:latin typeface="Georgia"/>
                <a:cs typeface="Georgia"/>
              </a:rPr>
              <a:t> </a:t>
            </a:r>
            <a:r>
              <a:rPr sz="3200" dirty="0">
                <a:latin typeface="宋体"/>
                <a:cs typeface="宋体"/>
              </a:rPr>
              <a:t>第一个</a:t>
            </a:r>
            <a:r>
              <a:rPr sz="3200" dirty="0">
                <a:latin typeface="Georgia"/>
                <a:cs typeface="Georgia"/>
              </a:rPr>
              <a:t>Java</a:t>
            </a:r>
            <a:r>
              <a:rPr sz="3200" spc="-5" dirty="0">
                <a:latin typeface="Georgia"/>
                <a:cs typeface="Georgia"/>
              </a:rPr>
              <a:t> Application</a:t>
            </a:r>
            <a:endParaRPr sz="3200">
              <a:latin typeface="Georgia"/>
              <a:cs typeface="Georgia"/>
            </a:endParaRPr>
          </a:p>
          <a:p>
            <a:pPr marL="1024255">
              <a:lnSpc>
                <a:spcPct val="100000"/>
              </a:lnSpc>
            </a:pPr>
            <a:r>
              <a:rPr sz="3200" spc="-5" dirty="0">
                <a:latin typeface="Georgia"/>
                <a:cs typeface="Georgia"/>
              </a:rPr>
              <a:t>*/</a:t>
            </a:r>
            <a:endParaRPr sz="3200">
              <a:latin typeface="Georgia"/>
              <a:cs typeface="Georgia"/>
            </a:endParaRPr>
          </a:p>
          <a:p>
            <a:pPr marL="927100">
              <a:lnSpc>
                <a:spcPct val="100000"/>
              </a:lnSpc>
            </a:pPr>
            <a:r>
              <a:rPr sz="3200" b="1" spc="-5" dirty="0">
                <a:latin typeface="Georgia"/>
                <a:cs typeface="Georgia"/>
              </a:rPr>
              <a:t>public static void </a:t>
            </a:r>
            <a:r>
              <a:rPr sz="3200" spc="-5" dirty="0">
                <a:latin typeface="Georgia"/>
                <a:cs typeface="Georgia"/>
              </a:rPr>
              <a:t>main(String[]</a:t>
            </a:r>
            <a:r>
              <a:rPr sz="3200" spc="-135" dirty="0">
                <a:latin typeface="Georgia"/>
                <a:cs typeface="Georgia"/>
              </a:rPr>
              <a:t> </a:t>
            </a:r>
            <a:r>
              <a:rPr sz="3200" dirty="0">
                <a:latin typeface="Georgia"/>
                <a:cs typeface="Georgia"/>
              </a:rPr>
              <a:t>args)</a:t>
            </a:r>
            <a:endParaRPr sz="32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</a:pPr>
            <a:r>
              <a:rPr sz="3200" dirty="0">
                <a:latin typeface="Georgia"/>
                <a:cs typeface="Georgia"/>
              </a:rPr>
              <a:t>{</a:t>
            </a:r>
            <a:endParaRPr sz="3200">
              <a:latin typeface="Georgia"/>
              <a:cs typeface="Georgia"/>
            </a:endParaRPr>
          </a:p>
          <a:p>
            <a:pPr marL="1841500" marR="5080">
              <a:lnSpc>
                <a:spcPct val="100000"/>
              </a:lnSpc>
            </a:pPr>
            <a:r>
              <a:rPr sz="3200" spc="-5" dirty="0">
                <a:latin typeface="Georgia"/>
                <a:cs typeface="Georgia"/>
              </a:rPr>
              <a:t>// </a:t>
            </a:r>
            <a:r>
              <a:rPr sz="3200" dirty="0">
                <a:latin typeface="宋体"/>
                <a:cs typeface="宋体"/>
              </a:rPr>
              <a:t>打 印 </a:t>
            </a:r>
            <a:r>
              <a:rPr sz="3200" spc="-5" dirty="0">
                <a:latin typeface="Georgia"/>
                <a:cs typeface="Georgia"/>
              </a:rPr>
              <a:t>"hello world!"  System.</a:t>
            </a:r>
            <a:r>
              <a:rPr sz="3200" i="1" spc="-5" dirty="0">
                <a:latin typeface="Georgia"/>
                <a:cs typeface="Georgia"/>
              </a:rPr>
              <a:t>out</a:t>
            </a:r>
            <a:r>
              <a:rPr sz="3200" spc="-5" dirty="0">
                <a:latin typeface="Georgia"/>
                <a:cs typeface="Georgia"/>
              </a:rPr>
              <a:t>.println("hello World!");</a:t>
            </a:r>
            <a:endParaRPr sz="3200">
              <a:latin typeface="Georgia"/>
              <a:cs typeface="Georgia"/>
            </a:endParaRPr>
          </a:p>
          <a:p>
            <a:pPr marL="927100">
              <a:lnSpc>
                <a:spcPct val="100000"/>
              </a:lnSpc>
            </a:pPr>
            <a:r>
              <a:rPr sz="3200" dirty="0">
                <a:latin typeface="Georgia"/>
                <a:cs typeface="Georgia"/>
              </a:rPr>
              <a:t>}</a:t>
            </a:r>
            <a:endParaRPr sz="32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</a:pPr>
            <a:r>
              <a:rPr sz="3200" dirty="0">
                <a:latin typeface="Georgia"/>
                <a:cs typeface="Georgia"/>
              </a:rPr>
              <a:t>}</a:t>
            </a:r>
            <a:endParaRPr sz="32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149063" y="6181725"/>
            <a:ext cx="726440" cy="676275"/>
          </a:xfrm>
          <a:custGeom>
            <a:avLst/>
            <a:gdLst/>
            <a:ahLst/>
            <a:cxnLst/>
            <a:rect l="l" t="t" r="r" b="b"/>
            <a:pathLst>
              <a:path w="726440" h="676275">
                <a:moveTo>
                  <a:pt x="12700" y="676275"/>
                </a:moveTo>
                <a:lnTo>
                  <a:pt x="0" y="676275"/>
                </a:lnTo>
                <a:lnTo>
                  <a:pt x="0" y="0"/>
                </a:lnTo>
                <a:lnTo>
                  <a:pt x="725995" y="0"/>
                </a:lnTo>
                <a:lnTo>
                  <a:pt x="725995" y="6350"/>
                </a:lnTo>
                <a:lnTo>
                  <a:pt x="12700" y="6350"/>
                </a:lnTo>
                <a:lnTo>
                  <a:pt x="6350" y="12700"/>
                </a:lnTo>
                <a:lnTo>
                  <a:pt x="12700" y="12700"/>
                </a:lnTo>
                <a:lnTo>
                  <a:pt x="12700" y="669925"/>
                </a:lnTo>
                <a:lnTo>
                  <a:pt x="6350" y="669925"/>
                </a:lnTo>
                <a:lnTo>
                  <a:pt x="12700" y="676275"/>
                </a:lnTo>
                <a:close/>
              </a:path>
              <a:path w="726440" h="676275">
                <a:moveTo>
                  <a:pt x="12700" y="12700"/>
                </a:moveTo>
                <a:lnTo>
                  <a:pt x="6350" y="12700"/>
                </a:lnTo>
                <a:lnTo>
                  <a:pt x="12700" y="6350"/>
                </a:lnTo>
                <a:lnTo>
                  <a:pt x="12700" y="12700"/>
                </a:lnTo>
                <a:close/>
              </a:path>
              <a:path w="726440" h="676275">
                <a:moveTo>
                  <a:pt x="713295" y="12700"/>
                </a:moveTo>
                <a:lnTo>
                  <a:pt x="12700" y="12700"/>
                </a:lnTo>
                <a:lnTo>
                  <a:pt x="12700" y="6350"/>
                </a:lnTo>
                <a:lnTo>
                  <a:pt x="713295" y="6350"/>
                </a:lnTo>
                <a:lnTo>
                  <a:pt x="713295" y="12700"/>
                </a:lnTo>
                <a:close/>
              </a:path>
              <a:path w="726440" h="676275">
                <a:moveTo>
                  <a:pt x="713295" y="676275"/>
                </a:moveTo>
                <a:lnTo>
                  <a:pt x="713295" y="6350"/>
                </a:lnTo>
                <a:lnTo>
                  <a:pt x="719645" y="12700"/>
                </a:lnTo>
                <a:lnTo>
                  <a:pt x="725995" y="12700"/>
                </a:lnTo>
                <a:lnTo>
                  <a:pt x="725995" y="669925"/>
                </a:lnTo>
                <a:lnTo>
                  <a:pt x="719645" y="669925"/>
                </a:lnTo>
                <a:lnTo>
                  <a:pt x="713295" y="676275"/>
                </a:lnTo>
                <a:close/>
              </a:path>
              <a:path w="726440" h="676275">
                <a:moveTo>
                  <a:pt x="725995" y="12700"/>
                </a:moveTo>
                <a:lnTo>
                  <a:pt x="719645" y="12700"/>
                </a:lnTo>
                <a:lnTo>
                  <a:pt x="713295" y="6350"/>
                </a:lnTo>
                <a:lnTo>
                  <a:pt x="725995" y="6350"/>
                </a:lnTo>
                <a:lnTo>
                  <a:pt x="725995" y="12700"/>
                </a:lnTo>
                <a:close/>
              </a:path>
              <a:path w="726440" h="676275">
                <a:moveTo>
                  <a:pt x="12700" y="676275"/>
                </a:moveTo>
                <a:lnTo>
                  <a:pt x="6350" y="669925"/>
                </a:lnTo>
                <a:lnTo>
                  <a:pt x="12700" y="669925"/>
                </a:lnTo>
                <a:lnTo>
                  <a:pt x="12700" y="676275"/>
                </a:lnTo>
                <a:close/>
              </a:path>
              <a:path w="726440" h="676275">
                <a:moveTo>
                  <a:pt x="713295" y="676275"/>
                </a:moveTo>
                <a:lnTo>
                  <a:pt x="12700" y="676275"/>
                </a:lnTo>
                <a:lnTo>
                  <a:pt x="12700" y="669925"/>
                </a:lnTo>
                <a:lnTo>
                  <a:pt x="713295" y="669925"/>
                </a:lnTo>
                <a:lnTo>
                  <a:pt x="713295" y="676275"/>
                </a:lnTo>
                <a:close/>
              </a:path>
              <a:path w="726440" h="676275">
                <a:moveTo>
                  <a:pt x="725995" y="676275"/>
                </a:moveTo>
                <a:lnTo>
                  <a:pt x="713295" y="676275"/>
                </a:lnTo>
                <a:lnTo>
                  <a:pt x="719645" y="669925"/>
                </a:lnTo>
                <a:lnTo>
                  <a:pt x="725995" y="669925"/>
                </a:lnTo>
                <a:lnTo>
                  <a:pt x="725995" y="676275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18515" y="0"/>
            <a:ext cx="1049020" cy="873760"/>
          </a:xfrm>
          <a:custGeom>
            <a:avLst/>
            <a:gdLst/>
            <a:ahLst/>
            <a:cxnLst/>
            <a:rect l="l" t="t" r="r" b="b"/>
            <a:pathLst>
              <a:path w="1049020" h="873760">
                <a:moveTo>
                  <a:pt x="0" y="0"/>
                </a:moveTo>
                <a:lnTo>
                  <a:pt x="1048512" y="0"/>
                </a:lnTo>
                <a:lnTo>
                  <a:pt x="1048512" y="873252"/>
                </a:lnTo>
                <a:lnTo>
                  <a:pt x="0" y="873252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12280" y="0"/>
            <a:ext cx="1061720" cy="879475"/>
          </a:xfrm>
          <a:custGeom>
            <a:avLst/>
            <a:gdLst/>
            <a:ahLst/>
            <a:cxnLst/>
            <a:rect l="l" t="t" r="r" b="b"/>
            <a:pathLst>
              <a:path w="1061720" h="879475">
                <a:moveTo>
                  <a:pt x="1061440" y="879475"/>
                </a:moveTo>
                <a:lnTo>
                  <a:pt x="0" y="879475"/>
                </a:lnTo>
                <a:lnTo>
                  <a:pt x="0" y="0"/>
                </a:lnTo>
                <a:lnTo>
                  <a:pt x="12700" y="0"/>
                </a:lnTo>
                <a:lnTo>
                  <a:pt x="6350" y="6350"/>
                </a:lnTo>
                <a:lnTo>
                  <a:pt x="12700" y="6350"/>
                </a:lnTo>
                <a:lnTo>
                  <a:pt x="12700" y="866775"/>
                </a:lnTo>
                <a:lnTo>
                  <a:pt x="6350" y="866775"/>
                </a:lnTo>
                <a:lnTo>
                  <a:pt x="12700" y="873125"/>
                </a:lnTo>
                <a:lnTo>
                  <a:pt x="1061440" y="873125"/>
                </a:lnTo>
                <a:lnTo>
                  <a:pt x="1061440" y="879475"/>
                </a:lnTo>
                <a:close/>
              </a:path>
              <a:path w="1061720" h="879475">
                <a:moveTo>
                  <a:pt x="12700" y="6350"/>
                </a:moveTo>
                <a:lnTo>
                  <a:pt x="6350" y="6350"/>
                </a:lnTo>
                <a:lnTo>
                  <a:pt x="12700" y="0"/>
                </a:lnTo>
                <a:lnTo>
                  <a:pt x="12700" y="6350"/>
                </a:lnTo>
                <a:close/>
              </a:path>
              <a:path w="1061720" h="879475">
                <a:moveTo>
                  <a:pt x="1048740" y="6350"/>
                </a:moveTo>
                <a:lnTo>
                  <a:pt x="12700" y="6350"/>
                </a:lnTo>
                <a:lnTo>
                  <a:pt x="12700" y="0"/>
                </a:lnTo>
                <a:lnTo>
                  <a:pt x="1048740" y="0"/>
                </a:lnTo>
                <a:lnTo>
                  <a:pt x="1048740" y="6350"/>
                </a:lnTo>
                <a:close/>
              </a:path>
              <a:path w="1061720" h="879475">
                <a:moveTo>
                  <a:pt x="1048740" y="873125"/>
                </a:moveTo>
                <a:lnTo>
                  <a:pt x="1048740" y="0"/>
                </a:lnTo>
                <a:lnTo>
                  <a:pt x="1055090" y="6350"/>
                </a:lnTo>
                <a:lnTo>
                  <a:pt x="1061440" y="6350"/>
                </a:lnTo>
                <a:lnTo>
                  <a:pt x="1061440" y="866775"/>
                </a:lnTo>
                <a:lnTo>
                  <a:pt x="1055090" y="866775"/>
                </a:lnTo>
                <a:lnTo>
                  <a:pt x="1048740" y="873125"/>
                </a:lnTo>
                <a:close/>
              </a:path>
              <a:path w="1061720" h="879475">
                <a:moveTo>
                  <a:pt x="1061440" y="6350"/>
                </a:moveTo>
                <a:lnTo>
                  <a:pt x="1055090" y="6350"/>
                </a:lnTo>
                <a:lnTo>
                  <a:pt x="1048740" y="0"/>
                </a:lnTo>
                <a:lnTo>
                  <a:pt x="1061440" y="0"/>
                </a:lnTo>
                <a:lnTo>
                  <a:pt x="1061440" y="6350"/>
                </a:lnTo>
                <a:close/>
              </a:path>
              <a:path w="1061720" h="879475">
                <a:moveTo>
                  <a:pt x="12700" y="873125"/>
                </a:moveTo>
                <a:lnTo>
                  <a:pt x="6350" y="866775"/>
                </a:lnTo>
                <a:lnTo>
                  <a:pt x="12700" y="866775"/>
                </a:lnTo>
                <a:lnTo>
                  <a:pt x="12700" y="873125"/>
                </a:lnTo>
                <a:close/>
              </a:path>
              <a:path w="1061720" h="879475">
                <a:moveTo>
                  <a:pt x="1048740" y="873125"/>
                </a:moveTo>
                <a:lnTo>
                  <a:pt x="12700" y="873125"/>
                </a:lnTo>
                <a:lnTo>
                  <a:pt x="12700" y="866775"/>
                </a:lnTo>
                <a:lnTo>
                  <a:pt x="1048740" y="866775"/>
                </a:lnTo>
                <a:lnTo>
                  <a:pt x="1048740" y="873125"/>
                </a:lnTo>
                <a:close/>
              </a:path>
              <a:path w="1061720" h="879475">
                <a:moveTo>
                  <a:pt x="1061440" y="873125"/>
                </a:moveTo>
                <a:lnTo>
                  <a:pt x="1048740" y="873125"/>
                </a:lnTo>
                <a:lnTo>
                  <a:pt x="1055090" y="866775"/>
                </a:lnTo>
                <a:lnTo>
                  <a:pt x="1061440" y="866775"/>
                </a:lnTo>
                <a:lnTo>
                  <a:pt x="1061440" y="8731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18515" y="6187440"/>
            <a:ext cx="10845165" cy="670560"/>
          </a:xfrm>
          <a:custGeom>
            <a:avLst/>
            <a:gdLst/>
            <a:ahLst/>
            <a:cxnLst/>
            <a:rect l="l" t="t" r="r" b="b"/>
            <a:pathLst>
              <a:path w="10845165" h="670559">
                <a:moveTo>
                  <a:pt x="0" y="0"/>
                </a:moveTo>
                <a:lnTo>
                  <a:pt x="10844784" y="0"/>
                </a:lnTo>
                <a:lnTo>
                  <a:pt x="10844784" y="670560"/>
                </a:lnTo>
                <a:lnTo>
                  <a:pt x="0" y="670560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79219" y="0"/>
            <a:ext cx="166370" cy="875030"/>
          </a:xfrm>
          <a:custGeom>
            <a:avLst/>
            <a:gdLst/>
            <a:ahLst/>
            <a:cxnLst/>
            <a:rect l="l" t="t" r="r" b="b"/>
            <a:pathLst>
              <a:path w="166369" h="875030">
                <a:moveTo>
                  <a:pt x="0" y="0"/>
                </a:moveTo>
                <a:lnTo>
                  <a:pt x="166115" y="0"/>
                </a:lnTo>
                <a:lnTo>
                  <a:pt x="166115" y="874776"/>
                </a:lnTo>
                <a:lnTo>
                  <a:pt x="0" y="874776"/>
                </a:lnTo>
                <a:lnTo>
                  <a:pt x="0" y="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372552" y="0"/>
            <a:ext cx="180340" cy="879475"/>
          </a:xfrm>
          <a:custGeom>
            <a:avLst/>
            <a:gdLst/>
            <a:ahLst/>
            <a:cxnLst/>
            <a:rect l="l" t="t" r="r" b="b"/>
            <a:pathLst>
              <a:path w="180340" h="879475">
                <a:moveTo>
                  <a:pt x="179781" y="879475"/>
                </a:moveTo>
                <a:lnTo>
                  <a:pt x="0" y="879475"/>
                </a:lnTo>
                <a:lnTo>
                  <a:pt x="0" y="0"/>
                </a:lnTo>
                <a:lnTo>
                  <a:pt x="11087" y="0"/>
                </a:lnTo>
                <a:lnTo>
                  <a:pt x="6350" y="4737"/>
                </a:lnTo>
                <a:lnTo>
                  <a:pt x="12700" y="4737"/>
                </a:lnTo>
                <a:lnTo>
                  <a:pt x="12700" y="866775"/>
                </a:lnTo>
                <a:lnTo>
                  <a:pt x="6350" y="866775"/>
                </a:lnTo>
                <a:lnTo>
                  <a:pt x="12700" y="873125"/>
                </a:lnTo>
                <a:lnTo>
                  <a:pt x="179781" y="873125"/>
                </a:lnTo>
                <a:lnTo>
                  <a:pt x="179781" y="879475"/>
                </a:lnTo>
                <a:close/>
              </a:path>
              <a:path w="180340" h="879475">
                <a:moveTo>
                  <a:pt x="12700" y="4737"/>
                </a:moveTo>
                <a:lnTo>
                  <a:pt x="6350" y="4737"/>
                </a:lnTo>
                <a:lnTo>
                  <a:pt x="11087" y="0"/>
                </a:lnTo>
                <a:lnTo>
                  <a:pt x="12700" y="0"/>
                </a:lnTo>
                <a:lnTo>
                  <a:pt x="12700" y="4737"/>
                </a:lnTo>
                <a:close/>
              </a:path>
              <a:path w="180340" h="879475">
                <a:moveTo>
                  <a:pt x="167081" y="4737"/>
                </a:moveTo>
                <a:lnTo>
                  <a:pt x="12700" y="4737"/>
                </a:lnTo>
                <a:lnTo>
                  <a:pt x="12700" y="0"/>
                </a:lnTo>
                <a:lnTo>
                  <a:pt x="167081" y="0"/>
                </a:lnTo>
                <a:lnTo>
                  <a:pt x="167081" y="4737"/>
                </a:lnTo>
                <a:close/>
              </a:path>
              <a:path w="180340" h="879475">
                <a:moveTo>
                  <a:pt x="167081" y="873125"/>
                </a:moveTo>
                <a:lnTo>
                  <a:pt x="167081" y="0"/>
                </a:lnTo>
                <a:lnTo>
                  <a:pt x="168694" y="0"/>
                </a:lnTo>
                <a:lnTo>
                  <a:pt x="173431" y="4737"/>
                </a:lnTo>
                <a:lnTo>
                  <a:pt x="179781" y="4737"/>
                </a:lnTo>
                <a:lnTo>
                  <a:pt x="179781" y="866775"/>
                </a:lnTo>
                <a:lnTo>
                  <a:pt x="173431" y="866775"/>
                </a:lnTo>
                <a:lnTo>
                  <a:pt x="167081" y="873125"/>
                </a:lnTo>
                <a:close/>
              </a:path>
              <a:path w="180340" h="879475">
                <a:moveTo>
                  <a:pt x="179781" y="4737"/>
                </a:moveTo>
                <a:lnTo>
                  <a:pt x="173431" y="4737"/>
                </a:lnTo>
                <a:lnTo>
                  <a:pt x="168694" y="0"/>
                </a:lnTo>
                <a:lnTo>
                  <a:pt x="179781" y="0"/>
                </a:lnTo>
                <a:lnTo>
                  <a:pt x="179781" y="4737"/>
                </a:lnTo>
                <a:close/>
              </a:path>
              <a:path w="180340" h="879475">
                <a:moveTo>
                  <a:pt x="12700" y="873125"/>
                </a:moveTo>
                <a:lnTo>
                  <a:pt x="6350" y="866775"/>
                </a:lnTo>
                <a:lnTo>
                  <a:pt x="12700" y="866775"/>
                </a:lnTo>
                <a:lnTo>
                  <a:pt x="12700" y="873125"/>
                </a:lnTo>
                <a:close/>
              </a:path>
              <a:path w="180340" h="879475">
                <a:moveTo>
                  <a:pt x="167081" y="873125"/>
                </a:moveTo>
                <a:lnTo>
                  <a:pt x="12700" y="873125"/>
                </a:lnTo>
                <a:lnTo>
                  <a:pt x="12700" y="866775"/>
                </a:lnTo>
                <a:lnTo>
                  <a:pt x="167081" y="866775"/>
                </a:lnTo>
                <a:lnTo>
                  <a:pt x="167081" y="873125"/>
                </a:lnTo>
                <a:close/>
              </a:path>
              <a:path w="180340" h="879475">
                <a:moveTo>
                  <a:pt x="179781" y="873125"/>
                </a:moveTo>
                <a:lnTo>
                  <a:pt x="167081" y="873125"/>
                </a:lnTo>
                <a:lnTo>
                  <a:pt x="173431" y="866775"/>
                </a:lnTo>
                <a:lnTo>
                  <a:pt x="179781" y="866775"/>
                </a:lnTo>
                <a:lnTo>
                  <a:pt x="179781" y="873125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837419" y="347472"/>
            <a:ext cx="1969007" cy="4328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366469" y="0"/>
            <a:ext cx="0" cy="1061720"/>
          </a:xfrm>
          <a:custGeom>
            <a:avLst/>
            <a:gdLst/>
            <a:ahLst/>
            <a:cxnLst/>
            <a:rect l="l" t="t" r="r" b="b"/>
            <a:pathLst>
              <a:path h="1061720">
                <a:moveTo>
                  <a:pt x="0" y="0"/>
                </a:moveTo>
                <a:lnTo>
                  <a:pt x="0" y="1061593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1155413" y="6119786"/>
            <a:ext cx="0" cy="738505"/>
          </a:xfrm>
          <a:custGeom>
            <a:avLst/>
            <a:gdLst/>
            <a:ahLst/>
            <a:cxnLst/>
            <a:rect l="l" t="t" r="r" b="b"/>
            <a:pathLst>
              <a:path h="738504">
                <a:moveTo>
                  <a:pt x="0" y="0"/>
                </a:moveTo>
                <a:lnTo>
                  <a:pt x="0" y="738212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595765" y="6404203"/>
            <a:ext cx="235585" cy="264160"/>
          </a:xfrm>
          <a:custGeom>
            <a:avLst/>
            <a:gdLst/>
            <a:ahLst/>
            <a:cxnLst/>
            <a:rect l="l" t="t" r="r" b="b"/>
            <a:pathLst>
              <a:path w="235585" h="264159">
                <a:moveTo>
                  <a:pt x="114769" y="81279"/>
                </a:moveTo>
                <a:lnTo>
                  <a:pt x="112890" y="81279"/>
                </a:lnTo>
                <a:lnTo>
                  <a:pt x="107238" y="73660"/>
                </a:lnTo>
                <a:lnTo>
                  <a:pt x="118529" y="68579"/>
                </a:lnTo>
                <a:lnTo>
                  <a:pt x="126996" y="66039"/>
                </a:lnTo>
                <a:lnTo>
                  <a:pt x="135464" y="62229"/>
                </a:lnTo>
                <a:lnTo>
                  <a:pt x="143932" y="59689"/>
                </a:lnTo>
                <a:lnTo>
                  <a:pt x="152400" y="55879"/>
                </a:lnTo>
                <a:lnTo>
                  <a:pt x="156159" y="55879"/>
                </a:lnTo>
                <a:lnTo>
                  <a:pt x="158038" y="52070"/>
                </a:lnTo>
                <a:lnTo>
                  <a:pt x="159918" y="49529"/>
                </a:lnTo>
                <a:lnTo>
                  <a:pt x="162446" y="40639"/>
                </a:lnTo>
                <a:lnTo>
                  <a:pt x="166801" y="22860"/>
                </a:lnTo>
                <a:lnTo>
                  <a:pt x="169329" y="13970"/>
                </a:lnTo>
                <a:lnTo>
                  <a:pt x="169329" y="10160"/>
                </a:lnTo>
                <a:lnTo>
                  <a:pt x="176847" y="0"/>
                </a:lnTo>
                <a:lnTo>
                  <a:pt x="184378" y="0"/>
                </a:lnTo>
                <a:lnTo>
                  <a:pt x="184378" y="1270"/>
                </a:lnTo>
                <a:lnTo>
                  <a:pt x="186258" y="6350"/>
                </a:lnTo>
                <a:lnTo>
                  <a:pt x="186258" y="8889"/>
                </a:lnTo>
                <a:lnTo>
                  <a:pt x="179965" y="19050"/>
                </a:lnTo>
                <a:lnTo>
                  <a:pt x="176849" y="29210"/>
                </a:lnTo>
                <a:lnTo>
                  <a:pt x="175144" y="40639"/>
                </a:lnTo>
                <a:lnTo>
                  <a:pt x="173088" y="52070"/>
                </a:lnTo>
                <a:lnTo>
                  <a:pt x="181849" y="53339"/>
                </a:lnTo>
                <a:lnTo>
                  <a:pt x="202997" y="53339"/>
                </a:lnTo>
                <a:lnTo>
                  <a:pt x="208838" y="55879"/>
                </a:lnTo>
                <a:lnTo>
                  <a:pt x="203190" y="63500"/>
                </a:lnTo>
                <a:lnTo>
                  <a:pt x="191909" y="63500"/>
                </a:lnTo>
                <a:lnTo>
                  <a:pt x="179912" y="64770"/>
                </a:lnTo>
                <a:lnTo>
                  <a:pt x="156159" y="64770"/>
                </a:lnTo>
                <a:lnTo>
                  <a:pt x="146898" y="68579"/>
                </a:lnTo>
                <a:lnTo>
                  <a:pt x="138518" y="72389"/>
                </a:lnTo>
                <a:lnTo>
                  <a:pt x="122288" y="77470"/>
                </a:lnTo>
                <a:lnTo>
                  <a:pt x="114769" y="81279"/>
                </a:lnTo>
                <a:close/>
              </a:path>
              <a:path w="235585" h="264159">
                <a:moveTo>
                  <a:pt x="68727" y="60960"/>
                </a:moveTo>
                <a:lnTo>
                  <a:pt x="52679" y="60960"/>
                </a:lnTo>
                <a:lnTo>
                  <a:pt x="62057" y="55879"/>
                </a:lnTo>
                <a:lnTo>
                  <a:pt x="69848" y="48260"/>
                </a:lnTo>
                <a:lnTo>
                  <a:pt x="75169" y="40639"/>
                </a:lnTo>
                <a:lnTo>
                  <a:pt x="77139" y="29210"/>
                </a:lnTo>
                <a:lnTo>
                  <a:pt x="77139" y="24129"/>
                </a:lnTo>
                <a:lnTo>
                  <a:pt x="80899" y="16510"/>
                </a:lnTo>
                <a:lnTo>
                  <a:pt x="82778" y="10160"/>
                </a:lnTo>
                <a:lnTo>
                  <a:pt x="90309" y="5079"/>
                </a:lnTo>
                <a:lnTo>
                  <a:pt x="92189" y="5079"/>
                </a:lnTo>
                <a:lnTo>
                  <a:pt x="99098" y="7620"/>
                </a:lnTo>
                <a:lnTo>
                  <a:pt x="105122" y="12700"/>
                </a:lnTo>
                <a:lnTo>
                  <a:pt x="109382" y="19050"/>
                </a:lnTo>
                <a:lnTo>
                  <a:pt x="110998" y="27939"/>
                </a:lnTo>
                <a:lnTo>
                  <a:pt x="110998" y="33020"/>
                </a:lnTo>
                <a:lnTo>
                  <a:pt x="122288" y="40639"/>
                </a:lnTo>
                <a:lnTo>
                  <a:pt x="127939" y="45720"/>
                </a:lnTo>
                <a:lnTo>
                  <a:pt x="129819" y="52070"/>
                </a:lnTo>
                <a:lnTo>
                  <a:pt x="99720" y="52070"/>
                </a:lnTo>
                <a:lnTo>
                  <a:pt x="95948" y="53339"/>
                </a:lnTo>
                <a:lnTo>
                  <a:pt x="94773" y="59689"/>
                </a:lnTo>
                <a:lnTo>
                  <a:pt x="69608" y="59689"/>
                </a:lnTo>
                <a:lnTo>
                  <a:pt x="68727" y="60960"/>
                </a:lnTo>
                <a:close/>
              </a:path>
              <a:path w="235585" h="264159">
                <a:moveTo>
                  <a:pt x="43268" y="105410"/>
                </a:moveTo>
                <a:lnTo>
                  <a:pt x="37630" y="104139"/>
                </a:lnTo>
                <a:lnTo>
                  <a:pt x="31978" y="104139"/>
                </a:lnTo>
                <a:lnTo>
                  <a:pt x="26339" y="101600"/>
                </a:lnTo>
                <a:lnTo>
                  <a:pt x="20370" y="99060"/>
                </a:lnTo>
                <a:lnTo>
                  <a:pt x="16695" y="93979"/>
                </a:lnTo>
                <a:lnTo>
                  <a:pt x="15490" y="87629"/>
                </a:lnTo>
                <a:lnTo>
                  <a:pt x="16929" y="81279"/>
                </a:lnTo>
                <a:lnTo>
                  <a:pt x="18808" y="77470"/>
                </a:lnTo>
                <a:lnTo>
                  <a:pt x="18808" y="72389"/>
                </a:lnTo>
                <a:lnTo>
                  <a:pt x="48920" y="36829"/>
                </a:lnTo>
                <a:lnTo>
                  <a:pt x="50800" y="34289"/>
                </a:lnTo>
                <a:lnTo>
                  <a:pt x="56438" y="36829"/>
                </a:lnTo>
                <a:lnTo>
                  <a:pt x="60210" y="40639"/>
                </a:lnTo>
                <a:lnTo>
                  <a:pt x="63969" y="41910"/>
                </a:lnTo>
                <a:lnTo>
                  <a:pt x="60210" y="45720"/>
                </a:lnTo>
                <a:lnTo>
                  <a:pt x="58318" y="49529"/>
                </a:lnTo>
                <a:lnTo>
                  <a:pt x="54559" y="52070"/>
                </a:lnTo>
                <a:lnTo>
                  <a:pt x="54559" y="57150"/>
                </a:lnTo>
                <a:lnTo>
                  <a:pt x="52679" y="60960"/>
                </a:lnTo>
                <a:lnTo>
                  <a:pt x="68727" y="60960"/>
                </a:lnTo>
                <a:lnTo>
                  <a:pt x="62558" y="69850"/>
                </a:lnTo>
                <a:lnTo>
                  <a:pt x="55503" y="81279"/>
                </a:lnTo>
                <a:lnTo>
                  <a:pt x="41389" y="101600"/>
                </a:lnTo>
                <a:lnTo>
                  <a:pt x="41389" y="104139"/>
                </a:lnTo>
                <a:lnTo>
                  <a:pt x="43268" y="105410"/>
                </a:lnTo>
                <a:close/>
              </a:path>
              <a:path w="235585" h="264159">
                <a:moveTo>
                  <a:pt x="127939" y="63500"/>
                </a:moveTo>
                <a:lnTo>
                  <a:pt x="120408" y="60960"/>
                </a:lnTo>
                <a:lnTo>
                  <a:pt x="112890" y="57150"/>
                </a:lnTo>
                <a:lnTo>
                  <a:pt x="107238" y="55879"/>
                </a:lnTo>
                <a:lnTo>
                  <a:pt x="99720" y="52070"/>
                </a:lnTo>
                <a:lnTo>
                  <a:pt x="129819" y="52070"/>
                </a:lnTo>
                <a:lnTo>
                  <a:pt x="133578" y="59689"/>
                </a:lnTo>
                <a:lnTo>
                  <a:pt x="127939" y="63500"/>
                </a:lnTo>
                <a:close/>
              </a:path>
              <a:path w="235585" h="264159">
                <a:moveTo>
                  <a:pt x="202997" y="53339"/>
                </a:moveTo>
                <a:lnTo>
                  <a:pt x="181849" y="53339"/>
                </a:lnTo>
                <a:lnTo>
                  <a:pt x="190963" y="52070"/>
                </a:lnTo>
                <a:lnTo>
                  <a:pt x="200077" y="52070"/>
                </a:lnTo>
                <a:lnTo>
                  <a:pt x="202997" y="53339"/>
                </a:lnTo>
                <a:close/>
              </a:path>
              <a:path w="235585" h="264159">
                <a:moveTo>
                  <a:pt x="29165" y="160019"/>
                </a:moveTo>
                <a:lnTo>
                  <a:pt x="19288" y="156210"/>
                </a:lnTo>
                <a:lnTo>
                  <a:pt x="9410" y="151130"/>
                </a:lnTo>
                <a:lnTo>
                  <a:pt x="0" y="147319"/>
                </a:lnTo>
                <a:lnTo>
                  <a:pt x="0" y="140969"/>
                </a:lnTo>
                <a:lnTo>
                  <a:pt x="37395" y="120650"/>
                </a:lnTo>
                <a:lnTo>
                  <a:pt x="50948" y="111760"/>
                </a:lnTo>
                <a:lnTo>
                  <a:pt x="63969" y="104139"/>
                </a:lnTo>
                <a:lnTo>
                  <a:pt x="65849" y="101600"/>
                </a:lnTo>
                <a:lnTo>
                  <a:pt x="69608" y="100330"/>
                </a:lnTo>
                <a:lnTo>
                  <a:pt x="69608" y="96520"/>
                </a:lnTo>
                <a:lnTo>
                  <a:pt x="70695" y="87629"/>
                </a:lnTo>
                <a:lnTo>
                  <a:pt x="71253" y="78739"/>
                </a:lnTo>
                <a:lnTo>
                  <a:pt x="71370" y="73660"/>
                </a:lnTo>
                <a:lnTo>
                  <a:pt x="71488" y="59689"/>
                </a:lnTo>
                <a:lnTo>
                  <a:pt x="94773" y="59689"/>
                </a:lnTo>
                <a:lnTo>
                  <a:pt x="94068" y="63500"/>
                </a:lnTo>
                <a:lnTo>
                  <a:pt x="91484" y="78739"/>
                </a:lnTo>
                <a:lnTo>
                  <a:pt x="90309" y="93979"/>
                </a:lnTo>
                <a:lnTo>
                  <a:pt x="91954" y="107950"/>
                </a:lnTo>
                <a:lnTo>
                  <a:pt x="97828" y="123189"/>
                </a:lnTo>
                <a:lnTo>
                  <a:pt x="119782" y="123189"/>
                </a:lnTo>
                <a:lnTo>
                  <a:pt x="122288" y="128269"/>
                </a:lnTo>
                <a:lnTo>
                  <a:pt x="222008" y="128269"/>
                </a:lnTo>
                <a:lnTo>
                  <a:pt x="214477" y="132080"/>
                </a:lnTo>
                <a:lnTo>
                  <a:pt x="165569" y="132080"/>
                </a:lnTo>
                <a:lnTo>
                  <a:pt x="154274" y="139700"/>
                </a:lnTo>
                <a:lnTo>
                  <a:pt x="142989" y="144780"/>
                </a:lnTo>
                <a:lnTo>
                  <a:pt x="135637" y="149860"/>
                </a:lnTo>
                <a:lnTo>
                  <a:pt x="133070" y="151130"/>
                </a:lnTo>
                <a:lnTo>
                  <a:pt x="48920" y="151130"/>
                </a:lnTo>
                <a:lnTo>
                  <a:pt x="39042" y="158750"/>
                </a:lnTo>
                <a:lnTo>
                  <a:pt x="29165" y="160019"/>
                </a:lnTo>
                <a:close/>
              </a:path>
              <a:path w="235585" h="264159">
                <a:moveTo>
                  <a:pt x="201307" y="66039"/>
                </a:moveTo>
                <a:lnTo>
                  <a:pt x="193789" y="64770"/>
                </a:lnTo>
                <a:lnTo>
                  <a:pt x="193789" y="63500"/>
                </a:lnTo>
                <a:lnTo>
                  <a:pt x="203190" y="63500"/>
                </a:lnTo>
                <a:lnTo>
                  <a:pt x="201307" y="66039"/>
                </a:lnTo>
                <a:close/>
              </a:path>
              <a:path w="235585" h="264159">
                <a:moveTo>
                  <a:pt x="169117" y="87629"/>
                </a:moveTo>
                <a:lnTo>
                  <a:pt x="152400" y="87629"/>
                </a:lnTo>
                <a:lnTo>
                  <a:pt x="152400" y="81279"/>
                </a:lnTo>
                <a:lnTo>
                  <a:pt x="154279" y="73660"/>
                </a:lnTo>
                <a:lnTo>
                  <a:pt x="156159" y="64770"/>
                </a:lnTo>
                <a:lnTo>
                  <a:pt x="179912" y="64770"/>
                </a:lnTo>
                <a:lnTo>
                  <a:pt x="172151" y="69850"/>
                </a:lnTo>
                <a:lnTo>
                  <a:pt x="168624" y="78739"/>
                </a:lnTo>
                <a:lnTo>
                  <a:pt x="169117" y="87629"/>
                </a:lnTo>
                <a:close/>
              </a:path>
              <a:path w="235585" h="264159">
                <a:moveTo>
                  <a:pt x="222008" y="128269"/>
                </a:moveTo>
                <a:lnTo>
                  <a:pt x="122288" y="128269"/>
                </a:lnTo>
                <a:lnTo>
                  <a:pt x="142989" y="107950"/>
                </a:lnTo>
                <a:lnTo>
                  <a:pt x="141109" y="104139"/>
                </a:lnTo>
                <a:lnTo>
                  <a:pt x="141109" y="101600"/>
                </a:lnTo>
                <a:lnTo>
                  <a:pt x="139230" y="97789"/>
                </a:lnTo>
                <a:lnTo>
                  <a:pt x="133578" y="95250"/>
                </a:lnTo>
                <a:lnTo>
                  <a:pt x="133578" y="92710"/>
                </a:lnTo>
                <a:lnTo>
                  <a:pt x="135458" y="87629"/>
                </a:lnTo>
                <a:lnTo>
                  <a:pt x="141109" y="85089"/>
                </a:lnTo>
                <a:lnTo>
                  <a:pt x="146748" y="87629"/>
                </a:lnTo>
                <a:lnTo>
                  <a:pt x="169117" y="87629"/>
                </a:lnTo>
                <a:lnTo>
                  <a:pt x="169329" y="91439"/>
                </a:lnTo>
                <a:lnTo>
                  <a:pt x="171208" y="96520"/>
                </a:lnTo>
                <a:lnTo>
                  <a:pt x="174967" y="101600"/>
                </a:lnTo>
                <a:lnTo>
                  <a:pt x="178739" y="109219"/>
                </a:lnTo>
                <a:lnTo>
                  <a:pt x="225448" y="109219"/>
                </a:lnTo>
                <a:lnTo>
                  <a:pt x="231419" y="113030"/>
                </a:lnTo>
                <a:lnTo>
                  <a:pt x="235178" y="116839"/>
                </a:lnTo>
                <a:lnTo>
                  <a:pt x="235178" y="123189"/>
                </a:lnTo>
                <a:lnTo>
                  <a:pt x="229539" y="124460"/>
                </a:lnTo>
                <a:lnTo>
                  <a:pt x="222008" y="128269"/>
                </a:lnTo>
                <a:close/>
              </a:path>
              <a:path w="235585" h="264159">
                <a:moveTo>
                  <a:pt x="225448" y="109219"/>
                </a:moveTo>
                <a:lnTo>
                  <a:pt x="184703" y="109219"/>
                </a:lnTo>
                <a:lnTo>
                  <a:pt x="191200" y="107950"/>
                </a:lnTo>
                <a:lnTo>
                  <a:pt x="205079" y="105410"/>
                </a:lnTo>
                <a:lnTo>
                  <a:pt x="212100" y="105410"/>
                </a:lnTo>
                <a:lnTo>
                  <a:pt x="218949" y="106680"/>
                </a:lnTo>
                <a:lnTo>
                  <a:pt x="225448" y="109219"/>
                </a:lnTo>
                <a:close/>
              </a:path>
              <a:path w="235585" h="264159">
                <a:moveTo>
                  <a:pt x="119782" y="123189"/>
                </a:moveTo>
                <a:lnTo>
                  <a:pt x="97828" y="123189"/>
                </a:lnTo>
                <a:lnTo>
                  <a:pt x="105359" y="115569"/>
                </a:lnTo>
                <a:lnTo>
                  <a:pt x="109118" y="107950"/>
                </a:lnTo>
                <a:lnTo>
                  <a:pt x="118529" y="120650"/>
                </a:lnTo>
                <a:lnTo>
                  <a:pt x="119782" y="123189"/>
                </a:lnTo>
                <a:close/>
              </a:path>
              <a:path w="235585" h="264159">
                <a:moveTo>
                  <a:pt x="152400" y="223519"/>
                </a:moveTo>
                <a:lnTo>
                  <a:pt x="144226" y="219710"/>
                </a:lnTo>
                <a:lnTo>
                  <a:pt x="139225" y="214630"/>
                </a:lnTo>
                <a:lnTo>
                  <a:pt x="137046" y="208280"/>
                </a:lnTo>
                <a:lnTo>
                  <a:pt x="137337" y="200660"/>
                </a:lnTo>
                <a:lnTo>
                  <a:pt x="142281" y="182880"/>
                </a:lnTo>
                <a:lnTo>
                  <a:pt x="148634" y="166369"/>
                </a:lnTo>
                <a:lnTo>
                  <a:pt x="156397" y="148589"/>
                </a:lnTo>
                <a:lnTo>
                  <a:pt x="165569" y="132080"/>
                </a:lnTo>
                <a:lnTo>
                  <a:pt x="198051" y="132080"/>
                </a:lnTo>
                <a:lnTo>
                  <a:pt x="190730" y="135889"/>
                </a:lnTo>
                <a:lnTo>
                  <a:pt x="184468" y="140969"/>
                </a:lnTo>
                <a:lnTo>
                  <a:pt x="178739" y="147319"/>
                </a:lnTo>
                <a:lnTo>
                  <a:pt x="184378" y="148589"/>
                </a:lnTo>
                <a:lnTo>
                  <a:pt x="191909" y="148589"/>
                </a:lnTo>
                <a:lnTo>
                  <a:pt x="195668" y="152400"/>
                </a:lnTo>
                <a:lnTo>
                  <a:pt x="199428" y="154939"/>
                </a:lnTo>
                <a:lnTo>
                  <a:pt x="203200" y="160019"/>
                </a:lnTo>
                <a:lnTo>
                  <a:pt x="182499" y="160019"/>
                </a:lnTo>
                <a:lnTo>
                  <a:pt x="176796" y="161289"/>
                </a:lnTo>
                <a:lnTo>
                  <a:pt x="169329" y="167639"/>
                </a:lnTo>
                <a:lnTo>
                  <a:pt x="173088" y="172719"/>
                </a:lnTo>
                <a:lnTo>
                  <a:pt x="182499" y="172719"/>
                </a:lnTo>
                <a:lnTo>
                  <a:pt x="182499" y="179069"/>
                </a:lnTo>
                <a:lnTo>
                  <a:pt x="165569" y="179069"/>
                </a:lnTo>
                <a:lnTo>
                  <a:pt x="158038" y="186689"/>
                </a:lnTo>
                <a:lnTo>
                  <a:pt x="158038" y="187960"/>
                </a:lnTo>
                <a:lnTo>
                  <a:pt x="169329" y="191769"/>
                </a:lnTo>
                <a:lnTo>
                  <a:pt x="178739" y="196850"/>
                </a:lnTo>
                <a:lnTo>
                  <a:pt x="180854" y="200660"/>
                </a:lnTo>
                <a:lnTo>
                  <a:pt x="156159" y="200660"/>
                </a:lnTo>
                <a:lnTo>
                  <a:pt x="154279" y="208280"/>
                </a:lnTo>
                <a:lnTo>
                  <a:pt x="154279" y="215900"/>
                </a:lnTo>
                <a:lnTo>
                  <a:pt x="152400" y="223519"/>
                </a:lnTo>
                <a:close/>
              </a:path>
              <a:path w="235585" h="264159">
                <a:moveTo>
                  <a:pt x="45420" y="224789"/>
                </a:moveTo>
                <a:lnTo>
                  <a:pt x="39509" y="223519"/>
                </a:lnTo>
                <a:lnTo>
                  <a:pt x="33834" y="219710"/>
                </a:lnTo>
                <a:lnTo>
                  <a:pt x="30805" y="214630"/>
                </a:lnTo>
                <a:lnTo>
                  <a:pt x="30246" y="208280"/>
                </a:lnTo>
                <a:lnTo>
                  <a:pt x="31978" y="200660"/>
                </a:lnTo>
                <a:lnTo>
                  <a:pt x="36215" y="189230"/>
                </a:lnTo>
                <a:lnTo>
                  <a:pt x="48920" y="151130"/>
                </a:lnTo>
                <a:lnTo>
                  <a:pt x="133070" y="151130"/>
                </a:lnTo>
                <a:lnTo>
                  <a:pt x="120234" y="157480"/>
                </a:lnTo>
                <a:lnTo>
                  <a:pt x="112890" y="161289"/>
                </a:lnTo>
                <a:lnTo>
                  <a:pt x="110998" y="161289"/>
                </a:lnTo>
                <a:lnTo>
                  <a:pt x="107238" y="163830"/>
                </a:lnTo>
                <a:lnTo>
                  <a:pt x="101600" y="163830"/>
                </a:lnTo>
                <a:lnTo>
                  <a:pt x="99720" y="165100"/>
                </a:lnTo>
                <a:lnTo>
                  <a:pt x="92189" y="180339"/>
                </a:lnTo>
                <a:lnTo>
                  <a:pt x="92286" y="191769"/>
                </a:lnTo>
                <a:lnTo>
                  <a:pt x="92415" y="196850"/>
                </a:lnTo>
                <a:lnTo>
                  <a:pt x="69608" y="196850"/>
                </a:lnTo>
                <a:lnTo>
                  <a:pt x="67729" y="203200"/>
                </a:lnTo>
                <a:lnTo>
                  <a:pt x="63969" y="207010"/>
                </a:lnTo>
                <a:lnTo>
                  <a:pt x="62090" y="212089"/>
                </a:lnTo>
                <a:lnTo>
                  <a:pt x="57236" y="219710"/>
                </a:lnTo>
                <a:lnTo>
                  <a:pt x="51504" y="223519"/>
                </a:lnTo>
                <a:lnTo>
                  <a:pt x="45420" y="224789"/>
                </a:lnTo>
                <a:close/>
              </a:path>
              <a:path w="235585" h="264159">
                <a:moveTo>
                  <a:pt x="210220" y="242569"/>
                </a:moveTo>
                <a:lnTo>
                  <a:pt x="188137" y="242569"/>
                </a:lnTo>
                <a:lnTo>
                  <a:pt x="188137" y="240030"/>
                </a:lnTo>
                <a:lnTo>
                  <a:pt x="190030" y="240030"/>
                </a:lnTo>
                <a:lnTo>
                  <a:pt x="190030" y="171450"/>
                </a:lnTo>
                <a:lnTo>
                  <a:pt x="186791" y="163830"/>
                </a:lnTo>
                <a:lnTo>
                  <a:pt x="182499" y="160019"/>
                </a:lnTo>
                <a:lnTo>
                  <a:pt x="203200" y="160019"/>
                </a:lnTo>
                <a:lnTo>
                  <a:pt x="205079" y="163830"/>
                </a:lnTo>
                <a:lnTo>
                  <a:pt x="210220" y="242569"/>
                </a:lnTo>
                <a:close/>
              </a:path>
              <a:path w="235585" h="264159">
                <a:moveTo>
                  <a:pt x="182499" y="184150"/>
                </a:moveTo>
                <a:lnTo>
                  <a:pt x="165569" y="179069"/>
                </a:lnTo>
                <a:lnTo>
                  <a:pt x="182499" y="179069"/>
                </a:lnTo>
                <a:lnTo>
                  <a:pt x="182499" y="184150"/>
                </a:lnTo>
                <a:close/>
              </a:path>
              <a:path w="235585" h="264159">
                <a:moveTo>
                  <a:pt x="95948" y="255269"/>
                </a:moveTo>
                <a:lnTo>
                  <a:pt x="90309" y="252730"/>
                </a:lnTo>
                <a:lnTo>
                  <a:pt x="84658" y="252730"/>
                </a:lnTo>
                <a:lnTo>
                  <a:pt x="69608" y="242569"/>
                </a:lnTo>
                <a:lnTo>
                  <a:pt x="71488" y="232410"/>
                </a:lnTo>
                <a:lnTo>
                  <a:pt x="73375" y="224789"/>
                </a:lnTo>
                <a:lnTo>
                  <a:pt x="73645" y="219710"/>
                </a:lnTo>
                <a:lnTo>
                  <a:pt x="73740" y="212089"/>
                </a:lnTo>
                <a:lnTo>
                  <a:pt x="73380" y="199389"/>
                </a:lnTo>
                <a:lnTo>
                  <a:pt x="71488" y="199389"/>
                </a:lnTo>
                <a:lnTo>
                  <a:pt x="69608" y="196850"/>
                </a:lnTo>
                <a:lnTo>
                  <a:pt x="92415" y="196850"/>
                </a:lnTo>
                <a:lnTo>
                  <a:pt x="92512" y="200660"/>
                </a:lnTo>
                <a:lnTo>
                  <a:pt x="93364" y="213360"/>
                </a:lnTo>
                <a:lnTo>
                  <a:pt x="94568" y="226060"/>
                </a:lnTo>
                <a:lnTo>
                  <a:pt x="95948" y="238760"/>
                </a:lnTo>
                <a:lnTo>
                  <a:pt x="95948" y="255269"/>
                </a:lnTo>
                <a:close/>
              </a:path>
              <a:path w="235585" h="264159">
                <a:moveTo>
                  <a:pt x="173088" y="214630"/>
                </a:moveTo>
                <a:lnTo>
                  <a:pt x="167449" y="208280"/>
                </a:lnTo>
                <a:lnTo>
                  <a:pt x="161798" y="204469"/>
                </a:lnTo>
                <a:lnTo>
                  <a:pt x="159918" y="204469"/>
                </a:lnTo>
                <a:lnTo>
                  <a:pt x="156159" y="200660"/>
                </a:lnTo>
                <a:lnTo>
                  <a:pt x="180854" y="200660"/>
                </a:lnTo>
                <a:lnTo>
                  <a:pt x="184378" y="207010"/>
                </a:lnTo>
                <a:lnTo>
                  <a:pt x="180619" y="208280"/>
                </a:lnTo>
                <a:lnTo>
                  <a:pt x="173088" y="214630"/>
                </a:lnTo>
                <a:close/>
              </a:path>
              <a:path w="235585" h="264159">
                <a:moveTo>
                  <a:pt x="206959" y="264160"/>
                </a:moveTo>
                <a:lnTo>
                  <a:pt x="201307" y="262889"/>
                </a:lnTo>
                <a:lnTo>
                  <a:pt x="195668" y="262889"/>
                </a:lnTo>
                <a:lnTo>
                  <a:pt x="191909" y="260350"/>
                </a:lnTo>
                <a:lnTo>
                  <a:pt x="185204" y="255269"/>
                </a:lnTo>
                <a:lnTo>
                  <a:pt x="179204" y="248919"/>
                </a:lnTo>
                <a:lnTo>
                  <a:pt x="173912" y="242569"/>
                </a:lnTo>
                <a:lnTo>
                  <a:pt x="169329" y="236219"/>
                </a:lnTo>
                <a:lnTo>
                  <a:pt x="167449" y="234950"/>
                </a:lnTo>
                <a:lnTo>
                  <a:pt x="167449" y="228600"/>
                </a:lnTo>
                <a:lnTo>
                  <a:pt x="173088" y="232410"/>
                </a:lnTo>
                <a:lnTo>
                  <a:pt x="180619" y="236219"/>
                </a:lnTo>
                <a:lnTo>
                  <a:pt x="188137" y="242569"/>
                </a:lnTo>
                <a:lnTo>
                  <a:pt x="210220" y="242569"/>
                </a:lnTo>
                <a:lnTo>
                  <a:pt x="210635" y="248919"/>
                </a:lnTo>
                <a:lnTo>
                  <a:pt x="210718" y="255269"/>
                </a:lnTo>
                <a:lnTo>
                  <a:pt x="206959" y="260350"/>
                </a:lnTo>
                <a:lnTo>
                  <a:pt x="206959" y="2641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931477" y="6450622"/>
            <a:ext cx="131035" cy="1977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014359" y="6385217"/>
            <a:ext cx="236769" cy="29737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351033" y="6466890"/>
            <a:ext cx="141664" cy="15610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171854" y="6431394"/>
            <a:ext cx="209530" cy="22401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87286" y="6381750"/>
            <a:ext cx="241935" cy="287020"/>
          </a:xfrm>
          <a:custGeom>
            <a:avLst/>
            <a:gdLst/>
            <a:ahLst/>
            <a:cxnLst/>
            <a:rect l="l" t="t" r="r" b="b"/>
            <a:pathLst>
              <a:path w="241934" h="287020">
                <a:moveTo>
                  <a:pt x="198069" y="81279"/>
                </a:moveTo>
                <a:lnTo>
                  <a:pt x="128270" y="81279"/>
                </a:lnTo>
                <a:lnTo>
                  <a:pt x="132054" y="77470"/>
                </a:lnTo>
                <a:lnTo>
                  <a:pt x="133934" y="71120"/>
                </a:lnTo>
                <a:lnTo>
                  <a:pt x="139592" y="54610"/>
                </a:lnTo>
                <a:lnTo>
                  <a:pt x="145249" y="39370"/>
                </a:lnTo>
                <a:lnTo>
                  <a:pt x="150907" y="25400"/>
                </a:lnTo>
                <a:lnTo>
                  <a:pt x="158457" y="5079"/>
                </a:lnTo>
                <a:lnTo>
                  <a:pt x="158457" y="0"/>
                </a:lnTo>
                <a:lnTo>
                  <a:pt x="173545" y="6350"/>
                </a:lnTo>
                <a:lnTo>
                  <a:pt x="177317" y="16510"/>
                </a:lnTo>
                <a:lnTo>
                  <a:pt x="171665" y="20320"/>
                </a:lnTo>
                <a:lnTo>
                  <a:pt x="162847" y="31750"/>
                </a:lnTo>
                <a:lnTo>
                  <a:pt x="157746" y="45720"/>
                </a:lnTo>
                <a:lnTo>
                  <a:pt x="154417" y="60960"/>
                </a:lnTo>
                <a:lnTo>
                  <a:pt x="150914" y="76200"/>
                </a:lnTo>
                <a:lnTo>
                  <a:pt x="199961" y="76200"/>
                </a:lnTo>
                <a:lnTo>
                  <a:pt x="199961" y="77470"/>
                </a:lnTo>
                <a:lnTo>
                  <a:pt x="198069" y="81279"/>
                </a:lnTo>
                <a:close/>
              </a:path>
              <a:path w="241934" h="287020">
                <a:moveTo>
                  <a:pt x="25469" y="226059"/>
                </a:moveTo>
                <a:lnTo>
                  <a:pt x="0" y="191770"/>
                </a:lnTo>
                <a:lnTo>
                  <a:pt x="0" y="190500"/>
                </a:lnTo>
                <a:lnTo>
                  <a:pt x="1892" y="187959"/>
                </a:lnTo>
                <a:lnTo>
                  <a:pt x="1892" y="186690"/>
                </a:lnTo>
                <a:lnTo>
                  <a:pt x="10645" y="173990"/>
                </a:lnTo>
                <a:lnTo>
                  <a:pt x="19575" y="161290"/>
                </a:lnTo>
                <a:lnTo>
                  <a:pt x="28150" y="147320"/>
                </a:lnTo>
                <a:lnTo>
                  <a:pt x="35839" y="134620"/>
                </a:lnTo>
                <a:lnTo>
                  <a:pt x="39762" y="127000"/>
                </a:lnTo>
                <a:lnTo>
                  <a:pt x="43153" y="119379"/>
                </a:lnTo>
                <a:lnTo>
                  <a:pt x="46188" y="110489"/>
                </a:lnTo>
                <a:lnTo>
                  <a:pt x="49047" y="102870"/>
                </a:lnTo>
                <a:lnTo>
                  <a:pt x="50939" y="100329"/>
                </a:lnTo>
                <a:lnTo>
                  <a:pt x="47167" y="99060"/>
                </a:lnTo>
                <a:lnTo>
                  <a:pt x="47167" y="95250"/>
                </a:lnTo>
                <a:lnTo>
                  <a:pt x="39679" y="85089"/>
                </a:lnTo>
                <a:lnTo>
                  <a:pt x="36788" y="76200"/>
                </a:lnTo>
                <a:lnTo>
                  <a:pt x="38141" y="66039"/>
                </a:lnTo>
                <a:lnTo>
                  <a:pt x="64344" y="30479"/>
                </a:lnTo>
                <a:lnTo>
                  <a:pt x="81675" y="22860"/>
                </a:lnTo>
                <a:lnTo>
                  <a:pt x="88896" y="22860"/>
                </a:lnTo>
                <a:lnTo>
                  <a:pt x="95055" y="25400"/>
                </a:lnTo>
                <a:lnTo>
                  <a:pt x="99974" y="29210"/>
                </a:lnTo>
                <a:lnTo>
                  <a:pt x="105638" y="36829"/>
                </a:lnTo>
                <a:lnTo>
                  <a:pt x="105638" y="40639"/>
                </a:lnTo>
                <a:lnTo>
                  <a:pt x="96202" y="44450"/>
                </a:lnTo>
                <a:lnTo>
                  <a:pt x="87571" y="48260"/>
                </a:lnTo>
                <a:lnTo>
                  <a:pt x="80881" y="53339"/>
                </a:lnTo>
                <a:lnTo>
                  <a:pt x="75251" y="59689"/>
                </a:lnTo>
                <a:lnTo>
                  <a:pt x="69799" y="67310"/>
                </a:lnTo>
                <a:lnTo>
                  <a:pt x="67906" y="72389"/>
                </a:lnTo>
                <a:lnTo>
                  <a:pt x="67906" y="77470"/>
                </a:lnTo>
                <a:lnTo>
                  <a:pt x="77342" y="83820"/>
                </a:lnTo>
                <a:lnTo>
                  <a:pt x="79235" y="87629"/>
                </a:lnTo>
                <a:lnTo>
                  <a:pt x="81114" y="88900"/>
                </a:lnTo>
                <a:lnTo>
                  <a:pt x="91343" y="101600"/>
                </a:lnTo>
                <a:lnTo>
                  <a:pt x="96443" y="111760"/>
                </a:lnTo>
                <a:lnTo>
                  <a:pt x="96238" y="123190"/>
                </a:lnTo>
                <a:lnTo>
                  <a:pt x="90550" y="135890"/>
                </a:lnTo>
                <a:lnTo>
                  <a:pt x="101866" y="140970"/>
                </a:lnTo>
                <a:lnTo>
                  <a:pt x="132676" y="140970"/>
                </a:lnTo>
                <a:lnTo>
                  <a:pt x="130162" y="143509"/>
                </a:lnTo>
                <a:lnTo>
                  <a:pt x="128270" y="143509"/>
                </a:lnTo>
                <a:lnTo>
                  <a:pt x="126390" y="144779"/>
                </a:lnTo>
                <a:lnTo>
                  <a:pt x="81114" y="144779"/>
                </a:lnTo>
                <a:lnTo>
                  <a:pt x="64134" y="173990"/>
                </a:lnTo>
                <a:lnTo>
                  <a:pt x="62255" y="175259"/>
                </a:lnTo>
                <a:lnTo>
                  <a:pt x="62255" y="179070"/>
                </a:lnTo>
                <a:lnTo>
                  <a:pt x="64134" y="182879"/>
                </a:lnTo>
                <a:lnTo>
                  <a:pt x="64134" y="186690"/>
                </a:lnTo>
                <a:lnTo>
                  <a:pt x="66027" y="191770"/>
                </a:lnTo>
                <a:lnTo>
                  <a:pt x="66027" y="195579"/>
                </a:lnTo>
                <a:lnTo>
                  <a:pt x="61573" y="219709"/>
                </a:lnTo>
                <a:lnTo>
                  <a:pt x="37731" y="219709"/>
                </a:lnTo>
                <a:lnTo>
                  <a:pt x="31245" y="224790"/>
                </a:lnTo>
                <a:lnTo>
                  <a:pt x="25469" y="226059"/>
                </a:lnTo>
                <a:close/>
              </a:path>
              <a:path w="241934" h="287020">
                <a:moveTo>
                  <a:pt x="199961" y="76200"/>
                </a:moveTo>
                <a:lnTo>
                  <a:pt x="150914" y="76200"/>
                </a:lnTo>
                <a:lnTo>
                  <a:pt x="158284" y="73660"/>
                </a:lnTo>
                <a:lnTo>
                  <a:pt x="173725" y="68579"/>
                </a:lnTo>
                <a:lnTo>
                  <a:pt x="181089" y="67310"/>
                </a:lnTo>
                <a:lnTo>
                  <a:pt x="184861" y="64770"/>
                </a:lnTo>
                <a:lnTo>
                  <a:pt x="190525" y="64770"/>
                </a:lnTo>
                <a:lnTo>
                  <a:pt x="192417" y="67310"/>
                </a:lnTo>
                <a:lnTo>
                  <a:pt x="196189" y="68579"/>
                </a:lnTo>
                <a:lnTo>
                  <a:pt x="199961" y="72389"/>
                </a:lnTo>
                <a:lnTo>
                  <a:pt x="199961" y="76200"/>
                </a:lnTo>
                <a:close/>
              </a:path>
              <a:path w="241934" h="287020">
                <a:moveTo>
                  <a:pt x="132676" y="140970"/>
                </a:moveTo>
                <a:lnTo>
                  <a:pt x="101866" y="140970"/>
                </a:lnTo>
                <a:lnTo>
                  <a:pt x="118846" y="130809"/>
                </a:lnTo>
                <a:lnTo>
                  <a:pt x="115484" y="121920"/>
                </a:lnTo>
                <a:lnTo>
                  <a:pt x="117428" y="114300"/>
                </a:lnTo>
                <a:lnTo>
                  <a:pt x="121495" y="106679"/>
                </a:lnTo>
                <a:lnTo>
                  <a:pt x="124498" y="99060"/>
                </a:lnTo>
                <a:lnTo>
                  <a:pt x="111302" y="99060"/>
                </a:lnTo>
                <a:lnTo>
                  <a:pt x="105638" y="96520"/>
                </a:lnTo>
                <a:lnTo>
                  <a:pt x="101866" y="95250"/>
                </a:lnTo>
                <a:lnTo>
                  <a:pt x="96202" y="91439"/>
                </a:lnTo>
                <a:lnTo>
                  <a:pt x="92430" y="87629"/>
                </a:lnTo>
                <a:lnTo>
                  <a:pt x="92430" y="85089"/>
                </a:lnTo>
                <a:lnTo>
                  <a:pt x="94322" y="85089"/>
                </a:lnTo>
                <a:lnTo>
                  <a:pt x="101104" y="83820"/>
                </a:lnTo>
                <a:lnTo>
                  <a:pt x="113952" y="82550"/>
                </a:lnTo>
                <a:lnTo>
                  <a:pt x="120726" y="81279"/>
                </a:lnTo>
                <a:lnTo>
                  <a:pt x="194297" y="81279"/>
                </a:lnTo>
                <a:lnTo>
                  <a:pt x="154686" y="92710"/>
                </a:lnTo>
                <a:lnTo>
                  <a:pt x="147142" y="92710"/>
                </a:lnTo>
                <a:lnTo>
                  <a:pt x="145249" y="95250"/>
                </a:lnTo>
                <a:lnTo>
                  <a:pt x="143370" y="100329"/>
                </a:lnTo>
                <a:lnTo>
                  <a:pt x="139598" y="107950"/>
                </a:lnTo>
                <a:lnTo>
                  <a:pt x="137706" y="113029"/>
                </a:lnTo>
                <a:lnTo>
                  <a:pt x="133934" y="120650"/>
                </a:lnTo>
                <a:lnTo>
                  <a:pt x="182963" y="120650"/>
                </a:lnTo>
                <a:lnTo>
                  <a:pt x="192417" y="123190"/>
                </a:lnTo>
                <a:lnTo>
                  <a:pt x="199961" y="124459"/>
                </a:lnTo>
                <a:lnTo>
                  <a:pt x="207505" y="128270"/>
                </a:lnTo>
                <a:lnTo>
                  <a:pt x="207505" y="132079"/>
                </a:lnTo>
                <a:lnTo>
                  <a:pt x="152793" y="132079"/>
                </a:lnTo>
                <a:lnTo>
                  <a:pt x="152793" y="135890"/>
                </a:lnTo>
                <a:lnTo>
                  <a:pt x="143370" y="135890"/>
                </a:lnTo>
                <a:lnTo>
                  <a:pt x="137706" y="138429"/>
                </a:lnTo>
                <a:lnTo>
                  <a:pt x="133934" y="139700"/>
                </a:lnTo>
                <a:lnTo>
                  <a:pt x="132676" y="140970"/>
                </a:lnTo>
                <a:close/>
              </a:path>
              <a:path w="241934" h="287020">
                <a:moveTo>
                  <a:pt x="182963" y="120650"/>
                </a:moveTo>
                <a:lnTo>
                  <a:pt x="133934" y="120650"/>
                </a:lnTo>
                <a:lnTo>
                  <a:pt x="149173" y="118110"/>
                </a:lnTo>
                <a:lnTo>
                  <a:pt x="163880" y="118110"/>
                </a:lnTo>
                <a:lnTo>
                  <a:pt x="178236" y="119379"/>
                </a:lnTo>
                <a:lnTo>
                  <a:pt x="182963" y="120650"/>
                </a:lnTo>
                <a:close/>
              </a:path>
              <a:path w="241934" h="287020">
                <a:moveTo>
                  <a:pt x="202476" y="167640"/>
                </a:moveTo>
                <a:lnTo>
                  <a:pt x="152793" y="167640"/>
                </a:lnTo>
                <a:lnTo>
                  <a:pt x="179209" y="140970"/>
                </a:lnTo>
                <a:lnTo>
                  <a:pt x="182981" y="135890"/>
                </a:lnTo>
                <a:lnTo>
                  <a:pt x="179209" y="132079"/>
                </a:lnTo>
                <a:lnTo>
                  <a:pt x="207505" y="132079"/>
                </a:lnTo>
                <a:lnTo>
                  <a:pt x="207575" y="139700"/>
                </a:lnTo>
                <a:lnTo>
                  <a:pt x="207855" y="144779"/>
                </a:lnTo>
                <a:lnTo>
                  <a:pt x="206086" y="149859"/>
                </a:lnTo>
                <a:lnTo>
                  <a:pt x="202197" y="154940"/>
                </a:lnTo>
                <a:lnTo>
                  <a:pt x="196189" y="158750"/>
                </a:lnTo>
                <a:lnTo>
                  <a:pt x="194297" y="158750"/>
                </a:lnTo>
                <a:lnTo>
                  <a:pt x="190525" y="162559"/>
                </a:lnTo>
                <a:lnTo>
                  <a:pt x="194297" y="163829"/>
                </a:lnTo>
                <a:lnTo>
                  <a:pt x="198069" y="163829"/>
                </a:lnTo>
                <a:lnTo>
                  <a:pt x="199961" y="166370"/>
                </a:lnTo>
                <a:lnTo>
                  <a:pt x="202476" y="167640"/>
                </a:lnTo>
                <a:close/>
              </a:path>
              <a:path w="241934" h="287020">
                <a:moveTo>
                  <a:pt x="208448" y="171450"/>
                </a:moveTo>
                <a:lnTo>
                  <a:pt x="128270" y="171450"/>
                </a:lnTo>
                <a:lnTo>
                  <a:pt x="135672" y="167640"/>
                </a:lnTo>
                <a:lnTo>
                  <a:pt x="140773" y="160020"/>
                </a:lnTo>
                <a:lnTo>
                  <a:pt x="143396" y="148590"/>
                </a:lnTo>
                <a:lnTo>
                  <a:pt x="143370" y="135890"/>
                </a:lnTo>
                <a:lnTo>
                  <a:pt x="152793" y="135890"/>
                </a:lnTo>
                <a:lnTo>
                  <a:pt x="152793" y="154940"/>
                </a:lnTo>
                <a:lnTo>
                  <a:pt x="149021" y="166370"/>
                </a:lnTo>
                <a:lnTo>
                  <a:pt x="150914" y="166370"/>
                </a:lnTo>
                <a:lnTo>
                  <a:pt x="150914" y="167640"/>
                </a:lnTo>
                <a:lnTo>
                  <a:pt x="202476" y="167640"/>
                </a:lnTo>
                <a:lnTo>
                  <a:pt x="207505" y="170179"/>
                </a:lnTo>
                <a:lnTo>
                  <a:pt x="208448" y="171450"/>
                </a:lnTo>
                <a:close/>
              </a:path>
              <a:path w="241934" h="287020">
                <a:moveTo>
                  <a:pt x="210019" y="180340"/>
                </a:moveTo>
                <a:lnTo>
                  <a:pt x="96202" y="180340"/>
                </a:lnTo>
                <a:lnTo>
                  <a:pt x="92257" y="171450"/>
                </a:lnTo>
                <a:lnTo>
                  <a:pt x="85067" y="153670"/>
                </a:lnTo>
                <a:lnTo>
                  <a:pt x="81114" y="144779"/>
                </a:lnTo>
                <a:lnTo>
                  <a:pt x="126390" y="144779"/>
                </a:lnTo>
                <a:lnTo>
                  <a:pt x="126390" y="151129"/>
                </a:lnTo>
                <a:lnTo>
                  <a:pt x="118846" y="151129"/>
                </a:lnTo>
                <a:lnTo>
                  <a:pt x="103758" y="156209"/>
                </a:lnTo>
                <a:lnTo>
                  <a:pt x="101866" y="158750"/>
                </a:lnTo>
                <a:lnTo>
                  <a:pt x="105638" y="163829"/>
                </a:lnTo>
                <a:lnTo>
                  <a:pt x="109410" y="175259"/>
                </a:lnTo>
                <a:lnTo>
                  <a:pt x="113182" y="176529"/>
                </a:lnTo>
                <a:lnTo>
                  <a:pt x="210962" y="176529"/>
                </a:lnTo>
                <a:lnTo>
                  <a:pt x="210019" y="180340"/>
                </a:lnTo>
                <a:close/>
              </a:path>
              <a:path w="241934" h="287020">
                <a:moveTo>
                  <a:pt x="210962" y="176529"/>
                </a:moveTo>
                <a:lnTo>
                  <a:pt x="113182" y="176529"/>
                </a:lnTo>
                <a:lnTo>
                  <a:pt x="122618" y="173990"/>
                </a:lnTo>
                <a:lnTo>
                  <a:pt x="118846" y="158750"/>
                </a:lnTo>
                <a:lnTo>
                  <a:pt x="118846" y="151129"/>
                </a:lnTo>
                <a:lnTo>
                  <a:pt x="126390" y="151129"/>
                </a:lnTo>
                <a:lnTo>
                  <a:pt x="126390" y="156209"/>
                </a:lnTo>
                <a:lnTo>
                  <a:pt x="128270" y="163829"/>
                </a:lnTo>
                <a:lnTo>
                  <a:pt x="128270" y="171450"/>
                </a:lnTo>
                <a:lnTo>
                  <a:pt x="208448" y="171450"/>
                </a:lnTo>
                <a:lnTo>
                  <a:pt x="211277" y="175259"/>
                </a:lnTo>
                <a:lnTo>
                  <a:pt x="210962" y="176529"/>
                </a:lnTo>
                <a:close/>
              </a:path>
              <a:path w="241934" h="287020">
                <a:moveTo>
                  <a:pt x="83007" y="214629"/>
                </a:moveTo>
                <a:lnTo>
                  <a:pt x="77342" y="207009"/>
                </a:lnTo>
                <a:lnTo>
                  <a:pt x="73011" y="200659"/>
                </a:lnTo>
                <a:lnTo>
                  <a:pt x="70977" y="194309"/>
                </a:lnTo>
                <a:lnTo>
                  <a:pt x="70710" y="187959"/>
                </a:lnTo>
                <a:lnTo>
                  <a:pt x="71678" y="180340"/>
                </a:lnTo>
                <a:lnTo>
                  <a:pt x="71678" y="179070"/>
                </a:lnTo>
                <a:lnTo>
                  <a:pt x="90550" y="179070"/>
                </a:lnTo>
                <a:lnTo>
                  <a:pt x="96202" y="180340"/>
                </a:lnTo>
                <a:lnTo>
                  <a:pt x="210019" y="180340"/>
                </a:lnTo>
                <a:lnTo>
                  <a:pt x="207505" y="190500"/>
                </a:lnTo>
                <a:lnTo>
                  <a:pt x="201841" y="191770"/>
                </a:lnTo>
                <a:lnTo>
                  <a:pt x="188645" y="191770"/>
                </a:lnTo>
                <a:lnTo>
                  <a:pt x="181089" y="194309"/>
                </a:lnTo>
                <a:lnTo>
                  <a:pt x="173545" y="194309"/>
                </a:lnTo>
                <a:lnTo>
                  <a:pt x="165558" y="196850"/>
                </a:lnTo>
                <a:lnTo>
                  <a:pt x="160441" y="201929"/>
                </a:lnTo>
                <a:lnTo>
                  <a:pt x="133934" y="201929"/>
                </a:lnTo>
                <a:lnTo>
                  <a:pt x="128270" y="203200"/>
                </a:lnTo>
                <a:lnTo>
                  <a:pt x="122618" y="203200"/>
                </a:lnTo>
                <a:lnTo>
                  <a:pt x="103758" y="209550"/>
                </a:lnTo>
                <a:lnTo>
                  <a:pt x="98094" y="210820"/>
                </a:lnTo>
                <a:lnTo>
                  <a:pt x="83007" y="214629"/>
                </a:lnTo>
                <a:close/>
              </a:path>
              <a:path w="241934" h="287020">
                <a:moveTo>
                  <a:pt x="204104" y="261620"/>
                </a:moveTo>
                <a:lnTo>
                  <a:pt x="177317" y="261620"/>
                </a:lnTo>
                <a:lnTo>
                  <a:pt x="166001" y="238759"/>
                </a:lnTo>
                <a:lnTo>
                  <a:pt x="162229" y="237490"/>
                </a:lnTo>
                <a:lnTo>
                  <a:pt x="160350" y="237490"/>
                </a:lnTo>
                <a:lnTo>
                  <a:pt x="144814" y="234950"/>
                </a:lnTo>
                <a:lnTo>
                  <a:pt x="136531" y="229870"/>
                </a:lnTo>
                <a:lnTo>
                  <a:pt x="133553" y="222250"/>
                </a:lnTo>
                <a:lnTo>
                  <a:pt x="133807" y="212090"/>
                </a:lnTo>
                <a:lnTo>
                  <a:pt x="133934" y="201929"/>
                </a:lnTo>
                <a:lnTo>
                  <a:pt x="160441" y="201929"/>
                </a:lnTo>
                <a:lnTo>
                  <a:pt x="159162" y="203200"/>
                </a:lnTo>
                <a:lnTo>
                  <a:pt x="155243" y="209550"/>
                </a:lnTo>
                <a:lnTo>
                  <a:pt x="154686" y="218440"/>
                </a:lnTo>
                <a:lnTo>
                  <a:pt x="241465" y="218440"/>
                </a:lnTo>
                <a:lnTo>
                  <a:pt x="237680" y="223520"/>
                </a:lnTo>
                <a:lnTo>
                  <a:pt x="203258" y="223520"/>
                </a:lnTo>
                <a:lnTo>
                  <a:pt x="192944" y="226059"/>
                </a:lnTo>
                <a:lnTo>
                  <a:pt x="182981" y="229870"/>
                </a:lnTo>
                <a:lnTo>
                  <a:pt x="188964" y="238759"/>
                </a:lnTo>
                <a:lnTo>
                  <a:pt x="195478" y="248920"/>
                </a:lnTo>
                <a:lnTo>
                  <a:pt x="202344" y="259079"/>
                </a:lnTo>
                <a:lnTo>
                  <a:pt x="204104" y="261620"/>
                </a:lnTo>
                <a:close/>
              </a:path>
              <a:path w="241934" h="287020">
                <a:moveTo>
                  <a:pt x="241465" y="218440"/>
                </a:moveTo>
                <a:lnTo>
                  <a:pt x="160350" y="218440"/>
                </a:lnTo>
                <a:lnTo>
                  <a:pt x="162229" y="215900"/>
                </a:lnTo>
                <a:lnTo>
                  <a:pt x="174994" y="210820"/>
                </a:lnTo>
                <a:lnTo>
                  <a:pt x="187934" y="207009"/>
                </a:lnTo>
                <a:lnTo>
                  <a:pt x="201227" y="204470"/>
                </a:lnTo>
                <a:lnTo>
                  <a:pt x="215049" y="203200"/>
                </a:lnTo>
                <a:lnTo>
                  <a:pt x="241465" y="212090"/>
                </a:lnTo>
                <a:lnTo>
                  <a:pt x="241465" y="218440"/>
                </a:lnTo>
                <a:close/>
              </a:path>
              <a:path w="241934" h="287020">
                <a:moveTo>
                  <a:pt x="49047" y="287020"/>
                </a:moveTo>
                <a:lnTo>
                  <a:pt x="38377" y="284479"/>
                </a:lnTo>
                <a:lnTo>
                  <a:pt x="31599" y="280670"/>
                </a:lnTo>
                <a:lnTo>
                  <a:pt x="28357" y="273050"/>
                </a:lnTo>
                <a:lnTo>
                  <a:pt x="28295" y="262890"/>
                </a:lnTo>
                <a:lnTo>
                  <a:pt x="30830" y="252729"/>
                </a:lnTo>
                <a:lnTo>
                  <a:pt x="33013" y="242570"/>
                </a:lnTo>
                <a:lnTo>
                  <a:pt x="35196" y="231140"/>
                </a:lnTo>
                <a:lnTo>
                  <a:pt x="37731" y="219709"/>
                </a:lnTo>
                <a:lnTo>
                  <a:pt x="61573" y="219709"/>
                </a:lnTo>
                <a:lnTo>
                  <a:pt x="57773" y="240029"/>
                </a:lnTo>
                <a:lnTo>
                  <a:pt x="54091" y="260350"/>
                </a:lnTo>
                <a:lnTo>
                  <a:pt x="50939" y="281940"/>
                </a:lnTo>
                <a:lnTo>
                  <a:pt x="49047" y="283209"/>
                </a:lnTo>
                <a:lnTo>
                  <a:pt x="49047" y="287020"/>
                </a:lnTo>
                <a:close/>
              </a:path>
              <a:path w="241934" h="287020">
                <a:moveTo>
                  <a:pt x="235800" y="229870"/>
                </a:moveTo>
                <a:lnTo>
                  <a:pt x="230136" y="229870"/>
                </a:lnTo>
                <a:lnTo>
                  <a:pt x="226364" y="227329"/>
                </a:lnTo>
                <a:lnTo>
                  <a:pt x="214280" y="223520"/>
                </a:lnTo>
                <a:lnTo>
                  <a:pt x="237680" y="223520"/>
                </a:lnTo>
                <a:lnTo>
                  <a:pt x="235800" y="229870"/>
                </a:lnTo>
                <a:close/>
              </a:path>
              <a:path w="241934" h="287020">
                <a:moveTo>
                  <a:pt x="209384" y="285750"/>
                </a:moveTo>
                <a:lnTo>
                  <a:pt x="198069" y="285750"/>
                </a:lnTo>
                <a:lnTo>
                  <a:pt x="159164" y="275590"/>
                </a:lnTo>
                <a:lnTo>
                  <a:pt x="141035" y="267970"/>
                </a:lnTo>
                <a:lnTo>
                  <a:pt x="124498" y="257809"/>
                </a:lnTo>
                <a:lnTo>
                  <a:pt x="119135" y="254000"/>
                </a:lnTo>
                <a:lnTo>
                  <a:pt x="109121" y="245109"/>
                </a:lnTo>
                <a:lnTo>
                  <a:pt x="103758" y="241300"/>
                </a:lnTo>
                <a:lnTo>
                  <a:pt x="99974" y="237490"/>
                </a:lnTo>
                <a:lnTo>
                  <a:pt x="99974" y="226059"/>
                </a:lnTo>
                <a:lnTo>
                  <a:pt x="109410" y="226059"/>
                </a:lnTo>
                <a:lnTo>
                  <a:pt x="113182" y="229870"/>
                </a:lnTo>
                <a:lnTo>
                  <a:pt x="115074" y="233679"/>
                </a:lnTo>
                <a:lnTo>
                  <a:pt x="128191" y="245109"/>
                </a:lnTo>
                <a:lnTo>
                  <a:pt x="142190" y="252729"/>
                </a:lnTo>
                <a:lnTo>
                  <a:pt x="157249" y="259079"/>
                </a:lnTo>
                <a:lnTo>
                  <a:pt x="173545" y="261620"/>
                </a:lnTo>
                <a:lnTo>
                  <a:pt x="204104" y="261620"/>
                </a:lnTo>
                <a:lnTo>
                  <a:pt x="209384" y="269240"/>
                </a:lnTo>
                <a:lnTo>
                  <a:pt x="211277" y="273050"/>
                </a:lnTo>
                <a:lnTo>
                  <a:pt x="211277" y="280670"/>
                </a:lnTo>
                <a:lnTo>
                  <a:pt x="209384" y="283209"/>
                </a:lnTo>
                <a:lnTo>
                  <a:pt x="209384" y="2857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53580" y="6606463"/>
            <a:ext cx="29209" cy="80645"/>
          </a:xfrm>
          <a:custGeom>
            <a:avLst/>
            <a:gdLst/>
            <a:ahLst/>
            <a:cxnLst/>
            <a:rect l="l" t="t" r="r" b="b"/>
            <a:pathLst>
              <a:path w="29209" h="80645">
                <a:moveTo>
                  <a:pt x="16878" y="80251"/>
                </a:moveTo>
                <a:lnTo>
                  <a:pt x="11252" y="76517"/>
                </a:lnTo>
                <a:lnTo>
                  <a:pt x="3759" y="72783"/>
                </a:lnTo>
                <a:lnTo>
                  <a:pt x="0" y="69049"/>
                </a:lnTo>
                <a:lnTo>
                  <a:pt x="116" y="64880"/>
                </a:lnTo>
                <a:lnTo>
                  <a:pt x="4219" y="49600"/>
                </a:lnTo>
                <a:lnTo>
                  <a:pt x="8439" y="33358"/>
                </a:lnTo>
                <a:lnTo>
                  <a:pt x="12658" y="16765"/>
                </a:lnTo>
                <a:lnTo>
                  <a:pt x="16878" y="0"/>
                </a:lnTo>
                <a:lnTo>
                  <a:pt x="23647" y="4251"/>
                </a:lnTo>
                <a:lnTo>
                  <a:pt x="27428" y="8856"/>
                </a:lnTo>
                <a:lnTo>
                  <a:pt x="28747" y="14164"/>
                </a:lnTo>
                <a:lnTo>
                  <a:pt x="28130" y="20523"/>
                </a:lnTo>
                <a:lnTo>
                  <a:pt x="24527" y="34843"/>
                </a:lnTo>
                <a:lnTo>
                  <a:pt x="21804" y="49687"/>
                </a:lnTo>
                <a:lnTo>
                  <a:pt x="19358" y="65316"/>
                </a:lnTo>
                <a:lnTo>
                  <a:pt x="16878" y="8025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916328" y="6468922"/>
            <a:ext cx="157970" cy="13956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501914" y="6445298"/>
            <a:ext cx="182330" cy="18338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xfrm>
            <a:off x="1685289" y="205917"/>
            <a:ext cx="7637780" cy="6343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501140" algn="l"/>
              </a:tabLst>
            </a:pPr>
            <a:r>
              <a:rPr u="none" spc="-5" dirty="0"/>
              <a:t>1.4.2	</a:t>
            </a:r>
            <a:r>
              <a:rPr u="none" dirty="0">
                <a:latin typeface="宋体"/>
                <a:cs typeface="宋体"/>
              </a:rPr>
              <a:t>命令行方式下的编译和运</a:t>
            </a:r>
            <a:r>
              <a:rPr u="none" spc="-25" dirty="0">
                <a:latin typeface="宋体"/>
                <a:cs typeface="宋体"/>
              </a:rPr>
              <a:t>行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922655" y="995045"/>
            <a:ext cx="10364470" cy="2365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ts val="4004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3600" dirty="0">
                <a:latin typeface="宋体"/>
                <a:cs typeface="宋体"/>
              </a:rPr>
              <a:t>编译</a:t>
            </a:r>
            <a:endParaRPr sz="3600">
              <a:latin typeface="宋体"/>
              <a:cs typeface="宋体"/>
            </a:endParaRPr>
          </a:p>
          <a:p>
            <a:pPr marL="469900" marR="5080" lvl="1">
              <a:lnSpc>
                <a:spcPts val="3190"/>
              </a:lnSpc>
              <a:spcBef>
                <a:spcPts val="330"/>
              </a:spcBef>
              <a:buFont typeface="Arial"/>
              <a:buChar char="•"/>
              <a:tabLst>
                <a:tab pos="698500" algn="l"/>
              </a:tabLst>
            </a:pPr>
            <a:r>
              <a:rPr sz="3200" dirty="0">
                <a:latin typeface="宋体"/>
                <a:cs typeface="宋体"/>
              </a:rPr>
              <a:t>使用</a:t>
            </a:r>
            <a:r>
              <a:rPr sz="3200" spc="-5" dirty="0">
                <a:latin typeface="Georgia"/>
                <a:cs typeface="Georgia"/>
              </a:rPr>
              <a:t>J</a:t>
            </a:r>
            <a:r>
              <a:rPr sz="3200" spc="-10" dirty="0">
                <a:latin typeface="Georgia"/>
                <a:cs typeface="Georgia"/>
              </a:rPr>
              <a:t>DK</a:t>
            </a:r>
            <a:r>
              <a:rPr sz="3200" dirty="0">
                <a:latin typeface="宋体"/>
                <a:cs typeface="宋体"/>
              </a:rPr>
              <a:t>提供的编译器</a:t>
            </a:r>
            <a:r>
              <a:rPr sz="3200" spc="-5" dirty="0">
                <a:latin typeface="Georgia"/>
                <a:cs typeface="Georgia"/>
              </a:rPr>
              <a:t>j</a:t>
            </a:r>
            <a:r>
              <a:rPr sz="3200" dirty="0">
                <a:latin typeface="Georgia"/>
                <a:cs typeface="Georgia"/>
              </a:rPr>
              <a:t>a</a:t>
            </a:r>
            <a:r>
              <a:rPr sz="3200" spc="-5" dirty="0">
                <a:latin typeface="Georgia"/>
                <a:cs typeface="Georgia"/>
              </a:rPr>
              <a:t>v</a:t>
            </a:r>
            <a:r>
              <a:rPr sz="3200" dirty="0">
                <a:latin typeface="Georgia"/>
                <a:cs typeface="Georgia"/>
              </a:rPr>
              <a:t>a</a:t>
            </a:r>
            <a:r>
              <a:rPr sz="3200" spc="-5" dirty="0">
                <a:latin typeface="Georgia"/>
                <a:cs typeface="Georgia"/>
              </a:rPr>
              <a:t>c</a:t>
            </a:r>
            <a:r>
              <a:rPr sz="3200" dirty="0">
                <a:latin typeface="Georgia"/>
                <a:cs typeface="Georgia"/>
              </a:rPr>
              <a:t>.</a:t>
            </a:r>
            <a:r>
              <a:rPr sz="3200" spc="-5" dirty="0">
                <a:latin typeface="Georgia"/>
                <a:cs typeface="Georgia"/>
              </a:rPr>
              <a:t>exe</a:t>
            </a:r>
            <a:r>
              <a:rPr sz="3200" dirty="0">
                <a:latin typeface="宋体"/>
                <a:cs typeface="宋体"/>
              </a:rPr>
              <a:t>对</a:t>
            </a:r>
            <a:r>
              <a:rPr sz="3200" spc="-5" dirty="0">
                <a:latin typeface="Georgia"/>
                <a:cs typeface="Georgia"/>
              </a:rPr>
              <a:t>j</a:t>
            </a:r>
            <a:r>
              <a:rPr sz="3200" dirty="0">
                <a:latin typeface="Georgia"/>
                <a:cs typeface="Georgia"/>
              </a:rPr>
              <a:t>a</a:t>
            </a:r>
            <a:r>
              <a:rPr sz="3200" spc="-5" dirty="0">
                <a:latin typeface="Georgia"/>
                <a:cs typeface="Georgia"/>
              </a:rPr>
              <a:t>v</a:t>
            </a:r>
            <a:r>
              <a:rPr sz="3200" dirty="0">
                <a:latin typeface="Georgia"/>
                <a:cs typeface="Georgia"/>
              </a:rPr>
              <a:t>a</a:t>
            </a:r>
            <a:r>
              <a:rPr sz="3200" dirty="0">
                <a:latin typeface="宋体"/>
                <a:cs typeface="宋体"/>
              </a:rPr>
              <a:t>文件进行编译， 生成扩展名为</a:t>
            </a:r>
            <a:r>
              <a:rPr sz="3200" dirty="0">
                <a:latin typeface="Georgia"/>
                <a:cs typeface="Georgia"/>
              </a:rPr>
              <a:t>.class</a:t>
            </a:r>
            <a:r>
              <a:rPr sz="3200" dirty="0">
                <a:latin typeface="宋体"/>
                <a:cs typeface="宋体"/>
              </a:rPr>
              <a:t>字节码文</a:t>
            </a:r>
            <a:r>
              <a:rPr sz="3200" spc="5" dirty="0">
                <a:latin typeface="宋体"/>
                <a:cs typeface="宋体"/>
              </a:rPr>
              <a:t>件</a:t>
            </a:r>
            <a:endParaRPr sz="3200">
              <a:latin typeface="宋体"/>
              <a:cs typeface="宋体"/>
            </a:endParaRPr>
          </a:p>
          <a:p>
            <a:pPr marL="241300" indent="-228600">
              <a:lnSpc>
                <a:spcPts val="3925"/>
              </a:lnSpc>
              <a:buFont typeface="Arial"/>
              <a:buChar char="•"/>
              <a:tabLst>
                <a:tab pos="241300" algn="l"/>
              </a:tabLst>
            </a:pPr>
            <a:r>
              <a:rPr sz="3600" dirty="0">
                <a:latin typeface="宋体"/>
                <a:cs typeface="宋体"/>
              </a:rPr>
              <a:t>运行</a:t>
            </a:r>
            <a:endParaRPr sz="3600">
              <a:latin typeface="宋体"/>
              <a:cs typeface="宋体"/>
            </a:endParaRPr>
          </a:p>
          <a:p>
            <a:pPr marL="501650">
              <a:lnSpc>
                <a:spcPts val="3775"/>
              </a:lnSpc>
            </a:pPr>
            <a:r>
              <a:rPr sz="3200" dirty="0">
                <a:latin typeface="宋体"/>
                <a:cs typeface="宋体"/>
              </a:rPr>
              <a:t>使用</a:t>
            </a:r>
            <a:r>
              <a:rPr sz="3200" spc="-10" dirty="0">
                <a:latin typeface="Georgia"/>
                <a:cs typeface="Georgia"/>
              </a:rPr>
              <a:t>JDK</a:t>
            </a:r>
            <a:r>
              <a:rPr sz="3200" dirty="0">
                <a:latin typeface="宋体"/>
                <a:cs typeface="宋体"/>
              </a:rPr>
              <a:t>提供的解释器</a:t>
            </a:r>
            <a:r>
              <a:rPr sz="3200" spc="-5" dirty="0">
                <a:latin typeface="Georgia"/>
                <a:cs typeface="Georgia"/>
              </a:rPr>
              <a:t>java.exe</a:t>
            </a:r>
            <a:r>
              <a:rPr sz="3200" dirty="0">
                <a:latin typeface="宋体"/>
                <a:cs typeface="宋体"/>
              </a:rPr>
              <a:t>对字节码文件进行运</a:t>
            </a:r>
            <a:r>
              <a:rPr sz="3200" spc="5" dirty="0">
                <a:latin typeface="宋体"/>
                <a:cs typeface="宋体"/>
              </a:rPr>
              <a:t>行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052827" y="4340352"/>
            <a:ext cx="1125220" cy="1173480"/>
          </a:xfrm>
          <a:custGeom>
            <a:avLst/>
            <a:gdLst/>
            <a:ahLst/>
            <a:cxnLst/>
            <a:rect l="l" t="t" r="r" b="b"/>
            <a:pathLst>
              <a:path w="1125220" h="1173479">
                <a:moveTo>
                  <a:pt x="0" y="0"/>
                </a:moveTo>
                <a:lnTo>
                  <a:pt x="1124712" y="0"/>
                </a:lnTo>
                <a:lnTo>
                  <a:pt x="1124712" y="1173479"/>
                </a:lnTo>
                <a:lnTo>
                  <a:pt x="0" y="1173479"/>
                </a:lnTo>
                <a:lnTo>
                  <a:pt x="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047557" y="4335576"/>
            <a:ext cx="1134745" cy="1183640"/>
          </a:xfrm>
          <a:custGeom>
            <a:avLst/>
            <a:gdLst/>
            <a:ahLst/>
            <a:cxnLst/>
            <a:rect l="l" t="t" r="r" b="b"/>
            <a:pathLst>
              <a:path w="1134745" h="1183639">
                <a:moveTo>
                  <a:pt x="1134554" y="1183411"/>
                </a:moveTo>
                <a:lnTo>
                  <a:pt x="0" y="1183411"/>
                </a:lnTo>
                <a:lnTo>
                  <a:pt x="0" y="0"/>
                </a:lnTo>
                <a:lnTo>
                  <a:pt x="1134554" y="0"/>
                </a:lnTo>
                <a:lnTo>
                  <a:pt x="1134554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173886"/>
                </a:lnTo>
                <a:lnTo>
                  <a:pt x="4762" y="1173886"/>
                </a:lnTo>
                <a:lnTo>
                  <a:pt x="9525" y="1178648"/>
                </a:lnTo>
                <a:lnTo>
                  <a:pt x="1134554" y="1178648"/>
                </a:lnTo>
                <a:lnTo>
                  <a:pt x="1134554" y="1183411"/>
                </a:lnTo>
                <a:close/>
              </a:path>
              <a:path w="1134745" h="1183639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134745" h="1183639">
                <a:moveTo>
                  <a:pt x="1125029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125029" y="4762"/>
                </a:lnTo>
                <a:lnTo>
                  <a:pt x="1125029" y="9525"/>
                </a:lnTo>
                <a:close/>
              </a:path>
              <a:path w="1134745" h="1183639">
                <a:moveTo>
                  <a:pt x="1125029" y="1178648"/>
                </a:moveTo>
                <a:lnTo>
                  <a:pt x="1125029" y="4762"/>
                </a:lnTo>
                <a:lnTo>
                  <a:pt x="1129792" y="9525"/>
                </a:lnTo>
                <a:lnTo>
                  <a:pt x="1134554" y="9525"/>
                </a:lnTo>
                <a:lnTo>
                  <a:pt x="1134554" y="1173886"/>
                </a:lnTo>
                <a:lnTo>
                  <a:pt x="1129792" y="1173886"/>
                </a:lnTo>
                <a:lnTo>
                  <a:pt x="1125029" y="1178648"/>
                </a:lnTo>
                <a:close/>
              </a:path>
              <a:path w="1134745" h="1183639">
                <a:moveTo>
                  <a:pt x="1134554" y="9525"/>
                </a:moveTo>
                <a:lnTo>
                  <a:pt x="1129792" y="9525"/>
                </a:lnTo>
                <a:lnTo>
                  <a:pt x="1125029" y="4762"/>
                </a:lnTo>
                <a:lnTo>
                  <a:pt x="1134554" y="4762"/>
                </a:lnTo>
                <a:lnTo>
                  <a:pt x="1134554" y="9525"/>
                </a:lnTo>
                <a:close/>
              </a:path>
              <a:path w="1134745" h="1183639">
                <a:moveTo>
                  <a:pt x="9525" y="1178648"/>
                </a:moveTo>
                <a:lnTo>
                  <a:pt x="4762" y="1173886"/>
                </a:lnTo>
                <a:lnTo>
                  <a:pt x="9525" y="1173886"/>
                </a:lnTo>
                <a:lnTo>
                  <a:pt x="9525" y="1178648"/>
                </a:lnTo>
                <a:close/>
              </a:path>
              <a:path w="1134745" h="1183639">
                <a:moveTo>
                  <a:pt x="1125029" y="1178648"/>
                </a:moveTo>
                <a:lnTo>
                  <a:pt x="9525" y="1178648"/>
                </a:lnTo>
                <a:lnTo>
                  <a:pt x="9525" y="1173886"/>
                </a:lnTo>
                <a:lnTo>
                  <a:pt x="1125029" y="1173886"/>
                </a:lnTo>
                <a:lnTo>
                  <a:pt x="1125029" y="1178648"/>
                </a:lnTo>
                <a:close/>
              </a:path>
              <a:path w="1134745" h="1183639">
                <a:moveTo>
                  <a:pt x="1134554" y="1178648"/>
                </a:moveTo>
                <a:lnTo>
                  <a:pt x="1125029" y="1178648"/>
                </a:lnTo>
                <a:lnTo>
                  <a:pt x="1129792" y="1173886"/>
                </a:lnTo>
                <a:lnTo>
                  <a:pt x="1134554" y="1173886"/>
                </a:lnTo>
                <a:lnTo>
                  <a:pt x="1134554" y="11786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2052827" y="4762614"/>
            <a:ext cx="11252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"/>
                <a:cs typeface="Arial"/>
              </a:rPr>
              <a:t>.java</a:t>
            </a:r>
            <a:r>
              <a:rPr sz="1800" dirty="0">
                <a:latin typeface="微软雅黑"/>
                <a:cs typeface="微软雅黑"/>
              </a:rPr>
              <a:t>文件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177349" y="4887569"/>
            <a:ext cx="1871980" cy="76200"/>
          </a:xfrm>
          <a:custGeom>
            <a:avLst/>
            <a:gdLst/>
            <a:ahLst/>
            <a:cxnLst/>
            <a:rect l="l" t="t" r="r" b="b"/>
            <a:pathLst>
              <a:path w="1871979" h="76200">
                <a:moveTo>
                  <a:pt x="1795551" y="76200"/>
                </a:moveTo>
                <a:lnTo>
                  <a:pt x="1795551" y="0"/>
                </a:lnTo>
                <a:lnTo>
                  <a:pt x="1862226" y="33337"/>
                </a:lnTo>
                <a:lnTo>
                  <a:pt x="1814601" y="33337"/>
                </a:lnTo>
                <a:lnTo>
                  <a:pt x="1814601" y="42862"/>
                </a:lnTo>
                <a:lnTo>
                  <a:pt x="1862226" y="42862"/>
                </a:lnTo>
                <a:lnTo>
                  <a:pt x="1795551" y="76200"/>
                </a:lnTo>
                <a:close/>
              </a:path>
              <a:path w="1871979" h="76200">
                <a:moveTo>
                  <a:pt x="1795551" y="42862"/>
                </a:moveTo>
                <a:lnTo>
                  <a:pt x="0" y="42862"/>
                </a:lnTo>
                <a:lnTo>
                  <a:pt x="0" y="33337"/>
                </a:lnTo>
                <a:lnTo>
                  <a:pt x="1795551" y="33337"/>
                </a:lnTo>
                <a:lnTo>
                  <a:pt x="1795551" y="42862"/>
                </a:lnTo>
                <a:close/>
              </a:path>
              <a:path w="1871979" h="76200">
                <a:moveTo>
                  <a:pt x="1862226" y="42862"/>
                </a:moveTo>
                <a:lnTo>
                  <a:pt x="1814601" y="42862"/>
                </a:lnTo>
                <a:lnTo>
                  <a:pt x="1814601" y="33337"/>
                </a:lnTo>
                <a:lnTo>
                  <a:pt x="1862226" y="33337"/>
                </a:lnTo>
                <a:lnTo>
                  <a:pt x="1871751" y="38100"/>
                </a:lnTo>
                <a:lnTo>
                  <a:pt x="1862226" y="428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049011" y="4340352"/>
            <a:ext cx="1125220" cy="1173480"/>
          </a:xfrm>
          <a:custGeom>
            <a:avLst/>
            <a:gdLst/>
            <a:ahLst/>
            <a:cxnLst/>
            <a:rect l="l" t="t" r="r" b="b"/>
            <a:pathLst>
              <a:path w="1125220" h="1173479">
                <a:moveTo>
                  <a:pt x="0" y="0"/>
                </a:moveTo>
                <a:lnTo>
                  <a:pt x="1124712" y="0"/>
                </a:lnTo>
                <a:lnTo>
                  <a:pt x="1124712" y="1173479"/>
                </a:lnTo>
                <a:lnTo>
                  <a:pt x="0" y="1173479"/>
                </a:lnTo>
                <a:lnTo>
                  <a:pt x="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044338" y="4335576"/>
            <a:ext cx="1134745" cy="1183640"/>
          </a:xfrm>
          <a:custGeom>
            <a:avLst/>
            <a:gdLst/>
            <a:ahLst/>
            <a:cxnLst/>
            <a:rect l="l" t="t" r="r" b="b"/>
            <a:pathLst>
              <a:path w="1134745" h="1183639">
                <a:moveTo>
                  <a:pt x="1134567" y="1183411"/>
                </a:moveTo>
                <a:lnTo>
                  <a:pt x="0" y="1183411"/>
                </a:lnTo>
                <a:lnTo>
                  <a:pt x="0" y="0"/>
                </a:lnTo>
                <a:lnTo>
                  <a:pt x="1134567" y="0"/>
                </a:lnTo>
                <a:lnTo>
                  <a:pt x="1134567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173886"/>
                </a:lnTo>
                <a:lnTo>
                  <a:pt x="4762" y="1173886"/>
                </a:lnTo>
                <a:lnTo>
                  <a:pt x="9525" y="1178648"/>
                </a:lnTo>
                <a:lnTo>
                  <a:pt x="1134567" y="1178648"/>
                </a:lnTo>
                <a:lnTo>
                  <a:pt x="1134567" y="1183411"/>
                </a:lnTo>
                <a:close/>
              </a:path>
              <a:path w="1134745" h="1183639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134745" h="1183639">
                <a:moveTo>
                  <a:pt x="1125042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125042" y="4762"/>
                </a:lnTo>
                <a:lnTo>
                  <a:pt x="1125042" y="9525"/>
                </a:lnTo>
                <a:close/>
              </a:path>
              <a:path w="1134745" h="1183639">
                <a:moveTo>
                  <a:pt x="1125042" y="1178648"/>
                </a:moveTo>
                <a:lnTo>
                  <a:pt x="1125042" y="4762"/>
                </a:lnTo>
                <a:lnTo>
                  <a:pt x="1129804" y="9525"/>
                </a:lnTo>
                <a:lnTo>
                  <a:pt x="1134567" y="9525"/>
                </a:lnTo>
                <a:lnTo>
                  <a:pt x="1134567" y="1173886"/>
                </a:lnTo>
                <a:lnTo>
                  <a:pt x="1129804" y="1173886"/>
                </a:lnTo>
                <a:lnTo>
                  <a:pt x="1125042" y="1178648"/>
                </a:lnTo>
                <a:close/>
              </a:path>
              <a:path w="1134745" h="1183639">
                <a:moveTo>
                  <a:pt x="1134567" y="9525"/>
                </a:moveTo>
                <a:lnTo>
                  <a:pt x="1129804" y="9525"/>
                </a:lnTo>
                <a:lnTo>
                  <a:pt x="1125042" y="4762"/>
                </a:lnTo>
                <a:lnTo>
                  <a:pt x="1134567" y="4762"/>
                </a:lnTo>
                <a:lnTo>
                  <a:pt x="1134567" y="9525"/>
                </a:lnTo>
                <a:close/>
              </a:path>
              <a:path w="1134745" h="1183639">
                <a:moveTo>
                  <a:pt x="9525" y="1178648"/>
                </a:moveTo>
                <a:lnTo>
                  <a:pt x="4762" y="1173886"/>
                </a:lnTo>
                <a:lnTo>
                  <a:pt x="9525" y="1173886"/>
                </a:lnTo>
                <a:lnTo>
                  <a:pt x="9525" y="1178648"/>
                </a:lnTo>
                <a:close/>
              </a:path>
              <a:path w="1134745" h="1183639">
                <a:moveTo>
                  <a:pt x="1125042" y="1178648"/>
                </a:moveTo>
                <a:lnTo>
                  <a:pt x="9525" y="1178648"/>
                </a:lnTo>
                <a:lnTo>
                  <a:pt x="9525" y="1173886"/>
                </a:lnTo>
                <a:lnTo>
                  <a:pt x="1125042" y="1173886"/>
                </a:lnTo>
                <a:lnTo>
                  <a:pt x="1125042" y="1178648"/>
                </a:lnTo>
                <a:close/>
              </a:path>
              <a:path w="1134745" h="1183639">
                <a:moveTo>
                  <a:pt x="1134567" y="1178648"/>
                </a:moveTo>
                <a:lnTo>
                  <a:pt x="1125042" y="1178648"/>
                </a:lnTo>
                <a:lnTo>
                  <a:pt x="1129804" y="1173886"/>
                </a:lnTo>
                <a:lnTo>
                  <a:pt x="1134567" y="1173886"/>
                </a:lnTo>
                <a:lnTo>
                  <a:pt x="1134567" y="11786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5049011" y="4762614"/>
            <a:ext cx="11252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"/>
                <a:cs typeface="Arial"/>
              </a:rPr>
              <a:t>.class</a:t>
            </a:r>
            <a:r>
              <a:rPr sz="1800" dirty="0">
                <a:latin typeface="微软雅黑"/>
                <a:cs typeface="微软雅黑"/>
              </a:rPr>
              <a:t>文件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3545954" y="4190047"/>
            <a:ext cx="1134745" cy="594995"/>
          </a:xfrm>
          <a:custGeom>
            <a:avLst/>
            <a:gdLst/>
            <a:ahLst/>
            <a:cxnLst/>
            <a:rect l="l" t="t" r="r" b="b"/>
            <a:pathLst>
              <a:path w="1134745" h="594995">
                <a:moveTo>
                  <a:pt x="1134554" y="594855"/>
                </a:moveTo>
                <a:lnTo>
                  <a:pt x="0" y="594855"/>
                </a:lnTo>
                <a:lnTo>
                  <a:pt x="0" y="0"/>
                </a:lnTo>
                <a:lnTo>
                  <a:pt x="1134554" y="0"/>
                </a:lnTo>
                <a:lnTo>
                  <a:pt x="1134554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585330"/>
                </a:lnTo>
                <a:lnTo>
                  <a:pt x="4762" y="585330"/>
                </a:lnTo>
                <a:lnTo>
                  <a:pt x="9525" y="590092"/>
                </a:lnTo>
                <a:lnTo>
                  <a:pt x="1134554" y="590092"/>
                </a:lnTo>
                <a:lnTo>
                  <a:pt x="1134554" y="594855"/>
                </a:lnTo>
                <a:close/>
              </a:path>
              <a:path w="1134745" h="59499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134745" h="594995">
                <a:moveTo>
                  <a:pt x="1125029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125029" y="4762"/>
                </a:lnTo>
                <a:lnTo>
                  <a:pt x="1125029" y="9525"/>
                </a:lnTo>
                <a:close/>
              </a:path>
              <a:path w="1134745" h="594995">
                <a:moveTo>
                  <a:pt x="1125029" y="590092"/>
                </a:moveTo>
                <a:lnTo>
                  <a:pt x="1125029" y="4762"/>
                </a:lnTo>
                <a:lnTo>
                  <a:pt x="1129791" y="9525"/>
                </a:lnTo>
                <a:lnTo>
                  <a:pt x="1134554" y="9525"/>
                </a:lnTo>
                <a:lnTo>
                  <a:pt x="1134554" y="585330"/>
                </a:lnTo>
                <a:lnTo>
                  <a:pt x="1129791" y="585330"/>
                </a:lnTo>
                <a:lnTo>
                  <a:pt x="1125029" y="590092"/>
                </a:lnTo>
                <a:close/>
              </a:path>
              <a:path w="1134745" h="594995">
                <a:moveTo>
                  <a:pt x="1134554" y="9525"/>
                </a:moveTo>
                <a:lnTo>
                  <a:pt x="1129791" y="9525"/>
                </a:lnTo>
                <a:lnTo>
                  <a:pt x="1125029" y="4762"/>
                </a:lnTo>
                <a:lnTo>
                  <a:pt x="1134554" y="4762"/>
                </a:lnTo>
                <a:lnTo>
                  <a:pt x="1134554" y="9525"/>
                </a:lnTo>
                <a:close/>
              </a:path>
              <a:path w="1134745" h="594995">
                <a:moveTo>
                  <a:pt x="9525" y="590092"/>
                </a:moveTo>
                <a:lnTo>
                  <a:pt x="4762" y="585330"/>
                </a:lnTo>
                <a:lnTo>
                  <a:pt x="9525" y="585330"/>
                </a:lnTo>
                <a:lnTo>
                  <a:pt x="9525" y="590092"/>
                </a:lnTo>
                <a:close/>
              </a:path>
              <a:path w="1134745" h="594995">
                <a:moveTo>
                  <a:pt x="1125029" y="590092"/>
                </a:moveTo>
                <a:lnTo>
                  <a:pt x="9525" y="590092"/>
                </a:lnTo>
                <a:lnTo>
                  <a:pt x="9525" y="585330"/>
                </a:lnTo>
                <a:lnTo>
                  <a:pt x="1125029" y="585330"/>
                </a:lnTo>
                <a:lnTo>
                  <a:pt x="1125029" y="590092"/>
                </a:lnTo>
                <a:close/>
              </a:path>
              <a:path w="1134745" h="594995">
                <a:moveTo>
                  <a:pt x="1134554" y="590092"/>
                </a:moveTo>
                <a:lnTo>
                  <a:pt x="1125029" y="590092"/>
                </a:lnTo>
                <a:lnTo>
                  <a:pt x="1129791" y="585330"/>
                </a:lnTo>
                <a:lnTo>
                  <a:pt x="1134554" y="585330"/>
                </a:lnTo>
                <a:lnTo>
                  <a:pt x="1134554" y="59009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3617391" y="4325620"/>
            <a:ext cx="9912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"/>
                <a:cs typeface="Arial"/>
              </a:rPr>
              <a:t>javac.exe</a:t>
            </a:r>
            <a:endParaRPr sz="1800">
              <a:latin typeface="Arial"/>
              <a:cs typeface="Arial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6174143" y="4887569"/>
            <a:ext cx="1871980" cy="76200"/>
          </a:xfrm>
          <a:custGeom>
            <a:avLst/>
            <a:gdLst/>
            <a:ahLst/>
            <a:cxnLst/>
            <a:rect l="l" t="t" r="r" b="b"/>
            <a:pathLst>
              <a:path w="1871979" h="76200">
                <a:moveTo>
                  <a:pt x="1795551" y="76200"/>
                </a:moveTo>
                <a:lnTo>
                  <a:pt x="1795551" y="0"/>
                </a:lnTo>
                <a:lnTo>
                  <a:pt x="1862226" y="33337"/>
                </a:lnTo>
                <a:lnTo>
                  <a:pt x="1814601" y="33337"/>
                </a:lnTo>
                <a:lnTo>
                  <a:pt x="1814601" y="42862"/>
                </a:lnTo>
                <a:lnTo>
                  <a:pt x="1862226" y="42862"/>
                </a:lnTo>
                <a:lnTo>
                  <a:pt x="1795551" y="76200"/>
                </a:lnTo>
                <a:close/>
              </a:path>
              <a:path w="1871979" h="76200">
                <a:moveTo>
                  <a:pt x="1795551" y="42862"/>
                </a:moveTo>
                <a:lnTo>
                  <a:pt x="0" y="42862"/>
                </a:lnTo>
                <a:lnTo>
                  <a:pt x="0" y="33337"/>
                </a:lnTo>
                <a:lnTo>
                  <a:pt x="1795551" y="33337"/>
                </a:lnTo>
                <a:lnTo>
                  <a:pt x="1795551" y="42862"/>
                </a:lnTo>
                <a:close/>
              </a:path>
              <a:path w="1871979" h="76200">
                <a:moveTo>
                  <a:pt x="1862226" y="42862"/>
                </a:moveTo>
                <a:lnTo>
                  <a:pt x="1814601" y="42862"/>
                </a:lnTo>
                <a:lnTo>
                  <a:pt x="1814601" y="33337"/>
                </a:lnTo>
                <a:lnTo>
                  <a:pt x="1862226" y="33337"/>
                </a:lnTo>
                <a:lnTo>
                  <a:pt x="1871751" y="38100"/>
                </a:lnTo>
                <a:lnTo>
                  <a:pt x="1862226" y="428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8048243" y="4340352"/>
            <a:ext cx="1125220" cy="1173480"/>
          </a:xfrm>
          <a:custGeom>
            <a:avLst/>
            <a:gdLst/>
            <a:ahLst/>
            <a:cxnLst/>
            <a:rect l="l" t="t" r="r" b="b"/>
            <a:pathLst>
              <a:path w="1125220" h="1173479">
                <a:moveTo>
                  <a:pt x="0" y="0"/>
                </a:moveTo>
                <a:lnTo>
                  <a:pt x="1124711" y="0"/>
                </a:lnTo>
                <a:lnTo>
                  <a:pt x="1124711" y="1173479"/>
                </a:lnTo>
                <a:lnTo>
                  <a:pt x="0" y="1173479"/>
                </a:lnTo>
                <a:lnTo>
                  <a:pt x="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8042782" y="4335576"/>
            <a:ext cx="1134745" cy="1183640"/>
          </a:xfrm>
          <a:custGeom>
            <a:avLst/>
            <a:gdLst/>
            <a:ahLst/>
            <a:cxnLst/>
            <a:rect l="l" t="t" r="r" b="b"/>
            <a:pathLst>
              <a:path w="1134745" h="1183639">
                <a:moveTo>
                  <a:pt x="1134554" y="1183411"/>
                </a:moveTo>
                <a:lnTo>
                  <a:pt x="0" y="1183411"/>
                </a:lnTo>
                <a:lnTo>
                  <a:pt x="0" y="0"/>
                </a:lnTo>
                <a:lnTo>
                  <a:pt x="1134554" y="0"/>
                </a:lnTo>
                <a:lnTo>
                  <a:pt x="1134554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173886"/>
                </a:lnTo>
                <a:lnTo>
                  <a:pt x="4762" y="1173886"/>
                </a:lnTo>
                <a:lnTo>
                  <a:pt x="9525" y="1178648"/>
                </a:lnTo>
                <a:lnTo>
                  <a:pt x="1134554" y="1178648"/>
                </a:lnTo>
                <a:lnTo>
                  <a:pt x="1134554" y="1183411"/>
                </a:lnTo>
                <a:close/>
              </a:path>
              <a:path w="1134745" h="1183639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134745" h="1183639">
                <a:moveTo>
                  <a:pt x="1125029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125029" y="4762"/>
                </a:lnTo>
                <a:lnTo>
                  <a:pt x="1125029" y="9525"/>
                </a:lnTo>
                <a:close/>
              </a:path>
              <a:path w="1134745" h="1183639">
                <a:moveTo>
                  <a:pt x="1125029" y="1178648"/>
                </a:moveTo>
                <a:lnTo>
                  <a:pt x="1125029" y="4762"/>
                </a:lnTo>
                <a:lnTo>
                  <a:pt x="1129792" y="9525"/>
                </a:lnTo>
                <a:lnTo>
                  <a:pt x="1134554" y="9525"/>
                </a:lnTo>
                <a:lnTo>
                  <a:pt x="1134554" y="1173886"/>
                </a:lnTo>
                <a:lnTo>
                  <a:pt x="1129792" y="1173886"/>
                </a:lnTo>
                <a:lnTo>
                  <a:pt x="1125029" y="1178648"/>
                </a:lnTo>
                <a:close/>
              </a:path>
              <a:path w="1134745" h="1183639">
                <a:moveTo>
                  <a:pt x="1134554" y="9525"/>
                </a:moveTo>
                <a:lnTo>
                  <a:pt x="1129792" y="9525"/>
                </a:lnTo>
                <a:lnTo>
                  <a:pt x="1125029" y="4762"/>
                </a:lnTo>
                <a:lnTo>
                  <a:pt x="1134554" y="4762"/>
                </a:lnTo>
                <a:lnTo>
                  <a:pt x="1134554" y="9525"/>
                </a:lnTo>
                <a:close/>
              </a:path>
              <a:path w="1134745" h="1183639">
                <a:moveTo>
                  <a:pt x="9525" y="1178648"/>
                </a:moveTo>
                <a:lnTo>
                  <a:pt x="4762" y="1173886"/>
                </a:lnTo>
                <a:lnTo>
                  <a:pt x="9525" y="1173886"/>
                </a:lnTo>
                <a:lnTo>
                  <a:pt x="9525" y="1178648"/>
                </a:lnTo>
                <a:close/>
              </a:path>
              <a:path w="1134745" h="1183639">
                <a:moveTo>
                  <a:pt x="1125029" y="1178648"/>
                </a:moveTo>
                <a:lnTo>
                  <a:pt x="9525" y="1178648"/>
                </a:lnTo>
                <a:lnTo>
                  <a:pt x="9525" y="1173886"/>
                </a:lnTo>
                <a:lnTo>
                  <a:pt x="1125029" y="1173886"/>
                </a:lnTo>
                <a:lnTo>
                  <a:pt x="1125029" y="1178648"/>
                </a:lnTo>
                <a:close/>
              </a:path>
              <a:path w="1134745" h="1183639">
                <a:moveTo>
                  <a:pt x="1134554" y="1178648"/>
                </a:moveTo>
                <a:lnTo>
                  <a:pt x="1125029" y="1178648"/>
                </a:lnTo>
                <a:lnTo>
                  <a:pt x="1129792" y="1173886"/>
                </a:lnTo>
                <a:lnTo>
                  <a:pt x="1134554" y="1173886"/>
                </a:lnTo>
                <a:lnTo>
                  <a:pt x="1134554" y="11786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8048243" y="4762614"/>
            <a:ext cx="11252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210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微软雅黑"/>
                <a:cs typeface="微软雅黑"/>
              </a:rPr>
              <a:t>结果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6618731" y="4190047"/>
            <a:ext cx="1134745" cy="594995"/>
          </a:xfrm>
          <a:custGeom>
            <a:avLst/>
            <a:gdLst/>
            <a:ahLst/>
            <a:cxnLst/>
            <a:rect l="l" t="t" r="r" b="b"/>
            <a:pathLst>
              <a:path w="1134745" h="594995">
                <a:moveTo>
                  <a:pt x="1134554" y="594855"/>
                </a:moveTo>
                <a:lnTo>
                  <a:pt x="0" y="594855"/>
                </a:lnTo>
                <a:lnTo>
                  <a:pt x="0" y="0"/>
                </a:lnTo>
                <a:lnTo>
                  <a:pt x="1134554" y="0"/>
                </a:lnTo>
                <a:lnTo>
                  <a:pt x="1134554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585330"/>
                </a:lnTo>
                <a:lnTo>
                  <a:pt x="4762" y="585330"/>
                </a:lnTo>
                <a:lnTo>
                  <a:pt x="9525" y="590092"/>
                </a:lnTo>
                <a:lnTo>
                  <a:pt x="1134554" y="590092"/>
                </a:lnTo>
                <a:lnTo>
                  <a:pt x="1134554" y="594855"/>
                </a:lnTo>
                <a:close/>
              </a:path>
              <a:path w="1134745" h="59499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134745" h="594995">
                <a:moveTo>
                  <a:pt x="1125029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125029" y="4762"/>
                </a:lnTo>
                <a:lnTo>
                  <a:pt x="1125029" y="9525"/>
                </a:lnTo>
                <a:close/>
              </a:path>
              <a:path w="1134745" h="594995">
                <a:moveTo>
                  <a:pt x="1125029" y="590092"/>
                </a:moveTo>
                <a:lnTo>
                  <a:pt x="1125029" y="4762"/>
                </a:lnTo>
                <a:lnTo>
                  <a:pt x="1129792" y="9525"/>
                </a:lnTo>
                <a:lnTo>
                  <a:pt x="1134554" y="9525"/>
                </a:lnTo>
                <a:lnTo>
                  <a:pt x="1134554" y="585330"/>
                </a:lnTo>
                <a:lnTo>
                  <a:pt x="1129792" y="585330"/>
                </a:lnTo>
                <a:lnTo>
                  <a:pt x="1125029" y="590092"/>
                </a:lnTo>
                <a:close/>
              </a:path>
              <a:path w="1134745" h="594995">
                <a:moveTo>
                  <a:pt x="1134554" y="9525"/>
                </a:moveTo>
                <a:lnTo>
                  <a:pt x="1129792" y="9525"/>
                </a:lnTo>
                <a:lnTo>
                  <a:pt x="1125029" y="4762"/>
                </a:lnTo>
                <a:lnTo>
                  <a:pt x="1134554" y="4762"/>
                </a:lnTo>
                <a:lnTo>
                  <a:pt x="1134554" y="9525"/>
                </a:lnTo>
                <a:close/>
              </a:path>
              <a:path w="1134745" h="594995">
                <a:moveTo>
                  <a:pt x="9525" y="590092"/>
                </a:moveTo>
                <a:lnTo>
                  <a:pt x="4762" y="585330"/>
                </a:lnTo>
                <a:lnTo>
                  <a:pt x="9525" y="585330"/>
                </a:lnTo>
                <a:lnTo>
                  <a:pt x="9525" y="590092"/>
                </a:lnTo>
                <a:close/>
              </a:path>
              <a:path w="1134745" h="594995">
                <a:moveTo>
                  <a:pt x="1125029" y="590092"/>
                </a:moveTo>
                <a:lnTo>
                  <a:pt x="9525" y="590092"/>
                </a:lnTo>
                <a:lnTo>
                  <a:pt x="9525" y="585330"/>
                </a:lnTo>
                <a:lnTo>
                  <a:pt x="1125029" y="585330"/>
                </a:lnTo>
                <a:lnTo>
                  <a:pt x="1125029" y="590092"/>
                </a:lnTo>
                <a:close/>
              </a:path>
              <a:path w="1134745" h="594995">
                <a:moveTo>
                  <a:pt x="1134554" y="590092"/>
                </a:moveTo>
                <a:lnTo>
                  <a:pt x="1125029" y="590092"/>
                </a:lnTo>
                <a:lnTo>
                  <a:pt x="1129792" y="585330"/>
                </a:lnTo>
                <a:lnTo>
                  <a:pt x="1134554" y="585330"/>
                </a:lnTo>
                <a:lnTo>
                  <a:pt x="1134554" y="59009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6747319" y="4325620"/>
            <a:ext cx="8769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"/>
                <a:cs typeface="Arial"/>
              </a:rPr>
              <a:t>java.exe</a:t>
            </a:r>
            <a:endParaRPr sz="1800">
              <a:latin typeface="Arial"/>
              <a:cs typeface="Arial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3545954" y="5069662"/>
            <a:ext cx="1134745" cy="594995"/>
          </a:xfrm>
          <a:custGeom>
            <a:avLst/>
            <a:gdLst/>
            <a:ahLst/>
            <a:cxnLst/>
            <a:rect l="l" t="t" r="r" b="b"/>
            <a:pathLst>
              <a:path w="1134745" h="594995">
                <a:moveTo>
                  <a:pt x="1134554" y="594855"/>
                </a:moveTo>
                <a:lnTo>
                  <a:pt x="0" y="594855"/>
                </a:lnTo>
                <a:lnTo>
                  <a:pt x="0" y="0"/>
                </a:lnTo>
                <a:lnTo>
                  <a:pt x="1134554" y="0"/>
                </a:lnTo>
                <a:lnTo>
                  <a:pt x="1134554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585330"/>
                </a:lnTo>
                <a:lnTo>
                  <a:pt x="4762" y="585330"/>
                </a:lnTo>
                <a:lnTo>
                  <a:pt x="9525" y="590092"/>
                </a:lnTo>
                <a:lnTo>
                  <a:pt x="1134554" y="590092"/>
                </a:lnTo>
                <a:lnTo>
                  <a:pt x="1134554" y="594855"/>
                </a:lnTo>
                <a:close/>
              </a:path>
              <a:path w="1134745" h="59499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134745" h="594995">
                <a:moveTo>
                  <a:pt x="1125029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125029" y="4762"/>
                </a:lnTo>
                <a:lnTo>
                  <a:pt x="1125029" y="9525"/>
                </a:lnTo>
                <a:close/>
              </a:path>
              <a:path w="1134745" h="594995">
                <a:moveTo>
                  <a:pt x="1125029" y="590092"/>
                </a:moveTo>
                <a:lnTo>
                  <a:pt x="1125029" y="4762"/>
                </a:lnTo>
                <a:lnTo>
                  <a:pt x="1129791" y="9525"/>
                </a:lnTo>
                <a:lnTo>
                  <a:pt x="1134554" y="9525"/>
                </a:lnTo>
                <a:lnTo>
                  <a:pt x="1134554" y="585330"/>
                </a:lnTo>
                <a:lnTo>
                  <a:pt x="1129791" y="585330"/>
                </a:lnTo>
                <a:lnTo>
                  <a:pt x="1125029" y="590092"/>
                </a:lnTo>
                <a:close/>
              </a:path>
              <a:path w="1134745" h="594995">
                <a:moveTo>
                  <a:pt x="1134554" y="9525"/>
                </a:moveTo>
                <a:lnTo>
                  <a:pt x="1129791" y="9525"/>
                </a:lnTo>
                <a:lnTo>
                  <a:pt x="1125029" y="4762"/>
                </a:lnTo>
                <a:lnTo>
                  <a:pt x="1134554" y="4762"/>
                </a:lnTo>
                <a:lnTo>
                  <a:pt x="1134554" y="9525"/>
                </a:lnTo>
                <a:close/>
              </a:path>
              <a:path w="1134745" h="594995">
                <a:moveTo>
                  <a:pt x="9525" y="590092"/>
                </a:moveTo>
                <a:lnTo>
                  <a:pt x="4762" y="585330"/>
                </a:lnTo>
                <a:lnTo>
                  <a:pt x="9525" y="585330"/>
                </a:lnTo>
                <a:lnTo>
                  <a:pt x="9525" y="590092"/>
                </a:lnTo>
                <a:close/>
              </a:path>
              <a:path w="1134745" h="594995">
                <a:moveTo>
                  <a:pt x="1125029" y="590092"/>
                </a:moveTo>
                <a:lnTo>
                  <a:pt x="9525" y="590092"/>
                </a:lnTo>
                <a:lnTo>
                  <a:pt x="9525" y="585330"/>
                </a:lnTo>
                <a:lnTo>
                  <a:pt x="1125029" y="585330"/>
                </a:lnTo>
                <a:lnTo>
                  <a:pt x="1125029" y="590092"/>
                </a:lnTo>
                <a:close/>
              </a:path>
              <a:path w="1134745" h="594995">
                <a:moveTo>
                  <a:pt x="1134554" y="590092"/>
                </a:moveTo>
                <a:lnTo>
                  <a:pt x="1125029" y="590092"/>
                </a:lnTo>
                <a:lnTo>
                  <a:pt x="1129791" y="585330"/>
                </a:lnTo>
                <a:lnTo>
                  <a:pt x="1134554" y="585330"/>
                </a:lnTo>
                <a:lnTo>
                  <a:pt x="1134554" y="59009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3871391" y="5202059"/>
            <a:ext cx="482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微软雅黑"/>
                <a:cs typeface="微软雅黑"/>
              </a:rPr>
              <a:t>编译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6618731" y="5069662"/>
            <a:ext cx="1134745" cy="594995"/>
          </a:xfrm>
          <a:custGeom>
            <a:avLst/>
            <a:gdLst/>
            <a:ahLst/>
            <a:cxnLst/>
            <a:rect l="l" t="t" r="r" b="b"/>
            <a:pathLst>
              <a:path w="1134745" h="594995">
                <a:moveTo>
                  <a:pt x="1134554" y="594855"/>
                </a:moveTo>
                <a:lnTo>
                  <a:pt x="0" y="594855"/>
                </a:lnTo>
                <a:lnTo>
                  <a:pt x="0" y="0"/>
                </a:lnTo>
                <a:lnTo>
                  <a:pt x="1134554" y="0"/>
                </a:lnTo>
                <a:lnTo>
                  <a:pt x="1134554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585330"/>
                </a:lnTo>
                <a:lnTo>
                  <a:pt x="4762" y="585330"/>
                </a:lnTo>
                <a:lnTo>
                  <a:pt x="9525" y="590092"/>
                </a:lnTo>
                <a:lnTo>
                  <a:pt x="1134554" y="590092"/>
                </a:lnTo>
                <a:lnTo>
                  <a:pt x="1134554" y="594855"/>
                </a:lnTo>
                <a:close/>
              </a:path>
              <a:path w="1134745" h="59499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134745" h="594995">
                <a:moveTo>
                  <a:pt x="1125029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125029" y="4762"/>
                </a:lnTo>
                <a:lnTo>
                  <a:pt x="1125029" y="9525"/>
                </a:lnTo>
                <a:close/>
              </a:path>
              <a:path w="1134745" h="594995">
                <a:moveTo>
                  <a:pt x="1125029" y="590092"/>
                </a:moveTo>
                <a:lnTo>
                  <a:pt x="1125029" y="4762"/>
                </a:lnTo>
                <a:lnTo>
                  <a:pt x="1129792" y="9525"/>
                </a:lnTo>
                <a:lnTo>
                  <a:pt x="1134554" y="9525"/>
                </a:lnTo>
                <a:lnTo>
                  <a:pt x="1134554" y="585330"/>
                </a:lnTo>
                <a:lnTo>
                  <a:pt x="1129792" y="585330"/>
                </a:lnTo>
                <a:lnTo>
                  <a:pt x="1125029" y="590092"/>
                </a:lnTo>
                <a:close/>
              </a:path>
              <a:path w="1134745" h="594995">
                <a:moveTo>
                  <a:pt x="1134554" y="9525"/>
                </a:moveTo>
                <a:lnTo>
                  <a:pt x="1129792" y="9525"/>
                </a:lnTo>
                <a:lnTo>
                  <a:pt x="1125029" y="4762"/>
                </a:lnTo>
                <a:lnTo>
                  <a:pt x="1134554" y="4762"/>
                </a:lnTo>
                <a:lnTo>
                  <a:pt x="1134554" y="9525"/>
                </a:lnTo>
                <a:close/>
              </a:path>
              <a:path w="1134745" h="594995">
                <a:moveTo>
                  <a:pt x="9525" y="590092"/>
                </a:moveTo>
                <a:lnTo>
                  <a:pt x="4762" y="585330"/>
                </a:lnTo>
                <a:lnTo>
                  <a:pt x="9525" y="585330"/>
                </a:lnTo>
                <a:lnTo>
                  <a:pt x="9525" y="590092"/>
                </a:lnTo>
                <a:close/>
              </a:path>
              <a:path w="1134745" h="594995">
                <a:moveTo>
                  <a:pt x="1125029" y="590092"/>
                </a:moveTo>
                <a:lnTo>
                  <a:pt x="9525" y="590092"/>
                </a:lnTo>
                <a:lnTo>
                  <a:pt x="9525" y="585330"/>
                </a:lnTo>
                <a:lnTo>
                  <a:pt x="1125029" y="585330"/>
                </a:lnTo>
                <a:lnTo>
                  <a:pt x="1125029" y="590092"/>
                </a:lnTo>
                <a:close/>
              </a:path>
              <a:path w="1134745" h="594995">
                <a:moveTo>
                  <a:pt x="1134554" y="590092"/>
                </a:moveTo>
                <a:lnTo>
                  <a:pt x="1125029" y="590092"/>
                </a:lnTo>
                <a:lnTo>
                  <a:pt x="1129792" y="585330"/>
                </a:lnTo>
                <a:lnTo>
                  <a:pt x="1134554" y="585330"/>
                </a:lnTo>
                <a:lnTo>
                  <a:pt x="1134554" y="59009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6944169" y="5202059"/>
            <a:ext cx="482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微软雅黑"/>
                <a:cs typeface="微软雅黑"/>
              </a:rPr>
              <a:t>运行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41" name="object 4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8</a:t>
            </a:fld>
            <a:endParaRPr spc="-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149063" y="6181725"/>
            <a:ext cx="726440" cy="676275"/>
          </a:xfrm>
          <a:custGeom>
            <a:avLst/>
            <a:gdLst/>
            <a:ahLst/>
            <a:cxnLst/>
            <a:rect l="l" t="t" r="r" b="b"/>
            <a:pathLst>
              <a:path w="726440" h="676275">
                <a:moveTo>
                  <a:pt x="12700" y="676275"/>
                </a:moveTo>
                <a:lnTo>
                  <a:pt x="0" y="676275"/>
                </a:lnTo>
                <a:lnTo>
                  <a:pt x="0" y="0"/>
                </a:lnTo>
                <a:lnTo>
                  <a:pt x="725995" y="0"/>
                </a:lnTo>
                <a:lnTo>
                  <a:pt x="725995" y="6350"/>
                </a:lnTo>
                <a:lnTo>
                  <a:pt x="12700" y="6350"/>
                </a:lnTo>
                <a:lnTo>
                  <a:pt x="6350" y="12700"/>
                </a:lnTo>
                <a:lnTo>
                  <a:pt x="12700" y="12700"/>
                </a:lnTo>
                <a:lnTo>
                  <a:pt x="12700" y="669925"/>
                </a:lnTo>
                <a:lnTo>
                  <a:pt x="6350" y="669925"/>
                </a:lnTo>
                <a:lnTo>
                  <a:pt x="12700" y="676275"/>
                </a:lnTo>
                <a:close/>
              </a:path>
              <a:path w="726440" h="676275">
                <a:moveTo>
                  <a:pt x="12700" y="12700"/>
                </a:moveTo>
                <a:lnTo>
                  <a:pt x="6350" y="12700"/>
                </a:lnTo>
                <a:lnTo>
                  <a:pt x="12700" y="6350"/>
                </a:lnTo>
                <a:lnTo>
                  <a:pt x="12700" y="12700"/>
                </a:lnTo>
                <a:close/>
              </a:path>
              <a:path w="726440" h="676275">
                <a:moveTo>
                  <a:pt x="713295" y="12700"/>
                </a:moveTo>
                <a:lnTo>
                  <a:pt x="12700" y="12700"/>
                </a:lnTo>
                <a:lnTo>
                  <a:pt x="12700" y="6350"/>
                </a:lnTo>
                <a:lnTo>
                  <a:pt x="713295" y="6350"/>
                </a:lnTo>
                <a:lnTo>
                  <a:pt x="713295" y="12700"/>
                </a:lnTo>
                <a:close/>
              </a:path>
              <a:path w="726440" h="676275">
                <a:moveTo>
                  <a:pt x="713295" y="676275"/>
                </a:moveTo>
                <a:lnTo>
                  <a:pt x="713295" y="6350"/>
                </a:lnTo>
                <a:lnTo>
                  <a:pt x="719645" y="12700"/>
                </a:lnTo>
                <a:lnTo>
                  <a:pt x="725995" y="12700"/>
                </a:lnTo>
                <a:lnTo>
                  <a:pt x="725995" y="669925"/>
                </a:lnTo>
                <a:lnTo>
                  <a:pt x="719645" y="669925"/>
                </a:lnTo>
                <a:lnTo>
                  <a:pt x="713295" y="676275"/>
                </a:lnTo>
                <a:close/>
              </a:path>
              <a:path w="726440" h="676275">
                <a:moveTo>
                  <a:pt x="725995" y="12700"/>
                </a:moveTo>
                <a:lnTo>
                  <a:pt x="719645" y="12700"/>
                </a:lnTo>
                <a:lnTo>
                  <a:pt x="713295" y="6350"/>
                </a:lnTo>
                <a:lnTo>
                  <a:pt x="725995" y="6350"/>
                </a:lnTo>
                <a:lnTo>
                  <a:pt x="725995" y="12700"/>
                </a:lnTo>
                <a:close/>
              </a:path>
              <a:path w="726440" h="676275">
                <a:moveTo>
                  <a:pt x="12700" y="676275"/>
                </a:moveTo>
                <a:lnTo>
                  <a:pt x="6350" y="669925"/>
                </a:lnTo>
                <a:lnTo>
                  <a:pt x="12700" y="669925"/>
                </a:lnTo>
                <a:lnTo>
                  <a:pt x="12700" y="676275"/>
                </a:lnTo>
                <a:close/>
              </a:path>
              <a:path w="726440" h="676275">
                <a:moveTo>
                  <a:pt x="713295" y="676275"/>
                </a:moveTo>
                <a:lnTo>
                  <a:pt x="12700" y="676275"/>
                </a:lnTo>
                <a:lnTo>
                  <a:pt x="12700" y="669925"/>
                </a:lnTo>
                <a:lnTo>
                  <a:pt x="713295" y="669925"/>
                </a:lnTo>
                <a:lnTo>
                  <a:pt x="713295" y="676275"/>
                </a:lnTo>
                <a:close/>
              </a:path>
              <a:path w="726440" h="676275">
                <a:moveTo>
                  <a:pt x="725995" y="676275"/>
                </a:moveTo>
                <a:lnTo>
                  <a:pt x="713295" y="676275"/>
                </a:lnTo>
                <a:lnTo>
                  <a:pt x="719645" y="669925"/>
                </a:lnTo>
                <a:lnTo>
                  <a:pt x="725995" y="669925"/>
                </a:lnTo>
                <a:lnTo>
                  <a:pt x="725995" y="676275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18515" y="0"/>
            <a:ext cx="1049020" cy="873760"/>
          </a:xfrm>
          <a:custGeom>
            <a:avLst/>
            <a:gdLst/>
            <a:ahLst/>
            <a:cxnLst/>
            <a:rect l="l" t="t" r="r" b="b"/>
            <a:pathLst>
              <a:path w="1049020" h="873760">
                <a:moveTo>
                  <a:pt x="0" y="0"/>
                </a:moveTo>
                <a:lnTo>
                  <a:pt x="1048512" y="0"/>
                </a:lnTo>
                <a:lnTo>
                  <a:pt x="1048512" y="873252"/>
                </a:lnTo>
                <a:lnTo>
                  <a:pt x="0" y="873252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12280" y="0"/>
            <a:ext cx="1061720" cy="879475"/>
          </a:xfrm>
          <a:custGeom>
            <a:avLst/>
            <a:gdLst/>
            <a:ahLst/>
            <a:cxnLst/>
            <a:rect l="l" t="t" r="r" b="b"/>
            <a:pathLst>
              <a:path w="1061720" h="879475">
                <a:moveTo>
                  <a:pt x="1061440" y="879475"/>
                </a:moveTo>
                <a:lnTo>
                  <a:pt x="0" y="879475"/>
                </a:lnTo>
                <a:lnTo>
                  <a:pt x="0" y="0"/>
                </a:lnTo>
                <a:lnTo>
                  <a:pt x="12700" y="0"/>
                </a:lnTo>
                <a:lnTo>
                  <a:pt x="6350" y="6350"/>
                </a:lnTo>
                <a:lnTo>
                  <a:pt x="12700" y="6350"/>
                </a:lnTo>
                <a:lnTo>
                  <a:pt x="12700" y="866775"/>
                </a:lnTo>
                <a:lnTo>
                  <a:pt x="6350" y="866775"/>
                </a:lnTo>
                <a:lnTo>
                  <a:pt x="12700" y="873125"/>
                </a:lnTo>
                <a:lnTo>
                  <a:pt x="1061440" y="873125"/>
                </a:lnTo>
                <a:lnTo>
                  <a:pt x="1061440" y="879475"/>
                </a:lnTo>
                <a:close/>
              </a:path>
              <a:path w="1061720" h="879475">
                <a:moveTo>
                  <a:pt x="12700" y="6350"/>
                </a:moveTo>
                <a:lnTo>
                  <a:pt x="6350" y="6350"/>
                </a:lnTo>
                <a:lnTo>
                  <a:pt x="12700" y="0"/>
                </a:lnTo>
                <a:lnTo>
                  <a:pt x="12700" y="6350"/>
                </a:lnTo>
                <a:close/>
              </a:path>
              <a:path w="1061720" h="879475">
                <a:moveTo>
                  <a:pt x="1048740" y="6350"/>
                </a:moveTo>
                <a:lnTo>
                  <a:pt x="12700" y="6350"/>
                </a:lnTo>
                <a:lnTo>
                  <a:pt x="12700" y="0"/>
                </a:lnTo>
                <a:lnTo>
                  <a:pt x="1048740" y="0"/>
                </a:lnTo>
                <a:lnTo>
                  <a:pt x="1048740" y="6350"/>
                </a:lnTo>
                <a:close/>
              </a:path>
              <a:path w="1061720" h="879475">
                <a:moveTo>
                  <a:pt x="1048740" y="873125"/>
                </a:moveTo>
                <a:lnTo>
                  <a:pt x="1048740" y="0"/>
                </a:lnTo>
                <a:lnTo>
                  <a:pt x="1055090" y="6350"/>
                </a:lnTo>
                <a:lnTo>
                  <a:pt x="1061440" y="6350"/>
                </a:lnTo>
                <a:lnTo>
                  <a:pt x="1061440" y="866775"/>
                </a:lnTo>
                <a:lnTo>
                  <a:pt x="1055090" y="866775"/>
                </a:lnTo>
                <a:lnTo>
                  <a:pt x="1048740" y="873125"/>
                </a:lnTo>
                <a:close/>
              </a:path>
              <a:path w="1061720" h="879475">
                <a:moveTo>
                  <a:pt x="1061440" y="6350"/>
                </a:moveTo>
                <a:lnTo>
                  <a:pt x="1055090" y="6350"/>
                </a:lnTo>
                <a:lnTo>
                  <a:pt x="1048740" y="0"/>
                </a:lnTo>
                <a:lnTo>
                  <a:pt x="1061440" y="0"/>
                </a:lnTo>
                <a:lnTo>
                  <a:pt x="1061440" y="6350"/>
                </a:lnTo>
                <a:close/>
              </a:path>
              <a:path w="1061720" h="879475">
                <a:moveTo>
                  <a:pt x="12700" y="873125"/>
                </a:moveTo>
                <a:lnTo>
                  <a:pt x="6350" y="866775"/>
                </a:lnTo>
                <a:lnTo>
                  <a:pt x="12700" y="866775"/>
                </a:lnTo>
                <a:lnTo>
                  <a:pt x="12700" y="873125"/>
                </a:lnTo>
                <a:close/>
              </a:path>
              <a:path w="1061720" h="879475">
                <a:moveTo>
                  <a:pt x="1048740" y="873125"/>
                </a:moveTo>
                <a:lnTo>
                  <a:pt x="12700" y="873125"/>
                </a:lnTo>
                <a:lnTo>
                  <a:pt x="12700" y="866775"/>
                </a:lnTo>
                <a:lnTo>
                  <a:pt x="1048740" y="866775"/>
                </a:lnTo>
                <a:lnTo>
                  <a:pt x="1048740" y="873125"/>
                </a:lnTo>
                <a:close/>
              </a:path>
              <a:path w="1061720" h="879475">
                <a:moveTo>
                  <a:pt x="1061440" y="873125"/>
                </a:moveTo>
                <a:lnTo>
                  <a:pt x="1048740" y="873125"/>
                </a:lnTo>
                <a:lnTo>
                  <a:pt x="1055090" y="866775"/>
                </a:lnTo>
                <a:lnTo>
                  <a:pt x="1061440" y="866775"/>
                </a:lnTo>
                <a:lnTo>
                  <a:pt x="1061440" y="8731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18515" y="6187440"/>
            <a:ext cx="10845165" cy="670560"/>
          </a:xfrm>
          <a:custGeom>
            <a:avLst/>
            <a:gdLst/>
            <a:ahLst/>
            <a:cxnLst/>
            <a:rect l="l" t="t" r="r" b="b"/>
            <a:pathLst>
              <a:path w="10845165" h="670559">
                <a:moveTo>
                  <a:pt x="0" y="0"/>
                </a:moveTo>
                <a:lnTo>
                  <a:pt x="10844784" y="0"/>
                </a:lnTo>
                <a:lnTo>
                  <a:pt x="10844784" y="670560"/>
                </a:lnTo>
                <a:lnTo>
                  <a:pt x="0" y="670560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79219" y="0"/>
            <a:ext cx="166370" cy="875030"/>
          </a:xfrm>
          <a:custGeom>
            <a:avLst/>
            <a:gdLst/>
            <a:ahLst/>
            <a:cxnLst/>
            <a:rect l="l" t="t" r="r" b="b"/>
            <a:pathLst>
              <a:path w="166369" h="875030">
                <a:moveTo>
                  <a:pt x="0" y="0"/>
                </a:moveTo>
                <a:lnTo>
                  <a:pt x="166115" y="0"/>
                </a:lnTo>
                <a:lnTo>
                  <a:pt x="166115" y="874776"/>
                </a:lnTo>
                <a:lnTo>
                  <a:pt x="0" y="874776"/>
                </a:lnTo>
                <a:lnTo>
                  <a:pt x="0" y="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372552" y="0"/>
            <a:ext cx="180340" cy="879475"/>
          </a:xfrm>
          <a:custGeom>
            <a:avLst/>
            <a:gdLst/>
            <a:ahLst/>
            <a:cxnLst/>
            <a:rect l="l" t="t" r="r" b="b"/>
            <a:pathLst>
              <a:path w="180340" h="879475">
                <a:moveTo>
                  <a:pt x="179781" y="879475"/>
                </a:moveTo>
                <a:lnTo>
                  <a:pt x="0" y="879475"/>
                </a:lnTo>
                <a:lnTo>
                  <a:pt x="0" y="0"/>
                </a:lnTo>
                <a:lnTo>
                  <a:pt x="11087" y="0"/>
                </a:lnTo>
                <a:lnTo>
                  <a:pt x="6350" y="4737"/>
                </a:lnTo>
                <a:lnTo>
                  <a:pt x="12700" y="4737"/>
                </a:lnTo>
                <a:lnTo>
                  <a:pt x="12700" y="866775"/>
                </a:lnTo>
                <a:lnTo>
                  <a:pt x="6350" y="866775"/>
                </a:lnTo>
                <a:lnTo>
                  <a:pt x="12700" y="873125"/>
                </a:lnTo>
                <a:lnTo>
                  <a:pt x="179781" y="873125"/>
                </a:lnTo>
                <a:lnTo>
                  <a:pt x="179781" y="879475"/>
                </a:lnTo>
                <a:close/>
              </a:path>
              <a:path w="180340" h="879475">
                <a:moveTo>
                  <a:pt x="12700" y="4737"/>
                </a:moveTo>
                <a:lnTo>
                  <a:pt x="6350" y="4737"/>
                </a:lnTo>
                <a:lnTo>
                  <a:pt x="11087" y="0"/>
                </a:lnTo>
                <a:lnTo>
                  <a:pt x="12700" y="0"/>
                </a:lnTo>
                <a:lnTo>
                  <a:pt x="12700" y="4737"/>
                </a:lnTo>
                <a:close/>
              </a:path>
              <a:path w="180340" h="879475">
                <a:moveTo>
                  <a:pt x="167081" y="4737"/>
                </a:moveTo>
                <a:lnTo>
                  <a:pt x="12700" y="4737"/>
                </a:lnTo>
                <a:lnTo>
                  <a:pt x="12700" y="0"/>
                </a:lnTo>
                <a:lnTo>
                  <a:pt x="167081" y="0"/>
                </a:lnTo>
                <a:lnTo>
                  <a:pt x="167081" y="4737"/>
                </a:lnTo>
                <a:close/>
              </a:path>
              <a:path w="180340" h="879475">
                <a:moveTo>
                  <a:pt x="167081" y="873125"/>
                </a:moveTo>
                <a:lnTo>
                  <a:pt x="167081" y="0"/>
                </a:lnTo>
                <a:lnTo>
                  <a:pt x="168694" y="0"/>
                </a:lnTo>
                <a:lnTo>
                  <a:pt x="173431" y="4737"/>
                </a:lnTo>
                <a:lnTo>
                  <a:pt x="179781" y="4737"/>
                </a:lnTo>
                <a:lnTo>
                  <a:pt x="179781" y="866775"/>
                </a:lnTo>
                <a:lnTo>
                  <a:pt x="173431" y="866775"/>
                </a:lnTo>
                <a:lnTo>
                  <a:pt x="167081" y="873125"/>
                </a:lnTo>
                <a:close/>
              </a:path>
              <a:path w="180340" h="879475">
                <a:moveTo>
                  <a:pt x="179781" y="4737"/>
                </a:moveTo>
                <a:lnTo>
                  <a:pt x="173431" y="4737"/>
                </a:lnTo>
                <a:lnTo>
                  <a:pt x="168694" y="0"/>
                </a:lnTo>
                <a:lnTo>
                  <a:pt x="179781" y="0"/>
                </a:lnTo>
                <a:lnTo>
                  <a:pt x="179781" y="4737"/>
                </a:lnTo>
                <a:close/>
              </a:path>
              <a:path w="180340" h="879475">
                <a:moveTo>
                  <a:pt x="12700" y="873125"/>
                </a:moveTo>
                <a:lnTo>
                  <a:pt x="6350" y="866775"/>
                </a:lnTo>
                <a:lnTo>
                  <a:pt x="12700" y="866775"/>
                </a:lnTo>
                <a:lnTo>
                  <a:pt x="12700" y="873125"/>
                </a:lnTo>
                <a:close/>
              </a:path>
              <a:path w="180340" h="879475">
                <a:moveTo>
                  <a:pt x="167081" y="873125"/>
                </a:moveTo>
                <a:lnTo>
                  <a:pt x="12700" y="873125"/>
                </a:lnTo>
                <a:lnTo>
                  <a:pt x="12700" y="866775"/>
                </a:lnTo>
                <a:lnTo>
                  <a:pt x="167081" y="866775"/>
                </a:lnTo>
                <a:lnTo>
                  <a:pt x="167081" y="873125"/>
                </a:lnTo>
                <a:close/>
              </a:path>
              <a:path w="180340" h="879475">
                <a:moveTo>
                  <a:pt x="179781" y="873125"/>
                </a:moveTo>
                <a:lnTo>
                  <a:pt x="167081" y="873125"/>
                </a:lnTo>
                <a:lnTo>
                  <a:pt x="173431" y="866775"/>
                </a:lnTo>
                <a:lnTo>
                  <a:pt x="179781" y="866775"/>
                </a:lnTo>
                <a:lnTo>
                  <a:pt x="179781" y="873125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837419" y="347472"/>
            <a:ext cx="1969007" cy="4328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366469" y="0"/>
            <a:ext cx="0" cy="1061720"/>
          </a:xfrm>
          <a:custGeom>
            <a:avLst/>
            <a:gdLst/>
            <a:ahLst/>
            <a:cxnLst/>
            <a:rect l="l" t="t" r="r" b="b"/>
            <a:pathLst>
              <a:path h="1061720">
                <a:moveTo>
                  <a:pt x="0" y="0"/>
                </a:moveTo>
                <a:lnTo>
                  <a:pt x="0" y="1061593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1155413" y="6119786"/>
            <a:ext cx="0" cy="738505"/>
          </a:xfrm>
          <a:custGeom>
            <a:avLst/>
            <a:gdLst/>
            <a:ahLst/>
            <a:cxnLst/>
            <a:rect l="l" t="t" r="r" b="b"/>
            <a:pathLst>
              <a:path h="738504">
                <a:moveTo>
                  <a:pt x="0" y="0"/>
                </a:moveTo>
                <a:lnTo>
                  <a:pt x="0" y="738212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595765" y="6404203"/>
            <a:ext cx="235585" cy="264160"/>
          </a:xfrm>
          <a:custGeom>
            <a:avLst/>
            <a:gdLst/>
            <a:ahLst/>
            <a:cxnLst/>
            <a:rect l="l" t="t" r="r" b="b"/>
            <a:pathLst>
              <a:path w="235585" h="264159">
                <a:moveTo>
                  <a:pt x="114769" y="81279"/>
                </a:moveTo>
                <a:lnTo>
                  <a:pt x="112890" y="81279"/>
                </a:lnTo>
                <a:lnTo>
                  <a:pt x="107238" y="73660"/>
                </a:lnTo>
                <a:lnTo>
                  <a:pt x="118529" y="68579"/>
                </a:lnTo>
                <a:lnTo>
                  <a:pt x="126996" y="66039"/>
                </a:lnTo>
                <a:lnTo>
                  <a:pt x="135464" y="62229"/>
                </a:lnTo>
                <a:lnTo>
                  <a:pt x="143932" y="59689"/>
                </a:lnTo>
                <a:lnTo>
                  <a:pt x="152400" y="55879"/>
                </a:lnTo>
                <a:lnTo>
                  <a:pt x="156159" y="55879"/>
                </a:lnTo>
                <a:lnTo>
                  <a:pt x="158038" y="52070"/>
                </a:lnTo>
                <a:lnTo>
                  <a:pt x="159918" y="49529"/>
                </a:lnTo>
                <a:lnTo>
                  <a:pt x="162446" y="40639"/>
                </a:lnTo>
                <a:lnTo>
                  <a:pt x="166801" y="22860"/>
                </a:lnTo>
                <a:lnTo>
                  <a:pt x="169329" y="13970"/>
                </a:lnTo>
                <a:lnTo>
                  <a:pt x="169329" y="10160"/>
                </a:lnTo>
                <a:lnTo>
                  <a:pt x="176847" y="0"/>
                </a:lnTo>
                <a:lnTo>
                  <a:pt x="184378" y="0"/>
                </a:lnTo>
                <a:lnTo>
                  <a:pt x="184378" y="1270"/>
                </a:lnTo>
                <a:lnTo>
                  <a:pt x="186258" y="6350"/>
                </a:lnTo>
                <a:lnTo>
                  <a:pt x="186258" y="8889"/>
                </a:lnTo>
                <a:lnTo>
                  <a:pt x="179965" y="19050"/>
                </a:lnTo>
                <a:lnTo>
                  <a:pt x="176849" y="29210"/>
                </a:lnTo>
                <a:lnTo>
                  <a:pt x="175144" y="40639"/>
                </a:lnTo>
                <a:lnTo>
                  <a:pt x="173088" y="52070"/>
                </a:lnTo>
                <a:lnTo>
                  <a:pt x="181849" y="53339"/>
                </a:lnTo>
                <a:lnTo>
                  <a:pt x="202997" y="53339"/>
                </a:lnTo>
                <a:lnTo>
                  <a:pt x="208838" y="55879"/>
                </a:lnTo>
                <a:lnTo>
                  <a:pt x="203190" y="63500"/>
                </a:lnTo>
                <a:lnTo>
                  <a:pt x="191909" y="63500"/>
                </a:lnTo>
                <a:lnTo>
                  <a:pt x="179912" y="64770"/>
                </a:lnTo>
                <a:lnTo>
                  <a:pt x="156159" y="64770"/>
                </a:lnTo>
                <a:lnTo>
                  <a:pt x="146898" y="68579"/>
                </a:lnTo>
                <a:lnTo>
                  <a:pt x="138518" y="72389"/>
                </a:lnTo>
                <a:lnTo>
                  <a:pt x="122288" y="77470"/>
                </a:lnTo>
                <a:lnTo>
                  <a:pt x="114769" y="81279"/>
                </a:lnTo>
                <a:close/>
              </a:path>
              <a:path w="235585" h="264159">
                <a:moveTo>
                  <a:pt x="68727" y="60960"/>
                </a:moveTo>
                <a:lnTo>
                  <a:pt x="52679" y="60960"/>
                </a:lnTo>
                <a:lnTo>
                  <a:pt x="62057" y="55879"/>
                </a:lnTo>
                <a:lnTo>
                  <a:pt x="69848" y="48260"/>
                </a:lnTo>
                <a:lnTo>
                  <a:pt x="75169" y="40639"/>
                </a:lnTo>
                <a:lnTo>
                  <a:pt x="77139" y="29210"/>
                </a:lnTo>
                <a:lnTo>
                  <a:pt x="77139" y="24129"/>
                </a:lnTo>
                <a:lnTo>
                  <a:pt x="80899" y="16510"/>
                </a:lnTo>
                <a:lnTo>
                  <a:pt x="82778" y="10160"/>
                </a:lnTo>
                <a:lnTo>
                  <a:pt x="90309" y="5079"/>
                </a:lnTo>
                <a:lnTo>
                  <a:pt x="92189" y="5079"/>
                </a:lnTo>
                <a:lnTo>
                  <a:pt x="99098" y="7620"/>
                </a:lnTo>
                <a:lnTo>
                  <a:pt x="105122" y="12700"/>
                </a:lnTo>
                <a:lnTo>
                  <a:pt x="109382" y="19050"/>
                </a:lnTo>
                <a:lnTo>
                  <a:pt x="110998" y="27939"/>
                </a:lnTo>
                <a:lnTo>
                  <a:pt x="110998" y="33020"/>
                </a:lnTo>
                <a:lnTo>
                  <a:pt x="122288" y="40639"/>
                </a:lnTo>
                <a:lnTo>
                  <a:pt x="127939" y="45720"/>
                </a:lnTo>
                <a:lnTo>
                  <a:pt x="129819" y="52070"/>
                </a:lnTo>
                <a:lnTo>
                  <a:pt x="99720" y="52070"/>
                </a:lnTo>
                <a:lnTo>
                  <a:pt x="95948" y="53339"/>
                </a:lnTo>
                <a:lnTo>
                  <a:pt x="94773" y="59689"/>
                </a:lnTo>
                <a:lnTo>
                  <a:pt x="69608" y="59689"/>
                </a:lnTo>
                <a:lnTo>
                  <a:pt x="68727" y="60960"/>
                </a:lnTo>
                <a:close/>
              </a:path>
              <a:path w="235585" h="264159">
                <a:moveTo>
                  <a:pt x="43268" y="105410"/>
                </a:moveTo>
                <a:lnTo>
                  <a:pt x="37630" y="104139"/>
                </a:lnTo>
                <a:lnTo>
                  <a:pt x="31978" y="104139"/>
                </a:lnTo>
                <a:lnTo>
                  <a:pt x="26339" y="101600"/>
                </a:lnTo>
                <a:lnTo>
                  <a:pt x="20370" y="99060"/>
                </a:lnTo>
                <a:lnTo>
                  <a:pt x="16695" y="93979"/>
                </a:lnTo>
                <a:lnTo>
                  <a:pt x="15490" y="87629"/>
                </a:lnTo>
                <a:lnTo>
                  <a:pt x="16929" y="81279"/>
                </a:lnTo>
                <a:lnTo>
                  <a:pt x="18808" y="77470"/>
                </a:lnTo>
                <a:lnTo>
                  <a:pt x="18808" y="72389"/>
                </a:lnTo>
                <a:lnTo>
                  <a:pt x="48920" y="36829"/>
                </a:lnTo>
                <a:lnTo>
                  <a:pt x="50800" y="34289"/>
                </a:lnTo>
                <a:lnTo>
                  <a:pt x="56438" y="36829"/>
                </a:lnTo>
                <a:lnTo>
                  <a:pt x="60210" y="40639"/>
                </a:lnTo>
                <a:lnTo>
                  <a:pt x="63969" y="41910"/>
                </a:lnTo>
                <a:lnTo>
                  <a:pt x="60210" y="45720"/>
                </a:lnTo>
                <a:lnTo>
                  <a:pt x="58318" y="49529"/>
                </a:lnTo>
                <a:lnTo>
                  <a:pt x="54559" y="52070"/>
                </a:lnTo>
                <a:lnTo>
                  <a:pt x="54559" y="57150"/>
                </a:lnTo>
                <a:lnTo>
                  <a:pt x="52679" y="60960"/>
                </a:lnTo>
                <a:lnTo>
                  <a:pt x="68727" y="60960"/>
                </a:lnTo>
                <a:lnTo>
                  <a:pt x="62558" y="69850"/>
                </a:lnTo>
                <a:lnTo>
                  <a:pt x="55503" y="81279"/>
                </a:lnTo>
                <a:lnTo>
                  <a:pt x="41389" y="101600"/>
                </a:lnTo>
                <a:lnTo>
                  <a:pt x="41389" y="104139"/>
                </a:lnTo>
                <a:lnTo>
                  <a:pt x="43268" y="105410"/>
                </a:lnTo>
                <a:close/>
              </a:path>
              <a:path w="235585" h="264159">
                <a:moveTo>
                  <a:pt x="127939" y="63500"/>
                </a:moveTo>
                <a:lnTo>
                  <a:pt x="120408" y="60960"/>
                </a:lnTo>
                <a:lnTo>
                  <a:pt x="112890" y="57150"/>
                </a:lnTo>
                <a:lnTo>
                  <a:pt x="107238" y="55879"/>
                </a:lnTo>
                <a:lnTo>
                  <a:pt x="99720" y="52070"/>
                </a:lnTo>
                <a:lnTo>
                  <a:pt x="129819" y="52070"/>
                </a:lnTo>
                <a:lnTo>
                  <a:pt x="133578" y="59689"/>
                </a:lnTo>
                <a:lnTo>
                  <a:pt x="127939" y="63500"/>
                </a:lnTo>
                <a:close/>
              </a:path>
              <a:path w="235585" h="264159">
                <a:moveTo>
                  <a:pt x="202997" y="53339"/>
                </a:moveTo>
                <a:lnTo>
                  <a:pt x="181849" y="53339"/>
                </a:lnTo>
                <a:lnTo>
                  <a:pt x="190963" y="52070"/>
                </a:lnTo>
                <a:lnTo>
                  <a:pt x="200077" y="52070"/>
                </a:lnTo>
                <a:lnTo>
                  <a:pt x="202997" y="53339"/>
                </a:lnTo>
                <a:close/>
              </a:path>
              <a:path w="235585" h="264159">
                <a:moveTo>
                  <a:pt x="29165" y="160019"/>
                </a:moveTo>
                <a:lnTo>
                  <a:pt x="19288" y="156210"/>
                </a:lnTo>
                <a:lnTo>
                  <a:pt x="9410" y="151130"/>
                </a:lnTo>
                <a:lnTo>
                  <a:pt x="0" y="147319"/>
                </a:lnTo>
                <a:lnTo>
                  <a:pt x="0" y="140969"/>
                </a:lnTo>
                <a:lnTo>
                  <a:pt x="37395" y="120650"/>
                </a:lnTo>
                <a:lnTo>
                  <a:pt x="50948" y="111760"/>
                </a:lnTo>
                <a:lnTo>
                  <a:pt x="63969" y="104139"/>
                </a:lnTo>
                <a:lnTo>
                  <a:pt x="65849" y="101600"/>
                </a:lnTo>
                <a:lnTo>
                  <a:pt x="69608" y="100330"/>
                </a:lnTo>
                <a:lnTo>
                  <a:pt x="69608" y="96520"/>
                </a:lnTo>
                <a:lnTo>
                  <a:pt x="70695" y="87629"/>
                </a:lnTo>
                <a:lnTo>
                  <a:pt x="71253" y="78739"/>
                </a:lnTo>
                <a:lnTo>
                  <a:pt x="71370" y="73660"/>
                </a:lnTo>
                <a:lnTo>
                  <a:pt x="71488" y="59689"/>
                </a:lnTo>
                <a:lnTo>
                  <a:pt x="94773" y="59689"/>
                </a:lnTo>
                <a:lnTo>
                  <a:pt x="94068" y="63500"/>
                </a:lnTo>
                <a:lnTo>
                  <a:pt x="91484" y="78739"/>
                </a:lnTo>
                <a:lnTo>
                  <a:pt x="90309" y="93979"/>
                </a:lnTo>
                <a:lnTo>
                  <a:pt x="91954" y="107950"/>
                </a:lnTo>
                <a:lnTo>
                  <a:pt x="97828" y="123189"/>
                </a:lnTo>
                <a:lnTo>
                  <a:pt x="119782" y="123189"/>
                </a:lnTo>
                <a:lnTo>
                  <a:pt x="122288" y="128269"/>
                </a:lnTo>
                <a:lnTo>
                  <a:pt x="222008" y="128269"/>
                </a:lnTo>
                <a:lnTo>
                  <a:pt x="214477" y="132080"/>
                </a:lnTo>
                <a:lnTo>
                  <a:pt x="165569" y="132080"/>
                </a:lnTo>
                <a:lnTo>
                  <a:pt x="154274" y="139700"/>
                </a:lnTo>
                <a:lnTo>
                  <a:pt x="142989" y="144780"/>
                </a:lnTo>
                <a:lnTo>
                  <a:pt x="135637" y="149860"/>
                </a:lnTo>
                <a:lnTo>
                  <a:pt x="133070" y="151130"/>
                </a:lnTo>
                <a:lnTo>
                  <a:pt x="48920" y="151130"/>
                </a:lnTo>
                <a:lnTo>
                  <a:pt x="39042" y="158750"/>
                </a:lnTo>
                <a:lnTo>
                  <a:pt x="29165" y="160019"/>
                </a:lnTo>
                <a:close/>
              </a:path>
              <a:path w="235585" h="264159">
                <a:moveTo>
                  <a:pt x="201307" y="66039"/>
                </a:moveTo>
                <a:lnTo>
                  <a:pt x="193789" y="64770"/>
                </a:lnTo>
                <a:lnTo>
                  <a:pt x="193789" y="63500"/>
                </a:lnTo>
                <a:lnTo>
                  <a:pt x="203190" y="63500"/>
                </a:lnTo>
                <a:lnTo>
                  <a:pt x="201307" y="66039"/>
                </a:lnTo>
                <a:close/>
              </a:path>
              <a:path w="235585" h="264159">
                <a:moveTo>
                  <a:pt x="169117" y="87629"/>
                </a:moveTo>
                <a:lnTo>
                  <a:pt x="152400" y="87629"/>
                </a:lnTo>
                <a:lnTo>
                  <a:pt x="152400" y="81279"/>
                </a:lnTo>
                <a:lnTo>
                  <a:pt x="154279" y="73660"/>
                </a:lnTo>
                <a:lnTo>
                  <a:pt x="156159" y="64770"/>
                </a:lnTo>
                <a:lnTo>
                  <a:pt x="179912" y="64770"/>
                </a:lnTo>
                <a:lnTo>
                  <a:pt x="172151" y="69850"/>
                </a:lnTo>
                <a:lnTo>
                  <a:pt x="168624" y="78739"/>
                </a:lnTo>
                <a:lnTo>
                  <a:pt x="169117" y="87629"/>
                </a:lnTo>
                <a:close/>
              </a:path>
              <a:path w="235585" h="264159">
                <a:moveTo>
                  <a:pt x="222008" y="128269"/>
                </a:moveTo>
                <a:lnTo>
                  <a:pt x="122288" y="128269"/>
                </a:lnTo>
                <a:lnTo>
                  <a:pt x="142989" y="107950"/>
                </a:lnTo>
                <a:lnTo>
                  <a:pt x="141109" y="104139"/>
                </a:lnTo>
                <a:lnTo>
                  <a:pt x="141109" y="101600"/>
                </a:lnTo>
                <a:lnTo>
                  <a:pt x="139230" y="97789"/>
                </a:lnTo>
                <a:lnTo>
                  <a:pt x="133578" y="95250"/>
                </a:lnTo>
                <a:lnTo>
                  <a:pt x="133578" y="92710"/>
                </a:lnTo>
                <a:lnTo>
                  <a:pt x="135458" y="87629"/>
                </a:lnTo>
                <a:lnTo>
                  <a:pt x="141109" y="85089"/>
                </a:lnTo>
                <a:lnTo>
                  <a:pt x="146748" y="87629"/>
                </a:lnTo>
                <a:lnTo>
                  <a:pt x="169117" y="87629"/>
                </a:lnTo>
                <a:lnTo>
                  <a:pt x="169329" y="91439"/>
                </a:lnTo>
                <a:lnTo>
                  <a:pt x="171208" y="96520"/>
                </a:lnTo>
                <a:lnTo>
                  <a:pt x="174967" y="101600"/>
                </a:lnTo>
                <a:lnTo>
                  <a:pt x="178739" y="109219"/>
                </a:lnTo>
                <a:lnTo>
                  <a:pt x="225448" y="109219"/>
                </a:lnTo>
                <a:lnTo>
                  <a:pt x="231419" y="113030"/>
                </a:lnTo>
                <a:lnTo>
                  <a:pt x="235178" y="116839"/>
                </a:lnTo>
                <a:lnTo>
                  <a:pt x="235178" y="123189"/>
                </a:lnTo>
                <a:lnTo>
                  <a:pt x="229539" y="124460"/>
                </a:lnTo>
                <a:lnTo>
                  <a:pt x="222008" y="128269"/>
                </a:lnTo>
                <a:close/>
              </a:path>
              <a:path w="235585" h="264159">
                <a:moveTo>
                  <a:pt x="225448" y="109219"/>
                </a:moveTo>
                <a:lnTo>
                  <a:pt x="184703" y="109219"/>
                </a:lnTo>
                <a:lnTo>
                  <a:pt x="191200" y="107950"/>
                </a:lnTo>
                <a:lnTo>
                  <a:pt x="205079" y="105410"/>
                </a:lnTo>
                <a:lnTo>
                  <a:pt x="212100" y="105410"/>
                </a:lnTo>
                <a:lnTo>
                  <a:pt x="218949" y="106680"/>
                </a:lnTo>
                <a:lnTo>
                  <a:pt x="225448" y="109219"/>
                </a:lnTo>
                <a:close/>
              </a:path>
              <a:path w="235585" h="264159">
                <a:moveTo>
                  <a:pt x="119782" y="123189"/>
                </a:moveTo>
                <a:lnTo>
                  <a:pt x="97828" y="123189"/>
                </a:lnTo>
                <a:lnTo>
                  <a:pt x="105359" y="115569"/>
                </a:lnTo>
                <a:lnTo>
                  <a:pt x="109118" y="107950"/>
                </a:lnTo>
                <a:lnTo>
                  <a:pt x="118529" y="120650"/>
                </a:lnTo>
                <a:lnTo>
                  <a:pt x="119782" y="123189"/>
                </a:lnTo>
                <a:close/>
              </a:path>
              <a:path w="235585" h="264159">
                <a:moveTo>
                  <a:pt x="152400" y="223519"/>
                </a:moveTo>
                <a:lnTo>
                  <a:pt x="144226" y="219710"/>
                </a:lnTo>
                <a:lnTo>
                  <a:pt x="139225" y="214630"/>
                </a:lnTo>
                <a:lnTo>
                  <a:pt x="137046" y="208280"/>
                </a:lnTo>
                <a:lnTo>
                  <a:pt x="137337" y="200660"/>
                </a:lnTo>
                <a:lnTo>
                  <a:pt x="142281" y="182880"/>
                </a:lnTo>
                <a:lnTo>
                  <a:pt x="148634" y="166369"/>
                </a:lnTo>
                <a:lnTo>
                  <a:pt x="156397" y="148589"/>
                </a:lnTo>
                <a:lnTo>
                  <a:pt x="165569" y="132080"/>
                </a:lnTo>
                <a:lnTo>
                  <a:pt x="198051" y="132080"/>
                </a:lnTo>
                <a:lnTo>
                  <a:pt x="190730" y="135889"/>
                </a:lnTo>
                <a:lnTo>
                  <a:pt x="184468" y="140969"/>
                </a:lnTo>
                <a:lnTo>
                  <a:pt x="178739" y="147319"/>
                </a:lnTo>
                <a:lnTo>
                  <a:pt x="184378" y="148589"/>
                </a:lnTo>
                <a:lnTo>
                  <a:pt x="191909" y="148589"/>
                </a:lnTo>
                <a:lnTo>
                  <a:pt x="195668" y="152400"/>
                </a:lnTo>
                <a:lnTo>
                  <a:pt x="199428" y="154939"/>
                </a:lnTo>
                <a:lnTo>
                  <a:pt x="203200" y="160019"/>
                </a:lnTo>
                <a:lnTo>
                  <a:pt x="182499" y="160019"/>
                </a:lnTo>
                <a:lnTo>
                  <a:pt x="176796" y="161289"/>
                </a:lnTo>
                <a:lnTo>
                  <a:pt x="169329" y="167639"/>
                </a:lnTo>
                <a:lnTo>
                  <a:pt x="173088" y="172719"/>
                </a:lnTo>
                <a:lnTo>
                  <a:pt x="182499" y="172719"/>
                </a:lnTo>
                <a:lnTo>
                  <a:pt x="182499" y="179069"/>
                </a:lnTo>
                <a:lnTo>
                  <a:pt x="165569" y="179069"/>
                </a:lnTo>
                <a:lnTo>
                  <a:pt x="158038" y="186689"/>
                </a:lnTo>
                <a:lnTo>
                  <a:pt x="158038" y="187960"/>
                </a:lnTo>
                <a:lnTo>
                  <a:pt x="169329" y="191769"/>
                </a:lnTo>
                <a:lnTo>
                  <a:pt x="178739" y="196850"/>
                </a:lnTo>
                <a:lnTo>
                  <a:pt x="180854" y="200660"/>
                </a:lnTo>
                <a:lnTo>
                  <a:pt x="156159" y="200660"/>
                </a:lnTo>
                <a:lnTo>
                  <a:pt x="154279" y="208280"/>
                </a:lnTo>
                <a:lnTo>
                  <a:pt x="154279" y="215900"/>
                </a:lnTo>
                <a:lnTo>
                  <a:pt x="152400" y="223519"/>
                </a:lnTo>
                <a:close/>
              </a:path>
              <a:path w="235585" h="264159">
                <a:moveTo>
                  <a:pt x="45420" y="224789"/>
                </a:moveTo>
                <a:lnTo>
                  <a:pt x="39509" y="223519"/>
                </a:lnTo>
                <a:lnTo>
                  <a:pt x="33834" y="219710"/>
                </a:lnTo>
                <a:lnTo>
                  <a:pt x="30805" y="214630"/>
                </a:lnTo>
                <a:lnTo>
                  <a:pt x="30246" y="208280"/>
                </a:lnTo>
                <a:lnTo>
                  <a:pt x="31978" y="200660"/>
                </a:lnTo>
                <a:lnTo>
                  <a:pt x="36215" y="189230"/>
                </a:lnTo>
                <a:lnTo>
                  <a:pt x="48920" y="151130"/>
                </a:lnTo>
                <a:lnTo>
                  <a:pt x="133070" y="151130"/>
                </a:lnTo>
                <a:lnTo>
                  <a:pt x="120234" y="157480"/>
                </a:lnTo>
                <a:lnTo>
                  <a:pt x="112890" y="161289"/>
                </a:lnTo>
                <a:lnTo>
                  <a:pt x="110998" y="161289"/>
                </a:lnTo>
                <a:lnTo>
                  <a:pt x="107238" y="163830"/>
                </a:lnTo>
                <a:lnTo>
                  <a:pt x="101600" y="163830"/>
                </a:lnTo>
                <a:lnTo>
                  <a:pt x="99720" y="165100"/>
                </a:lnTo>
                <a:lnTo>
                  <a:pt x="92189" y="180339"/>
                </a:lnTo>
                <a:lnTo>
                  <a:pt x="92286" y="191769"/>
                </a:lnTo>
                <a:lnTo>
                  <a:pt x="92415" y="196850"/>
                </a:lnTo>
                <a:lnTo>
                  <a:pt x="69608" y="196850"/>
                </a:lnTo>
                <a:lnTo>
                  <a:pt x="67729" y="203200"/>
                </a:lnTo>
                <a:lnTo>
                  <a:pt x="63969" y="207010"/>
                </a:lnTo>
                <a:lnTo>
                  <a:pt x="62090" y="212089"/>
                </a:lnTo>
                <a:lnTo>
                  <a:pt x="57236" y="219710"/>
                </a:lnTo>
                <a:lnTo>
                  <a:pt x="51504" y="223519"/>
                </a:lnTo>
                <a:lnTo>
                  <a:pt x="45420" y="224789"/>
                </a:lnTo>
                <a:close/>
              </a:path>
              <a:path w="235585" h="264159">
                <a:moveTo>
                  <a:pt x="210220" y="242569"/>
                </a:moveTo>
                <a:lnTo>
                  <a:pt x="188137" y="242569"/>
                </a:lnTo>
                <a:lnTo>
                  <a:pt x="188137" y="240030"/>
                </a:lnTo>
                <a:lnTo>
                  <a:pt x="190030" y="240030"/>
                </a:lnTo>
                <a:lnTo>
                  <a:pt x="190030" y="171450"/>
                </a:lnTo>
                <a:lnTo>
                  <a:pt x="186791" y="163830"/>
                </a:lnTo>
                <a:lnTo>
                  <a:pt x="182499" y="160019"/>
                </a:lnTo>
                <a:lnTo>
                  <a:pt x="203200" y="160019"/>
                </a:lnTo>
                <a:lnTo>
                  <a:pt x="205079" y="163830"/>
                </a:lnTo>
                <a:lnTo>
                  <a:pt x="210220" y="242569"/>
                </a:lnTo>
                <a:close/>
              </a:path>
              <a:path w="235585" h="264159">
                <a:moveTo>
                  <a:pt x="182499" y="184150"/>
                </a:moveTo>
                <a:lnTo>
                  <a:pt x="165569" y="179069"/>
                </a:lnTo>
                <a:lnTo>
                  <a:pt x="182499" y="179069"/>
                </a:lnTo>
                <a:lnTo>
                  <a:pt x="182499" y="184150"/>
                </a:lnTo>
                <a:close/>
              </a:path>
              <a:path w="235585" h="264159">
                <a:moveTo>
                  <a:pt x="95948" y="255269"/>
                </a:moveTo>
                <a:lnTo>
                  <a:pt x="90309" y="252730"/>
                </a:lnTo>
                <a:lnTo>
                  <a:pt x="84658" y="252730"/>
                </a:lnTo>
                <a:lnTo>
                  <a:pt x="69608" y="242569"/>
                </a:lnTo>
                <a:lnTo>
                  <a:pt x="71488" y="232410"/>
                </a:lnTo>
                <a:lnTo>
                  <a:pt x="73375" y="224789"/>
                </a:lnTo>
                <a:lnTo>
                  <a:pt x="73645" y="219710"/>
                </a:lnTo>
                <a:lnTo>
                  <a:pt x="73740" y="212089"/>
                </a:lnTo>
                <a:lnTo>
                  <a:pt x="73380" y="199389"/>
                </a:lnTo>
                <a:lnTo>
                  <a:pt x="71488" y="199389"/>
                </a:lnTo>
                <a:lnTo>
                  <a:pt x="69608" y="196850"/>
                </a:lnTo>
                <a:lnTo>
                  <a:pt x="92415" y="196850"/>
                </a:lnTo>
                <a:lnTo>
                  <a:pt x="92512" y="200660"/>
                </a:lnTo>
                <a:lnTo>
                  <a:pt x="93364" y="213360"/>
                </a:lnTo>
                <a:lnTo>
                  <a:pt x="94568" y="226060"/>
                </a:lnTo>
                <a:lnTo>
                  <a:pt x="95948" y="238760"/>
                </a:lnTo>
                <a:lnTo>
                  <a:pt x="95948" y="255269"/>
                </a:lnTo>
                <a:close/>
              </a:path>
              <a:path w="235585" h="264159">
                <a:moveTo>
                  <a:pt x="173088" y="214630"/>
                </a:moveTo>
                <a:lnTo>
                  <a:pt x="167449" y="208280"/>
                </a:lnTo>
                <a:lnTo>
                  <a:pt x="161798" y="204469"/>
                </a:lnTo>
                <a:lnTo>
                  <a:pt x="159918" y="204469"/>
                </a:lnTo>
                <a:lnTo>
                  <a:pt x="156159" y="200660"/>
                </a:lnTo>
                <a:lnTo>
                  <a:pt x="180854" y="200660"/>
                </a:lnTo>
                <a:lnTo>
                  <a:pt x="184378" y="207010"/>
                </a:lnTo>
                <a:lnTo>
                  <a:pt x="180619" y="208280"/>
                </a:lnTo>
                <a:lnTo>
                  <a:pt x="173088" y="214630"/>
                </a:lnTo>
                <a:close/>
              </a:path>
              <a:path w="235585" h="264159">
                <a:moveTo>
                  <a:pt x="206959" y="264160"/>
                </a:moveTo>
                <a:lnTo>
                  <a:pt x="201307" y="262889"/>
                </a:lnTo>
                <a:lnTo>
                  <a:pt x="195668" y="262889"/>
                </a:lnTo>
                <a:lnTo>
                  <a:pt x="191909" y="260350"/>
                </a:lnTo>
                <a:lnTo>
                  <a:pt x="185204" y="255269"/>
                </a:lnTo>
                <a:lnTo>
                  <a:pt x="179204" y="248919"/>
                </a:lnTo>
                <a:lnTo>
                  <a:pt x="173912" y="242569"/>
                </a:lnTo>
                <a:lnTo>
                  <a:pt x="169329" y="236219"/>
                </a:lnTo>
                <a:lnTo>
                  <a:pt x="167449" y="234950"/>
                </a:lnTo>
                <a:lnTo>
                  <a:pt x="167449" y="228600"/>
                </a:lnTo>
                <a:lnTo>
                  <a:pt x="173088" y="232410"/>
                </a:lnTo>
                <a:lnTo>
                  <a:pt x="180619" y="236219"/>
                </a:lnTo>
                <a:lnTo>
                  <a:pt x="188137" y="242569"/>
                </a:lnTo>
                <a:lnTo>
                  <a:pt x="210220" y="242569"/>
                </a:lnTo>
                <a:lnTo>
                  <a:pt x="210635" y="248919"/>
                </a:lnTo>
                <a:lnTo>
                  <a:pt x="210718" y="255269"/>
                </a:lnTo>
                <a:lnTo>
                  <a:pt x="206959" y="260350"/>
                </a:lnTo>
                <a:lnTo>
                  <a:pt x="206959" y="2641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931477" y="6450622"/>
            <a:ext cx="131035" cy="1977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014359" y="6385217"/>
            <a:ext cx="236769" cy="29737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351033" y="6466890"/>
            <a:ext cx="141664" cy="15610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171854" y="6431394"/>
            <a:ext cx="209530" cy="22401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87286" y="6381750"/>
            <a:ext cx="241935" cy="287020"/>
          </a:xfrm>
          <a:custGeom>
            <a:avLst/>
            <a:gdLst/>
            <a:ahLst/>
            <a:cxnLst/>
            <a:rect l="l" t="t" r="r" b="b"/>
            <a:pathLst>
              <a:path w="241934" h="287020">
                <a:moveTo>
                  <a:pt x="198069" y="81279"/>
                </a:moveTo>
                <a:lnTo>
                  <a:pt x="128270" y="81279"/>
                </a:lnTo>
                <a:lnTo>
                  <a:pt x="132054" y="77470"/>
                </a:lnTo>
                <a:lnTo>
                  <a:pt x="133934" y="71120"/>
                </a:lnTo>
                <a:lnTo>
                  <a:pt x="139592" y="54610"/>
                </a:lnTo>
                <a:lnTo>
                  <a:pt x="145249" y="39370"/>
                </a:lnTo>
                <a:lnTo>
                  <a:pt x="150907" y="25400"/>
                </a:lnTo>
                <a:lnTo>
                  <a:pt x="158457" y="5079"/>
                </a:lnTo>
                <a:lnTo>
                  <a:pt x="158457" y="0"/>
                </a:lnTo>
                <a:lnTo>
                  <a:pt x="173545" y="6350"/>
                </a:lnTo>
                <a:lnTo>
                  <a:pt x="177317" y="16510"/>
                </a:lnTo>
                <a:lnTo>
                  <a:pt x="171665" y="20320"/>
                </a:lnTo>
                <a:lnTo>
                  <a:pt x="162847" y="31750"/>
                </a:lnTo>
                <a:lnTo>
                  <a:pt x="157746" y="45720"/>
                </a:lnTo>
                <a:lnTo>
                  <a:pt x="154417" y="60960"/>
                </a:lnTo>
                <a:lnTo>
                  <a:pt x="150914" y="76200"/>
                </a:lnTo>
                <a:lnTo>
                  <a:pt x="199961" y="76200"/>
                </a:lnTo>
                <a:lnTo>
                  <a:pt x="199961" y="77470"/>
                </a:lnTo>
                <a:lnTo>
                  <a:pt x="198069" y="81279"/>
                </a:lnTo>
                <a:close/>
              </a:path>
              <a:path w="241934" h="287020">
                <a:moveTo>
                  <a:pt x="25469" y="226059"/>
                </a:moveTo>
                <a:lnTo>
                  <a:pt x="0" y="191770"/>
                </a:lnTo>
                <a:lnTo>
                  <a:pt x="0" y="190500"/>
                </a:lnTo>
                <a:lnTo>
                  <a:pt x="1892" y="187959"/>
                </a:lnTo>
                <a:lnTo>
                  <a:pt x="1892" y="186690"/>
                </a:lnTo>
                <a:lnTo>
                  <a:pt x="10645" y="173990"/>
                </a:lnTo>
                <a:lnTo>
                  <a:pt x="19575" y="161290"/>
                </a:lnTo>
                <a:lnTo>
                  <a:pt x="28150" y="147320"/>
                </a:lnTo>
                <a:lnTo>
                  <a:pt x="35839" y="134620"/>
                </a:lnTo>
                <a:lnTo>
                  <a:pt x="39762" y="127000"/>
                </a:lnTo>
                <a:lnTo>
                  <a:pt x="43153" y="119379"/>
                </a:lnTo>
                <a:lnTo>
                  <a:pt x="46188" y="110489"/>
                </a:lnTo>
                <a:lnTo>
                  <a:pt x="49047" y="102870"/>
                </a:lnTo>
                <a:lnTo>
                  <a:pt x="50939" y="100329"/>
                </a:lnTo>
                <a:lnTo>
                  <a:pt x="47167" y="99060"/>
                </a:lnTo>
                <a:lnTo>
                  <a:pt x="47167" y="95250"/>
                </a:lnTo>
                <a:lnTo>
                  <a:pt x="39679" y="85089"/>
                </a:lnTo>
                <a:lnTo>
                  <a:pt x="36788" y="76200"/>
                </a:lnTo>
                <a:lnTo>
                  <a:pt x="38141" y="66039"/>
                </a:lnTo>
                <a:lnTo>
                  <a:pt x="64344" y="30479"/>
                </a:lnTo>
                <a:lnTo>
                  <a:pt x="81675" y="22860"/>
                </a:lnTo>
                <a:lnTo>
                  <a:pt x="88896" y="22860"/>
                </a:lnTo>
                <a:lnTo>
                  <a:pt x="95055" y="25400"/>
                </a:lnTo>
                <a:lnTo>
                  <a:pt x="99974" y="29210"/>
                </a:lnTo>
                <a:lnTo>
                  <a:pt x="105638" y="36829"/>
                </a:lnTo>
                <a:lnTo>
                  <a:pt x="105638" y="40639"/>
                </a:lnTo>
                <a:lnTo>
                  <a:pt x="96202" y="44450"/>
                </a:lnTo>
                <a:lnTo>
                  <a:pt x="87571" y="48260"/>
                </a:lnTo>
                <a:lnTo>
                  <a:pt x="80881" y="53339"/>
                </a:lnTo>
                <a:lnTo>
                  <a:pt x="75251" y="59689"/>
                </a:lnTo>
                <a:lnTo>
                  <a:pt x="69799" y="67310"/>
                </a:lnTo>
                <a:lnTo>
                  <a:pt x="67906" y="72389"/>
                </a:lnTo>
                <a:lnTo>
                  <a:pt x="67906" y="77470"/>
                </a:lnTo>
                <a:lnTo>
                  <a:pt x="77342" y="83820"/>
                </a:lnTo>
                <a:lnTo>
                  <a:pt x="79235" y="87629"/>
                </a:lnTo>
                <a:lnTo>
                  <a:pt x="81114" y="88900"/>
                </a:lnTo>
                <a:lnTo>
                  <a:pt x="91343" y="101600"/>
                </a:lnTo>
                <a:lnTo>
                  <a:pt x="96443" y="111760"/>
                </a:lnTo>
                <a:lnTo>
                  <a:pt x="96238" y="123190"/>
                </a:lnTo>
                <a:lnTo>
                  <a:pt x="90550" y="135890"/>
                </a:lnTo>
                <a:lnTo>
                  <a:pt x="101866" y="140970"/>
                </a:lnTo>
                <a:lnTo>
                  <a:pt x="132676" y="140970"/>
                </a:lnTo>
                <a:lnTo>
                  <a:pt x="130162" y="143509"/>
                </a:lnTo>
                <a:lnTo>
                  <a:pt x="128270" y="143509"/>
                </a:lnTo>
                <a:lnTo>
                  <a:pt x="126390" y="144779"/>
                </a:lnTo>
                <a:lnTo>
                  <a:pt x="81114" y="144779"/>
                </a:lnTo>
                <a:lnTo>
                  <a:pt x="64134" y="173990"/>
                </a:lnTo>
                <a:lnTo>
                  <a:pt x="62255" y="175259"/>
                </a:lnTo>
                <a:lnTo>
                  <a:pt x="62255" y="179070"/>
                </a:lnTo>
                <a:lnTo>
                  <a:pt x="64134" y="182879"/>
                </a:lnTo>
                <a:lnTo>
                  <a:pt x="64134" y="186690"/>
                </a:lnTo>
                <a:lnTo>
                  <a:pt x="66027" y="191770"/>
                </a:lnTo>
                <a:lnTo>
                  <a:pt x="66027" y="195579"/>
                </a:lnTo>
                <a:lnTo>
                  <a:pt x="61573" y="219709"/>
                </a:lnTo>
                <a:lnTo>
                  <a:pt x="37731" y="219709"/>
                </a:lnTo>
                <a:lnTo>
                  <a:pt x="31245" y="224790"/>
                </a:lnTo>
                <a:lnTo>
                  <a:pt x="25469" y="226059"/>
                </a:lnTo>
                <a:close/>
              </a:path>
              <a:path w="241934" h="287020">
                <a:moveTo>
                  <a:pt x="199961" y="76200"/>
                </a:moveTo>
                <a:lnTo>
                  <a:pt x="150914" y="76200"/>
                </a:lnTo>
                <a:lnTo>
                  <a:pt x="158284" y="73660"/>
                </a:lnTo>
                <a:lnTo>
                  <a:pt x="173725" y="68579"/>
                </a:lnTo>
                <a:lnTo>
                  <a:pt x="181089" y="67310"/>
                </a:lnTo>
                <a:lnTo>
                  <a:pt x="184861" y="64770"/>
                </a:lnTo>
                <a:lnTo>
                  <a:pt x="190525" y="64770"/>
                </a:lnTo>
                <a:lnTo>
                  <a:pt x="192417" y="67310"/>
                </a:lnTo>
                <a:lnTo>
                  <a:pt x="196189" y="68579"/>
                </a:lnTo>
                <a:lnTo>
                  <a:pt x="199961" y="72389"/>
                </a:lnTo>
                <a:lnTo>
                  <a:pt x="199961" y="76200"/>
                </a:lnTo>
                <a:close/>
              </a:path>
              <a:path w="241934" h="287020">
                <a:moveTo>
                  <a:pt x="132676" y="140970"/>
                </a:moveTo>
                <a:lnTo>
                  <a:pt x="101866" y="140970"/>
                </a:lnTo>
                <a:lnTo>
                  <a:pt x="118846" y="130809"/>
                </a:lnTo>
                <a:lnTo>
                  <a:pt x="115484" y="121920"/>
                </a:lnTo>
                <a:lnTo>
                  <a:pt x="117428" y="114300"/>
                </a:lnTo>
                <a:lnTo>
                  <a:pt x="121495" y="106679"/>
                </a:lnTo>
                <a:lnTo>
                  <a:pt x="124498" y="99060"/>
                </a:lnTo>
                <a:lnTo>
                  <a:pt x="111302" y="99060"/>
                </a:lnTo>
                <a:lnTo>
                  <a:pt x="105638" y="96520"/>
                </a:lnTo>
                <a:lnTo>
                  <a:pt x="101866" y="95250"/>
                </a:lnTo>
                <a:lnTo>
                  <a:pt x="96202" y="91439"/>
                </a:lnTo>
                <a:lnTo>
                  <a:pt x="92430" y="87629"/>
                </a:lnTo>
                <a:lnTo>
                  <a:pt x="92430" y="85089"/>
                </a:lnTo>
                <a:lnTo>
                  <a:pt x="94322" y="85089"/>
                </a:lnTo>
                <a:lnTo>
                  <a:pt x="101104" y="83820"/>
                </a:lnTo>
                <a:lnTo>
                  <a:pt x="113952" y="82550"/>
                </a:lnTo>
                <a:lnTo>
                  <a:pt x="120726" y="81279"/>
                </a:lnTo>
                <a:lnTo>
                  <a:pt x="194297" y="81279"/>
                </a:lnTo>
                <a:lnTo>
                  <a:pt x="154686" y="92710"/>
                </a:lnTo>
                <a:lnTo>
                  <a:pt x="147142" y="92710"/>
                </a:lnTo>
                <a:lnTo>
                  <a:pt x="145249" y="95250"/>
                </a:lnTo>
                <a:lnTo>
                  <a:pt x="143370" y="100329"/>
                </a:lnTo>
                <a:lnTo>
                  <a:pt x="139598" y="107950"/>
                </a:lnTo>
                <a:lnTo>
                  <a:pt x="137706" y="113029"/>
                </a:lnTo>
                <a:lnTo>
                  <a:pt x="133934" y="120650"/>
                </a:lnTo>
                <a:lnTo>
                  <a:pt x="182963" y="120650"/>
                </a:lnTo>
                <a:lnTo>
                  <a:pt x="192417" y="123190"/>
                </a:lnTo>
                <a:lnTo>
                  <a:pt x="199961" y="124459"/>
                </a:lnTo>
                <a:lnTo>
                  <a:pt x="207505" y="128270"/>
                </a:lnTo>
                <a:lnTo>
                  <a:pt x="207505" y="132079"/>
                </a:lnTo>
                <a:lnTo>
                  <a:pt x="152793" y="132079"/>
                </a:lnTo>
                <a:lnTo>
                  <a:pt x="152793" y="135890"/>
                </a:lnTo>
                <a:lnTo>
                  <a:pt x="143370" y="135890"/>
                </a:lnTo>
                <a:lnTo>
                  <a:pt x="137706" y="138429"/>
                </a:lnTo>
                <a:lnTo>
                  <a:pt x="133934" y="139700"/>
                </a:lnTo>
                <a:lnTo>
                  <a:pt x="132676" y="140970"/>
                </a:lnTo>
                <a:close/>
              </a:path>
              <a:path w="241934" h="287020">
                <a:moveTo>
                  <a:pt x="182963" y="120650"/>
                </a:moveTo>
                <a:lnTo>
                  <a:pt x="133934" y="120650"/>
                </a:lnTo>
                <a:lnTo>
                  <a:pt x="149173" y="118110"/>
                </a:lnTo>
                <a:lnTo>
                  <a:pt x="163880" y="118110"/>
                </a:lnTo>
                <a:lnTo>
                  <a:pt x="178236" y="119379"/>
                </a:lnTo>
                <a:lnTo>
                  <a:pt x="182963" y="120650"/>
                </a:lnTo>
                <a:close/>
              </a:path>
              <a:path w="241934" h="287020">
                <a:moveTo>
                  <a:pt x="202476" y="167640"/>
                </a:moveTo>
                <a:lnTo>
                  <a:pt x="152793" y="167640"/>
                </a:lnTo>
                <a:lnTo>
                  <a:pt x="179209" y="140970"/>
                </a:lnTo>
                <a:lnTo>
                  <a:pt x="182981" y="135890"/>
                </a:lnTo>
                <a:lnTo>
                  <a:pt x="179209" y="132079"/>
                </a:lnTo>
                <a:lnTo>
                  <a:pt x="207505" y="132079"/>
                </a:lnTo>
                <a:lnTo>
                  <a:pt x="207575" y="139700"/>
                </a:lnTo>
                <a:lnTo>
                  <a:pt x="207855" y="144779"/>
                </a:lnTo>
                <a:lnTo>
                  <a:pt x="206086" y="149859"/>
                </a:lnTo>
                <a:lnTo>
                  <a:pt x="202197" y="154940"/>
                </a:lnTo>
                <a:lnTo>
                  <a:pt x="196189" y="158750"/>
                </a:lnTo>
                <a:lnTo>
                  <a:pt x="194297" y="158750"/>
                </a:lnTo>
                <a:lnTo>
                  <a:pt x="190525" y="162559"/>
                </a:lnTo>
                <a:lnTo>
                  <a:pt x="194297" y="163829"/>
                </a:lnTo>
                <a:lnTo>
                  <a:pt x="198069" y="163829"/>
                </a:lnTo>
                <a:lnTo>
                  <a:pt x="199961" y="166370"/>
                </a:lnTo>
                <a:lnTo>
                  <a:pt x="202476" y="167640"/>
                </a:lnTo>
                <a:close/>
              </a:path>
              <a:path w="241934" h="287020">
                <a:moveTo>
                  <a:pt x="208448" y="171450"/>
                </a:moveTo>
                <a:lnTo>
                  <a:pt x="128270" y="171450"/>
                </a:lnTo>
                <a:lnTo>
                  <a:pt x="135672" y="167640"/>
                </a:lnTo>
                <a:lnTo>
                  <a:pt x="140773" y="160020"/>
                </a:lnTo>
                <a:lnTo>
                  <a:pt x="143396" y="148590"/>
                </a:lnTo>
                <a:lnTo>
                  <a:pt x="143370" y="135890"/>
                </a:lnTo>
                <a:lnTo>
                  <a:pt x="152793" y="135890"/>
                </a:lnTo>
                <a:lnTo>
                  <a:pt x="152793" y="154940"/>
                </a:lnTo>
                <a:lnTo>
                  <a:pt x="149021" y="166370"/>
                </a:lnTo>
                <a:lnTo>
                  <a:pt x="150914" y="166370"/>
                </a:lnTo>
                <a:lnTo>
                  <a:pt x="150914" y="167640"/>
                </a:lnTo>
                <a:lnTo>
                  <a:pt x="202476" y="167640"/>
                </a:lnTo>
                <a:lnTo>
                  <a:pt x="207505" y="170179"/>
                </a:lnTo>
                <a:lnTo>
                  <a:pt x="208448" y="171450"/>
                </a:lnTo>
                <a:close/>
              </a:path>
              <a:path w="241934" h="287020">
                <a:moveTo>
                  <a:pt x="210019" y="180340"/>
                </a:moveTo>
                <a:lnTo>
                  <a:pt x="96202" y="180340"/>
                </a:lnTo>
                <a:lnTo>
                  <a:pt x="92257" y="171450"/>
                </a:lnTo>
                <a:lnTo>
                  <a:pt x="85067" y="153670"/>
                </a:lnTo>
                <a:lnTo>
                  <a:pt x="81114" y="144779"/>
                </a:lnTo>
                <a:lnTo>
                  <a:pt x="126390" y="144779"/>
                </a:lnTo>
                <a:lnTo>
                  <a:pt x="126390" y="151129"/>
                </a:lnTo>
                <a:lnTo>
                  <a:pt x="118846" y="151129"/>
                </a:lnTo>
                <a:lnTo>
                  <a:pt x="103758" y="156209"/>
                </a:lnTo>
                <a:lnTo>
                  <a:pt x="101866" y="158750"/>
                </a:lnTo>
                <a:lnTo>
                  <a:pt x="105638" y="163829"/>
                </a:lnTo>
                <a:lnTo>
                  <a:pt x="109410" y="175259"/>
                </a:lnTo>
                <a:lnTo>
                  <a:pt x="113182" y="176529"/>
                </a:lnTo>
                <a:lnTo>
                  <a:pt x="210962" y="176529"/>
                </a:lnTo>
                <a:lnTo>
                  <a:pt x="210019" y="180340"/>
                </a:lnTo>
                <a:close/>
              </a:path>
              <a:path w="241934" h="287020">
                <a:moveTo>
                  <a:pt x="210962" y="176529"/>
                </a:moveTo>
                <a:lnTo>
                  <a:pt x="113182" y="176529"/>
                </a:lnTo>
                <a:lnTo>
                  <a:pt x="122618" y="173990"/>
                </a:lnTo>
                <a:lnTo>
                  <a:pt x="118846" y="158750"/>
                </a:lnTo>
                <a:lnTo>
                  <a:pt x="118846" y="151129"/>
                </a:lnTo>
                <a:lnTo>
                  <a:pt x="126390" y="151129"/>
                </a:lnTo>
                <a:lnTo>
                  <a:pt x="126390" y="156209"/>
                </a:lnTo>
                <a:lnTo>
                  <a:pt x="128270" y="163829"/>
                </a:lnTo>
                <a:lnTo>
                  <a:pt x="128270" y="171450"/>
                </a:lnTo>
                <a:lnTo>
                  <a:pt x="208448" y="171450"/>
                </a:lnTo>
                <a:lnTo>
                  <a:pt x="211277" y="175259"/>
                </a:lnTo>
                <a:lnTo>
                  <a:pt x="210962" y="176529"/>
                </a:lnTo>
                <a:close/>
              </a:path>
              <a:path w="241934" h="287020">
                <a:moveTo>
                  <a:pt x="83007" y="214629"/>
                </a:moveTo>
                <a:lnTo>
                  <a:pt x="77342" y="207009"/>
                </a:lnTo>
                <a:lnTo>
                  <a:pt x="73011" y="200659"/>
                </a:lnTo>
                <a:lnTo>
                  <a:pt x="70977" y="194309"/>
                </a:lnTo>
                <a:lnTo>
                  <a:pt x="70710" y="187959"/>
                </a:lnTo>
                <a:lnTo>
                  <a:pt x="71678" y="180340"/>
                </a:lnTo>
                <a:lnTo>
                  <a:pt x="71678" y="179070"/>
                </a:lnTo>
                <a:lnTo>
                  <a:pt x="90550" y="179070"/>
                </a:lnTo>
                <a:lnTo>
                  <a:pt x="96202" y="180340"/>
                </a:lnTo>
                <a:lnTo>
                  <a:pt x="210019" y="180340"/>
                </a:lnTo>
                <a:lnTo>
                  <a:pt x="207505" y="190500"/>
                </a:lnTo>
                <a:lnTo>
                  <a:pt x="201841" y="191770"/>
                </a:lnTo>
                <a:lnTo>
                  <a:pt x="188645" y="191770"/>
                </a:lnTo>
                <a:lnTo>
                  <a:pt x="181089" y="194309"/>
                </a:lnTo>
                <a:lnTo>
                  <a:pt x="173545" y="194309"/>
                </a:lnTo>
                <a:lnTo>
                  <a:pt x="165558" y="196850"/>
                </a:lnTo>
                <a:lnTo>
                  <a:pt x="160441" y="201929"/>
                </a:lnTo>
                <a:lnTo>
                  <a:pt x="133934" y="201929"/>
                </a:lnTo>
                <a:lnTo>
                  <a:pt x="128270" y="203200"/>
                </a:lnTo>
                <a:lnTo>
                  <a:pt x="122618" y="203200"/>
                </a:lnTo>
                <a:lnTo>
                  <a:pt x="103758" y="209550"/>
                </a:lnTo>
                <a:lnTo>
                  <a:pt x="98094" y="210820"/>
                </a:lnTo>
                <a:lnTo>
                  <a:pt x="83007" y="214629"/>
                </a:lnTo>
                <a:close/>
              </a:path>
              <a:path w="241934" h="287020">
                <a:moveTo>
                  <a:pt x="204104" y="261620"/>
                </a:moveTo>
                <a:lnTo>
                  <a:pt x="177317" y="261620"/>
                </a:lnTo>
                <a:lnTo>
                  <a:pt x="166001" y="238759"/>
                </a:lnTo>
                <a:lnTo>
                  <a:pt x="162229" y="237490"/>
                </a:lnTo>
                <a:lnTo>
                  <a:pt x="160350" y="237490"/>
                </a:lnTo>
                <a:lnTo>
                  <a:pt x="144814" y="234950"/>
                </a:lnTo>
                <a:lnTo>
                  <a:pt x="136531" y="229870"/>
                </a:lnTo>
                <a:lnTo>
                  <a:pt x="133553" y="222250"/>
                </a:lnTo>
                <a:lnTo>
                  <a:pt x="133807" y="212090"/>
                </a:lnTo>
                <a:lnTo>
                  <a:pt x="133934" y="201929"/>
                </a:lnTo>
                <a:lnTo>
                  <a:pt x="160441" y="201929"/>
                </a:lnTo>
                <a:lnTo>
                  <a:pt x="159162" y="203200"/>
                </a:lnTo>
                <a:lnTo>
                  <a:pt x="155243" y="209550"/>
                </a:lnTo>
                <a:lnTo>
                  <a:pt x="154686" y="218440"/>
                </a:lnTo>
                <a:lnTo>
                  <a:pt x="241465" y="218440"/>
                </a:lnTo>
                <a:lnTo>
                  <a:pt x="237680" y="223520"/>
                </a:lnTo>
                <a:lnTo>
                  <a:pt x="203258" y="223520"/>
                </a:lnTo>
                <a:lnTo>
                  <a:pt x="192944" y="226059"/>
                </a:lnTo>
                <a:lnTo>
                  <a:pt x="182981" y="229870"/>
                </a:lnTo>
                <a:lnTo>
                  <a:pt x="188964" y="238759"/>
                </a:lnTo>
                <a:lnTo>
                  <a:pt x="195478" y="248920"/>
                </a:lnTo>
                <a:lnTo>
                  <a:pt x="202344" y="259079"/>
                </a:lnTo>
                <a:lnTo>
                  <a:pt x="204104" y="261620"/>
                </a:lnTo>
                <a:close/>
              </a:path>
              <a:path w="241934" h="287020">
                <a:moveTo>
                  <a:pt x="241465" y="218440"/>
                </a:moveTo>
                <a:lnTo>
                  <a:pt x="160350" y="218440"/>
                </a:lnTo>
                <a:lnTo>
                  <a:pt x="162229" y="215900"/>
                </a:lnTo>
                <a:lnTo>
                  <a:pt x="174994" y="210820"/>
                </a:lnTo>
                <a:lnTo>
                  <a:pt x="187934" y="207009"/>
                </a:lnTo>
                <a:lnTo>
                  <a:pt x="201227" y="204470"/>
                </a:lnTo>
                <a:lnTo>
                  <a:pt x="215049" y="203200"/>
                </a:lnTo>
                <a:lnTo>
                  <a:pt x="241465" y="212090"/>
                </a:lnTo>
                <a:lnTo>
                  <a:pt x="241465" y="218440"/>
                </a:lnTo>
                <a:close/>
              </a:path>
              <a:path w="241934" h="287020">
                <a:moveTo>
                  <a:pt x="49047" y="287020"/>
                </a:moveTo>
                <a:lnTo>
                  <a:pt x="38377" y="284479"/>
                </a:lnTo>
                <a:lnTo>
                  <a:pt x="31599" y="280670"/>
                </a:lnTo>
                <a:lnTo>
                  <a:pt x="28357" y="273050"/>
                </a:lnTo>
                <a:lnTo>
                  <a:pt x="28295" y="262890"/>
                </a:lnTo>
                <a:lnTo>
                  <a:pt x="30830" y="252729"/>
                </a:lnTo>
                <a:lnTo>
                  <a:pt x="33013" y="242570"/>
                </a:lnTo>
                <a:lnTo>
                  <a:pt x="35196" y="231140"/>
                </a:lnTo>
                <a:lnTo>
                  <a:pt x="37731" y="219709"/>
                </a:lnTo>
                <a:lnTo>
                  <a:pt x="61573" y="219709"/>
                </a:lnTo>
                <a:lnTo>
                  <a:pt x="57773" y="240029"/>
                </a:lnTo>
                <a:lnTo>
                  <a:pt x="54091" y="260350"/>
                </a:lnTo>
                <a:lnTo>
                  <a:pt x="50939" y="281940"/>
                </a:lnTo>
                <a:lnTo>
                  <a:pt x="49047" y="283209"/>
                </a:lnTo>
                <a:lnTo>
                  <a:pt x="49047" y="287020"/>
                </a:lnTo>
                <a:close/>
              </a:path>
              <a:path w="241934" h="287020">
                <a:moveTo>
                  <a:pt x="235800" y="229870"/>
                </a:moveTo>
                <a:lnTo>
                  <a:pt x="230136" y="229870"/>
                </a:lnTo>
                <a:lnTo>
                  <a:pt x="226364" y="227329"/>
                </a:lnTo>
                <a:lnTo>
                  <a:pt x="214280" y="223520"/>
                </a:lnTo>
                <a:lnTo>
                  <a:pt x="237680" y="223520"/>
                </a:lnTo>
                <a:lnTo>
                  <a:pt x="235800" y="229870"/>
                </a:lnTo>
                <a:close/>
              </a:path>
              <a:path w="241934" h="287020">
                <a:moveTo>
                  <a:pt x="209384" y="285750"/>
                </a:moveTo>
                <a:lnTo>
                  <a:pt x="198069" y="285750"/>
                </a:lnTo>
                <a:lnTo>
                  <a:pt x="159164" y="275590"/>
                </a:lnTo>
                <a:lnTo>
                  <a:pt x="141035" y="267970"/>
                </a:lnTo>
                <a:lnTo>
                  <a:pt x="124498" y="257809"/>
                </a:lnTo>
                <a:lnTo>
                  <a:pt x="119135" y="254000"/>
                </a:lnTo>
                <a:lnTo>
                  <a:pt x="109121" y="245109"/>
                </a:lnTo>
                <a:lnTo>
                  <a:pt x="103758" y="241300"/>
                </a:lnTo>
                <a:lnTo>
                  <a:pt x="99974" y="237490"/>
                </a:lnTo>
                <a:lnTo>
                  <a:pt x="99974" y="226059"/>
                </a:lnTo>
                <a:lnTo>
                  <a:pt x="109410" y="226059"/>
                </a:lnTo>
                <a:lnTo>
                  <a:pt x="113182" y="229870"/>
                </a:lnTo>
                <a:lnTo>
                  <a:pt x="115074" y="233679"/>
                </a:lnTo>
                <a:lnTo>
                  <a:pt x="128191" y="245109"/>
                </a:lnTo>
                <a:lnTo>
                  <a:pt x="142190" y="252729"/>
                </a:lnTo>
                <a:lnTo>
                  <a:pt x="157249" y="259079"/>
                </a:lnTo>
                <a:lnTo>
                  <a:pt x="173545" y="261620"/>
                </a:lnTo>
                <a:lnTo>
                  <a:pt x="204104" y="261620"/>
                </a:lnTo>
                <a:lnTo>
                  <a:pt x="209384" y="269240"/>
                </a:lnTo>
                <a:lnTo>
                  <a:pt x="211277" y="273050"/>
                </a:lnTo>
                <a:lnTo>
                  <a:pt x="211277" y="280670"/>
                </a:lnTo>
                <a:lnTo>
                  <a:pt x="209384" y="283209"/>
                </a:lnTo>
                <a:lnTo>
                  <a:pt x="209384" y="2857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53580" y="6606463"/>
            <a:ext cx="29209" cy="80645"/>
          </a:xfrm>
          <a:custGeom>
            <a:avLst/>
            <a:gdLst/>
            <a:ahLst/>
            <a:cxnLst/>
            <a:rect l="l" t="t" r="r" b="b"/>
            <a:pathLst>
              <a:path w="29209" h="80645">
                <a:moveTo>
                  <a:pt x="16878" y="80251"/>
                </a:moveTo>
                <a:lnTo>
                  <a:pt x="11252" y="76517"/>
                </a:lnTo>
                <a:lnTo>
                  <a:pt x="3759" y="72783"/>
                </a:lnTo>
                <a:lnTo>
                  <a:pt x="0" y="69049"/>
                </a:lnTo>
                <a:lnTo>
                  <a:pt x="116" y="64880"/>
                </a:lnTo>
                <a:lnTo>
                  <a:pt x="4219" y="49600"/>
                </a:lnTo>
                <a:lnTo>
                  <a:pt x="8439" y="33358"/>
                </a:lnTo>
                <a:lnTo>
                  <a:pt x="12658" y="16765"/>
                </a:lnTo>
                <a:lnTo>
                  <a:pt x="16878" y="0"/>
                </a:lnTo>
                <a:lnTo>
                  <a:pt x="23647" y="4251"/>
                </a:lnTo>
                <a:lnTo>
                  <a:pt x="27428" y="8856"/>
                </a:lnTo>
                <a:lnTo>
                  <a:pt x="28747" y="14164"/>
                </a:lnTo>
                <a:lnTo>
                  <a:pt x="28130" y="20523"/>
                </a:lnTo>
                <a:lnTo>
                  <a:pt x="24527" y="34843"/>
                </a:lnTo>
                <a:lnTo>
                  <a:pt x="21804" y="49687"/>
                </a:lnTo>
                <a:lnTo>
                  <a:pt x="19358" y="65316"/>
                </a:lnTo>
                <a:lnTo>
                  <a:pt x="16878" y="8025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916328" y="6468922"/>
            <a:ext cx="157970" cy="13956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501914" y="6445298"/>
            <a:ext cx="182330" cy="18338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xfrm>
            <a:off x="1685289" y="205917"/>
            <a:ext cx="7637780" cy="6343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501140" algn="l"/>
              </a:tabLst>
            </a:pPr>
            <a:r>
              <a:rPr u="none" spc="-5" dirty="0"/>
              <a:t>1.4.2	</a:t>
            </a:r>
            <a:r>
              <a:rPr u="none" dirty="0">
                <a:latin typeface="宋体"/>
                <a:cs typeface="宋体"/>
              </a:rPr>
              <a:t>命令行方式下的编译和运</a:t>
            </a:r>
            <a:r>
              <a:rPr u="none" spc="-25" dirty="0">
                <a:latin typeface="宋体"/>
                <a:cs typeface="宋体"/>
              </a:rPr>
              <a:t>行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922655" y="1028700"/>
            <a:ext cx="10060305" cy="27387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ts val="4590"/>
              </a:lnSpc>
              <a:spcBef>
                <a:spcPts val="95"/>
              </a:spcBef>
              <a:buFont typeface="Arial"/>
              <a:buChar char="•"/>
              <a:tabLst>
                <a:tab pos="241300" algn="l"/>
              </a:tabLst>
            </a:pPr>
            <a:r>
              <a:rPr sz="4000" dirty="0">
                <a:latin typeface="宋体"/>
                <a:cs typeface="宋体"/>
              </a:rPr>
              <a:t>编</a:t>
            </a:r>
            <a:r>
              <a:rPr sz="4000" spc="-5" dirty="0">
                <a:latin typeface="宋体"/>
                <a:cs typeface="宋体"/>
              </a:rPr>
              <a:t>译</a:t>
            </a:r>
            <a:endParaRPr sz="4000">
              <a:latin typeface="宋体"/>
              <a:cs typeface="宋体"/>
            </a:endParaRPr>
          </a:p>
          <a:p>
            <a:pPr marL="698500" lvl="1" indent="-228600">
              <a:lnSpc>
                <a:spcPts val="4205"/>
              </a:lnSpc>
              <a:buFont typeface="Arial"/>
              <a:buChar char="•"/>
              <a:tabLst>
                <a:tab pos="698500" algn="l"/>
              </a:tabLst>
            </a:pPr>
            <a:r>
              <a:rPr sz="4000" spc="-5" dirty="0">
                <a:latin typeface="Georgia"/>
                <a:cs typeface="Georgia"/>
              </a:rPr>
              <a:t>.</a:t>
            </a:r>
            <a:r>
              <a:rPr sz="4000" spc="-110" dirty="0">
                <a:latin typeface="Georgia"/>
                <a:cs typeface="Georgia"/>
              </a:rPr>
              <a:t> </a:t>
            </a:r>
            <a:r>
              <a:rPr sz="3100" spc="-5" dirty="0">
                <a:latin typeface="Georgia"/>
                <a:cs typeface="Georgia"/>
              </a:rPr>
              <a:t>javac -d &lt;</a:t>
            </a:r>
            <a:r>
              <a:rPr sz="3100" dirty="0">
                <a:latin typeface="宋体"/>
                <a:cs typeface="宋体"/>
              </a:rPr>
              <a:t>目录</a:t>
            </a:r>
            <a:r>
              <a:rPr sz="3100" spc="-5" dirty="0">
                <a:latin typeface="Georgia"/>
                <a:cs typeface="Georgia"/>
              </a:rPr>
              <a:t>&gt; </a:t>
            </a:r>
            <a:r>
              <a:rPr sz="3100" dirty="0">
                <a:latin typeface="宋体"/>
                <a:cs typeface="宋体"/>
              </a:rPr>
              <a:t>源程序</a:t>
            </a:r>
            <a:r>
              <a:rPr sz="3100" spc="-5" dirty="0">
                <a:latin typeface="Georgia"/>
                <a:cs typeface="Georgia"/>
              </a:rPr>
              <a:t>,</a:t>
            </a:r>
            <a:r>
              <a:rPr sz="3100" spc="-10" dirty="0">
                <a:latin typeface="Georgia"/>
                <a:cs typeface="Georgia"/>
              </a:rPr>
              <a:t> </a:t>
            </a:r>
            <a:r>
              <a:rPr sz="3100" spc="-5" dirty="0">
                <a:latin typeface="Georgia"/>
                <a:cs typeface="Georgia"/>
              </a:rPr>
              <a:t>&lt;</a:t>
            </a:r>
            <a:r>
              <a:rPr sz="3100" dirty="0">
                <a:latin typeface="宋体"/>
                <a:cs typeface="宋体"/>
              </a:rPr>
              <a:t>目录</a:t>
            </a:r>
            <a:r>
              <a:rPr sz="3100" spc="-5" dirty="0">
                <a:latin typeface="Georgia"/>
                <a:cs typeface="Georgia"/>
              </a:rPr>
              <a:t>&gt;</a:t>
            </a:r>
            <a:r>
              <a:rPr sz="3100" dirty="0">
                <a:latin typeface="宋体"/>
                <a:cs typeface="宋体"/>
              </a:rPr>
              <a:t>用于指定将生成</a:t>
            </a:r>
            <a:r>
              <a:rPr sz="3100" spc="-5" dirty="0">
                <a:latin typeface="Georgia"/>
                <a:cs typeface="Georgia"/>
              </a:rPr>
              <a:t>class</a:t>
            </a:r>
            <a:endParaRPr sz="3100">
              <a:latin typeface="Georgia"/>
              <a:cs typeface="Georgia"/>
            </a:endParaRPr>
          </a:p>
          <a:p>
            <a:pPr marL="698500">
              <a:lnSpc>
                <a:spcPts val="3340"/>
              </a:lnSpc>
            </a:pPr>
            <a:r>
              <a:rPr sz="3100" dirty="0">
                <a:latin typeface="宋体"/>
                <a:cs typeface="宋体"/>
              </a:rPr>
              <a:t>文件放到哪个目录</a:t>
            </a:r>
            <a:r>
              <a:rPr sz="3100" spc="-5" dirty="0">
                <a:latin typeface="宋体"/>
                <a:cs typeface="宋体"/>
              </a:rPr>
              <a:t>下</a:t>
            </a:r>
            <a:endParaRPr sz="3100">
              <a:latin typeface="宋体"/>
              <a:cs typeface="宋体"/>
            </a:endParaRPr>
          </a:p>
          <a:p>
            <a:pPr marL="241300" indent="-228600">
              <a:lnSpc>
                <a:spcPct val="100000"/>
              </a:lnSpc>
              <a:spcBef>
                <a:spcPts val="20"/>
              </a:spcBef>
              <a:buFont typeface="Arial"/>
              <a:buChar char="•"/>
              <a:tabLst>
                <a:tab pos="241300" algn="l"/>
              </a:tabLst>
            </a:pPr>
            <a:r>
              <a:rPr sz="4000" dirty="0">
                <a:latin typeface="宋体"/>
                <a:cs typeface="宋体"/>
              </a:rPr>
              <a:t>运</a:t>
            </a:r>
            <a:r>
              <a:rPr sz="4000" spc="-5" dirty="0">
                <a:latin typeface="宋体"/>
                <a:cs typeface="宋体"/>
              </a:rPr>
              <a:t>行</a:t>
            </a:r>
            <a:endParaRPr sz="4000">
              <a:latin typeface="宋体"/>
              <a:cs typeface="宋体"/>
            </a:endParaRPr>
          </a:p>
          <a:p>
            <a:pPr marL="1325245">
              <a:lnSpc>
                <a:spcPct val="100000"/>
              </a:lnSpc>
              <a:spcBef>
                <a:spcPts val="570"/>
              </a:spcBef>
            </a:pPr>
            <a:r>
              <a:rPr sz="3200" spc="-5" dirty="0">
                <a:latin typeface="Georgia"/>
                <a:cs typeface="Georgia"/>
              </a:rPr>
              <a:t>java</a:t>
            </a:r>
            <a:r>
              <a:rPr sz="3200" spc="-10" dirty="0">
                <a:latin typeface="Georgia"/>
                <a:cs typeface="Georgia"/>
              </a:rPr>
              <a:t> </a:t>
            </a:r>
            <a:r>
              <a:rPr sz="3200" dirty="0">
                <a:latin typeface="宋体"/>
                <a:cs typeface="宋体"/>
              </a:rPr>
              <a:t>主</a:t>
            </a:r>
            <a:r>
              <a:rPr sz="3200" spc="5" dirty="0">
                <a:latin typeface="宋体"/>
                <a:cs typeface="宋体"/>
              </a:rPr>
              <a:t>类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071372" y="4069079"/>
            <a:ext cx="10306812" cy="129692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9</a:t>
            </a:fld>
            <a:endParaRPr spc="-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149063" y="6181725"/>
            <a:ext cx="726440" cy="676275"/>
          </a:xfrm>
          <a:custGeom>
            <a:avLst/>
            <a:gdLst/>
            <a:ahLst/>
            <a:cxnLst/>
            <a:rect l="l" t="t" r="r" b="b"/>
            <a:pathLst>
              <a:path w="726440" h="676275">
                <a:moveTo>
                  <a:pt x="12700" y="676275"/>
                </a:moveTo>
                <a:lnTo>
                  <a:pt x="0" y="676275"/>
                </a:lnTo>
                <a:lnTo>
                  <a:pt x="0" y="0"/>
                </a:lnTo>
                <a:lnTo>
                  <a:pt x="725995" y="0"/>
                </a:lnTo>
                <a:lnTo>
                  <a:pt x="725995" y="6350"/>
                </a:lnTo>
                <a:lnTo>
                  <a:pt x="12700" y="6350"/>
                </a:lnTo>
                <a:lnTo>
                  <a:pt x="6350" y="12700"/>
                </a:lnTo>
                <a:lnTo>
                  <a:pt x="12700" y="12700"/>
                </a:lnTo>
                <a:lnTo>
                  <a:pt x="12700" y="669925"/>
                </a:lnTo>
                <a:lnTo>
                  <a:pt x="6350" y="669925"/>
                </a:lnTo>
                <a:lnTo>
                  <a:pt x="12700" y="676275"/>
                </a:lnTo>
                <a:close/>
              </a:path>
              <a:path w="726440" h="676275">
                <a:moveTo>
                  <a:pt x="12700" y="12700"/>
                </a:moveTo>
                <a:lnTo>
                  <a:pt x="6350" y="12700"/>
                </a:lnTo>
                <a:lnTo>
                  <a:pt x="12700" y="6350"/>
                </a:lnTo>
                <a:lnTo>
                  <a:pt x="12700" y="12700"/>
                </a:lnTo>
                <a:close/>
              </a:path>
              <a:path w="726440" h="676275">
                <a:moveTo>
                  <a:pt x="713295" y="12700"/>
                </a:moveTo>
                <a:lnTo>
                  <a:pt x="12700" y="12700"/>
                </a:lnTo>
                <a:lnTo>
                  <a:pt x="12700" y="6350"/>
                </a:lnTo>
                <a:lnTo>
                  <a:pt x="713295" y="6350"/>
                </a:lnTo>
                <a:lnTo>
                  <a:pt x="713295" y="12700"/>
                </a:lnTo>
                <a:close/>
              </a:path>
              <a:path w="726440" h="676275">
                <a:moveTo>
                  <a:pt x="713295" y="676275"/>
                </a:moveTo>
                <a:lnTo>
                  <a:pt x="713295" y="6350"/>
                </a:lnTo>
                <a:lnTo>
                  <a:pt x="719645" y="12700"/>
                </a:lnTo>
                <a:lnTo>
                  <a:pt x="725995" y="12700"/>
                </a:lnTo>
                <a:lnTo>
                  <a:pt x="725995" y="669925"/>
                </a:lnTo>
                <a:lnTo>
                  <a:pt x="719645" y="669925"/>
                </a:lnTo>
                <a:lnTo>
                  <a:pt x="713295" y="676275"/>
                </a:lnTo>
                <a:close/>
              </a:path>
              <a:path w="726440" h="676275">
                <a:moveTo>
                  <a:pt x="725995" y="12700"/>
                </a:moveTo>
                <a:lnTo>
                  <a:pt x="719645" y="12700"/>
                </a:lnTo>
                <a:lnTo>
                  <a:pt x="713295" y="6350"/>
                </a:lnTo>
                <a:lnTo>
                  <a:pt x="725995" y="6350"/>
                </a:lnTo>
                <a:lnTo>
                  <a:pt x="725995" y="12700"/>
                </a:lnTo>
                <a:close/>
              </a:path>
              <a:path w="726440" h="676275">
                <a:moveTo>
                  <a:pt x="12700" y="676275"/>
                </a:moveTo>
                <a:lnTo>
                  <a:pt x="6350" y="669925"/>
                </a:lnTo>
                <a:lnTo>
                  <a:pt x="12700" y="669925"/>
                </a:lnTo>
                <a:lnTo>
                  <a:pt x="12700" y="676275"/>
                </a:lnTo>
                <a:close/>
              </a:path>
              <a:path w="726440" h="676275">
                <a:moveTo>
                  <a:pt x="713295" y="676275"/>
                </a:moveTo>
                <a:lnTo>
                  <a:pt x="12700" y="676275"/>
                </a:lnTo>
                <a:lnTo>
                  <a:pt x="12700" y="669925"/>
                </a:lnTo>
                <a:lnTo>
                  <a:pt x="713295" y="669925"/>
                </a:lnTo>
                <a:lnTo>
                  <a:pt x="713295" y="676275"/>
                </a:lnTo>
                <a:close/>
              </a:path>
              <a:path w="726440" h="676275">
                <a:moveTo>
                  <a:pt x="725995" y="676275"/>
                </a:moveTo>
                <a:lnTo>
                  <a:pt x="713295" y="676275"/>
                </a:lnTo>
                <a:lnTo>
                  <a:pt x="719645" y="669925"/>
                </a:lnTo>
                <a:lnTo>
                  <a:pt x="725995" y="669925"/>
                </a:lnTo>
                <a:lnTo>
                  <a:pt x="725995" y="676275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18515" y="0"/>
            <a:ext cx="1049020" cy="873760"/>
          </a:xfrm>
          <a:custGeom>
            <a:avLst/>
            <a:gdLst/>
            <a:ahLst/>
            <a:cxnLst/>
            <a:rect l="l" t="t" r="r" b="b"/>
            <a:pathLst>
              <a:path w="1049020" h="873760">
                <a:moveTo>
                  <a:pt x="0" y="0"/>
                </a:moveTo>
                <a:lnTo>
                  <a:pt x="1048512" y="0"/>
                </a:lnTo>
                <a:lnTo>
                  <a:pt x="1048512" y="873252"/>
                </a:lnTo>
                <a:lnTo>
                  <a:pt x="0" y="873252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12280" y="0"/>
            <a:ext cx="1061720" cy="879475"/>
          </a:xfrm>
          <a:custGeom>
            <a:avLst/>
            <a:gdLst/>
            <a:ahLst/>
            <a:cxnLst/>
            <a:rect l="l" t="t" r="r" b="b"/>
            <a:pathLst>
              <a:path w="1061720" h="879475">
                <a:moveTo>
                  <a:pt x="1061440" y="879475"/>
                </a:moveTo>
                <a:lnTo>
                  <a:pt x="0" y="879475"/>
                </a:lnTo>
                <a:lnTo>
                  <a:pt x="0" y="0"/>
                </a:lnTo>
                <a:lnTo>
                  <a:pt x="12700" y="0"/>
                </a:lnTo>
                <a:lnTo>
                  <a:pt x="6350" y="6350"/>
                </a:lnTo>
                <a:lnTo>
                  <a:pt x="12700" y="6350"/>
                </a:lnTo>
                <a:lnTo>
                  <a:pt x="12700" y="866775"/>
                </a:lnTo>
                <a:lnTo>
                  <a:pt x="6350" y="866775"/>
                </a:lnTo>
                <a:lnTo>
                  <a:pt x="12700" y="873125"/>
                </a:lnTo>
                <a:lnTo>
                  <a:pt x="1061440" y="873125"/>
                </a:lnTo>
                <a:lnTo>
                  <a:pt x="1061440" y="879475"/>
                </a:lnTo>
                <a:close/>
              </a:path>
              <a:path w="1061720" h="879475">
                <a:moveTo>
                  <a:pt x="12700" y="6350"/>
                </a:moveTo>
                <a:lnTo>
                  <a:pt x="6350" y="6350"/>
                </a:lnTo>
                <a:lnTo>
                  <a:pt x="12700" y="0"/>
                </a:lnTo>
                <a:lnTo>
                  <a:pt x="12700" y="6350"/>
                </a:lnTo>
                <a:close/>
              </a:path>
              <a:path w="1061720" h="879475">
                <a:moveTo>
                  <a:pt x="1048740" y="6350"/>
                </a:moveTo>
                <a:lnTo>
                  <a:pt x="12700" y="6350"/>
                </a:lnTo>
                <a:lnTo>
                  <a:pt x="12700" y="0"/>
                </a:lnTo>
                <a:lnTo>
                  <a:pt x="1048740" y="0"/>
                </a:lnTo>
                <a:lnTo>
                  <a:pt x="1048740" y="6350"/>
                </a:lnTo>
                <a:close/>
              </a:path>
              <a:path w="1061720" h="879475">
                <a:moveTo>
                  <a:pt x="1048740" y="873125"/>
                </a:moveTo>
                <a:lnTo>
                  <a:pt x="1048740" y="0"/>
                </a:lnTo>
                <a:lnTo>
                  <a:pt x="1055090" y="6350"/>
                </a:lnTo>
                <a:lnTo>
                  <a:pt x="1061440" y="6350"/>
                </a:lnTo>
                <a:lnTo>
                  <a:pt x="1061440" y="866775"/>
                </a:lnTo>
                <a:lnTo>
                  <a:pt x="1055090" y="866775"/>
                </a:lnTo>
                <a:lnTo>
                  <a:pt x="1048740" y="873125"/>
                </a:lnTo>
                <a:close/>
              </a:path>
              <a:path w="1061720" h="879475">
                <a:moveTo>
                  <a:pt x="1061440" y="6350"/>
                </a:moveTo>
                <a:lnTo>
                  <a:pt x="1055090" y="6350"/>
                </a:lnTo>
                <a:lnTo>
                  <a:pt x="1048740" y="0"/>
                </a:lnTo>
                <a:lnTo>
                  <a:pt x="1061440" y="0"/>
                </a:lnTo>
                <a:lnTo>
                  <a:pt x="1061440" y="6350"/>
                </a:lnTo>
                <a:close/>
              </a:path>
              <a:path w="1061720" h="879475">
                <a:moveTo>
                  <a:pt x="12700" y="873125"/>
                </a:moveTo>
                <a:lnTo>
                  <a:pt x="6350" y="866775"/>
                </a:lnTo>
                <a:lnTo>
                  <a:pt x="12700" y="866775"/>
                </a:lnTo>
                <a:lnTo>
                  <a:pt x="12700" y="873125"/>
                </a:lnTo>
                <a:close/>
              </a:path>
              <a:path w="1061720" h="879475">
                <a:moveTo>
                  <a:pt x="1048740" y="873125"/>
                </a:moveTo>
                <a:lnTo>
                  <a:pt x="12700" y="873125"/>
                </a:lnTo>
                <a:lnTo>
                  <a:pt x="12700" y="866775"/>
                </a:lnTo>
                <a:lnTo>
                  <a:pt x="1048740" y="866775"/>
                </a:lnTo>
                <a:lnTo>
                  <a:pt x="1048740" y="873125"/>
                </a:lnTo>
                <a:close/>
              </a:path>
              <a:path w="1061720" h="879475">
                <a:moveTo>
                  <a:pt x="1061440" y="873125"/>
                </a:moveTo>
                <a:lnTo>
                  <a:pt x="1048740" y="873125"/>
                </a:lnTo>
                <a:lnTo>
                  <a:pt x="1055090" y="866775"/>
                </a:lnTo>
                <a:lnTo>
                  <a:pt x="1061440" y="866775"/>
                </a:lnTo>
                <a:lnTo>
                  <a:pt x="1061440" y="8731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18515" y="6187440"/>
            <a:ext cx="10845165" cy="670560"/>
          </a:xfrm>
          <a:custGeom>
            <a:avLst/>
            <a:gdLst/>
            <a:ahLst/>
            <a:cxnLst/>
            <a:rect l="l" t="t" r="r" b="b"/>
            <a:pathLst>
              <a:path w="10845165" h="670559">
                <a:moveTo>
                  <a:pt x="0" y="0"/>
                </a:moveTo>
                <a:lnTo>
                  <a:pt x="10844784" y="0"/>
                </a:lnTo>
                <a:lnTo>
                  <a:pt x="10844784" y="670560"/>
                </a:lnTo>
                <a:lnTo>
                  <a:pt x="0" y="670560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79219" y="0"/>
            <a:ext cx="166370" cy="875030"/>
          </a:xfrm>
          <a:custGeom>
            <a:avLst/>
            <a:gdLst/>
            <a:ahLst/>
            <a:cxnLst/>
            <a:rect l="l" t="t" r="r" b="b"/>
            <a:pathLst>
              <a:path w="166369" h="875030">
                <a:moveTo>
                  <a:pt x="0" y="0"/>
                </a:moveTo>
                <a:lnTo>
                  <a:pt x="166115" y="0"/>
                </a:lnTo>
                <a:lnTo>
                  <a:pt x="166115" y="874776"/>
                </a:lnTo>
                <a:lnTo>
                  <a:pt x="0" y="874776"/>
                </a:lnTo>
                <a:lnTo>
                  <a:pt x="0" y="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372552" y="0"/>
            <a:ext cx="180340" cy="879475"/>
          </a:xfrm>
          <a:custGeom>
            <a:avLst/>
            <a:gdLst/>
            <a:ahLst/>
            <a:cxnLst/>
            <a:rect l="l" t="t" r="r" b="b"/>
            <a:pathLst>
              <a:path w="180340" h="879475">
                <a:moveTo>
                  <a:pt x="179781" y="879475"/>
                </a:moveTo>
                <a:lnTo>
                  <a:pt x="0" y="879475"/>
                </a:lnTo>
                <a:lnTo>
                  <a:pt x="0" y="0"/>
                </a:lnTo>
                <a:lnTo>
                  <a:pt x="11087" y="0"/>
                </a:lnTo>
                <a:lnTo>
                  <a:pt x="6350" y="4737"/>
                </a:lnTo>
                <a:lnTo>
                  <a:pt x="12700" y="4737"/>
                </a:lnTo>
                <a:lnTo>
                  <a:pt x="12700" y="866775"/>
                </a:lnTo>
                <a:lnTo>
                  <a:pt x="6350" y="866775"/>
                </a:lnTo>
                <a:lnTo>
                  <a:pt x="12700" y="873125"/>
                </a:lnTo>
                <a:lnTo>
                  <a:pt x="179781" y="873125"/>
                </a:lnTo>
                <a:lnTo>
                  <a:pt x="179781" y="879475"/>
                </a:lnTo>
                <a:close/>
              </a:path>
              <a:path w="180340" h="879475">
                <a:moveTo>
                  <a:pt x="12700" y="4737"/>
                </a:moveTo>
                <a:lnTo>
                  <a:pt x="6350" y="4737"/>
                </a:lnTo>
                <a:lnTo>
                  <a:pt x="11087" y="0"/>
                </a:lnTo>
                <a:lnTo>
                  <a:pt x="12700" y="0"/>
                </a:lnTo>
                <a:lnTo>
                  <a:pt x="12700" y="4737"/>
                </a:lnTo>
                <a:close/>
              </a:path>
              <a:path w="180340" h="879475">
                <a:moveTo>
                  <a:pt x="167081" y="4737"/>
                </a:moveTo>
                <a:lnTo>
                  <a:pt x="12700" y="4737"/>
                </a:lnTo>
                <a:lnTo>
                  <a:pt x="12700" y="0"/>
                </a:lnTo>
                <a:lnTo>
                  <a:pt x="167081" y="0"/>
                </a:lnTo>
                <a:lnTo>
                  <a:pt x="167081" y="4737"/>
                </a:lnTo>
                <a:close/>
              </a:path>
              <a:path w="180340" h="879475">
                <a:moveTo>
                  <a:pt x="167081" y="873125"/>
                </a:moveTo>
                <a:lnTo>
                  <a:pt x="167081" y="0"/>
                </a:lnTo>
                <a:lnTo>
                  <a:pt x="168694" y="0"/>
                </a:lnTo>
                <a:lnTo>
                  <a:pt x="173431" y="4737"/>
                </a:lnTo>
                <a:lnTo>
                  <a:pt x="179781" y="4737"/>
                </a:lnTo>
                <a:lnTo>
                  <a:pt x="179781" y="866775"/>
                </a:lnTo>
                <a:lnTo>
                  <a:pt x="173431" y="866775"/>
                </a:lnTo>
                <a:lnTo>
                  <a:pt x="167081" y="873125"/>
                </a:lnTo>
                <a:close/>
              </a:path>
              <a:path w="180340" h="879475">
                <a:moveTo>
                  <a:pt x="179781" y="4737"/>
                </a:moveTo>
                <a:lnTo>
                  <a:pt x="173431" y="4737"/>
                </a:lnTo>
                <a:lnTo>
                  <a:pt x="168694" y="0"/>
                </a:lnTo>
                <a:lnTo>
                  <a:pt x="179781" y="0"/>
                </a:lnTo>
                <a:lnTo>
                  <a:pt x="179781" y="4737"/>
                </a:lnTo>
                <a:close/>
              </a:path>
              <a:path w="180340" h="879475">
                <a:moveTo>
                  <a:pt x="12700" y="873125"/>
                </a:moveTo>
                <a:lnTo>
                  <a:pt x="6350" y="866775"/>
                </a:lnTo>
                <a:lnTo>
                  <a:pt x="12700" y="866775"/>
                </a:lnTo>
                <a:lnTo>
                  <a:pt x="12700" y="873125"/>
                </a:lnTo>
                <a:close/>
              </a:path>
              <a:path w="180340" h="879475">
                <a:moveTo>
                  <a:pt x="167081" y="873125"/>
                </a:moveTo>
                <a:lnTo>
                  <a:pt x="12700" y="873125"/>
                </a:lnTo>
                <a:lnTo>
                  <a:pt x="12700" y="866775"/>
                </a:lnTo>
                <a:lnTo>
                  <a:pt x="167081" y="866775"/>
                </a:lnTo>
                <a:lnTo>
                  <a:pt x="167081" y="873125"/>
                </a:lnTo>
                <a:close/>
              </a:path>
              <a:path w="180340" h="879475">
                <a:moveTo>
                  <a:pt x="179781" y="873125"/>
                </a:moveTo>
                <a:lnTo>
                  <a:pt x="167081" y="873125"/>
                </a:lnTo>
                <a:lnTo>
                  <a:pt x="173431" y="866775"/>
                </a:lnTo>
                <a:lnTo>
                  <a:pt x="179781" y="866775"/>
                </a:lnTo>
                <a:lnTo>
                  <a:pt x="179781" y="873125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837419" y="347472"/>
            <a:ext cx="1969007" cy="4328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366469" y="0"/>
            <a:ext cx="0" cy="1061720"/>
          </a:xfrm>
          <a:custGeom>
            <a:avLst/>
            <a:gdLst/>
            <a:ahLst/>
            <a:cxnLst/>
            <a:rect l="l" t="t" r="r" b="b"/>
            <a:pathLst>
              <a:path h="1061720">
                <a:moveTo>
                  <a:pt x="0" y="0"/>
                </a:moveTo>
                <a:lnTo>
                  <a:pt x="0" y="1061593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1155413" y="6119786"/>
            <a:ext cx="0" cy="738505"/>
          </a:xfrm>
          <a:custGeom>
            <a:avLst/>
            <a:gdLst/>
            <a:ahLst/>
            <a:cxnLst/>
            <a:rect l="l" t="t" r="r" b="b"/>
            <a:pathLst>
              <a:path h="738504">
                <a:moveTo>
                  <a:pt x="0" y="0"/>
                </a:moveTo>
                <a:lnTo>
                  <a:pt x="0" y="738212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595765" y="6404203"/>
            <a:ext cx="235585" cy="264160"/>
          </a:xfrm>
          <a:custGeom>
            <a:avLst/>
            <a:gdLst/>
            <a:ahLst/>
            <a:cxnLst/>
            <a:rect l="l" t="t" r="r" b="b"/>
            <a:pathLst>
              <a:path w="235585" h="264159">
                <a:moveTo>
                  <a:pt x="114769" y="81279"/>
                </a:moveTo>
                <a:lnTo>
                  <a:pt x="112890" y="81279"/>
                </a:lnTo>
                <a:lnTo>
                  <a:pt x="107238" y="73660"/>
                </a:lnTo>
                <a:lnTo>
                  <a:pt x="118529" y="68579"/>
                </a:lnTo>
                <a:lnTo>
                  <a:pt x="126996" y="66039"/>
                </a:lnTo>
                <a:lnTo>
                  <a:pt x="135464" y="62229"/>
                </a:lnTo>
                <a:lnTo>
                  <a:pt x="143932" y="59689"/>
                </a:lnTo>
                <a:lnTo>
                  <a:pt x="152400" y="55879"/>
                </a:lnTo>
                <a:lnTo>
                  <a:pt x="156159" y="55879"/>
                </a:lnTo>
                <a:lnTo>
                  <a:pt x="158038" y="52070"/>
                </a:lnTo>
                <a:lnTo>
                  <a:pt x="159918" y="49529"/>
                </a:lnTo>
                <a:lnTo>
                  <a:pt x="162446" y="40639"/>
                </a:lnTo>
                <a:lnTo>
                  <a:pt x="166801" y="22860"/>
                </a:lnTo>
                <a:lnTo>
                  <a:pt x="169329" y="13970"/>
                </a:lnTo>
                <a:lnTo>
                  <a:pt x="169329" y="10160"/>
                </a:lnTo>
                <a:lnTo>
                  <a:pt x="176847" y="0"/>
                </a:lnTo>
                <a:lnTo>
                  <a:pt x="184378" y="0"/>
                </a:lnTo>
                <a:lnTo>
                  <a:pt x="184378" y="1270"/>
                </a:lnTo>
                <a:lnTo>
                  <a:pt x="186258" y="6350"/>
                </a:lnTo>
                <a:lnTo>
                  <a:pt x="186258" y="8889"/>
                </a:lnTo>
                <a:lnTo>
                  <a:pt x="179965" y="19050"/>
                </a:lnTo>
                <a:lnTo>
                  <a:pt x="176849" y="29210"/>
                </a:lnTo>
                <a:lnTo>
                  <a:pt x="175144" y="40639"/>
                </a:lnTo>
                <a:lnTo>
                  <a:pt x="173088" y="52070"/>
                </a:lnTo>
                <a:lnTo>
                  <a:pt x="181849" y="53339"/>
                </a:lnTo>
                <a:lnTo>
                  <a:pt x="202997" y="53339"/>
                </a:lnTo>
                <a:lnTo>
                  <a:pt x="208838" y="55879"/>
                </a:lnTo>
                <a:lnTo>
                  <a:pt x="203190" y="63500"/>
                </a:lnTo>
                <a:lnTo>
                  <a:pt x="191909" y="63500"/>
                </a:lnTo>
                <a:lnTo>
                  <a:pt x="179912" y="64770"/>
                </a:lnTo>
                <a:lnTo>
                  <a:pt x="156159" y="64770"/>
                </a:lnTo>
                <a:lnTo>
                  <a:pt x="146898" y="68579"/>
                </a:lnTo>
                <a:lnTo>
                  <a:pt x="138518" y="72389"/>
                </a:lnTo>
                <a:lnTo>
                  <a:pt x="122288" y="77470"/>
                </a:lnTo>
                <a:lnTo>
                  <a:pt x="114769" y="81279"/>
                </a:lnTo>
                <a:close/>
              </a:path>
              <a:path w="235585" h="264159">
                <a:moveTo>
                  <a:pt x="68727" y="60960"/>
                </a:moveTo>
                <a:lnTo>
                  <a:pt x="52679" y="60960"/>
                </a:lnTo>
                <a:lnTo>
                  <a:pt x="62057" y="55879"/>
                </a:lnTo>
                <a:lnTo>
                  <a:pt x="69848" y="48260"/>
                </a:lnTo>
                <a:lnTo>
                  <a:pt x="75169" y="40639"/>
                </a:lnTo>
                <a:lnTo>
                  <a:pt x="77139" y="29210"/>
                </a:lnTo>
                <a:lnTo>
                  <a:pt x="77139" y="24129"/>
                </a:lnTo>
                <a:lnTo>
                  <a:pt x="80899" y="16510"/>
                </a:lnTo>
                <a:lnTo>
                  <a:pt x="82778" y="10160"/>
                </a:lnTo>
                <a:lnTo>
                  <a:pt x="90309" y="5079"/>
                </a:lnTo>
                <a:lnTo>
                  <a:pt x="92189" y="5079"/>
                </a:lnTo>
                <a:lnTo>
                  <a:pt x="99098" y="7620"/>
                </a:lnTo>
                <a:lnTo>
                  <a:pt x="105122" y="12700"/>
                </a:lnTo>
                <a:lnTo>
                  <a:pt x="109382" y="19050"/>
                </a:lnTo>
                <a:lnTo>
                  <a:pt x="110998" y="27939"/>
                </a:lnTo>
                <a:lnTo>
                  <a:pt x="110998" y="33020"/>
                </a:lnTo>
                <a:lnTo>
                  <a:pt x="122288" y="40639"/>
                </a:lnTo>
                <a:lnTo>
                  <a:pt x="127939" y="45720"/>
                </a:lnTo>
                <a:lnTo>
                  <a:pt x="129819" y="52070"/>
                </a:lnTo>
                <a:lnTo>
                  <a:pt x="99720" y="52070"/>
                </a:lnTo>
                <a:lnTo>
                  <a:pt x="95948" y="53339"/>
                </a:lnTo>
                <a:lnTo>
                  <a:pt x="94773" y="59689"/>
                </a:lnTo>
                <a:lnTo>
                  <a:pt x="69608" y="59689"/>
                </a:lnTo>
                <a:lnTo>
                  <a:pt x="68727" y="60960"/>
                </a:lnTo>
                <a:close/>
              </a:path>
              <a:path w="235585" h="264159">
                <a:moveTo>
                  <a:pt x="43268" y="105410"/>
                </a:moveTo>
                <a:lnTo>
                  <a:pt x="37630" y="104139"/>
                </a:lnTo>
                <a:lnTo>
                  <a:pt x="31978" y="104139"/>
                </a:lnTo>
                <a:lnTo>
                  <a:pt x="26339" y="101600"/>
                </a:lnTo>
                <a:lnTo>
                  <a:pt x="20370" y="99060"/>
                </a:lnTo>
                <a:lnTo>
                  <a:pt x="16695" y="93979"/>
                </a:lnTo>
                <a:lnTo>
                  <a:pt x="15490" y="87629"/>
                </a:lnTo>
                <a:lnTo>
                  <a:pt x="16929" y="81279"/>
                </a:lnTo>
                <a:lnTo>
                  <a:pt x="18808" y="77470"/>
                </a:lnTo>
                <a:lnTo>
                  <a:pt x="18808" y="72389"/>
                </a:lnTo>
                <a:lnTo>
                  <a:pt x="48920" y="36829"/>
                </a:lnTo>
                <a:lnTo>
                  <a:pt x="50800" y="34289"/>
                </a:lnTo>
                <a:lnTo>
                  <a:pt x="56438" y="36829"/>
                </a:lnTo>
                <a:lnTo>
                  <a:pt x="60210" y="40639"/>
                </a:lnTo>
                <a:lnTo>
                  <a:pt x="63969" y="41910"/>
                </a:lnTo>
                <a:lnTo>
                  <a:pt x="60210" y="45720"/>
                </a:lnTo>
                <a:lnTo>
                  <a:pt x="58318" y="49529"/>
                </a:lnTo>
                <a:lnTo>
                  <a:pt x="54559" y="52070"/>
                </a:lnTo>
                <a:lnTo>
                  <a:pt x="54559" y="57150"/>
                </a:lnTo>
                <a:lnTo>
                  <a:pt x="52679" y="60960"/>
                </a:lnTo>
                <a:lnTo>
                  <a:pt x="68727" y="60960"/>
                </a:lnTo>
                <a:lnTo>
                  <a:pt x="62558" y="69850"/>
                </a:lnTo>
                <a:lnTo>
                  <a:pt x="55503" y="81279"/>
                </a:lnTo>
                <a:lnTo>
                  <a:pt x="41389" y="101600"/>
                </a:lnTo>
                <a:lnTo>
                  <a:pt x="41389" y="104139"/>
                </a:lnTo>
                <a:lnTo>
                  <a:pt x="43268" y="105410"/>
                </a:lnTo>
                <a:close/>
              </a:path>
              <a:path w="235585" h="264159">
                <a:moveTo>
                  <a:pt x="127939" y="63500"/>
                </a:moveTo>
                <a:lnTo>
                  <a:pt x="120408" y="60960"/>
                </a:lnTo>
                <a:lnTo>
                  <a:pt x="112890" y="57150"/>
                </a:lnTo>
                <a:lnTo>
                  <a:pt x="107238" y="55879"/>
                </a:lnTo>
                <a:lnTo>
                  <a:pt x="99720" y="52070"/>
                </a:lnTo>
                <a:lnTo>
                  <a:pt x="129819" y="52070"/>
                </a:lnTo>
                <a:lnTo>
                  <a:pt x="133578" y="59689"/>
                </a:lnTo>
                <a:lnTo>
                  <a:pt x="127939" y="63500"/>
                </a:lnTo>
                <a:close/>
              </a:path>
              <a:path w="235585" h="264159">
                <a:moveTo>
                  <a:pt x="202997" y="53339"/>
                </a:moveTo>
                <a:lnTo>
                  <a:pt x="181849" y="53339"/>
                </a:lnTo>
                <a:lnTo>
                  <a:pt x="190963" y="52070"/>
                </a:lnTo>
                <a:lnTo>
                  <a:pt x="200077" y="52070"/>
                </a:lnTo>
                <a:lnTo>
                  <a:pt x="202997" y="53339"/>
                </a:lnTo>
                <a:close/>
              </a:path>
              <a:path w="235585" h="264159">
                <a:moveTo>
                  <a:pt x="29165" y="160019"/>
                </a:moveTo>
                <a:lnTo>
                  <a:pt x="19288" y="156210"/>
                </a:lnTo>
                <a:lnTo>
                  <a:pt x="9410" y="151130"/>
                </a:lnTo>
                <a:lnTo>
                  <a:pt x="0" y="147319"/>
                </a:lnTo>
                <a:lnTo>
                  <a:pt x="0" y="140969"/>
                </a:lnTo>
                <a:lnTo>
                  <a:pt x="37395" y="120650"/>
                </a:lnTo>
                <a:lnTo>
                  <a:pt x="50948" y="111760"/>
                </a:lnTo>
                <a:lnTo>
                  <a:pt x="63969" y="104139"/>
                </a:lnTo>
                <a:lnTo>
                  <a:pt x="65849" y="101600"/>
                </a:lnTo>
                <a:lnTo>
                  <a:pt x="69608" y="100330"/>
                </a:lnTo>
                <a:lnTo>
                  <a:pt x="69608" y="96520"/>
                </a:lnTo>
                <a:lnTo>
                  <a:pt x="70695" y="87629"/>
                </a:lnTo>
                <a:lnTo>
                  <a:pt x="71253" y="78739"/>
                </a:lnTo>
                <a:lnTo>
                  <a:pt x="71370" y="73660"/>
                </a:lnTo>
                <a:lnTo>
                  <a:pt x="71488" y="59689"/>
                </a:lnTo>
                <a:lnTo>
                  <a:pt x="94773" y="59689"/>
                </a:lnTo>
                <a:lnTo>
                  <a:pt x="94068" y="63500"/>
                </a:lnTo>
                <a:lnTo>
                  <a:pt x="91484" y="78739"/>
                </a:lnTo>
                <a:lnTo>
                  <a:pt x="90309" y="93979"/>
                </a:lnTo>
                <a:lnTo>
                  <a:pt x="91954" y="107950"/>
                </a:lnTo>
                <a:lnTo>
                  <a:pt x="97828" y="123189"/>
                </a:lnTo>
                <a:lnTo>
                  <a:pt x="119782" y="123189"/>
                </a:lnTo>
                <a:lnTo>
                  <a:pt x="122288" y="128269"/>
                </a:lnTo>
                <a:lnTo>
                  <a:pt x="222008" y="128269"/>
                </a:lnTo>
                <a:lnTo>
                  <a:pt x="214477" y="132080"/>
                </a:lnTo>
                <a:lnTo>
                  <a:pt x="165569" y="132080"/>
                </a:lnTo>
                <a:lnTo>
                  <a:pt x="154274" y="139700"/>
                </a:lnTo>
                <a:lnTo>
                  <a:pt x="142989" y="144780"/>
                </a:lnTo>
                <a:lnTo>
                  <a:pt x="135637" y="149860"/>
                </a:lnTo>
                <a:lnTo>
                  <a:pt x="133070" y="151130"/>
                </a:lnTo>
                <a:lnTo>
                  <a:pt x="48920" y="151130"/>
                </a:lnTo>
                <a:lnTo>
                  <a:pt x="39042" y="158750"/>
                </a:lnTo>
                <a:lnTo>
                  <a:pt x="29165" y="160019"/>
                </a:lnTo>
                <a:close/>
              </a:path>
              <a:path w="235585" h="264159">
                <a:moveTo>
                  <a:pt x="201307" y="66039"/>
                </a:moveTo>
                <a:lnTo>
                  <a:pt x="193789" y="64770"/>
                </a:lnTo>
                <a:lnTo>
                  <a:pt x="193789" y="63500"/>
                </a:lnTo>
                <a:lnTo>
                  <a:pt x="203190" y="63500"/>
                </a:lnTo>
                <a:lnTo>
                  <a:pt x="201307" y="66039"/>
                </a:lnTo>
                <a:close/>
              </a:path>
              <a:path w="235585" h="264159">
                <a:moveTo>
                  <a:pt x="169117" y="87629"/>
                </a:moveTo>
                <a:lnTo>
                  <a:pt x="152400" y="87629"/>
                </a:lnTo>
                <a:lnTo>
                  <a:pt x="152400" y="81279"/>
                </a:lnTo>
                <a:lnTo>
                  <a:pt x="154279" y="73660"/>
                </a:lnTo>
                <a:lnTo>
                  <a:pt x="156159" y="64770"/>
                </a:lnTo>
                <a:lnTo>
                  <a:pt x="179912" y="64770"/>
                </a:lnTo>
                <a:lnTo>
                  <a:pt x="172151" y="69850"/>
                </a:lnTo>
                <a:lnTo>
                  <a:pt x="168624" y="78739"/>
                </a:lnTo>
                <a:lnTo>
                  <a:pt x="169117" y="87629"/>
                </a:lnTo>
                <a:close/>
              </a:path>
              <a:path w="235585" h="264159">
                <a:moveTo>
                  <a:pt x="222008" y="128269"/>
                </a:moveTo>
                <a:lnTo>
                  <a:pt x="122288" y="128269"/>
                </a:lnTo>
                <a:lnTo>
                  <a:pt x="142989" y="107950"/>
                </a:lnTo>
                <a:lnTo>
                  <a:pt x="141109" y="104139"/>
                </a:lnTo>
                <a:lnTo>
                  <a:pt x="141109" y="101600"/>
                </a:lnTo>
                <a:lnTo>
                  <a:pt x="139230" y="97789"/>
                </a:lnTo>
                <a:lnTo>
                  <a:pt x="133578" y="95250"/>
                </a:lnTo>
                <a:lnTo>
                  <a:pt x="133578" y="92710"/>
                </a:lnTo>
                <a:lnTo>
                  <a:pt x="135458" y="87629"/>
                </a:lnTo>
                <a:lnTo>
                  <a:pt x="141109" y="85089"/>
                </a:lnTo>
                <a:lnTo>
                  <a:pt x="146748" y="87629"/>
                </a:lnTo>
                <a:lnTo>
                  <a:pt x="169117" y="87629"/>
                </a:lnTo>
                <a:lnTo>
                  <a:pt x="169329" y="91439"/>
                </a:lnTo>
                <a:lnTo>
                  <a:pt x="171208" y="96520"/>
                </a:lnTo>
                <a:lnTo>
                  <a:pt x="174967" y="101600"/>
                </a:lnTo>
                <a:lnTo>
                  <a:pt x="178739" y="109219"/>
                </a:lnTo>
                <a:lnTo>
                  <a:pt x="225448" y="109219"/>
                </a:lnTo>
                <a:lnTo>
                  <a:pt x="231419" y="113030"/>
                </a:lnTo>
                <a:lnTo>
                  <a:pt x="235178" y="116839"/>
                </a:lnTo>
                <a:lnTo>
                  <a:pt x="235178" y="123189"/>
                </a:lnTo>
                <a:lnTo>
                  <a:pt x="229539" y="124460"/>
                </a:lnTo>
                <a:lnTo>
                  <a:pt x="222008" y="128269"/>
                </a:lnTo>
                <a:close/>
              </a:path>
              <a:path w="235585" h="264159">
                <a:moveTo>
                  <a:pt x="225448" y="109219"/>
                </a:moveTo>
                <a:lnTo>
                  <a:pt x="184703" y="109219"/>
                </a:lnTo>
                <a:lnTo>
                  <a:pt x="191200" y="107950"/>
                </a:lnTo>
                <a:lnTo>
                  <a:pt x="205079" y="105410"/>
                </a:lnTo>
                <a:lnTo>
                  <a:pt x="212100" y="105410"/>
                </a:lnTo>
                <a:lnTo>
                  <a:pt x="218949" y="106680"/>
                </a:lnTo>
                <a:lnTo>
                  <a:pt x="225448" y="109219"/>
                </a:lnTo>
                <a:close/>
              </a:path>
              <a:path w="235585" h="264159">
                <a:moveTo>
                  <a:pt x="119782" y="123189"/>
                </a:moveTo>
                <a:lnTo>
                  <a:pt x="97828" y="123189"/>
                </a:lnTo>
                <a:lnTo>
                  <a:pt x="105359" y="115569"/>
                </a:lnTo>
                <a:lnTo>
                  <a:pt x="109118" y="107950"/>
                </a:lnTo>
                <a:lnTo>
                  <a:pt x="118529" y="120650"/>
                </a:lnTo>
                <a:lnTo>
                  <a:pt x="119782" y="123189"/>
                </a:lnTo>
                <a:close/>
              </a:path>
              <a:path w="235585" h="264159">
                <a:moveTo>
                  <a:pt x="152400" y="223519"/>
                </a:moveTo>
                <a:lnTo>
                  <a:pt x="144226" y="219710"/>
                </a:lnTo>
                <a:lnTo>
                  <a:pt x="139225" y="214630"/>
                </a:lnTo>
                <a:lnTo>
                  <a:pt x="137046" y="208280"/>
                </a:lnTo>
                <a:lnTo>
                  <a:pt x="137337" y="200660"/>
                </a:lnTo>
                <a:lnTo>
                  <a:pt x="142281" y="182880"/>
                </a:lnTo>
                <a:lnTo>
                  <a:pt x="148634" y="166369"/>
                </a:lnTo>
                <a:lnTo>
                  <a:pt x="156397" y="148589"/>
                </a:lnTo>
                <a:lnTo>
                  <a:pt x="165569" y="132080"/>
                </a:lnTo>
                <a:lnTo>
                  <a:pt x="198051" y="132080"/>
                </a:lnTo>
                <a:lnTo>
                  <a:pt x="190730" y="135889"/>
                </a:lnTo>
                <a:lnTo>
                  <a:pt x="184468" y="140969"/>
                </a:lnTo>
                <a:lnTo>
                  <a:pt x="178739" y="147319"/>
                </a:lnTo>
                <a:lnTo>
                  <a:pt x="184378" y="148589"/>
                </a:lnTo>
                <a:lnTo>
                  <a:pt x="191909" y="148589"/>
                </a:lnTo>
                <a:lnTo>
                  <a:pt x="195668" y="152400"/>
                </a:lnTo>
                <a:lnTo>
                  <a:pt x="199428" y="154939"/>
                </a:lnTo>
                <a:lnTo>
                  <a:pt x="203200" y="160019"/>
                </a:lnTo>
                <a:lnTo>
                  <a:pt x="182499" y="160019"/>
                </a:lnTo>
                <a:lnTo>
                  <a:pt x="176796" y="161289"/>
                </a:lnTo>
                <a:lnTo>
                  <a:pt x="169329" y="167639"/>
                </a:lnTo>
                <a:lnTo>
                  <a:pt x="173088" y="172719"/>
                </a:lnTo>
                <a:lnTo>
                  <a:pt x="182499" y="172719"/>
                </a:lnTo>
                <a:lnTo>
                  <a:pt x="182499" y="179069"/>
                </a:lnTo>
                <a:lnTo>
                  <a:pt x="165569" y="179069"/>
                </a:lnTo>
                <a:lnTo>
                  <a:pt x="158038" y="186689"/>
                </a:lnTo>
                <a:lnTo>
                  <a:pt x="158038" y="187960"/>
                </a:lnTo>
                <a:lnTo>
                  <a:pt x="169329" y="191769"/>
                </a:lnTo>
                <a:lnTo>
                  <a:pt x="178739" y="196850"/>
                </a:lnTo>
                <a:lnTo>
                  <a:pt x="180854" y="200660"/>
                </a:lnTo>
                <a:lnTo>
                  <a:pt x="156159" y="200660"/>
                </a:lnTo>
                <a:lnTo>
                  <a:pt x="154279" y="208280"/>
                </a:lnTo>
                <a:lnTo>
                  <a:pt x="154279" y="215900"/>
                </a:lnTo>
                <a:lnTo>
                  <a:pt x="152400" y="223519"/>
                </a:lnTo>
                <a:close/>
              </a:path>
              <a:path w="235585" h="264159">
                <a:moveTo>
                  <a:pt x="45420" y="224789"/>
                </a:moveTo>
                <a:lnTo>
                  <a:pt x="39509" y="223519"/>
                </a:lnTo>
                <a:lnTo>
                  <a:pt x="33834" y="219710"/>
                </a:lnTo>
                <a:lnTo>
                  <a:pt x="30805" y="214630"/>
                </a:lnTo>
                <a:lnTo>
                  <a:pt x="30246" y="208280"/>
                </a:lnTo>
                <a:lnTo>
                  <a:pt x="31978" y="200660"/>
                </a:lnTo>
                <a:lnTo>
                  <a:pt x="36215" y="189230"/>
                </a:lnTo>
                <a:lnTo>
                  <a:pt x="48920" y="151130"/>
                </a:lnTo>
                <a:lnTo>
                  <a:pt x="133070" y="151130"/>
                </a:lnTo>
                <a:lnTo>
                  <a:pt x="120234" y="157480"/>
                </a:lnTo>
                <a:lnTo>
                  <a:pt x="112890" y="161289"/>
                </a:lnTo>
                <a:lnTo>
                  <a:pt x="110998" y="161289"/>
                </a:lnTo>
                <a:lnTo>
                  <a:pt x="107238" y="163830"/>
                </a:lnTo>
                <a:lnTo>
                  <a:pt x="101600" y="163830"/>
                </a:lnTo>
                <a:lnTo>
                  <a:pt x="99720" y="165100"/>
                </a:lnTo>
                <a:lnTo>
                  <a:pt x="92189" y="180339"/>
                </a:lnTo>
                <a:lnTo>
                  <a:pt x="92286" y="191769"/>
                </a:lnTo>
                <a:lnTo>
                  <a:pt x="92415" y="196850"/>
                </a:lnTo>
                <a:lnTo>
                  <a:pt x="69608" y="196850"/>
                </a:lnTo>
                <a:lnTo>
                  <a:pt x="67729" y="203200"/>
                </a:lnTo>
                <a:lnTo>
                  <a:pt x="63969" y="207010"/>
                </a:lnTo>
                <a:lnTo>
                  <a:pt x="62090" y="212089"/>
                </a:lnTo>
                <a:lnTo>
                  <a:pt x="57236" y="219710"/>
                </a:lnTo>
                <a:lnTo>
                  <a:pt x="51504" y="223519"/>
                </a:lnTo>
                <a:lnTo>
                  <a:pt x="45420" y="224789"/>
                </a:lnTo>
                <a:close/>
              </a:path>
              <a:path w="235585" h="264159">
                <a:moveTo>
                  <a:pt x="210220" y="242569"/>
                </a:moveTo>
                <a:lnTo>
                  <a:pt x="188137" y="242569"/>
                </a:lnTo>
                <a:lnTo>
                  <a:pt x="188137" y="240030"/>
                </a:lnTo>
                <a:lnTo>
                  <a:pt x="190030" y="240030"/>
                </a:lnTo>
                <a:lnTo>
                  <a:pt x="190030" y="171450"/>
                </a:lnTo>
                <a:lnTo>
                  <a:pt x="186791" y="163830"/>
                </a:lnTo>
                <a:lnTo>
                  <a:pt x="182499" y="160019"/>
                </a:lnTo>
                <a:lnTo>
                  <a:pt x="203200" y="160019"/>
                </a:lnTo>
                <a:lnTo>
                  <a:pt x="205079" y="163830"/>
                </a:lnTo>
                <a:lnTo>
                  <a:pt x="210220" y="242569"/>
                </a:lnTo>
                <a:close/>
              </a:path>
              <a:path w="235585" h="264159">
                <a:moveTo>
                  <a:pt x="182499" y="184150"/>
                </a:moveTo>
                <a:lnTo>
                  <a:pt x="165569" y="179069"/>
                </a:lnTo>
                <a:lnTo>
                  <a:pt x="182499" y="179069"/>
                </a:lnTo>
                <a:lnTo>
                  <a:pt x="182499" y="184150"/>
                </a:lnTo>
                <a:close/>
              </a:path>
              <a:path w="235585" h="264159">
                <a:moveTo>
                  <a:pt x="95948" y="255269"/>
                </a:moveTo>
                <a:lnTo>
                  <a:pt x="90309" y="252730"/>
                </a:lnTo>
                <a:lnTo>
                  <a:pt x="84658" y="252730"/>
                </a:lnTo>
                <a:lnTo>
                  <a:pt x="69608" y="242569"/>
                </a:lnTo>
                <a:lnTo>
                  <a:pt x="71488" y="232410"/>
                </a:lnTo>
                <a:lnTo>
                  <a:pt x="73375" y="224789"/>
                </a:lnTo>
                <a:lnTo>
                  <a:pt x="73645" y="219710"/>
                </a:lnTo>
                <a:lnTo>
                  <a:pt x="73740" y="212089"/>
                </a:lnTo>
                <a:lnTo>
                  <a:pt x="73380" y="199389"/>
                </a:lnTo>
                <a:lnTo>
                  <a:pt x="71488" y="199389"/>
                </a:lnTo>
                <a:lnTo>
                  <a:pt x="69608" y="196850"/>
                </a:lnTo>
                <a:lnTo>
                  <a:pt x="92415" y="196850"/>
                </a:lnTo>
                <a:lnTo>
                  <a:pt x="92512" y="200660"/>
                </a:lnTo>
                <a:lnTo>
                  <a:pt x="93364" y="213360"/>
                </a:lnTo>
                <a:lnTo>
                  <a:pt x="94568" y="226060"/>
                </a:lnTo>
                <a:lnTo>
                  <a:pt x="95948" y="238760"/>
                </a:lnTo>
                <a:lnTo>
                  <a:pt x="95948" y="255269"/>
                </a:lnTo>
                <a:close/>
              </a:path>
              <a:path w="235585" h="264159">
                <a:moveTo>
                  <a:pt x="173088" y="214630"/>
                </a:moveTo>
                <a:lnTo>
                  <a:pt x="167449" y="208280"/>
                </a:lnTo>
                <a:lnTo>
                  <a:pt x="161798" y="204469"/>
                </a:lnTo>
                <a:lnTo>
                  <a:pt x="159918" y="204469"/>
                </a:lnTo>
                <a:lnTo>
                  <a:pt x="156159" y="200660"/>
                </a:lnTo>
                <a:lnTo>
                  <a:pt x="180854" y="200660"/>
                </a:lnTo>
                <a:lnTo>
                  <a:pt x="184378" y="207010"/>
                </a:lnTo>
                <a:lnTo>
                  <a:pt x="180619" y="208280"/>
                </a:lnTo>
                <a:lnTo>
                  <a:pt x="173088" y="214630"/>
                </a:lnTo>
                <a:close/>
              </a:path>
              <a:path w="235585" h="264159">
                <a:moveTo>
                  <a:pt x="206959" y="264160"/>
                </a:moveTo>
                <a:lnTo>
                  <a:pt x="201307" y="262889"/>
                </a:lnTo>
                <a:lnTo>
                  <a:pt x="195668" y="262889"/>
                </a:lnTo>
                <a:lnTo>
                  <a:pt x="191909" y="260350"/>
                </a:lnTo>
                <a:lnTo>
                  <a:pt x="185204" y="255269"/>
                </a:lnTo>
                <a:lnTo>
                  <a:pt x="179204" y="248919"/>
                </a:lnTo>
                <a:lnTo>
                  <a:pt x="173912" y="242569"/>
                </a:lnTo>
                <a:lnTo>
                  <a:pt x="169329" y="236219"/>
                </a:lnTo>
                <a:lnTo>
                  <a:pt x="167449" y="234950"/>
                </a:lnTo>
                <a:lnTo>
                  <a:pt x="167449" y="228600"/>
                </a:lnTo>
                <a:lnTo>
                  <a:pt x="173088" y="232410"/>
                </a:lnTo>
                <a:lnTo>
                  <a:pt x="180619" y="236219"/>
                </a:lnTo>
                <a:lnTo>
                  <a:pt x="188137" y="242569"/>
                </a:lnTo>
                <a:lnTo>
                  <a:pt x="210220" y="242569"/>
                </a:lnTo>
                <a:lnTo>
                  <a:pt x="210635" y="248919"/>
                </a:lnTo>
                <a:lnTo>
                  <a:pt x="210718" y="255269"/>
                </a:lnTo>
                <a:lnTo>
                  <a:pt x="206959" y="260350"/>
                </a:lnTo>
                <a:lnTo>
                  <a:pt x="206959" y="2641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931477" y="6450622"/>
            <a:ext cx="131035" cy="1977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014359" y="6385217"/>
            <a:ext cx="236769" cy="29737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351033" y="6466890"/>
            <a:ext cx="141664" cy="15610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171854" y="6431394"/>
            <a:ext cx="209530" cy="22401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87286" y="6381750"/>
            <a:ext cx="241935" cy="287020"/>
          </a:xfrm>
          <a:custGeom>
            <a:avLst/>
            <a:gdLst/>
            <a:ahLst/>
            <a:cxnLst/>
            <a:rect l="l" t="t" r="r" b="b"/>
            <a:pathLst>
              <a:path w="241934" h="287020">
                <a:moveTo>
                  <a:pt x="198069" y="81279"/>
                </a:moveTo>
                <a:lnTo>
                  <a:pt x="128270" y="81279"/>
                </a:lnTo>
                <a:lnTo>
                  <a:pt x="132054" y="77470"/>
                </a:lnTo>
                <a:lnTo>
                  <a:pt x="133934" y="71120"/>
                </a:lnTo>
                <a:lnTo>
                  <a:pt x="139592" y="54610"/>
                </a:lnTo>
                <a:lnTo>
                  <a:pt x="145249" y="39370"/>
                </a:lnTo>
                <a:lnTo>
                  <a:pt x="150907" y="25400"/>
                </a:lnTo>
                <a:lnTo>
                  <a:pt x="158457" y="5079"/>
                </a:lnTo>
                <a:lnTo>
                  <a:pt x="158457" y="0"/>
                </a:lnTo>
                <a:lnTo>
                  <a:pt x="173545" y="6350"/>
                </a:lnTo>
                <a:lnTo>
                  <a:pt x="177317" y="16510"/>
                </a:lnTo>
                <a:lnTo>
                  <a:pt x="171665" y="20320"/>
                </a:lnTo>
                <a:lnTo>
                  <a:pt x="162847" y="31750"/>
                </a:lnTo>
                <a:lnTo>
                  <a:pt x="157746" y="45720"/>
                </a:lnTo>
                <a:lnTo>
                  <a:pt x="154417" y="60960"/>
                </a:lnTo>
                <a:lnTo>
                  <a:pt x="150914" y="76200"/>
                </a:lnTo>
                <a:lnTo>
                  <a:pt x="199961" y="76200"/>
                </a:lnTo>
                <a:lnTo>
                  <a:pt x="199961" y="77470"/>
                </a:lnTo>
                <a:lnTo>
                  <a:pt x="198069" y="81279"/>
                </a:lnTo>
                <a:close/>
              </a:path>
              <a:path w="241934" h="287020">
                <a:moveTo>
                  <a:pt x="25469" y="226059"/>
                </a:moveTo>
                <a:lnTo>
                  <a:pt x="0" y="191770"/>
                </a:lnTo>
                <a:lnTo>
                  <a:pt x="0" y="190500"/>
                </a:lnTo>
                <a:lnTo>
                  <a:pt x="1892" y="187959"/>
                </a:lnTo>
                <a:lnTo>
                  <a:pt x="1892" y="186690"/>
                </a:lnTo>
                <a:lnTo>
                  <a:pt x="10645" y="173990"/>
                </a:lnTo>
                <a:lnTo>
                  <a:pt x="19575" y="161290"/>
                </a:lnTo>
                <a:lnTo>
                  <a:pt x="28150" y="147320"/>
                </a:lnTo>
                <a:lnTo>
                  <a:pt x="35839" y="134620"/>
                </a:lnTo>
                <a:lnTo>
                  <a:pt x="39762" y="127000"/>
                </a:lnTo>
                <a:lnTo>
                  <a:pt x="43153" y="119379"/>
                </a:lnTo>
                <a:lnTo>
                  <a:pt x="46188" y="110489"/>
                </a:lnTo>
                <a:lnTo>
                  <a:pt x="49047" y="102870"/>
                </a:lnTo>
                <a:lnTo>
                  <a:pt x="50939" y="100329"/>
                </a:lnTo>
                <a:lnTo>
                  <a:pt x="47167" y="99060"/>
                </a:lnTo>
                <a:lnTo>
                  <a:pt x="47167" y="95250"/>
                </a:lnTo>
                <a:lnTo>
                  <a:pt x="39679" y="85089"/>
                </a:lnTo>
                <a:lnTo>
                  <a:pt x="36788" y="76200"/>
                </a:lnTo>
                <a:lnTo>
                  <a:pt x="38141" y="66039"/>
                </a:lnTo>
                <a:lnTo>
                  <a:pt x="64344" y="30479"/>
                </a:lnTo>
                <a:lnTo>
                  <a:pt x="81675" y="22860"/>
                </a:lnTo>
                <a:lnTo>
                  <a:pt x="88896" y="22860"/>
                </a:lnTo>
                <a:lnTo>
                  <a:pt x="95055" y="25400"/>
                </a:lnTo>
                <a:lnTo>
                  <a:pt x="99974" y="29210"/>
                </a:lnTo>
                <a:lnTo>
                  <a:pt x="105638" y="36829"/>
                </a:lnTo>
                <a:lnTo>
                  <a:pt x="105638" y="40639"/>
                </a:lnTo>
                <a:lnTo>
                  <a:pt x="96202" y="44450"/>
                </a:lnTo>
                <a:lnTo>
                  <a:pt x="87571" y="48260"/>
                </a:lnTo>
                <a:lnTo>
                  <a:pt x="80881" y="53339"/>
                </a:lnTo>
                <a:lnTo>
                  <a:pt x="75251" y="59689"/>
                </a:lnTo>
                <a:lnTo>
                  <a:pt x="69799" y="67310"/>
                </a:lnTo>
                <a:lnTo>
                  <a:pt x="67906" y="72389"/>
                </a:lnTo>
                <a:lnTo>
                  <a:pt x="67906" y="77470"/>
                </a:lnTo>
                <a:lnTo>
                  <a:pt x="77342" y="83820"/>
                </a:lnTo>
                <a:lnTo>
                  <a:pt x="79235" y="87629"/>
                </a:lnTo>
                <a:lnTo>
                  <a:pt x="81114" y="88900"/>
                </a:lnTo>
                <a:lnTo>
                  <a:pt x="91343" y="101600"/>
                </a:lnTo>
                <a:lnTo>
                  <a:pt x="96443" y="111760"/>
                </a:lnTo>
                <a:lnTo>
                  <a:pt x="96238" y="123190"/>
                </a:lnTo>
                <a:lnTo>
                  <a:pt x="90550" y="135890"/>
                </a:lnTo>
                <a:lnTo>
                  <a:pt x="101866" y="140970"/>
                </a:lnTo>
                <a:lnTo>
                  <a:pt x="132676" y="140970"/>
                </a:lnTo>
                <a:lnTo>
                  <a:pt x="130162" y="143509"/>
                </a:lnTo>
                <a:lnTo>
                  <a:pt x="128270" y="143509"/>
                </a:lnTo>
                <a:lnTo>
                  <a:pt x="126390" y="144779"/>
                </a:lnTo>
                <a:lnTo>
                  <a:pt x="81114" y="144779"/>
                </a:lnTo>
                <a:lnTo>
                  <a:pt x="64134" y="173990"/>
                </a:lnTo>
                <a:lnTo>
                  <a:pt x="62255" y="175259"/>
                </a:lnTo>
                <a:lnTo>
                  <a:pt x="62255" y="179070"/>
                </a:lnTo>
                <a:lnTo>
                  <a:pt x="64134" y="182879"/>
                </a:lnTo>
                <a:lnTo>
                  <a:pt x="64134" y="186690"/>
                </a:lnTo>
                <a:lnTo>
                  <a:pt x="66027" y="191770"/>
                </a:lnTo>
                <a:lnTo>
                  <a:pt x="66027" y="195579"/>
                </a:lnTo>
                <a:lnTo>
                  <a:pt x="61573" y="219709"/>
                </a:lnTo>
                <a:lnTo>
                  <a:pt x="37731" y="219709"/>
                </a:lnTo>
                <a:lnTo>
                  <a:pt x="31245" y="224790"/>
                </a:lnTo>
                <a:lnTo>
                  <a:pt x="25469" y="226059"/>
                </a:lnTo>
                <a:close/>
              </a:path>
              <a:path w="241934" h="287020">
                <a:moveTo>
                  <a:pt x="199961" y="76200"/>
                </a:moveTo>
                <a:lnTo>
                  <a:pt x="150914" y="76200"/>
                </a:lnTo>
                <a:lnTo>
                  <a:pt x="158284" y="73660"/>
                </a:lnTo>
                <a:lnTo>
                  <a:pt x="173725" y="68579"/>
                </a:lnTo>
                <a:lnTo>
                  <a:pt x="181089" y="67310"/>
                </a:lnTo>
                <a:lnTo>
                  <a:pt x="184861" y="64770"/>
                </a:lnTo>
                <a:lnTo>
                  <a:pt x="190525" y="64770"/>
                </a:lnTo>
                <a:lnTo>
                  <a:pt x="192417" y="67310"/>
                </a:lnTo>
                <a:lnTo>
                  <a:pt x="196189" y="68579"/>
                </a:lnTo>
                <a:lnTo>
                  <a:pt x="199961" y="72389"/>
                </a:lnTo>
                <a:lnTo>
                  <a:pt x="199961" y="76200"/>
                </a:lnTo>
                <a:close/>
              </a:path>
              <a:path w="241934" h="287020">
                <a:moveTo>
                  <a:pt x="132676" y="140970"/>
                </a:moveTo>
                <a:lnTo>
                  <a:pt x="101866" y="140970"/>
                </a:lnTo>
                <a:lnTo>
                  <a:pt x="118846" y="130809"/>
                </a:lnTo>
                <a:lnTo>
                  <a:pt x="115484" y="121920"/>
                </a:lnTo>
                <a:lnTo>
                  <a:pt x="117428" y="114300"/>
                </a:lnTo>
                <a:lnTo>
                  <a:pt x="121495" y="106679"/>
                </a:lnTo>
                <a:lnTo>
                  <a:pt x="124498" y="99060"/>
                </a:lnTo>
                <a:lnTo>
                  <a:pt x="111302" y="99060"/>
                </a:lnTo>
                <a:lnTo>
                  <a:pt x="105638" y="96520"/>
                </a:lnTo>
                <a:lnTo>
                  <a:pt x="101866" y="95250"/>
                </a:lnTo>
                <a:lnTo>
                  <a:pt x="96202" y="91439"/>
                </a:lnTo>
                <a:lnTo>
                  <a:pt x="92430" y="87629"/>
                </a:lnTo>
                <a:lnTo>
                  <a:pt x="92430" y="85089"/>
                </a:lnTo>
                <a:lnTo>
                  <a:pt x="94322" y="85089"/>
                </a:lnTo>
                <a:lnTo>
                  <a:pt x="101104" y="83820"/>
                </a:lnTo>
                <a:lnTo>
                  <a:pt x="113952" y="82550"/>
                </a:lnTo>
                <a:lnTo>
                  <a:pt x="120726" y="81279"/>
                </a:lnTo>
                <a:lnTo>
                  <a:pt x="194297" y="81279"/>
                </a:lnTo>
                <a:lnTo>
                  <a:pt x="154686" y="92710"/>
                </a:lnTo>
                <a:lnTo>
                  <a:pt x="147142" y="92710"/>
                </a:lnTo>
                <a:lnTo>
                  <a:pt x="145249" y="95250"/>
                </a:lnTo>
                <a:lnTo>
                  <a:pt x="143370" y="100329"/>
                </a:lnTo>
                <a:lnTo>
                  <a:pt x="139598" y="107950"/>
                </a:lnTo>
                <a:lnTo>
                  <a:pt x="137706" y="113029"/>
                </a:lnTo>
                <a:lnTo>
                  <a:pt x="133934" y="120650"/>
                </a:lnTo>
                <a:lnTo>
                  <a:pt x="182963" y="120650"/>
                </a:lnTo>
                <a:lnTo>
                  <a:pt x="192417" y="123190"/>
                </a:lnTo>
                <a:lnTo>
                  <a:pt x="199961" y="124459"/>
                </a:lnTo>
                <a:lnTo>
                  <a:pt x="207505" y="128270"/>
                </a:lnTo>
                <a:lnTo>
                  <a:pt x="207505" y="132079"/>
                </a:lnTo>
                <a:lnTo>
                  <a:pt x="152793" y="132079"/>
                </a:lnTo>
                <a:lnTo>
                  <a:pt x="152793" y="135890"/>
                </a:lnTo>
                <a:lnTo>
                  <a:pt x="143370" y="135890"/>
                </a:lnTo>
                <a:lnTo>
                  <a:pt x="137706" y="138429"/>
                </a:lnTo>
                <a:lnTo>
                  <a:pt x="133934" y="139700"/>
                </a:lnTo>
                <a:lnTo>
                  <a:pt x="132676" y="140970"/>
                </a:lnTo>
                <a:close/>
              </a:path>
              <a:path w="241934" h="287020">
                <a:moveTo>
                  <a:pt x="182963" y="120650"/>
                </a:moveTo>
                <a:lnTo>
                  <a:pt x="133934" y="120650"/>
                </a:lnTo>
                <a:lnTo>
                  <a:pt x="149173" y="118110"/>
                </a:lnTo>
                <a:lnTo>
                  <a:pt x="163880" y="118110"/>
                </a:lnTo>
                <a:lnTo>
                  <a:pt x="178236" y="119379"/>
                </a:lnTo>
                <a:lnTo>
                  <a:pt x="182963" y="120650"/>
                </a:lnTo>
                <a:close/>
              </a:path>
              <a:path w="241934" h="287020">
                <a:moveTo>
                  <a:pt x="202476" y="167640"/>
                </a:moveTo>
                <a:lnTo>
                  <a:pt x="152793" y="167640"/>
                </a:lnTo>
                <a:lnTo>
                  <a:pt x="179209" y="140970"/>
                </a:lnTo>
                <a:lnTo>
                  <a:pt x="182981" y="135890"/>
                </a:lnTo>
                <a:lnTo>
                  <a:pt x="179209" y="132079"/>
                </a:lnTo>
                <a:lnTo>
                  <a:pt x="207505" y="132079"/>
                </a:lnTo>
                <a:lnTo>
                  <a:pt x="207575" y="139700"/>
                </a:lnTo>
                <a:lnTo>
                  <a:pt x="207855" y="144779"/>
                </a:lnTo>
                <a:lnTo>
                  <a:pt x="206086" y="149859"/>
                </a:lnTo>
                <a:lnTo>
                  <a:pt x="202197" y="154940"/>
                </a:lnTo>
                <a:lnTo>
                  <a:pt x="196189" y="158750"/>
                </a:lnTo>
                <a:lnTo>
                  <a:pt x="194297" y="158750"/>
                </a:lnTo>
                <a:lnTo>
                  <a:pt x="190525" y="162559"/>
                </a:lnTo>
                <a:lnTo>
                  <a:pt x="194297" y="163829"/>
                </a:lnTo>
                <a:lnTo>
                  <a:pt x="198069" y="163829"/>
                </a:lnTo>
                <a:lnTo>
                  <a:pt x="199961" y="166370"/>
                </a:lnTo>
                <a:lnTo>
                  <a:pt x="202476" y="167640"/>
                </a:lnTo>
                <a:close/>
              </a:path>
              <a:path w="241934" h="287020">
                <a:moveTo>
                  <a:pt x="208448" y="171450"/>
                </a:moveTo>
                <a:lnTo>
                  <a:pt x="128270" y="171450"/>
                </a:lnTo>
                <a:lnTo>
                  <a:pt x="135672" y="167640"/>
                </a:lnTo>
                <a:lnTo>
                  <a:pt x="140773" y="160020"/>
                </a:lnTo>
                <a:lnTo>
                  <a:pt x="143396" y="148590"/>
                </a:lnTo>
                <a:lnTo>
                  <a:pt x="143370" y="135890"/>
                </a:lnTo>
                <a:lnTo>
                  <a:pt x="152793" y="135890"/>
                </a:lnTo>
                <a:lnTo>
                  <a:pt x="152793" y="154940"/>
                </a:lnTo>
                <a:lnTo>
                  <a:pt x="149021" y="166370"/>
                </a:lnTo>
                <a:lnTo>
                  <a:pt x="150914" y="166370"/>
                </a:lnTo>
                <a:lnTo>
                  <a:pt x="150914" y="167640"/>
                </a:lnTo>
                <a:lnTo>
                  <a:pt x="202476" y="167640"/>
                </a:lnTo>
                <a:lnTo>
                  <a:pt x="207505" y="170179"/>
                </a:lnTo>
                <a:lnTo>
                  <a:pt x="208448" y="171450"/>
                </a:lnTo>
                <a:close/>
              </a:path>
              <a:path w="241934" h="287020">
                <a:moveTo>
                  <a:pt x="210019" y="180340"/>
                </a:moveTo>
                <a:lnTo>
                  <a:pt x="96202" y="180340"/>
                </a:lnTo>
                <a:lnTo>
                  <a:pt x="92257" y="171450"/>
                </a:lnTo>
                <a:lnTo>
                  <a:pt x="85067" y="153670"/>
                </a:lnTo>
                <a:lnTo>
                  <a:pt x="81114" y="144779"/>
                </a:lnTo>
                <a:lnTo>
                  <a:pt x="126390" y="144779"/>
                </a:lnTo>
                <a:lnTo>
                  <a:pt x="126390" y="151129"/>
                </a:lnTo>
                <a:lnTo>
                  <a:pt x="118846" y="151129"/>
                </a:lnTo>
                <a:lnTo>
                  <a:pt x="103758" y="156209"/>
                </a:lnTo>
                <a:lnTo>
                  <a:pt x="101866" y="158750"/>
                </a:lnTo>
                <a:lnTo>
                  <a:pt x="105638" y="163829"/>
                </a:lnTo>
                <a:lnTo>
                  <a:pt x="109410" y="175259"/>
                </a:lnTo>
                <a:lnTo>
                  <a:pt x="113182" y="176529"/>
                </a:lnTo>
                <a:lnTo>
                  <a:pt x="210962" y="176529"/>
                </a:lnTo>
                <a:lnTo>
                  <a:pt x="210019" y="180340"/>
                </a:lnTo>
                <a:close/>
              </a:path>
              <a:path w="241934" h="287020">
                <a:moveTo>
                  <a:pt x="210962" y="176529"/>
                </a:moveTo>
                <a:lnTo>
                  <a:pt x="113182" y="176529"/>
                </a:lnTo>
                <a:lnTo>
                  <a:pt x="122618" y="173990"/>
                </a:lnTo>
                <a:lnTo>
                  <a:pt x="118846" y="158750"/>
                </a:lnTo>
                <a:lnTo>
                  <a:pt x="118846" y="151129"/>
                </a:lnTo>
                <a:lnTo>
                  <a:pt x="126390" y="151129"/>
                </a:lnTo>
                <a:lnTo>
                  <a:pt x="126390" y="156209"/>
                </a:lnTo>
                <a:lnTo>
                  <a:pt x="128270" y="163829"/>
                </a:lnTo>
                <a:lnTo>
                  <a:pt x="128270" y="171450"/>
                </a:lnTo>
                <a:lnTo>
                  <a:pt x="208448" y="171450"/>
                </a:lnTo>
                <a:lnTo>
                  <a:pt x="211277" y="175259"/>
                </a:lnTo>
                <a:lnTo>
                  <a:pt x="210962" y="176529"/>
                </a:lnTo>
                <a:close/>
              </a:path>
              <a:path w="241934" h="287020">
                <a:moveTo>
                  <a:pt x="83007" y="214629"/>
                </a:moveTo>
                <a:lnTo>
                  <a:pt x="77342" y="207009"/>
                </a:lnTo>
                <a:lnTo>
                  <a:pt x="73011" y="200659"/>
                </a:lnTo>
                <a:lnTo>
                  <a:pt x="70977" y="194309"/>
                </a:lnTo>
                <a:lnTo>
                  <a:pt x="70710" y="187959"/>
                </a:lnTo>
                <a:lnTo>
                  <a:pt x="71678" y="180340"/>
                </a:lnTo>
                <a:lnTo>
                  <a:pt x="71678" y="179070"/>
                </a:lnTo>
                <a:lnTo>
                  <a:pt x="90550" y="179070"/>
                </a:lnTo>
                <a:lnTo>
                  <a:pt x="96202" y="180340"/>
                </a:lnTo>
                <a:lnTo>
                  <a:pt x="210019" y="180340"/>
                </a:lnTo>
                <a:lnTo>
                  <a:pt x="207505" y="190500"/>
                </a:lnTo>
                <a:lnTo>
                  <a:pt x="201841" y="191770"/>
                </a:lnTo>
                <a:lnTo>
                  <a:pt x="188645" y="191770"/>
                </a:lnTo>
                <a:lnTo>
                  <a:pt x="181089" y="194309"/>
                </a:lnTo>
                <a:lnTo>
                  <a:pt x="173545" y="194309"/>
                </a:lnTo>
                <a:lnTo>
                  <a:pt x="165558" y="196850"/>
                </a:lnTo>
                <a:lnTo>
                  <a:pt x="160441" y="201929"/>
                </a:lnTo>
                <a:lnTo>
                  <a:pt x="133934" y="201929"/>
                </a:lnTo>
                <a:lnTo>
                  <a:pt x="128270" y="203200"/>
                </a:lnTo>
                <a:lnTo>
                  <a:pt x="122618" y="203200"/>
                </a:lnTo>
                <a:lnTo>
                  <a:pt x="103758" y="209550"/>
                </a:lnTo>
                <a:lnTo>
                  <a:pt x="98094" y="210820"/>
                </a:lnTo>
                <a:lnTo>
                  <a:pt x="83007" y="214629"/>
                </a:lnTo>
                <a:close/>
              </a:path>
              <a:path w="241934" h="287020">
                <a:moveTo>
                  <a:pt x="204104" y="261620"/>
                </a:moveTo>
                <a:lnTo>
                  <a:pt x="177317" y="261620"/>
                </a:lnTo>
                <a:lnTo>
                  <a:pt x="166001" y="238759"/>
                </a:lnTo>
                <a:lnTo>
                  <a:pt x="162229" y="237490"/>
                </a:lnTo>
                <a:lnTo>
                  <a:pt x="160350" y="237490"/>
                </a:lnTo>
                <a:lnTo>
                  <a:pt x="144814" y="234950"/>
                </a:lnTo>
                <a:lnTo>
                  <a:pt x="136531" y="229870"/>
                </a:lnTo>
                <a:lnTo>
                  <a:pt x="133553" y="222250"/>
                </a:lnTo>
                <a:lnTo>
                  <a:pt x="133807" y="212090"/>
                </a:lnTo>
                <a:lnTo>
                  <a:pt x="133934" y="201929"/>
                </a:lnTo>
                <a:lnTo>
                  <a:pt x="160441" y="201929"/>
                </a:lnTo>
                <a:lnTo>
                  <a:pt x="159162" y="203200"/>
                </a:lnTo>
                <a:lnTo>
                  <a:pt x="155243" y="209550"/>
                </a:lnTo>
                <a:lnTo>
                  <a:pt x="154686" y="218440"/>
                </a:lnTo>
                <a:lnTo>
                  <a:pt x="241465" y="218440"/>
                </a:lnTo>
                <a:lnTo>
                  <a:pt x="237680" y="223520"/>
                </a:lnTo>
                <a:lnTo>
                  <a:pt x="203258" y="223520"/>
                </a:lnTo>
                <a:lnTo>
                  <a:pt x="192944" y="226059"/>
                </a:lnTo>
                <a:lnTo>
                  <a:pt x="182981" y="229870"/>
                </a:lnTo>
                <a:lnTo>
                  <a:pt x="188964" y="238759"/>
                </a:lnTo>
                <a:lnTo>
                  <a:pt x="195478" y="248920"/>
                </a:lnTo>
                <a:lnTo>
                  <a:pt x="202344" y="259079"/>
                </a:lnTo>
                <a:lnTo>
                  <a:pt x="204104" y="261620"/>
                </a:lnTo>
                <a:close/>
              </a:path>
              <a:path w="241934" h="287020">
                <a:moveTo>
                  <a:pt x="241465" y="218440"/>
                </a:moveTo>
                <a:lnTo>
                  <a:pt x="160350" y="218440"/>
                </a:lnTo>
                <a:lnTo>
                  <a:pt x="162229" y="215900"/>
                </a:lnTo>
                <a:lnTo>
                  <a:pt x="174994" y="210820"/>
                </a:lnTo>
                <a:lnTo>
                  <a:pt x="187934" y="207009"/>
                </a:lnTo>
                <a:lnTo>
                  <a:pt x="201227" y="204470"/>
                </a:lnTo>
                <a:lnTo>
                  <a:pt x="215049" y="203200"/>
                </a:lnTo>
                <a:lnTo>
                  <a:pt x="241465" y="212090"/>
                </a:lnTo>
                <a:lnTo>
                  <a:pt x="241465" y="218440"/>
                </a:lnTo>
                <a:close/>
              </a:path>
              <a:path w="241934" h="287020">
                <a:moveTo>
                  <a:pt x="49047" y="287020"/>
                </a:moveTo>
                <a:lnTo>
                  <a:pt x="38377" y="284479"/>
                </a:lnTo>
                <a:lnTo>
                  <a:pt x="31599" y="280670"/>
                </a:lnTo>
                <a:lnTo>
                  <a:pt x="28357" y="273050"/>
                </a:lnTo>
                <a:lnTo>
                  <a:pt x="28295" y="262890"/>
                </a:lnTo>
                <a:lnTo>
                  <a:pt x="30830" y="252729"/>
                </a:lnTo>
                <a:lnTo>
                  <a:pt x="33013" y="242570"/>
                </a:lnTo>
                <a:lnTo>
                  <a:pt x="35196" y="231140"/>
                </a:lnTo>
                <a:lnTo>
                  <a:pt x="37731" y="219709"/>
                </a:lnTo>
                <a:lnTo>
                  <a:pt x="61573" y="219709"/>
                </a:lnTo>
                <a:lnTo>
                  <a:pt x="57773" y="240029"/>
                </a:lnTo>
                <a:lnTo>
                  <a:pt x="54091" y="260350"/>
                </a:lnTo>
                <a:lnTo>
                  <a:pt x="50939" y="281940"/>
                </a:lnTo>
                <a:lnTo>
                  <a:pt x="49047" y="283209"/>
                </a:lnTo>
                <a:lnTo>
                  <a:pt x="49047" y="287020"/>
                </a:lnTo>
                <a:close/>
              </a:path>
              <a:path w="241934" h="287020">
                <a:moveTo>
                  <a:pt x="235800" y="229870"/>
                </a:moveTo>
                <a:lnTo>
                  <a:pt x="230136" y="229870"/>
                </a:lnTo>
                <a:lnTo>
                  <a:pt x="226364" y="227329"/>
                </a:lnTo>
                <a:lnTo>
                  <a:pt x="214280" y="223520"/>
                </a:lnTo>
                <a:lnTo>
                  <a:pt x="237680" y="223520"/>
                </a:lnTo>
                <a:lnTo>
                  <a:pt x="235800" y="229870"/>
                </a:lnTo>
                <a:close/>
              </a:path>
              <a:path w="241934" h="287020">
                <a:moveTo>
                  <a:pt x="209384" y="285750"/>
                </a:moveTo>
                <a:lnTo>
                  <a:pt x="198069" y="285750"/>
                </a:lnTo>
                <a:lnTo>
                  <a:pt x="159164" y="275590"/>
                </a:lnTo>
                <a:lnTo>
                  <a:pt x="141035" y="267970"/>
                </a:lnTo>
                <a:lnTo>
                  <a:pt x="124498" y="257809"/>
                </a:lnTo>
                <a:lnTo>
                  <a:pt x="119135" y="254000"/>
                </a:lnTo>
                <a:lnTo>
                  <a:pt x="109121" y="245109"/>
                </a:lnTo>
                <a:lnTo>
                  <a:pt x="103758" y="241300"/>
                </a:lnTo>
                <a:lnTo>
                  <a:pt x="99974" y="237490"/>
                </a:lnTo>
                <a:lnTo>
                  <a:pt x="99974" y="226059"/>
                </a:lnTo>
                <a:lnTo>
                  <a:pt x="109410" y="226059"/>
                </a:lnTo>
                <a:lnTo>
                  <a:pt x="113182" y="229870"/>
                </a:lnTo>
                <a:lnTo>
                  <a:pt x="115074" y="233679"/>
                </a:lnTo>
                <a:lnTo>
                  <a:pt x="128191" y="245109"/>
                </a:lnTo>
                <a:lnTo>
                  <a:pt x="142190" y="252729"/>
                </a:lnTo>
                <a:lnTo>
                  <a:pt x="157249" y="259079"/>
                </a:lnTo>
                <a:lnTo>
                  <a:pt x="173545" y="261620"/>
                </a:lnTo>
                <a:lnTo>
                  <a:pt x="204104" y="261620"/>
                </a:lnTo>
                <a:lnTo>
                  <a:pt x="209384" y="269240"/>
                </a:lnTo>
                <a:lnTo>
                  <a:pt x="211277" y="273050"/>
                </a:lnTo>
                <a:lnTo>
                  <a:pt x="211277" y="280670"/>
                </a:lnTo>
                <a:lnTo>
                  <a:pt x="209384" y="283209"/>
                </a:lnTo>
                <a:lnTo>
                  <a:pt x="209384" y="2857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53580" y="6606463"/>
            <a:ext cx="29209" cy="80645"/>
          </a:xfrm>
          <a:custGeom>
            <a:avLst/>
            <a:gdLst/>
            <a:ahLst/>
            <a:cxnLst/>
            <a:rect l="l" t="t" r="r" b="b"/>
            <a:pathLst>
              <a:path w="29209" h="80645">
                <a:moveTo>
                  <a:pt x="16878" y="80251"/>
                </a:moveTo>
                <a:lnTo>
                  <a:pt x="11252" y="76517"/>
                </a:lnTo>
                <a:lnTo>
                  <a:pt x="3759" y="72783"/>
                </a:lnTo>
                <a:lnTo>
                  <a:pt x="0" y="69049"/>
                </a:lnTo>
                <a:lnTo>
                  <a:pt x="116" y="64880"/>
                </a:lnTo>
                <a:lnTo>
                  <a:pt x="4219" y="49600"/>
                </a:lnTo>
                <a:lnTo>
                  <a:pt x="8439" y="33358"/>
                </a:lnTo>
                <a:lnTo>
                  <a:pt x="12658" y="16765"/>
                </a:lnTo>
                <a:lnTo>
                  <a:pt x="16878" y="0"/>
                </a:lnTo>
                <a:lnTo>
                  <a:pt x="23647" y="4251"/>
                </a:lnTo>
                <a:lnTo>
                  <a:pt x="27428" y="8856"/>
                </a:lnTo>
                <a:lnTo>
                  <a:pt x="28747" y="14164"/>
                </a:lnTo>
                <a:lnTo>
                  <a:pt x="28130" y="20523"/>
                </a:lnTo>
                <a:lnTo>
                  <a:pt x="24527" y="34843"/>
                </a:lnTo>
                <a:lnTo>
                  <a:pt x="21804" y="49687"/>
                </a:lnTo>
                <a:lnTo>
                  <a:pt x="19358" y="65316"/>
                </a:lnTo>
                <a:lnTo>
                  <a:pt x="16878" y="8025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916328" y="6468922"/>
            <a:ext cx="157970" cy="13956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501914" y="6445298"/>
            <a:ext cx="182330" cy="18338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xfrm>
            <a:off x="1685289" y="205917"/>
            <a:ext cx="3042285" cy="6343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89965" algn="l"/>
              </a:tabLst>
            </a:pPr>
            <a:r>
              <a:rPr u="none" spc="-5" dirty="0"/>
              <a:t>1.5	</a:t>
            </a:r>
            <a:r>
              <a:rPr u="none" dirty="0">
                <a:latin typeface="宋体"/>
                <a:cs typeface="宋体"/>
              </a:rPr>
              <a:t>文档注</a:t>
            </a:r>
            <a:r>
              <a:rPr u="none" spc="-25" dirty="0">
                <a:latin typeface="宋体"/>
                <a:cs typeface="宋体"/>
              </a:rPr>
              <a:t>释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1600835" y="1146682"/>
            <a:ext cx="1483360" cy="141478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48895" marR="5080" indent="-36195" algn="just">
              <a:lnSpc>
                <a:spcPct val="107600"/>
              </a:lnSpc>
              <a:spcBef>
                <a:spcPts val="195"/>
              </a:spcBef>
            </a:pPr>
            <a:r>
              <a:rPr sz="2800" dirty="0">
                <a:latin typeface="宋体"/>
                <a:cs typeface="宋体"/>
              </a:rPr>
              <a:t>单行注</a:t>
            </a:r>
            <a:r>
              <a:rPr sz="2800" spc="-5" dirty="0">
                <a:latin typeface="宋体"/>
                <a:cs typeface="宋体"/>
              </a:rPr>
              <a:t>释 </a:t>
            </a:r>
            <a:r>
              <a:rPr sz="2800" dirty="0">
                <a:latin typeface="宋体"/>
                <a:cs typeface="宋体"/>
              </a:rPr>
              <a:t>多行注</a:t>
            </a:r>
            <a:r>
              <a:rPr sz="2800" spc="-5" dirty="0">
                <a:latin typeface="宋体"/>
                <a:cs typeface="宋体"/>
              </a:rPr>
              <a:t>释 </a:t>
            </a:r>
            <a:r>
              <a:rPr sz="2800" dirty="0">
                <a:latin typeface="宋体"/>
                <a:cs typeface="宋体"/>
              </a:rPr>
              <a:t>文档注</a:t>
            </a:r>
            <a:r>
              <a:rPr sz="2800" spc="-5" dirty="0">
                <a:latin typeface="宋体"/>
                <a:cs typeface="宋体"/>
              </a:rPr>
              <a:t>释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451859" y="1146682"/>
            <a:ext cx="4392295" cy="1414780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sz="2800" dirty="0">
                <a:latin typeface="宋体"/>
                <a:cs typeface="宋体"/>
              </a:rPr>
              <a:t>用双斜</a:t>
            </a:r>
            <a:r>
              <a:rPr sz="2800" spc="-5" dirty="0">
                <a:latin typeface="宋体"/>
                <a:cs typeface="宋体"/>
              </a:rPr>
              <a:t>线</a:t>
            </a:r>
            <a:r>
              <a:rPr sz="2800" spc="-725" dirty="0">
                <a:latin typeface="宋体"/>
                <a:cs typeface="宋体"/>
              </a:rPr>
              <a:t> </a:t>
            </a:r>
            <a:r>
              <a:rPr sz="2800" spc="-5" dirty="0">
                <a:latin typeface="Georgia"/>
                <a:cs typeface="Georgia"/>
              </a:rPr>
              <a:t>”//” </a:t>
            </a:r>
            <a:r>
              <a:rPr sz="2800" dirty="0">
                <a:latin typeface="宋体"/>
                <a:cs typeface="宋体"/>
              </a:rPr>
              <a:t>表</a:t>
            </a:r>
            <a:r>
              <a:rPr sz="2800" spc="-5" dirty="0">
                <a:latin typeface="宋体"/>
                <a:cs typeface="宋体"/>
              </a:rPr>
              <a:t>示</a:t>
            </a:r>
            <a:endParaRPr sz="2800">
              <a:latin typeface="宋体"/>
              <a:cs typeface="宋体"/>
            </a:endParaRPr>
          </a:p>
          <a:p>
            <a:pPr marL="48260">
              <a:lnSpc>
                <a:spcPct val="100000"/>
              </a:lnSpc>
              <a:spcBef>
                <a:spcPts val="350"/>
              </a:spcBef>
            </a:pPr>
            <a:r>
              <a:rPr sz="2800" spc="-5" dirty="0">
                <a:latin typeface="宋体"/>
                <a:cs typeface="宋体"/>
              </a:rPr>
              <a:t>用</a:t>
            </a:r>
            <a:r>
              <a:rPr sz="2800" spc="-725" dirty="0">
                <a:latin typeface="宋体"/>
                <a:cs typeface="宋体"/>
              </a:rPr>
              <a:t> </a:t>
            </a:r>
            <a:r>
              <a:rPr sz="2800" spc="-10" dirty="0">
                <a:latin typeface="Georgia"/>
                <a:cs typeface="Georgia"/>
              </a:rPr>
              <a:t>/*------------------*/</a:t>
            </a:r>
            <a:r>
              <a:rPr sz="2800" spc="-5" dirty="0">
                <a:latin typeface="Georgia"/>
                <a:cs typeface="Georgia"/>
              </a:rPr>
              <a:t> </a:t>
            </a:r>
            <a:r>
              <a:rPr sz="2800" dirty="0">
                <a:latin typeface="宋体"/>
                <a:cs typeface="宋体"/>
              </a:rPr>
              <a:t>表</a:t>
            </a:r>
            <a:r>
              <a:rPr sz="2800" spc="-5" dirty="0">
                <a:latin typeface="宋体"/>
                <a:cs typeface="宋体"/>
              </a:rPr>
              <a:t>示</a:t>
            </a:r>
            <a:endParaRPr sz="2800">
              <a:latin typeface="宋体"/>
              <a:cs typeface="宋体"/>
            </a:endParaRPr>
          </a:p>
          <a:p>
            <a:pPr marL="48260">
              <a:lnSpc>
                <a:spcPct val="100000"/>
              </a:lnSpc>
              <a:spcBef>
                <a:spcPts val="160"/>
              </a:spcBef>
            </a:pPr>
            <a:r>
              <a:rPr sz="2800" spc="-5" dirty="0">
                <a:latin typeface="宋体"/>
                <a:cs typeface="宋体"/>
              </a:rPr>
              <a:t>用</a:t>
            </a:r>
            <a:r>
              <a:rPr sz="2800" spc="-725" dirty="0">
                <a:latin typeface="宋体"/>
                <a:cs typeface="宋体"/>
              </a:rPr>
              <a:t> </a:t>
            </a:r>
            <a:r>
              <a:rPr sz="2800" spc="-10" dirty="0">
                <a:latin typeface="Georgia"/>
                <a:cs typeface="Georgia"/>
              </a:rPr>
              <a:t>/**-----------------*/</a:t>
            </a:r>
            <a:r>
              <a:rPr sz="2800" spc="-5" dirty="0">
                <a:latin typeface="Georgia"/>
                <a:cs typeface="Georgia"/>
              </a:rPr>
              <a:t> </a:t>
            </a:r>
            <a:r>
              <a:rPr sz="2800" dirty="0">
                <a:latin typeface="宋体"/>
                <a:cs typeface="宋体"/>
              </a:rPr>
              <a:t>表</a:t>
            </a:r>
            <a:r>
              <a:rPr sz="2800" spc="-5" dirty="0">
                <a:latin typeface="宋体"/>
                <a:cs typeface="宋体"/>
              </a:rPr>
              <a:t>示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151255" y="2600325"/>
            <a:ext cx="10349230" cy="1294130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12700" marR="5080" indent="97790">
              <a:lnSpc>
                <a:spcPts val="3110"/>
              </a:lnSpc>
              <a:spcBef>
                <a:spcPts val="405"/>
              </a:spcBef>
            </a:pPr>
            <a:r>
              <a:rPr sz="2800" dirty="0">
                <a:latin typeface="宋体"/>
                <a:cs typeface="宋体"/>
              </a:rPr>
              <a:t>文档注释通过</a:t>
            </a:r>
            <a:r>
              <a:rPr sz="2800" spc="-5" dirty="0">
                <a:solidFill>
                  <a:srgbClr val="FF0000"/>
                </a:solidFill>
                <a:latin typeface="Georgia"/>
                <a:cs typeface="Georgia"/>
              </a:rPr>
              <a:t>javadoc </a:t>
            </a:r>
            <a:r>
              <a:rPr sz="2800" dirty="0">
                <a:solidFill>
                  <a:srgbClr val="FF0000"/>
                </a:solidFill>
                <a:latin typeface="宋体"/>
                <a:cs typeface="宋体"/>
              </a:rPr>
              <a:t>命令</a:t>
            </a:r>
            <a:r>
              <a:rPr sz="2800" dirty="0">
                <a:latin typeface="宋体"/>
                <a:cs typeface="宋体"/>
              </a:rPr>
              <a:t>来生成</a:t>
            </a:r>
            <a:r>
              <a:rPr sz="2800" spc="-5" dirty="0">
                <a:latin typeface="Georgia"/>
                <a:cs typeface="Georgia"/>
              </a:rPr>
              <a:t>API</a:t>
            </a:r>
            <a:r>
              <a:rPr sz="2800" dirty="0">
                <a:latin typeface="宋体"/>
                <a:cs typeface="宋体"/>
              </a:rPr>
              <a:t>文档</a:t>
            </a:r>
            <a:r>
              <a:rPr sz="2800" spc="-5" dirty="0">
                <a:latin typeface="宋体"/>
                <a:cs typeface="宋体"/>
              </a:rPr>
              <a:t>：</a:t>
            </a:r>
            <a:r>
              <a:rPr sz="2800" spc="-725" dirty="0">
                <a:latin typeface="宋体"/>
                <a:cs typeface="宋体"/>
              </a:rPr>
              <a:t> </a:t>
            </a:r>
            <a:r>
              <a:rPr sz="2800" spc="-5" dirty="0">
                <a:latin typeface="Georgia"/>
                <a:cs typeface="Georgia"/>
              </a:rPr>
              <a:t>javadoc –d</a:t>
            </a:r>
            <a:r>
              <a:rPr sz="2800" dirty="0">
                <a:latin typeface="Georgia"/>
                <a:cs typeface="Georgia"/>
              </a:rPr>
              <a:t> </a:t>
            </a:r>
            <a:r>
              <a:rPr sz="2800" spc="-5" dirty="0">
                <a:latin typeface="Georgia"/>
                <a:cs typeface="Georgia"/>
              </a:rPr>
              <a:t>apidoc </a:t>
            </a:r>
            <a:r>
              <a:rPr sz="2800" spc="-5" dirty="0">
                <a:latin typeface="宋体"/>
                <a:cs typeface="宋体"/>
              </a:rPr>
              <a:t>源 </a:t>
            </a:r>
            <a:r>
              <a:rPr sz="2800" dirty="0">
                <a:latin typeface="宋体"/>
                <a:cs typeface="宋体"/>
              </a:rPr>
              <a:t>文件</a:t>
            </a:r>
            <a:r>
              <a:rPr sz="2800" spc="-5" dirty="0">
                <a:latin typeface="宋体"/>
                <a:cs typeface="宋体"/>
              </a:rPr>
              <a:t>名</a:t>
            </a:r>
            <a:endParaRPr sz="2800">
              <a:latin typeface="宋体"/>
              <a:cs typeface="宋体"/>
            </a:endParaRPr>
          </a:p>
          <a:p>
            <a:pPr marL="469900" indent="-2286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469900" algn="l"/>
              </a:tabLst>
            </a:pPr>
            <a:r>
              <a:rPr sz="2800" dirty="0">
                <a:latin typeface="宋体"/>
                <a:cs typeface="宋体"/>
              </a:rPr>
              <a:t>其中</a:t>
            </a:r>
            <a:r>
              <a:rPr sz="2800" spc="-5" dirty="0">
                <a:latin typeface="Georgia"/>
                <a:cs typeface="Georgia"/>
              </a:rPr>
              <a:t>-d path</a:t>
            </a:r>
            <a:r>
              <a:rPr sz="2800" dirty="0">
                <a:latin typeface="宋体"/>
                <a:cs typeface="宋体"/>
              </a:rPr>
              <a:t>指定存放</a:t>
            </a:r>
            <a:r>
              <a:rPr sz="2800" spc="-5" dirty="0">
                <a:latin typeface="Georgia"/>
                <a:cs typeface="Georgia"/>
              </a:rPr>
              <a:t>API</a:t>
            </a:r>
            <a:r>
              <a:rPr sz="2800" dirty="0">
                <a:latin typeface="宋体"/>
                <a:cs typeface="宋体"/>
              </a:rPr>
              <a:t>文档的路</a:t>
            </a:r>
            <a:r>
              <a:rPr sz="2800" spc="-5" dirty="0">
                <a:latin typeface="宋体"/>
                <a:cs typeface="宋体"/>
              </a:rPr>
              <a:t>径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606296" y="4009644"/>
            <a:ext cx="7587996" cy="186080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10</a:t>
            </a:fld>
            <a:endParaRPr spc="-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85289" y="303390"/>
            <a:ext cx="109156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微软雅黑"/>
                <a:cs typeface="微软雅黑"/>
              </a:rPr>
              <a:t>作业</a:t>
            </a:r>
            <a:r>
              <a:rPr sz="2800" b="1" spc="-5" dirty="0">
                <a:latin typeface="微软雅黑"/>
                <a:cs typeface="微软雅黑"/>
              </a:rPr>
              <a:t>：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11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1999614" y="1688464"/>
            <a:ext cx="8160384" cy="1002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Calibri"/>
                <a:cs typeface="Calibri"/>
              </a:rPr>
              <a:t>1</a:t>
            </a:r>
            <a:r>
              <a:rPr sz="3200" dirty="0">
                <a:latin typeface="微软雅黑"/>
                <a:cs typeface="微软雅黑"/>
              </a:rPr>
              <a:t>、搭建</a:t>
            </a:r>
            <a:r>
              <a:rPr sz="3200" spc="-30" dirty="0">
                <a:latin typeface="Calibri"/>
                <a:cs typeface="Calibri"/>
              </a:rPr>
              <a:t>Java</a:t>
            </a:r>
            <a:r>
              <a:rPr sz="3200" dirty="0">
                <a:latin typeface="微软雅黑"/>
                <a:cs typeface="微软雅黑"/>
              </a:rPr>
              <a:t>开发运行环境，编写</a:t>
            </a:r>
            <a:r>
              <a:rPr sz="3200" spc="-5" dirty="0">
                <a:latin typeface="Calibri"/>
                <a:cs typeface="Calibri"/>
              </a:rPr>
              <a:t>Hello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spc="-35" dirty="0">
                <a:latin typeface="Calibri"/>
                <a:cs typeface="Calibri"/>
              </a:rPr>
              <a:t>World</a:t>
            </a:r>
            <a:r>
              <a:rPr sz="3200" spc="5" dirty="0">
                <a:latin typeface="微软雅黑"/>
                <a:cs typeface="微软雅黑"/>
              </a:rPr>
              <a:t>程 </a:t>
            </a:r>
            <a:r>
              <a:rPr sz="3200" dirty="0">
                <a:latin typeface="微软雅黑"/>
                <a:cs typeface="微软雅黑"/>
              </a:rPr>
              <a:t>序，在控制台输出</a:t>
            </a:r>
            <a:r>
              <a:rPr sz="3200" spc="-5" dirty="0">
                <a:latin typeface="Calibri"/>
                <a:cs typeface="Calibri"/>
              </a:rPr>
              <a:t>”hello</a:t>
            </a:r>
            <a:r>
              <a:rPr sz="3200" spc="-5" dirty="0">
                <a:latin typeface="微软雅黑"/>
                <a:cs typeface="微软雅黑"/>
              </a:rPr>
              <a:t>，</a:t>
            </a:r>
            <a:r>
              <a:rPr sz="3200" spc="-5" dirty="0">
                <a:latin typeface="Calibri"/>
                <a:cs typeface="Calibri"/>
              </a:rPr>
              <a:t>world“</a:t>
            </a:r>
            <a:r>
              <a:rPr sz="3200" spc="5" dirty="0">
                <a:latin typeface="微软雅黑"/>
                <a:cs typeface="微软雅黑"/>
              </a:rPr>
              <a:t>。</a:t>
            </a:r>
            <a:endParaRPr sz="32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99614" y="3151505"/>
            <a:ext cx="539178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Calibri"/>
                <a:cs typeface="Calibri"/>
              </a:rPr>
              <a:t>2</a:t>
            </a:r>
            <a:r>
              <a:rPr sz="3200" dirty="0">
                <a:latin typeface="微软雅黑"/>
                <a:cs typeface="微软雅黑"/>
              </a:rPr>
              <a:t>、请解释</a:t>
            </a:r>
            <a:r>
              <a:rPr sz="3200" spc="-5" dirty="0">
                <a:latin typeface="Calibri"/>
                <a:cs typeface="Calibri"/>
              </a:rPr>
              <a:t>J</a:t>
            </a:r>
            <a:r>
              <a:rPr sz="3200" spc="-60" dirty="0">
                <a:latin typeface="Calibri"/>
                <a:cs typeface="Calibri"/>
              </a:rPr>
              <a:t>a</a:t>
            </a:r>
            <a:r>
              <a:rPr sz="3200" spc="-55" dirty="0">
                <a:latin typeface="Calibri"/>
                <a:cs typeface="Calibri"/>
              </a:rPr>
              <a:t>v</a:t>
            </a:r>
            <a:r>
              <a:rPr sz="3200" spc="-5" dirty="0">
                <a:latin typeface="Calibri"/>
                <a:cs typeface="Calibri"/>
              </a:rPr>
              <a:t>a</a:t>
            </a:r>
            <a:r>
              <a:rPr sz="3200" dirty="0">
                <a:latin typeface="微软雅黑"/>
                <a:cs typeface="微软雅黑"/>
              </a:rPr>
              <a:t>的跨平台特性</a:t>
            </a:r>
            <a:r>
              <a:rPr sz="3200" spc="5" dirty="0">
                <a:latin typeface="微软雅黑"/>
                <a:cs typeface="微软雅黑"/>
              </a:rPr>
              <a:t>。</a:t>
            </a:r>
            <a:endParaRPr sz="32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337</Words>
  <Application>Microsoft Office PowerPoint</Application>
  <PresentationFormat>宽屏</PresentationFormat>
  <Paragraphs>103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8" baseType="lpstr">
      <vt:lpstr>宋体</vt:lpstr>
      <vt:lpstr>微软雅黑</vt:lpstr>
      <vt:lpstr>Arial</vt:lpstr>
      <vt:lpstr>Calibri</vt:lpstr>
      <vt:lpstr>Georgia</vt:lpstr>
      <vt:lpstr>Times New Roman</vt:lpstr>
      <vt:lpstr>Office Theme</vt:lpstr>
      <vt:lpstr>PowerPoint 演示文稿</vt:lpstr>
      <vt:lpstr>1.2 Java的特性 </vt:lpstr>
      <vt:lpstr>PowerPoint 演示文稿</vt:lpstr>
      <vt:lpstr>Java源程序</vt:lpstr>
      <vt:lpstr>1.3 Java程序环境搭建 </vt:lpstr>
      <vt:lpstr>1.4 Java应用程序实例</vt:lpstr>
      <vt:lpstr>1.4.1 Java应用程序的编写</vt:lpstr>
      <vt:lpstr>1.4.2 命令行方式下的编译和运行</vt:lpstr>
      <vt:lpstr>1.4.2 命令行方式下的编译和运行</vt:lpstr>
      <vt:lpstr>1.5 文档注释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cp:lastModifiedBy>- Vel</cp:lastModifiedBy>
  <cp:revision>2</cp:revision>
  <dcterms:created xsi:type="dcterms:W3CDTF">2024-05-05T02:35:55Z</dcterms:created>
  <dcterms:modified xsi:type="dcterms:W3CDTF">2024-05-09T03:01:10Z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2024-02-25T00:00:00Z</vt:filetime>
  </property>
  <property fmtid="{D5CDD505-2E9C-101B-9397-08002B2CF9AE}" pid="3" name="Creator">
    <vt:lpwstr>WPS 演示</vt:lpwstr>
  </property>
  <property fmtid="{D5CDD505-2E9C-101B-9397-08002B2CF9AE}" pid="4" name="LastSaved">
    <vt:filetime>2024-05-05T00:00:00Z</vt:filetime>
  </property>
</Properties>
</file>