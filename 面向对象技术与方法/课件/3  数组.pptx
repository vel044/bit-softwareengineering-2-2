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</p:sldIdLst>
  <p:sldSz cx="9144000" cy="6858000" type="screen4x3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572" y="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35940" y="2265044"/>
            <a:ext cx="7341234" cy="19259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A1A1A1"/>
                </a:solidFill>
                <a:latin typeface="微软雅黑"/>
                <a:cs typeface="微软雅黑"/>
              </a:defRPr>
            </a:lvl1pPr>
          </a:lstStyle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>
                <a:solidFill>
                  <a:srgbClr val="F1F1F1"/>
                </a:solidFill>
              </a:rPr>
              <a:t>‹#›</a:t>
            </a:fld>
            <a:endParaRPr dirty="0">
              <a:solidFill>
                <a:srgbClr val="F1F1F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F0000"/>
                </a:solidFill>
                <a:latin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A1A1A1"/>
                </a:solidFill>
                <a:latin typeface="微软雅黑"/>
                <a:cs typeface="微软雅黑"/>
              </a:defRPr>
            </a:lvl1pPr>
          </a:lstStyle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>
                <a:solidFill>
                  <a:srgbClr val="F1F1F1"/>
                </a:solidFill>
              </a:rPr>
              <a:t>‹#›</a:t>
            </a:fld>
            <a:endParaRPr dirty="0">
              <a:solidFill>
                <a:srgbClr val="F1F1F1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F0000"/>
                </a:solidFill>
                <a:latin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A1A1A1"/>
                </a:solidFill>
                <a:latin typeface="微软雅黑"/>
                <a:cs typeface="微软雅黑"/>
              </a:defRPr>
            </a:lvl1pPr>
          </a:lstStyle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>
                <a:solidFill>
                  <a:srgbClr val="F1F1F1"/>
                </a:solidFill>
              </a:rPr>
              <a:t>‹#›</a:t>
            </a:fld>
            <a:endParaRPr dirty="0">
              <a:solidFill>
                <a:srgbClr val="F1F1F1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F0000"/>
                </a:solidFill>
                <a:latin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A1A1A1"/>
                </a:solidFill>
                <a:latin typeface="微软雅黑"/>
                <a:cs typeface="微软雅黑"/>
              </a:defRPr>
            </a:lvl1pPr>
          </a:lstStyle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>
                <a:solidFill>
                  <a:srgbClr val="F1F1F1"/>
                </a:solidFill>
              </a:rPr>
              <a:t>‹#›</a:t>
            </a:fld>
            <a:endParaRPr dirty="0">
              <a:solidFill>
                <a:srgbClr val="F1F1F1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A1A1A1"/>
                </a:solidFill>
                <a:latin typeface="微软雅黑"/>
                <a:cs typeface="微软雅黑"/>
              </a:defRPr>
            </a:lvl1pPr>
          </a:lstStyle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>
                <a:solidFill>
                  <a:srgbClr val="F1F1F1"/>
                </a:solidFill>
              </a:rPr>
              <a:t>‹#›</a:t>
            </a:fld>
            <a:endParaRPr dirty="0">
              <a:solidFill>
                <a:srgbClr val="F1F1F1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12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Relationship Id="rId14" Type="http://schemas.openxmlformats.org/officeDocument/2006/relationships/image" Target="../media/image8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162570" y="863155"/>
            <a:ext cx="7739380" cy="0"/>
          </a:xfrm>
          <a:custGeom>
            <a:avLst/>
            <a:gdLst/>
            <a:ahLst/>
            <a:cxnLst/>
            <a:rect l="l" t="t" r="r" b="b"/>
            <a:pathLst>
              <a:path w="7739380">
                <a:moveTo>
                  <a:pt x="0" y="0"/>
                </a:moveTo>
                <a:lnTo>
                  <a:pt x="7738960" y="0"/>
                </a:lnTo>
              </a:path>
            </a:pathLst>
          </a:custGeom>
          <a:ln w="28575">
            <a:solidFill>
              <a:srgbClr val="A1A1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8372856" y="6187440"/>
            <a:ext cx="528955" cy="670560"/>
          </a:xfrm>
          <a:custGeom>
            <a:avLst/>
            <a:gdLst/>
            <a:ahLst/>
            <a:cxnLst/>
            <a:rect l="l" t="t" r="r" b="b"/>
            <a:pathLst>
              <a:path w="528954" h="670559">
                <a:moveTo>
                  <a:pt x="0" y="670560"/>
                </a:moveTo>
                <a:lnTo>
                  <a:pt x="528827" y="670560"/>
                </a:lnTo>
                <a:lnTo>
                  <a:pt x="528827" y="0"/>
                </a:lnTo>
                <a:lnTo>
                  <a:pt x="0" y="0"/>
                </a:lnTo>
                <a:lnTo>
                  <a:pt x="0" y="67056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239268" y="0"/>
            <a:ext cx="786765" cy="873760"/>
          </a:xfrm>
          <a:custGeom>
            <a:avLst/>
            <a:gdLst/>
            <a:ahLst/>
            <a:cxnLst/>
            <a:rect l="l" t="t" r="r" b="b"/>
            <a:pathLst>
              <a:path w="786765" h="873760">
                <a:moveTo>
                  <a:pt x="0" y="0"/>
                </a:moveTo>
                <a:lnTo>
                  <a:pt x="786384" y="0"/>
                </a:lnTo>
                <a:lnTo>
                  <a:pt x="786384" y="873252"/>
                </a:lnTo>
                <a:lnTo>
                  <a:pt x="0" y="873252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232625" y="0"/>
            <a:ext cx="799465" cy="879475"/>
          </a:xfrm>
          <a:custGeom>
            <a:avLst/>
            <a:gdLst/>
            <a:ahLst/>
            <a:cxnLst/>
            <a:rect l="l" t="t" r="r" b="b"/>
            <a:pathLst>
              <a:path w="799465" h="879475">
                <a:moveTo>
                  <a:pt x="799249" y="879475"/>
                </a:moveTo>
                <a:lnTo>
                  <a:pt x="0" y="879475"/>
                </a:lnTo>
                <a:lnTo>
                  <a:pt x="0" y="0"/>
                </a:lnTo>
                <a:lnTo>
                  <a:pt x="12700" y="0"/>
                </a:lnTo>
                <a:lnTo>
                  <a:pt x="6350" y="6350"/>
                </a:lnTo>
                <a:lnTo>
                  <a:pt x="12700" y="6350"/>
                </a:lnTo>
                <a:lnTo>
                  <a:pt x="12700" y="866774"/>
                </a:lnTo>
                <a:lnTo>
                  <a:pt x="6349" y="866774"/>
                </a:lnTo>
                <a:lnTo>
                  <a:pt x="12700" y="873125"/>
                </a:lnTo>
                <a:lnTo>
                  <a:pt x="799249" y="873125"/>
                </a:lnTo>
                <a:lnTo>
                  <a:pt x="799249" y="879475"/>
                </a:lnTo>
                <a:close/>
              </a:path>
              <a:path w="799465" h="879475">
                <a:moveTo>
                  <a:pt x="12700" y="6350"/>
                </a:moveTo>
                <a:lnTo>
                  <a:pt x="6350" y="6350"/>
                </a:lnTo>
                <a:lnTo>
                  <a:pt x="12700" y="0"/>
                </a:lnTo>
                <a:lnTo>
                  <a:pt x="12700" y="6350"/>
                </a:lnTo>
                <a:close/>
              </a:path>
              <a:path w="799465" h="879475">
                <a:moveTo>
                  <a:pt x="786549" y="6350"/>
                </a:moveTo>
                <a:lnTo>
                  <a:pt x="12700" y="6350"/>
                </a:lnTo>
                <a:lnTo>
                  <a:pt x="12700" y="0"/>
                </a:lnTo>
                <a:lnTo>
                  <a:pt x="786549" y="0"/>
                </a:lnTo>
                <a:lnTo>
                  <a:pt x="786549" y="6350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786549" y="0"/>
                </a:lnTo>
                <a:lnTo>
                  <a:pt x="792899" y="6350"/>
                </a:lnTo>
                <a:lnTo>
                  <a:pt x="799249" y="6350"/>
                </a:lnTo>
                <a:lnTo>
                  <a:pt x="799249" y="866774"/>
                </a:lnTo>
                <a:lnTo>
                  <a:pt x="79289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6350"/>
                </a:moveTo>
                <a:lnTo>
                  <a:pt x="792899" y="6350"/>
                </a:lnTo>
                <a:lnTo>
                  <a:pt x="786549" y="0"/>
                </a:lnTo>
                <a:lnTo>
                  <a:pt x="799249" y="0"/>
                </a:lnTo>
                <a:lnTo>
                  <a:pt x="799249" y="6350"/>
                </a:lnTo>
                <a:close/>
              </a:path>
              <a:path w="799465" h="879475">
                <a:moveTo>
                  <a:pt x="12700" y="873125"/>
                </a:moveTo>
                <a:lnTo>
                  <a:pt x="6349" y="866774"/>
                </a:lnTo>
                <a:lnTo>
                  <a:pt x="12700" y="866774"/>
                </a:lnTo>
                <a:lnTo>
                  <a:pt x="12700" y="873125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12700" y="873125"/>
                </a:lnTo>
                <a:lnTo>
                  <a:pt x="12700" y="866774"/>
                </a:lnTo>
                <a:lnTo>
                  <a:pt x="78654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873125"/>
                </a:moveTo>
                <a:lnTo>
                  <a:pt x="786549" y="873125"/>
                </a:lnTo>
                <a:lnTo>
                  <a:pt x="792899" y="866774"/>
                </a:lnTo>
                <a:lnTo>
                  <a:pt x="799249" y="866774"/>
                </a:lnTo>
                <a:lnTo>
                  <a:pt x="799249" y="87312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239268" y="6187440"/>
            <a:ext cx="8133715" cy="670560"/>
          </a:xfrm>
          <a:custGeom>
            <a:avLst/>
            <a:gdLst/>
            <a:ahLst/>
            <a:cxnLst/>
            <a:rect l="l" t="t" r="r" b="b"/>
            <a:pathLst>
              <a:path w="8133715" h="670559">
                <a:moveTo>
                  <a:pt x="0" y="0"/>
                </a:moveTo>
                <a:lnTo>
                  <a:pt x="8133588" y="0"/>
                </a:lnTo>
                <a:lnTo>
                  <a:pt x="8133588" y="670560"/>
                </a:lnTo>
                <a:lnTo>
                  <a:pt x="0" y="670560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1034796" y="0"/>
            <a:ext cx="125095" cy="875030"/>
          </a:xfrm>
          <a:custGeom>
            <a:avLst/>
            <a:gdLst/>
            <a:ahLst/>
            <a:cxnLst/>
            <a:rect l="l" t="t" r="r" b="b"/>
            <a:pathLst>
              <a:path w="125094" h="875030">
                <a:moveTo>
                  <a:pt x="0" y="0"/>
                </a:moveTo>
                <a:lnTo>
                  <a:pt x="124968" y="0"/>
                </a:lnTo>
                <a:lnTo>
                  <a:pt x="124968" y="874776"/>
                </a:lnTo>
                <a:lnTo>
                  <a:pt x="0" y="87477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k object 22"/>
          <p:cNvSpPr/>
          <p:nvPr/>
        </p:nvSpPr>
        <p:spPr>
          <a:xfrm>
            <a:off x="1027836" y="0"/>
            <a:ext cx="138430" cy="879475"/>
          </a:xfrm>
          <a:custGeom>
            <a:avLst/>
            <a:gdLst/>
            <a:ahLst/>
            <a:cxnLst/>
            <a:rect l="l" t="t" r="r" b="b"/>
            <a:pathLst>
              <a:path w="138430" h="879475">
                <a:moveTo>
                  <a:pt x="138010" y="879475"/>
                </a:moveTo>
                <a:lnTo>
                  <a:pt x="0" y="879475"/>
                </a:lnTo>
                <a:lnTo>
                  <a:pt x="0" y="0"/>
                </a:lnTo>
                <a:lnTo>
                  <a:pt x="11087" y="0"/>
                </a:lnTo>
                <a:lnTo>
                  <a:pt x="6350" y="4737"/>
                </a:lnTo>
                <a:lnTo>
                  <a:pt x="12700" y="4737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38010" y="873125"/>
                </a:lnTo>
                <a:lnTo>
                  <a:pt x="138010" y="879475"/>
                </a:lnTo>
                <a:close/>
              </a:path>
              <a:path w="138430" h="879475">
                <a:moveTo>
                  <a:pt x="12700" y="4737"/>
                </a:moveTo>
                <a:lnTo>
                  <a:pt x="6350" y="4737"/>
                </a:lnTo>
                <a:lnTo>
                  <a:pt x="11087" y="0"/>
                </a:lnTo>
                <a:lnTo>
                  <a:pt x="12700" y="0"/>
                </a:lnTo>
                <a:lnTo>
                  <a:pt x="12700" y="4737"/>
                </a:lnTo>
                <a:close/>
              </a:path>
              <a:path w="138430" h="879475">
                <a:moveTo>
                  <a:pt x="125310" y="4737"/>
                </a:moveTo>
                <a:lnTo>
                  <a:pt x="12700" y="4737"/>
                </a:lnTo>
                <a:lnTo>
                  <a:pt x="12700" y="0"/>
                </a:lnTo>
                <a:lnTo>
                  <a:pt x="125310" y="0"/>
                </a:lnTo>
                <a:lnTo>
                  <a:pt x="125310" y="4737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5310" y="0"/>
                </a:lnTo>
                <a:lnTo>
                  <a:pt x="126923" y="0"/>
                </a:lnTo>
                <a:lnTo>
                  <a:pt x="131660" y="4737"/>
                </a:lnTo>
                <a:lnTo>
                  <a:pt x="138010" y="4737"/>
                </a:lnTo>
                <a:lnTo>
                  <a:pt x="138010" y="866775"/>
                </a:lnTo>
                <a:lnTo>
                  <a:pt x="13166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4737"/>
                </a:moveTo>
                <a:lnTo>
                  <a:pt x="131660" y="4737"/>
                </a:lnTo>
                <a:lnTo>
                  <a:pt x="126923" y="0"/>
                </a:lnTo>
                <a:lnTo>
                  <a:pt x="138010" y="0"/>
                </a:lnTo>
                <a:lnTo>
                  <a:pt x="138010" y="4737"/>
                </a:lnTo>
                <a:close/>
              </a:path>
              <a:path w="13843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2531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873125"/>
                </a:moveTo>
                <a:lnTo>
                  <a:pt x="125310" y="873125"/>
                </a:lnTo>
                <a:lnTo>
                  <a:pt x="131660" y="866775"/>
                </a:lnTo>
                <a:lnTo>
                  <a:pt x="138010" y="866775"/>
                </a:lnTo>
                <a:lnTo>
                  <a:pt x="138010" y="87312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k object 23"/>
          <p:cNvSpPr/>
          <p:nvPr/>
        </p:nvSpPr>
        <p:spPr>
          <a:xfrm>
            <a:off x="1998459" y="6417487"/>
            <a:ext cx="159918" cy="24043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k object 24"/>
          <p:cNvSpPr/>
          <p:nvPr/>
        </p:nvSpPr>
        <p:spPr>
          <a:xfrm>
            <a:off x="2264105" y="6464096"/>
            <a:ext cx="89105" cy="17927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k object 25"/>
          <p:cNvSpPr/>
          <p:nvPr/>
        </p:nvSpPr>
        <p:spPr>
          <a:xfrm>
            <a:off x="1541767" y="6402616"/>
            <a:ext cx="161002" cy="27081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k object 26"/>
          <p:cNvSpPr/>
          <p:nvPr/>
        </p:nvSpPr>
        <p:spPr>
          <a:xfrm>
            <a:off x="1796440" y="6463360"/>
            <a:ext cx="94905" cy="14869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k object 27"/>
          <p:cNvSpPr/>
          <p:nvPr/>
        </p:nvSpPr>
        <p:spPr>
          <a:xfrm>
            <a:off x="880122" y="6433527"/>
            <a:ext cx="142481" cy="20311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k object 28"/>
          <p:cNvSpPr/>
          <p:nvPr/>
        </p:nvSpPr>
        <p:spPr>
          <a:xfrm>
            <a:off x="449211" y="6400000"/>
            <a:ext cx="164465" cy="261620"/>
          </a:xfrm>
          <a:custGeom>
            <a:avLst/>
            <a:gdLst/>
            <a:ahLst/>
            <a:cxnLst/>
            <a:rect l="l" t="t" r="r" b="b"/>
            <a:pathLst>
              <a:path w="164465" h="261620">
                <a:moveTo>
                  <a:pt x="134683" y="74663"/>
                </a:moveTo>
                <a:lnTo>
                  <a:pt x="87223" y="74663"/>
                </a:lnTo>
                <a:lnTo>
                  <a:pt x="89789" y="71272"/>
                </a:lnTo>
                <a:lnTo>
                  <a:pt x="91071" y="64477"/>
                </a:lnTo>
                <a:lnTo>
                  <a:pt x="94919" y="50504"/>
                </a:lnTo>
                <a:lnTo>
                  <a:pt x="98767" y="36693"/>
                </a:lnTo>
                <a:lnTo>
                  <a:pt x="102615" y="23201"/>
                </a:lnTo>
                <a:lnTo>
                  <a:pt x="106464" y="10185"/>
                </a:lnTo>
                <a:lnTo>
                  <a:pt x="107746" y="5092"/>
                </a:lnTo>
                <a:lnTo>
                  <a:pt x="107746" y="0"/>
                </a:lnTo>
                <a:lnTo>
                  <a:pt x="118008" y="6781"/>
                </a:lnTo>
                <a:lnTo>
                  <a:pt x="120573" y="15265"/>
                </a:lnTo>
                <a:lnTo>
                  <a:pt x="116725" y="18668"/>
                </a:lnTo>
                <a:lnTo>
                  <a:pt x="110733" y="29724"/>
                </a:lnTo>
                <a:lnTo>
                  <a:pt x="107265" y="42210"/>
                </a:lnTo>
                <a:lnTo>
                  <a:pt x="102615" y="69570"/>
                </a:lnTo>
                <a:lnTo>
                  <a:pt x="135966" y="69570"/>
                </a:lnTo>
                <a:lnTo>
                  <a:pt x="135966" y="71272"/>
                </a:lnTo>
                <a:lnTo>
                  <a:pt x="134683" y="74663"/>
                </a:lnTo>
                <a:close/>
              </a:path>
              <a:path w="164465" h="261620">
                <a:moveTo>
                  <a:pt x="19240" y="208711"/>
                </a:moveTo>
                <a:lnTo>
                  <a:pt x="0" y="174777"/>
                </a:lnTo>
                <a:lnTo>
                  <a:pt x="0" y="173075"/>
                </a:lnTo>
                <a:lnTo>
                  <a:pt x="1282" y="171386"/>
                </a:lnTo>
                <a:lnTo>
                  <a:pt x="1282" y="169684"/>
                </a:lnTo>
                <a:lnTo>
                  <a:pt x="19140" y="134607"/>
                </a:lnTo>
                <a:lnTo>
                  <a:pt x="33350" y="93319"/>
                </a:lnTo>
                <a:lnTo>
                  <a:pt x="34632" y="91630"/>
                </a:lnTo>
                <a:lnTo>
                  <a:pt x="32067" y="89928"/>
                </a:lnTo>
                <a:lnTo>
                  <a:pt x="32067" y="86537"/>
                </a:lnTo>
                <a:lnTo>
                  <a:pt x="26976" y="77390"/>
                </a:lnTo>
                <a:lnTo>
                  <a:pt x="25012" y="69357"/>
                </a:lnTo>
                <a:lnTo>
                  <a:pt x="25934" y="61006"/>
                </a:lnTo>
                <a:lnTo>
                  <a:pt x="29502" y="50901"/>
                </a:lnTo>
                <a:lnTo>
                  <a:pt x="57721" y="18668"/>
                </a:lnTo>
                <a:lnTo>
                  <a:pt x="64134" y="20358"/>
                </a:lnTo>
                <a:lnTo>
                  <a:pt x="71831" y="33934"/>
                </a:lnTo>
                <a:lnTo>
                  <a:pt x="71831" y="37325"/>
                </a:lnTo>
                <a:lnTo>
                  <a:pt x="65417" y="40728"/>
                </a:lnTo>
                <a:lnTo>
                  <a:pt x="59545" y="44147"/>
                </a:lnTo>
                <a:lnTo>
                  <a:pt x="54995" y="48998"/>
                </a:lnTo>
                <a:lnTo>
                  <a:pt x="51167" y="54803"/>
                </a:lnTo>
                <a:lnTo>
                  <a:pt x="47459" y="61087"/>
                </a:lnTo>
                <a:lnTo>
                  <a:pt x="46177" y="66179"/>
                </a:lnTo>
                <a:lnTo>
                  <a:pt x="46177" y="71272"/>
                </a:lnTo>
                <a:lnTo>
                  <a:pt x="50025" y="74663"/>
                </a:lnTo>
                <a:lnTo>
                  <a:pt x="52590" y="76352"/>
                </a:lnTo>
                <a:lnTo>
                  <a:pt x="53873" y="79755"/>
                </a:lnTo>
                <a:lnTo>
                  <a:pt x="55156" y="81445"/>
                </a:lnTo>
                <a:lnTo>
                  <a:pt x="62110" y="92607"/>
                </a:lnTo>
                <a:lnTo>
                  <a:pt x="65578" y="102020"/>
                </a:lnTo>
                <a:lnTo>
                  <a:pt x="65453" y="110692"/>
                </a:lnTo>
                <a:lnTo>
                  <a:pt x="65361" y="111988"/>
                </a:lnTo>
                <a:lnTo>
                  <a:pt x="61569" y="123863"/>
                </a:lnTo>
                <a:lnTo>
                  <a:pt x="69265" y="128955"/>
                </a:lnTo>
                <a:lnTo>
                  <a:pt x="89793" y="128955"/>
                </a:lnTo>
                <a:lnTo>
                  <a:pt x="88506" y="130657"/>
                </a:lnTo>
                <a:lnTo>
                  <a:pt x="87223" y="130657"/>
                </a:lnTo>
                <a:lnTo>
                  <a:pt x="85940" y="132359"/>
                </a:lnTo>
                <a:lnTo>
                  <a:pt x="55156" y="132359"/>
                </a:lnTo>
                <a:lnTo>
                  <a:pt x="43611" y="157810"/>
                </a:lnTo>
                <a:lnTo>
                  <a:pt x="42329" y="159499"/>
                </a:lnTo>
                <a:lnTo>
                  <a:pt x="42329" y="162890"/>
                </a:lnTo>
                <a:lnTo>
                  <a:pt x="43611" y="166293"/>
                </a:lnTo>
                <a:lnTo>
                  <a:pt x="43611" y="169684"/>
                </a:lnTo>
                <a:lnTo>
                  <a:pt x="44894" y="174777"/>
                </a:lnTo>
                <a:lnTo>
                  <a:pt x="44894" y="178168"/>
                </a:lnTo>
                <a:lnTo>
                  <a:pt x="41749" y="200228"/>
                </a:lnTo>
                <a:lnTo>
                  <a:pt x="25653" y="200228"/>
                </a:lnTo>
                <a:lnTo>
                  <a:pt x="19240" y="208711"/>
                </a:lnTo>
                <a:close/>
              </a:path>
              <a:path w="164465" h="261620">
                <a:moveTo>
                  <a:pt x="135966" y="69570"/>
                </a:moveTo>
                <a:lnTo>
                  <a:pt x="102615" y="69570"/>
                </a:lnTo>
                <a:lnTo>
                  <a:pt x="109029" y="66179"/>
                </a:lnTo>
                <a:lnTo>
                  <a:pt x="116725" y="62776"/>
                </a:lnTo>
                <a:lnTo>
                  <a:pt x="123139" y="61087"/>
                </a:lnTo>
                <a:lnTo>
                  <a:pt x="125704" y="59385"/>
                </a:lnTo>
                <a:lnTo>
                  <a:pt x="129552" y="59385"/>
                </a:lnTo>
                <a:lnTo>
                  <a:pt x="130835" y="61087"/>
                </a:lnTo>
                <a:lnTo>
                  <a:pt x="133400" y="62776"/>
                </a:lnTo>
                <a:lnTo>
                  <a:pt x="135966" y="66179"/>
                </a:lnTo>
                <a:lnTo>
                  <a:pt x="135966" y="69570"/>
                </a:lnTo>
                <a:close/>
              </a:path>
              <a:path w="164465" h="261620">
                <a:moveTo>
                  <a:pt x="89793" y="128955"/>
                </a:moveTo>
                <a:lnTo>
                  <a:pt x="69265" y="128955"/>
                </a:lnTo>
                <a:lnTo>
                  <a:pt x="80810" y="118783"/>
                </a:lnTo>
                <a:lnTo>
                  <a:pt x="78525" y="110692"/>
                </a:lnTo>
                <a:lnTo>
                  <a:pt x="79848" y="103717"/>
                </a:lnTo>
                <a:lnTo>
                  <a:pt x="82613" y="97062"/>
                </a:lnTo>
                <a:lnTo>
                  <a:pt x="84658" y="89928"/>
                </a:lnTo>
                <a:lnTo>
                  <a:pt x="75679" y="89928"/>
                </a:lnTo>
                <a:lnTo>
                  <a:pt x="71831" y="88239"/>
                </a:lnTo>
                <a:lnTo>
                  <a:pt x="69265" y="86537"/>
                </a:lnTo>
                <a:lnTo>
                  <a:pt x="65417" y="83146"/>
                </a:lnTo>
                <a:lnTo>
                  <a:pt x="62852" y="79755"/>
                </a:lnTo>
                <a:lnTo>
                  <a:pt x="62852" y="78054"/>
                </a:lnTo>
                <a:lnTo>
                  <a:pt x="64134" y="78054"/>
                </a:lnTo>
                <a:lnTo>
                  <a:pt x="70548" y="76352"/>
                </a:lnTo>
                <a:lnTo>
                  <a:pt x="75679" y="76352"/>
                </a:lnTo>
                <a:lnTo>
                  <a:pt x="82092" y="74663"/>
                </a:lnTo>
                <a:lnTo>
                  <a:pt x="132118" y="74663"/>
                </a:lnTo>
                <a:lnTo>
                  <a:pt x="105181" y="84836"/>
                </a:lnTo>
                <a:lnTo>
                  <a:pt x="100050" y="84836"/>
                </a:lnTo>
                <a:lnTo>
                  <a:pt x="98767" y="86537"/>
                </a:lnTo>
                <a:lnTo>
                  <a:pt x="97485" y="91630"/>
                </a:lnTo>
                <a:lnTo>
                  <a:pt x="94919" y="98412"/>
                </a:lnTo>
                <a:lnTo>
                  <a:pt x="93637" y="103504"/>
                </a:lnTo>
                <a:lnTo>
                  <a:pt x="91071" y="110299"/>
                </a:lnTo>
                <a:lnTo>
                  <a:pt x="126316" y="110299"/>
                </a:lnTo>
                <a:lnTo>
                  <a:pt x="130835" y="111988"/>
                </a:lnTo>
                <a:lnTo>
                  <a:pt x="135966" y="113690"/>
                </a:lnTo>
                <a:lnTo>
                  <a:pt x="141097" y="117081"/>
                </a:lnTo>
                <a:lnTo>
                  <a:pt x="141097" y="120472"/>
                </a:lnTo>
                <a:lnTo>
                  <a:pt x="103898" y="120472"/>
                </a:lnTo>
                <a:lnTo>
                  <a:pt x="103898" y="123863"/>
                </a:lnTo>
                <a:lnTo>
                  <a:pt x="97485" y="123863"/>
                </a:lnTo>
                <a:lnTo>
                  <a:pt x="93637" y="125564"/>
                </a:lnTo>
                <a:lnTo>
                  <a:pt x="91071" y="127266"/>
                </a:lnTo>
                <a:lnTo>
                  <a:pt x="89793" y="128955"/>
                </a:lnTo>
                <a:close/>
              </a:path>
              <a:path w="164465" h="261620">
                <a:moveTo>
                  <a:pt x="126316" y="110299"/>
                </a:moveTo>
                <a:lnTo>
                  <a:pt x="91071" y="110299"/>
                </a:lnTo>
                <a:lnTo>
                  <a:pt x="101433" y="108173"/>
                </a:lnTo>
                <a:lnTo>
                  <a:pt x="111434" y="107324"/>
                </a:lnTo>
                <a:lnTo>
                  <a:pt x="121195" y="108384"/>
                </a:lnTo>
                <a:lnTo>
                  <a:pt x="126316" y="110299"/>
                </a:lnTo>
                <a:close/>
              </a:path>
              <a:path w="164465" h="261620">
                <a:moveTo>
                  <a:pt x="138541" y="152717"/>
                </a:moveTo>
                <a:lnTo>
                  <a:pt x="103898" y="152717"/>
                </a:lnTo>
                <a:lnTo>
                  <a:pt x="121856" y="128955"/>
                </a:lnTo>
                <a:lnTo>
                  <a:pt x="124421" y="123863"/>
                </a:lnTo>
                <a:lnTo>
                  <a:pt x="121856" y="120472"/>
                </a:lnTo>
                <a:lnTo>
                  <a:pt x="141097" y="120472"/>
                </a:lnTo>
                <a:lnTo>
                  <a:pt x="141097" y="125564"/>
                </a:lnTo>
                <a:lnTo>
                  <a:pt x="142379" y="134048"/>
                </a:lnTo>
                <a:lnTo>
                  <a:pt x="139814" y="140843"/>
                </a:lnTo>
                <a:lnTo>
                  <a:pt x="133400" y="144233"/>
                </a:lnTo>
                <a:lnTo>
                  <a:pt x="132118" y="144233"/>
                </a:lnTo>
                <a:lnTo>
                  <a:pt x="129552" y="147624"/>
                </a:lnTo>
                <a:lnTo>
                  <a:pt x="132118" y="149326"/>
                </a:lnTo>
                <a:lnTo>
                  <a:pt x="134683" y="149326"/>
                </a:lnTo>
                <a:lnTo>
                  <a:pt x="135966" y="151015"/>
                </a:lnTo>
                <a:lnTo>
                  <a:pt x="138541" y="152717"/>
                </a:lnTo>
                <a:close/>
              </a:path>
              <a:path w="164465" h="261620">
                <a:moveTo>
                  <a:pt x="141954" y="156108"/>
                </a:moveTo>
                <a:lnTo>
                  <a:pt x="87223" y="156108"/>
                </a:lnTo>
                <a:lnTo>
                  <a:pt x="92265" y="152717"/>
                </a:lnTo>
                <a:lnTo>
                  <a:pt x="95721" y="145715"/>
                </a:lnTo>
                <a:lnTo>
                  <a:pt x="97505" y="135825"/>
                </a:lnTo>
                <a:lnTo>
                  <a:pt x="97485" y="123863"/>
                </a:lnTo>
                <a:lnTo>
                  <a:pt x="103898" y="123863"/>
                </a:lnTo>
                <a:lnTo>
                  <a:pt x="103898" y="140843"/>
                </a:lnTo>
                <a:lnTo>
                  <a:pt x="101333" y="151015"/>
                </a:lnTo>
                <a:lnTo>
                  <a:pt x="102615" y="151015"/>
                </a:lnTo>
                <a:lnTo>
                  <a:pt x="102615" y="152717"/>
                </a:lnTo>
                <a:lnTo>
                  <a:pt x="138541" y="152717"/>
                </a:lnTo>
                <a:lnTo>
                  <a:pt x="141097" y="154406"/>
                </a:lnTo>
                <a:lnTo>
                  <a:pt x="141954" y="156108"/>
                </a:lnTo>
                <a:close/>
              </a:path>
              <a:path w="164465" h="261620">
                <a:moveTo>
                  <a:pt x="142700" y="164592"/>
                </a:moveTo>
                <a:lnTo>
                  <a:pt x="65417" y="164592"/>
                </a:lnTo>
                <a:lnTo>
                  <a:pt x="62732" y="155976"/>
                </a:lnTo>
                <a:lnTo>
                  <a:pt x="60220" y="147624"/>
                </a:lnTo>
                <a:lnTo>
                  <a:pt x="57841" y="140017"/>
                </a:lnTo>
                <a:lnTo>
                  <a:pt x="55156" y="132359"/>
                </a:lnTo>
                <a:lnTo>
                  <a:pt x="85940" y="132359"/>
                </a:lnTo>
                <a:lnTo>
                  <a:pt x="85940" y="137439"/>
                </a:lnTo>
                <a:lnTo>
                  <a:pt x="80810" y="137439"/>
                </a:lnTo>
                <a:lnTo>
                  <a:pt x="70548" y="142532"/>
                </a:lnTo>
                <a:lnTo>
                  <a:pt x="69265" y="144233"/>
                </a:lnTo>
                <a:lnTo>
                  <a:pt x="71831" y="149326"/>
                </a:lnTo>
                <a:lnTo>
                  <a:pt x="74396" y="159499"/>
                </a:lnTo>
                <a:lnTo>
                  <a:pt x="76961" y="161201"/>
                </a:lnTo>
                <a:lnTo>
                  <a:pt x="143340" y="161201"/>
                </a:lnTo>
                <a:lnTo>
                  <a:pt x="142700" y="164592"/>
                </a:lnTo>
                <a:close/>
              </a:path>
              <a:path w="164465" h="261620">
                <a:moveTo>
                  <a:pt x="143340" y="161201"/>
                </a:moveTo>
                <a:lnTo>
                  <a:pt x="76961" y="161201"/>
                </a:lnTo>
                <a:lnTo>
                  <a:pt x="83375" y="157810"/>
                </a:lnTo>
                <a:lnTo>
                  <a:pt x="80810" y="144233"/>
                </a:lnTo>
                <a:lnTo>
                  <a:pt x="80810" y="137439"/>
                </a:lnTo>
                <a:lnTo>
                  <a:pt x="85940" y="137439"/>
                </a:lnTo>
                <a:lnTo>
                  <a:pt x="85940" y="142532"/>
                </a:lnTo>
                <a:lnTo>
                  <a:pt x="87223" y="149326"/>
                </a:lnTo>
                <a:lnTo>
                  <a:pt x="87223" y="156108"/>
                </a:lnTo>
                <a:lnTo>
                  <a:pt x="141954" y="156108"/>
                </a:lnTo>
                <a:lnTo>
                  <a:pt x="143662" y="159499"/>
                </a:lnTo>
                <a:lnTo>
                  <a:pt x="143340" y="161201"/>
                </a:lnTo>
                <a:close/>
              </a:path>
              <a:path w="164465" h="261620">
                <a:moveTo>
                  <a:pt x="56438" y="195135"/>
                </a:moveTo>
                <a:lnTo>
                  <a:pt x="52590" y="188353"/>
                </a:lnTo>
                <a:lnTo>
                  <a:pt x="47459" y="181559"/>
                </a:lnTo>
                <a:lnTo>
                  <a:pt x="47459" y="173075"/>
                </a:lnTo>
                <a:lnTo>
                  <a:pt x="48742" y="164592"/>
                </a:lnTo>
                <a:lnTo>
                  <a:pt x="48742" y="162890"/>
                </a:lnTo>
                <a:lnTo>
                  <a:pt x="61569" y="162890"/>
                </a:lnTo>
                <a:lnTo>
                  <a:pt x="65417" y="164592"/>
                </a:lnTo>
                <a:lnTo>
                  <a:pt x="142700" y="164592"/>
                </a:lnTo>
                <a:lnTo>
                  <a:pt x="141097" y="173075"/>
                </a:lnTo>
                <a:lnTo>
                  <a:pt x="137248" y="174777"/>
                </a:lnTo>
                <a:lnTo>
                  <a:pt x="128269" y="174777"/>
                </a:lnTo>
                <a:lnTo>
                  <a:pt x="123139" y="176466"/>
                </a:lnTo>
                <a:lnTo>
                  <a:pt x="118008" y="176466"/>
                </a:lnTo>
                <a:lnTo>
                  <a:pt x="112576" y="179200"/>
                </a:lnTo>
                <a:lnTo>
                  <a:pt x="109127" y="183260"/>
                </a:lnTo>
                <a:lnTo>
                  <a:pt x="91071" y="183260"/>
                </a:lnTo>
                <a:lnTo>
                  <a:pt x="87223" y="184950"/>
                </a:lnTo>
                <a:lnTo>
                  <a:pt x="83375" y="184950"/>
                </a:lnTo>
                <a:lnTo>
                  <a:pt x="75679" y="188353"/>
                </a:lnTo>
                <a:lnTo>
                  <a:pt x="70548" y="190042"/>
                </a:lnTo>
                <a:lnTo>
                  <a:pt x="66700" y="191744"/>
                </a:lnTo>
                <a:lnTo>
                  <a:pt x="56438" y="195135"/>
                </a:lnTo>
                <a:close/>
              </a:path>
              <a:path w="164465" h="261620">
                <a:moveTo>
                  <a:pt x="138728" y="237553"/>
                </a:moveTo>
                <a:lnTo>
                  <a:pt x="120573" y="237553"/>
                </a:lnTo>
                <a:lnTo>
                  <a:pt x="112877" y="217195"/>
                </a:lnTo>
                <a:lnTo>
                  <a:pt x="110312" y="215493"/>
                </a:lnTo>
                <a:lnTo>
                  <a:pt x="109029" y="215493"/>
                </a:lnTo>
                <a:lnTo>
                  <a:pt x="98467" y="213642"/>
                </a:lnTo>
                <a:lnTo>
                  <a:pt x="92835" y="209562"/>
                </a:lnTo>
                <a:lnTo>
                  <a:pt x="90811" y="201663"/>
                </a:lnTo>
                <a:lnTo>
                  <a:pt x="90945" y="194815"/>
                </a:lnTo>
                <a:lnTo>
                  <a:pt x="91071" y="183260"/>
                </a:lnTo>
                <a:lnTo>
                  <a:pt x="109127" y="183260"/>
                </a:lnTo>
                <a:lnTo>
                  <a:pt x="108227" y="184319"/>
                </a:lnTo>
                <a:lnTo>
                  <a:pt x="105562" y="191027"/>
                </a:lnTo>
                <a:lnTo>
                  <a:pt x="105181" y="198526"/>
                </a:lnTo>
                <a:lnTo>
                  <a:pt x="164185" y="198526"/>
                </a:lnTo>
                <a:lnTo>
                  <a:pt x="161726" y="203407"/>
                </a:lnTo>
                <a:lnTo>
                  <a:pt x="138210" y="203407"/>
                </a:lnTo>
                <a:lnTo>
                  <a:pt x="131196" y="205343"/>
                </a:lnTo>
                <a:lnTo>
                  <a:pt x="124421" y="208711"/>
                </a:lnTo>
                <a:lnTo>
                  <a:pt x="128597" y="217833"/>
                </a:lnTo>
                <a:lnTo>
                  <a:pt x="132919" y="226525"/>
                </a:lnTo>
                <a:lnTo>
                  <a:pt x="137589" y="235434"/>
                </a:lnTo>
                <a:lnTo>
                  <a:pt x="138728" y="237553"/>
                </a:lnTo>
                <a:close/>
              </a:path>
              <a:path w="164465" h="261620">
                <a:moveTo>
                  <a:pt x="164185" y="198526"/>
                </a:moveTo>
                <a:lnTo>
                  <a:pt x="109029" y="198526"/>
                </a:lnTo>
                <a:lnTo>
                  <a:pt x="110312" y="196837"/>
                </a:lnTo>
                <a:lnTo>
                  <a:pt x="118990" y="191400"/>
                </a:lnTo>
                <a:lnTo>
                  <a:pt x="127788" y="187712"/>
                </a:lnTo>
                <a:lnTo>
                  <a:pt x="136828" y="185614"/>
                </a:lnTo>
                <a:lnTo>
                  <a:pt x="146227" y="184950"/>
                </a:lnTo>
                <a:lnTo>
                  <a:pt x="151358" y="186651"/>
                </a:lnTo>
                <a:lnTo>
                  <a:pt x="159054" y="190042"/>
                </a:lnTo>
                <a:lnTo>
                  <a:pt x="164185" y="193433"/>
                </a:lnTo>
                <a:lnTo>
                  <a:pt x="164185" y="198526"/>
                </a:lnTo>
                <a:close/>
              </a:path>
              <a:path w="164465" h="261620">
                <a:moveTo>
                  <a:pt x="33350" y="261315"/>
                </a:moveTo>
                <a:lnTo>
                  <a:pt x="26094" y="259059"/>
                </a:lnTo>
                <a:lnTo>
                  <a:pt x="21485" y="254738"/>
                </a:lnTo>
                <a:lnTo>
                  <a:pt x="19280" y="248190"/>
                </a:lnTo>
                <a:lnTo>
                  <a:pt x="19240" y="239255"/>
                </a:lnTo>
                <a:lnTo>
                  <a:pt x="20984" y="229923"/>
                </a:lnTo>
                <a:lnTo>
                  <a:pt x="22919" y="217195"/>
                </a:lnTo>
                <a:lnTo>
                  <a:pt x="23930" y="210383"/>
                </a:lnTo>
                <a:lnTo>
                  <a:pt x="25653" y="200228"/>
                </a:lnTo>
                <a:lnTo>
                  <a:pt x="41749" y="200228"/>
                </a:lnTo>
                <a:lnTo>
                  <a:pt x="39282" y="217833"/>
                </a:lnTo>
                <a:lnTo>
                  <a:pt x="36727" y="237553"/>
                </a:lnTo>
                <a:lnTo>
                  <a:pt x="34632" y="256222"/>
                </a:lnTo>
                <a:lnTo>
                  <a:pt x="33350" y="257924"/>
                </a:lnTo>
                <a:lnTo>
                  <a:pt x="33350" y="261315"/>
                </a:lnTo>
                <a:close/>
              </a:path>
              <a:path w="164465" h="261620">
                <a:moveTo>
                  <a:pt x="160337" y="208711"/>
                </a:moveTo>
                <a:lnTo>
                  <a:pt x="156489" y="208711"/>
                </a:lnTo>
                <a:lnTo>
                  <a:pt x="153923" y="207009"/>
                </a:lnTo>
                <a:lnTo>
                  <a:pt x="145706" y="203698"/>
                </a:lnTo>
                <a:lnTo>
                  <a:pt x="138210" y="203407"/>
                </a:lnTo>
                <a:lnTo>
                  <a:pt x="161726" y="203407"/>
                </a:lnTo>
                <a:lnTo>
                  <a:pt x="161600" y="203698"/>
                </a:lnTo>
                <a:lnTo>
                  <a:pt x="160337" y="208711"/>
                </a:lnTo>
                <a:close/>
              </a:path>
              <a:path w="164465" h="261620">
                <a:moveTo>
                  <a:pt x="142379" y="259613"/>
                </a:moveTo>
                <a:lnTo>
                  <a:pt x="134683" y="259613"/>
                </a:lnTo>
                <a:lnTo>
                  <a:pt x="121275" y="255397"/>
                </a:lnTo>
                <a:lnTo>
                  <a:pt x="84658" y="234162"/>
                </a:lnTo>
                <a:lnTo>
                  <a:pt x="75679" y="223977"/>
                </a:lnTo>
                <a:lnTo>
                  <a:pt x="70548" y="218897"/>
                </a:lnTo>
                <a:lnTo>
                  <a:pt x="67983" y="215493"/>
                </a:lnTo>
                <a:lnTo>
                  <a:pt x="67983" y="205320"/>
                </a:lnTo>
                <a:lnTo>
                  <a:pt x="74396" y="205320"/>
                </a:lnTo>
                <a:lnTo>
                  <a:pt x="76961" y="208711"/>
                </a:lnTo>
                <a:lnTo>
                  <a:pt x="78244" y="212102"/>
                </a:lnTo>
                <a:lnTo>
                  <a:pt x="87163" y="222287"/>
                </a:lnTo>
                <a:lnTo>
                  <a:pt x="96683" y="229923"/>
                </a:lnTo>
                <a:lnTo>
                  <a:pt x="106925" y="235012"/>
                </a:lnTo>
                <a:lnTo>
                  <a:pt x="118008" y="237553"/>
                </a:lnTo>
                <a:lnTo>
                  <a:pt x="138728" y="237553"/>
                </a:lnTo>
                <a:lnTo>
                  <a:pt x="142379" y="244348"/>
                </a:lnTo>
                <a:lnTo>
                  <a:pt x="143662" y="247738"/>
                </a:lnTo>
                <a:lnTo>
                  <a:pt x="143580" y="254738"/>
                </a:lnTo>
                <a:lnTo>
                  <a:pt x="142379" y="257924"/>
                </a:lnTo>
                <a:lnTo>
                  <a:pt x="142379" y="2596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k object 29"/>
          <p:cNvSpPr/>
          <p:nvPr/>
        </p:nvSpPr>
        <p:spPr>
          <a:xfrm>
            <a:off x="494283" y="6603733"/>
            <a:ext cx="20955" cy="73025"/>
          </a:xfrm>
          <a:custGeom>
            <a:avLst/>
            <a:gdLst/>
            <a:ahLst/>
            <a:cxnLst/>
            <a:rect l="l" t="t" r="r" b="b"/>
            <a:pathLst>
              <a:path w="20954" h="73025">
                <a:moveTo>
                  <a:pt x="11480" y="72758"/>
                </a:moveTo>
                <a:lnTo>
                  <a:pt x="7658" y="69380"/>
                </a:lnTo>
                <a:lnTo>
                  <a:pt x="2552" y="65989"/>
                </a:lnTo>
                <a:lnTo>
                  <a:pt x="0" y="62610"/>
                </a:lnTo>
                <a:lnTo>
                  <a:pt x="81" y="58828"/>
                </a:lnTo>
                <a:lnTo>
                  <a:pt x="2874" y="44978"/>
                </a:lnTo>
                <a:lnTo>
                  <a:pt x="5745" y="30249"/>
                </a:lnTo>
                <a:lnTo>
                  <a:pt x="8613" y="15204"/>
                </a:lnTo>
                <a:lnTo>
                  <a:pt x="11480" y="0"/>
                </a:lnTo>
                <a:lnTo>
                  <a:pt x="19138" y="5079"/>
                </a:lnTo>
                <a:lnTo>
                  <a:pt x="20408" y="10159"/>
                </a:lnTo>
                <a:lnTo>
                  <a:pt x="19138" y="18618"/>
                </a:lnTo>
                <a:lnTo>
                  <a:pt x="16683" y="31597"/>
                </a:lnTo>
                <a:lnTo>
                  <a:pt x="14828" y="45054"/>
                </a:lnTo>
                <a:lnTo>
                  <a:pt x="13164" y="59232"/>
                </a:lnTo>
                <a:lnTo>
                  <a:pt x="11480" y="727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k object 30"/>
          <p:cNvSpPr/>
          <p:nvPr/>
        </p:nvSpPr>
        <p:spPr>
          <a:xfrm>
            <a:off x="686562" y="6471818"/>
            <a:ext cx="108813" cy="12654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k object 31"/>
          <p:cNvSpPr/>
          <p:nvPr/>
        </p:nvSpPr>
        <p:spPr>
          <a:xfrm>
            <a:off x="1088682" y="6402252"/>
            <a:ext cx="184064" cy="243238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k object 32"/>
          <p:cNvSpPr/>
          <p:nvPr/>
        </p:nvSpPr>
        <p:spPr>
          <a:xfrm>
            <a:off x="7377683" y="347472"/>
            <a:ext cx="1476755" cy="43281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k object 33"/>
          <p:cNvSpPr/>
          <p:nvPr/>
        </p:nvSpPr>
        <p:spPr>
          <a:xfrm>
            <a:off x="1024851" y="0"/>
            <a:ext cx="0" cy="1061720"/>
          </a:xfrm>
          <a:custGeom>
            <a:avLst/>
            <a:gdLst/>
            <a:ahLst/>
            <a:cxnLst/>
            <a:rect l="l" t="t" r="r" b="b"/>
            <a:pathLst>
              <a:path h="1061720">
                <a:moveTo>
                  <a:pt x="0" y="0"/>
                </a:moveTo>
                <a:lnTo>
                  <a:pt x="0" y="106159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k object 34"/>
          <p:cNvSpPr/>
          <p:nvPr/>
        </p:nvSpPr>
        <p:spPr>
          <a:xfrm>
            <a:off x="8366556" y="6119786"/>
            <a:ext cx="0" cy="738505"/>
          </a:xfrm>
          <a:custGeom>
            <a:avLst/>
            <a:gdLst/>
            <a:ahLst/>
            <a:cxnLst/>
            <a:rect l="l" t="t" r="r" b="b"/>
            <a:pathLst>
              <a:path h="738504">
                <a:moveTo>
                  <a:pt x="0" y="0"/>
                </a:moveTo>
                <a:lnTo>
                  <a:pt x="0" y="7382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70264" y="1774355"/>
            <a:ext cx="480347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FF0000"/>
                </a:solidFill>
                <a:latin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69339" y="2294255"/>
            <a:ext cx="7950834" cy="1911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503602" y="6401152"/>
            <a:ext cx="255270" cy="2266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A1A1A1"/>
                </a:solidFill>
                <a:latin typeface="微软雅黑"/>
                <a:cs typeface="微软雅黑"/>
              </a:defRPr>
            </a:lvl1pPr>
          </a:lstStyle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>
                <a:solidFill>
                  <a:srgbClr val="F1F1F1"/>
                </a:solidFill>
              </a:rPr>
              <a:t>‹#›</a:t>
            </a:fld>
            <a:endParaRPr dirty="0">
              <a:solidFill>
                <a:srgbClr val="F1F1F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jp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jp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18" Type="http://schemas.openxmlformats.org/officeDocument/2006/relationships/image" Target="../media/image44.png"/><Relationship Id="rId26" Type="http://schemas.openxmlformats.org/officeDocument/2006/relationships/image" Target="../media/image52.png"/><Relationship Id="rId3" Type="http://schemas.openxmlformats.org/officeDocument/2006/relationships/image" Target="../media/image28.png"/><Relationship Id="rId21" Type="http://schemas.openxmlformats.org/officeDocument/2006/relationships/image" Target="../media/image47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17" Type="http://schemas.openxmlformats.org/officeDocument/2006/relationships/image" Target="../media/image43.png"/><Relationship Id="rId25" Type="http://schemas.openxmlformats.org/officeDocument/2006/relationships/image" Target="../media/image51.png"/><Relationship Id="rId2" Type="http://schemas.openxmlformats.org/officeDocument/2006/relationships/image" Target="../media/image27.png"/><Relationship Id="rId16" Type="http://schemas.openxmlformats.org/officeDocument/2006/relationships/image" Target="../media/image42.png"/><Relationship Id="rId20" Type="http://schemas.openxmlformats.org/officeDocument/2006/relationships/image" Target="../media/image46.png"/><Relationship Id="rId29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24" Type="http://schemas.openxmlformats.org/officeDocument/2006/relationships/image" Target="../media/image50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23" Type="http://schemas.openxmlformats.org/officeDocument/2006/relationships/image" Target="../media/image49.png"/><Relationship Id="rId28" Type="http://schemas.openxmlformats.org/officeDocument/2006/relationships/image" Target="../media/image54.png"/><Relationship Id="rId10" Type="http://schemas.openxmlformats.org/officeDocument/2006/relationships/image" Target="../media/image36.png"/><Relationship Id="rId19" Type="http://schemas.openxmlformats.org/officeDocument/2006/relationships/image" Target="../media/image45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Relationship Id="rId22" Type="http://schemas.openxmlformats.org/officeDocument/2006/relationships/image" Target="../media/image48.png"/><Relationship Id="rId27" Type="http://schemas.openxmlformats.org/officeDocument/2006/relationships/image" Target="../media/image5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67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12" Type="http://schemas.openxmlformats.org/officeDocument/2006/relationships/image" Target="../media/image66.png"/><Relationship Id="rId2" Type="http://schemas.openxmlformats.org/officeDocument/2006/relationships/image" Target="../media/image56.png"/><Relationship Id="rId16" Type="http://schemas.openxmlformats.org/officeDocument/2006/relationships/image" Target="../media/image7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0.png"/><Relationship Id="rId11" Type="http://schemas.openxmlformats.org/officeDocument/2006/relationships/image" Target="../media/image65.png"/><Relationship Id="rId5" Type="http://schemas.openxmlformats.org/officeDocument/2006/relationships/image" Target="../media/image59.png"/><Relationship Id="rId15" Type="http://schemas.openxmlformats.org/officeDocument/2006/relationships/image" Target="../media/image69.png"/><Relationship Id="rId10" Type="http://schemas.openxmlformats.org/officeDocument/2006/relationships/image" Target="../media/image64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Relationship Id="rId14" Type="http://schemas.openxmlformats.org/officeDocument/2006/relationships/image" Target="../media/image6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82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17" Type="http://schemas.openxmlformats.org/officeDocument/2006/relationships/image" Target="../media/image86.png"/><Relationship Id="rId2" Type="http://schemas.openxmlformats.org/officeDocument/2006/relationships/image" Target="../media/image71.png"/><Relationship Id="rId16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5" Type="http://schemas.openxmlformats.org/officeDocument/2006/relationships/image" Target="../media/image84.png"/><Relationship Id="rId10" Type="http://schemas.openxmlformats.org/officeDocument/2006/relationships/image" Target="../media/image79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Relationship Id="rId14" Type="http://schemas.openxmlformats.org/officeDocument/2006/relationships/image" Target="../media/image8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13" Type="http://schemas.openxmlformats.org/officeDocument/2006/relationships/image" Target="../media/image97.png"/><Relationship Id="rId3" Type="http://schemas.openxmlformats.org/officeDocument/2006/relationships/image" Target="../media/image88.png"/><Relationship Id="rId7" Type="http://schemas.openxmlformats.org/officeDocument/2006/relationships/image" Target="../media/image92.png"/><Relationship Id="rId12" Type="http://schemas.openxmlformats.org/officeDocument/2006/relationships/image" Target="../media/image96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png"/><Relationship Id="rId11" Type="http://schemas.openxmlformats.org/officeDocument/2006/relationships/image" Target="../media/image95.png"/><Relationship Id="rId5" Type="http://schemas.openxmlformats.org/officeDocument/2006/relationships/image" Target="../media/image90.png"/><Relationship Id="rId15" Type="http://schemas.openxmlformats.org/officeDocument/2006/relationships/image" Target="../media/image99.png"/><Relationship Id="rId10" Type="http://schemas.openxmlformats.org/officeDocument/2006/relationships/image" Target="../media/image94.png"/><Relationship Id="rId4" Type="http://schemas.openxmlformats.org/officeDocument/2006/relationships/image" Target="../media/image89.png"/><Relationship Id="rId9" Type="http://schemas.openxmlformats.org/officeDocument/2006/relationships/image" Target="../media/image62.png"/><Relationship Id="rId14" Type="http://schemas.openxmlformats.org/officeDocument/2006/relationships/image" Target="../media/image98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13" Type="http://schemas.openxmlformats.org/officeDocument/2006/relationships/image" Target="../media/image97.png"/><Relationship Id="rId3" Type="http://schemas.openxmlformats.org/officeDocument/2006/relationships/image" Target="../media/image88.png"/><Relationship Id="rId7" Type="http://schemas.openxmlformats.org/officeDocument/2006/relationships/image" Target="../media/image92.png"/><Relationship Id="rId12" Type="http://schemas.openxmlformats.org/officeDocument/2006/relationships/image" Target="../media/image96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png"/><Relationship Id="rId11" Type="http://schemas.openxmlformats.org/officeDocument/2006/relationships/image" Target="../media/image95.png"/><Relationship Id="rId5" Type="http://schemas.openxmlformats.org/officeDocument/2006/relationships/image" Target="../media/image90.png"/><Relationship Id="rId15" Type="http://schemas.openxmlformats.org/officeDocument/2006/relationships/image" Target="../media/image99.png"/><Relationship Id="rId10" Type="http://schemas.openxmlformats.org/officeDocument/2006/relationships/image" Target="../media/image94.png"/><Relationship Id="rId4" Type="http://schemas.openxmlformats.org/officeDocument/2006/relationships/image" Target="../media/image89.png"/><Relationship Id="rId9" Type="http://schemas.openxmlformats.org/officeDocument/2006/relationships/image" Target="../media/image62.png"/><Relationship Id="rId14" Type="http://schemas.openxmlformats.org/officeDocument/2006/relationships/image" Target="../media/image9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8.jpg"/><Relationship Id="rId4" Type="http://schemas.openxmlformats.org/officeDocument/2006/relationships/image" Target="../media/image10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3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8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5.png"/><Relationship Id="rId4" Type="http://schemas.openxmlformats.org/officeDocument/2006/relationships/image" Target="../media/image12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9.png"/><Relationship Id="rId4" Type="http://schemas.openxmlformats.org/officeDocument/2006/relationships/image" Target="../media/image128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3" Type="http://schemas.openxmlformats.org/officeDocument/2006/relationships/image" Target="../media/image134.png"/><Relationship Id="rId7" Type="http://schemas.openxmlformats.org/officeDocument/2006/relationships/image" Target="../media/image138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7.png"/><Relationship Id="rId5" Type="http://schemas.openxmlformats.org/officeDocument/2006/relationships/image" Target="../media/image136.png"/><Relationship Id="rId4" Type="http://schemas.openxmlformats.org/officeDocument/2006/relationships/image" Target="../media/image135.png"/><Relationship Id="rId9" Type="http://schemas.openxmlformats.org/officeDocument/2006/relationships/image" Target="../media/image8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5.jpg"/><Relationship Id="rId4" Type="http://schemas.openxmlformats.org/officeDocument/2006/relationships/image" Target="../media/image1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443989"/>
            <a:ext cx="5086985" cy="43967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150" indent="-171450">
              <a:lnSpc>
                <a:spcPts val="4175"/>
              </a:lnSpc>
              <a:spcBef>
                <a:spcPts val="105"/>
              </a:spcBef>
              <a:buFont typeface="Arial"/>
              <a:buChar char="•"/>
              <a:tabLst>
                <a:tab pos="184150" algn="l"/>
              </a:tabLst>
            </a:pPr>
            <a:r>
              <a:rPr sz="3500" dirty="0">
                <a:latin typeface="宋体"/>
                <a:cs typeface="宋体"/>
              </a:rPr>
              <a:t>数组的声明、创建、引</a:t>
            </a:r>
            <a:r>
              <a:rPr sz="3500" spc="5" dirty="0">
                <a:latin typeface="宋体"/>
                <a:cs typeface="宋体"/>
              </a:rPr>
              <a:t>用</a:t>
            </a:r>
            <a:endParaRPr sz="3500" dirty="0">
              <a:latin typeface="宋体"/>
              <a:cs typeface="宋体"/>
            </a:endParaRPr>
          </a:p>
          <a:p>
            <a:pPr marL="527050" lvl="1" indent="-171450">
              <a:lnSpc>
                <a:spcPts val="4155"/>
              </a:lnSpc>
              <a:buFont typeface="Arial"/>
              <a:buChar char="•"/>
              <a:tabLst>
                <a:tab pos="527050" algn="l"/>
              </a:tabLst>
            </a:pPr>
            <a:r>
              <a:rPr sz="3500" dirty="0">
                <a:latin typeface="宋体"/>
                <a:cs typeface="宋体"/>
              </a:rPr>
              <a:t>一维数</a:t>
            </a:r>
            <a:r>
              <a:rPr sz="3500" spc="5" dirty="0">
                <a:latin typeface="宋体"/>
                <a:cs typeface="宋体"/>
              </a:rPr>
              <a:t>组</a:t>
            </a:r>
            <a:endParaRPr sz="3500" dirty="0">
              <a:latin typeface="宋体"/>
              <a:cs typeface="宋体"/>
            </a:endParaRPr>
          </a:p>
          <a:p>
            <a:pPr marL="527050" lvl="1" indent="-171450">
              <a:lnSpc>
                <a:spcPts val="4155"/>
              </a:lnSpc>
              <a:buFont typeface="Arial"/>
              <a:buChar char="•"/>
              <a:tabLst>
                <a:tab pos="527050" algn="l"/>
              </a:tabLst>
            </a:pPr>
            <a:r>
              <a:rPr sz="3500" dirty="0">
                <a:latin typeface="宋体"/>
                <a:cs typeface="宋体"/>
              </a:rPr>
              <a:t>二维数</a:t>
            </a:r>
            <a:r>
              <a:rPr sz="3500" spc="5" dirty="0">
                <a:latin typeface="宋体"/>
                <a:cs typeface="宋体"/>
              </a:rPr>
              <a:t>组</a:t>
            </a:r>
            <a:endParaRPr sz="3500" dirty="0">
              <a:latin typeface="宋体"/>
              <a:cs typeface="宋体"/>
            </a:endParaRPr>
          </a:p>
          <a:p>
            <a:pPr marL="869950" lvl="2" indent="-171450">
              <a:lnSpc>
                <a:spcPts val="4155"/>
              </a:lnSpc>
              <a:buFont typeface="Arial"/>
              <a:buChar char="•"/>
              <a:tabLst>
                <a:tab pos="869950" algn="l"/>
              </a:tabLst>
            </a:pPr>
            <a:r>
              <a:rPr sz="3500" dirty="0">
                <a:latin typeface="宋体"/>
                <a:cs typeface="宋体"/>
              </a:rPr>
              <a:t>规则二维数</a:t>
            </a:r>
            <a:r>
              <a:rPr sz="3500" spc="5" dirty="0">
                <a:latin typeface="宋体"/>
                <a:cs typeface="宋体"/>
              </a:rPr>
              <a:t>组</a:t>
            </a:r>
            <a:endParaRPr sz="3500" dirty="0">
              <a:latin typeface="宋体"/>
              <a:cs typeface="宋体"/>
            </a:endParaRPr>
          </a:p>
          <a:p>
            <a:pPr marL="869950" lvl="2" indent="-171450">
              <a:lnSpc>
                <a:spcPts val="4180"/>
              </a:lnSpc>
              <a:buFont typeface="Arial"/>
              <a:buChar char="•"/>
              <a:tabLst>
                <a:tab pos="869950" algn="l"/>
              </a:tabLst>
            </a:pPr>
            <a:r>
              <a:rPr sz="3500" dirty="0">
                <a:latin typeface="宋体"/>
                <a:cs typeface="宋体"/>
              </a:rPr>
              <a:t>不规则二维数</a:t>
            </a:r>
            <a:r>
              <a:rPr sz="3500" spc="5" dirty="0">
                <a:latin typeface="宋体"/>
                <a:cs typeface="宋体"/>
              </a:rPr>
              <a:t>组</a:t>
            </a:r>
            <a:endParaRPr sz="3500" dirty="0">
              <a:latin typeface="宋体"/>
              <a:cs typeface="宋体"/>
            </a:endParaRPr>
          </a:p>
          <a:p>
            <a:pPr marL="184150" indent="-171450">
              <a:lnSpc>
                <a:spcPct val="100000"/>
              </a:lnSpc>
              <a:spcBef>
                <a:spcPts val="330"/>
              </a:spcBef>
              <a:buFont typeface="Arial"/>
              <a:buChar char="•"/>
              <a:tabLst>
                <a:tab pos="184150" algn="l"/>
              </a:tabLst>
            </a:pPr>
            <a:r>
              <a:rPr sz="3500" dirty="0">
                <a:latin typeface="宋体"/>
                <a:cs typeface="宋体"/>
              </a:rPr>
              <a:t>不定长参数与数</a:t>
            </a:r>
            <a:r>
              <a:rPr sz="3500" spc="5" dirty="0">
                <a:latin typeface="宋体"/>
                <a:cs typeface="宋体"/>
              </a:rPr>
              <a:t>组</a:t>
            </a:r>
            <a:endParaRPr sz="3500" dirty="0">
              <a:latin typeface="宋体"/>
              <a:cs typeface="宋体"/>
            </a:endParaRPr>
          </a:p>
          <a:p>
            <a:pPr marL="184150" indent="-171450">
              <a:lnSpc>
                <a:spcPct val="100000"/>
              </a:lnSpc>
              <a:spcBef>
                <a:spcPts val="330"/>
              </a:spcBef>
              <a:buFont typeface="Arial"/>
              <a:buChar char="•"/>
              <a:tabLst>
                <a:tab pos="184150" algn="l"/>
              </a:tabLst>
            </a:pPr>
            <a:r>
              <a:rPr sz="3500" spc="-5" dirty="0">
                <a:latin typeface="宋体"/>
                <a:cs typeface="宋体"/>
              </a:rPr>
              <a:t>for</a:t>
            </a:r>
            <a:r>
              <a:rPr sz="3500" spc="-10" dirty="0">
                <a:latin typeface="宋体"/>
                <a:cs typeface="宋体"/>
              </a:rPr>
              <a:t> </a:t>
            </a:r>
            <a:r>
              <a:rPr sz="3500" spc="-5" dirty="0">
                <a:latin typeface="宋体"/>
                <a:cs typeface="宋体"/>
              </a:rPr>
              <a:t>each</a:t>
            </a:r>
            <a:r>
              <a:rPr sz="3500" dirty="0">
                <a:latin typeface="宋体"/>
                <a:cs typeface="宋体"/>
              </a:rPr>
              <a:t>循</a:t>
            </a:r>
            <a:r>
              <a:rPr sz="3500" spc="5" dirty="0">
                <a:latin typeface="宋体"/>
                <a:cs typeface="宋体"/>
              </a:rPr>
              <a:t>环</a:t>
            </a:r>
            <a:endParaRPr sz="3500" dirty="0">
              <a:latin typeface="宋体"/>
              <a:cs typeface="宋体"/>
            </a:endParaRPr>
          </a:p>
          <a:p>
            <a:pPr marL="184150" indent="-171450">
              <a:lnSpc>
                <a:spcPct val="100000"/>
              </a:lnSpc>
              <a:spcBef>
                <a:spcPts val="330"/>
              </a:spcBef>
              <a:buFont typeface="Arial"/>
              <a:buChar char="•"/>
              <a:tabLst>
                <a:tab pos="184150" algn="l"/>
              </a:tabLst>
            </a:pPr>
            <a:r>
              <a:rPr sz="3500" spc="-5" dirty="0">
                <a:latin typeface="宋体"/>
                <a:cs typeface="宋体"/>
              </a:rPr>
              <a:t>Arrays</a:t>
            </a:r>
            <a:r>
              <a:rPr sz="3500" spc="5" dirty="0">
                <a:latin typeface="宋体"/>
                <a:cs typeface="宋体"/>
              </a:rPr>
              <a:t>类</a:t>
            </a:r>
            <a:endParaRPr sz="3500" dirty="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>
                <a:solidFill>
                  <a:srgbClr val="F1F1F1"/>
                </a:solidFill>
              </a:rPr>
              <a:t>1</a:t>
            </a:fld>
            <a:endParaRPr dirty="0">
              <a:solidFill>
                <a:srgbClr val="F1F1F1"/>
              </a:solidFill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257670"/>
            <a:ext cx="2256155" cy="560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500" dirty="0">
                <a:solidFill>
                  <a:srgbClr val="000000"/>
                </a:solidFill>
                <a:latin typeface="宋体"/>
                <a:cs typeface="宋体"/>
              </a:rPr>
              <a:t>本章知识</a:t>
            </a:r>
            <a:r>
              <a:rPr sz="3500" spc="-10" dirty="0">
                <a:solidFill>
                  <a:srgbClr val="000000"/>
                </a:solidFill>
                <a:latin typeface="宋体"/>
                <a:cs typeface="宋体"/>
              </a:rPr>
              <a:t>点</a:t>
            </a:r>
            <a:endParaRPr sz="35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459230"/>
            <a:ext cx="8071484" cy="3853179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84150" marR="57150" indent="-171450">
              <a:lnSpc>
                <a:spcPts val="3020"/>
              </a:lnSpc>
              <a:spcBef>
                <a:spcPts val="475"/>
              </a:spcBef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latin typeface="宋体"/>
                <a:cs typeface="宋体"/>
              </a:rPr>
              <a:t>数组：一组相同数据类型的元素按一定顺序线性</a:t>
            </a:r>
            <a:r>
              <a:rPr sz="2800" spc="-5" dirty="0">
                <a:latin typeface="宋体"/>
                <a:cs typeface="宋体"/>
              </a:rPr>
              <a:t>排 </a:t>
            </a:r>
            <a:r>
              <a:rPr sz="2800" dirty="0">
                <a:latin typeface="宋体"/>
                <a:cs typeface="宋体"/>
              </a:rPr>
              <a:t>列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 dirty="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"/>
              <a:buChar char="•"/>
            </a:pPr>
            <a:endParaRPr sz="3200" dirty="0">
              <a:latin typeface="宋体"/>
              <a:cs typeface="宋体"/>
            </a:endParaRPr>
          </a:p>
          <a:p>
            <a:pPr marL="184150" indent="-171450">
              <a:lnSpc>
                <a:spcPct val="100000"/>
              </a:lnSpc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latin typeface="宋体"/>
                <a:cs typeface="宋体"/>
              </a:rPr>
              <a:t>数组的特</a:t>
            </a:r>
            <a:r>
              <a:rPr sz="2800" spc="-5" dirty="0">
                <a:latin typeface="宋体"/>
                <a:cs typeface="宋体"/>
              </a:rPr>
              <a:t>点</a:t>
            </a:r>
            <a:endParaRPr sz="2800" dirty="0">
              <a:latin typeface="宋体"/>
              <a:cs typeface="宋体"/>
            </a:endParaRPr>
          </a:p>
          <a:p>
            <a:pPr marL="889000" lvl="1" indent="-534035">
              <a:lnSpc>
                <a:spcPct val="100000"/>
              </a:lnSpc>
              <a:spcBef>
                <a:spcPts val="35"/>
              </a:spcBef>
              <a:buSzPct val="96428"/>
              <a:buAutoNum type="arabicParenBoth"/>
              <a:tabLst>
                <a:tab pos="889635" algn="l"/>
              </a:tabLst>
            </a:pPr>
            <a:r>
              <a:rPr sz="2800" dirty="0">
                <a:latin typeface="宋体"/>
                <a:cs typeface="宋体"/>
              </a:rPr>
              <a:t>数组是</a:t>
            </a:r>
            <a:r>
              <a:rPr sz="2800" dirty="0">
                <a:solidFill>
                  <a:srgbClr val="FF0000"/>
                </a:solidFill>
                <a:latin typeface="宋体"/>
                <a:cs typeface="宋体"/>
              </a:rPr>
              <a:t>相同数据类型</a:t>
            </a:r>
            <a:r>
              <a:rPr sz="2800" dirty="0">
                <a:latin typeface="宋体"/>
                <a:cs typeface="宋体"/>
              </a:rPr>
              <a:t>的元素的集合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 dirty="0">
              <a:latin typeface="宋体"/>
              <a:cs typeface="宋体"/>
            </a:endParaRPr>
          </a:p>
          <a:p>
            <a:pPr marL="527050" marR="5080" lvl="1" indent="-171450">
              <a:lnSpc>
                <a:spcPts val="3020"/>
              </a:lnSpc>
              <a:spcBef>
                <a:spcPts val="420"/>
              </a:spcBef>
              <a:buSzPct val="96428"/>
              <a:buAutoNum type="arabicParenBoth"/>
              <a:tabLst>
                <a:tab pos="920115" algn="l"/>
              </a:tabLst>
            </a:pPr>
            <a:r>
              <a:rPr sz="2800" spc="85" dirty="0">
                <a:latin typeface="宋体"/>
                <a:cs typeface="宋体"/>
              </a:rPr>
              <a:t>数组中的各元素是有先后顺序的。它们在</a:t>
            </a:r>
            <a:r>
              <a:rPr sz="2800" spc="-5" dirty="0">
                <a:latin typeface="宋体"/>
                <a:cs typeface="宋体"/>
              </a:rPr>
              <a:t>内 </a:t>
            </a:r>
            <a:r>
              <a:rPr sz="2800" dirty="0">
                <a:latin typeface="宋体"/>
                <a:cs typeface="宋体"/>
              </a:rPr>
              <a:t>存中按照这个顺序</a:t>
            </a:r>
            <a:r>
              <a:rPr sz="2800" dirty="0">
                <a:solidFill>
                  <a:srgbClr val="FF0000"/>
                </a:solidFill>
                <a:latin typeface="宋体"/>
                <a:cs typeface="宋体"/>
              </a:rPr>
              <a:t>连续存放</a:t>
            </a:r>
            <a:r>
              <a:rPr sz="2800" dirty="0">
                <a:latin typeface="宋体"/>
                <a:cs typeface="宋体"/>
              </a:rPr>
              <a:t>在一起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 dirty="0">
              <a:latin typeface="宋体"/>
              <a:cs typeface="宋体"/>
            </a:endParaRPr>
          </a:p>
          <a:p>
            <a:pPr marL="527050" marR="5080" lvl="1" indent="-171450">
              <a:lnSpc>
                <a:spcPts val="3020"/>
              </a:lnSpc>
              <a:spcBef>
                <a:spcPts val="370"/>
              </a:spcBef>
              <a:buSzPct val="96428"/>
              <a:buAutoNum type="arabicParenBoth"/>
              <a:tabLst>
                <a:tab pos="920115" algn="l"/>
              </a:tabLst>
            </a:pPr>
            <a:r>
              <a:rPr sz="2800" spc="85" dirty="0">
                <a:latin typeface="宋体"/>
                <a:cs typeface="宋体"/>
              </a:rPr>
              <a:t>每个数组元素用整个数组的名字和它自己</a:t>
            </a:r>
            <a:r>
              <a:rPr sz="2800" spc="-5" dirty="0">
                <a:latin typeface="宋体"/>
                <a:cs typeface="宋体"/>
              </a:rPr>
              <a:t>在 </a:t>
            </a:r>
            <a:r>
              <a:rPr sz="2800" dirty="0">
                <a:latin typeface="宋体"/>
                <a:cs typeface="宋体"/>
              </a:rPr>
              <a:t>数组中的位置表达（此位置被叫做下标）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 dirty="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16799" y="347497"/>
            <a:ext cx="855751" cy="40736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>
                <a:solidFill>
                  <a:srgbClr val="F1F1F1"/>
                </a:solidFill>
              </a:rPr>
              <a:t>2</a:t>
            </a:fld>
            <a:endParaRPr dirty="0">
              <a:solidFill>
                <a:srgbClr val="F1F1F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21752" y="402742"/>
            <a:ext cx="605675" cy="309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218537" y="347497"/>
            <a:ext cx="1743455" cy="40736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8739" y="1443989"/>
            <a:ext cx="8072755" cy="315087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84150" marR="5080" indent="-171450">
              <a:lnSpc>
                <a:spcPts val="3779"/>
              </a:lnSpc>
              <a:spcBef>
                <a:spcPts val="580"/>
              </a:spcBef>
              <a:buFont typeface="Arial"/>
              <a:buChar char="•"/>
              <a:tabLst>
                <a:tab pos="184150" algn="l"/>
              </a:tabLst>
            </a:pPr>
            <a:r>
              <a:rPr sz="3500" spc="130" dirty="0">
                <a:latin typeface="宋体"/>
                <a:cs typeface="宋体"/>
              </a:rPr>
              <a:t>Ja</a:t>
            </a:r>
            <a:r>
              <a:rPr sz="3500" spc="135" dirty="0">
                <a:latin typeface="宋体"/>
                <a:cs typeface="宋体"/>
              </a:rPr>
              <a:t>va中的数组是对象，因此属于引用</a:t>
            </a:r>
            <a:r>
              <a:rPr sz="3500" dirty="0">
                <a:latin typeface="宋体"/>
                <a:cs typeface="宋体"/>
              </a:rPr>
              <a:t>类 </a:t>
            </a:r>
            <a:r>
              <a:rPr sz="3500" spc="40" dirty="0">
                <a:latin typeface="宋体"/>
                <a:cs typeface="宋体"/>
              </a:rPr>
              <a:t>型，数组对象需要使用</a:t>
            </a:r>
            <a:r>
              <a:rPr sz="3500" spc="40" dirty="0">
                <a:solidFill>
                  <a:srgbClr val="FF0000"/>
                </a:solidFill>
                <a:latin typeface="宋体"/>
                <a:cs typeface="宋体"/>
              </a:rPr>
              <a:t>new</a:t>
            </a:r>
            <a:r>
              <a:rPr sz="3500" spc="45" dirty="0">
                <a:latin typeface="宋体"/>
                <a:cs typeface="宋体"/>
              </a:rPr>
              <a:t>关键字来创</a:t>
            </a:r>
            <a:r>
              <a:rPr sz="3500" spc="5" dirty="0">
                <a:latin typeface="宋体"/>
                <a:cs typeface="宋体"/>
              </a:rPr>
              <a:t>建</a:t>
            </a:r>
            <a:endParaRPr sz="3500">
              <a:latin typeface="宋体"/>
              <a:cs typeface="宋体"/>
            </a:endParaRPr>
          </a:p>
          <a:p>
            <a:pPr marL="184150">
              <a:lnSpc>
                <a:spcPts val="3725"/>
              </a:lnSpc>
            </a:pPr>
            <a:r>
              <a:rPr sz="3500" spc="5" dirty="0">
                <a:latin typeface="宋体"/>
                <a:cs typeface="宋体"/>
              </a:rPr>
              <a:t>。</a:t>
            </a:r>
            <a:endParaRPr sz="3500">
              <a:latin typeface="宋体"/>
              <a:cs typeface="宋体"/>
            </a:endParaRPr>
          </a:p>
          <a:p>
            <a:pPr marL="184150" indent="-171450">
              <a:lnSpc>
                <a:spcPts val="4180"/>
              </a:lnSpc>
              <a:spcBef>
                <a:spcPts val="330"/>
              </a:spcBef>
              <a:buFont typeface="Arial"/>
              <a:buChar char="•"/>
              <a:tabLst>
                <a:tab pos="184150" algn="l"/>
              </a:tabLst>
            </a:pPr>
            <a:r>
              <a:rPr sz="3500" dirty="0">
                <a:latin typeface="宋体"/>
                <a:cs typeface="宋体"/>
              </a:rPr>
              <a:t>数</a:t>
            </a:r>
            <a:r>
              <a:rPr sz="3500" spc="5" dirty="0">
                <a:latin typeface="宋体"/>
                <a:cs typeface="宋体"/>
              </a:rPr>
              <a:t>组</a:t>
            </a:r>
            <a:endParaRPr sz="3500">
              <a:latin typeface="宋体"/>
              <a:cs typeface="宋体"/>
            </a:endParaRPr>
          </a:p>
          <a:p>
            <a:pPr marL="527050" lvl="1" indent="-171450">
              <a:lnSpc>
                <a:spcPts val="4155"/>
              </a:lnSpc>
              <a:buFont typeface="Arial"/>
              <a:buChar char="•"/>
              <a:tabLst>
                <a:tab pos="527050" algn="l"/>
              </a:tabLst>
            </a:pPr>
            <a:r>
              <a:rPr sz="3500" dirty="0">
                <a:latin typeface="宋体"/>
                <a:cs typeface="宋体"/>
              </a:rPr>
              <a:t>一维数</a:t>
            </a:r>
            <a:r>
              <a:rPr sz="3500" spc="5" dirty="0">
                <a:latin typeface="宋体"/>
                <a:cs typeface="宋体"/>
              </a:rPr>
              <a:t>组</a:t>
            </a:r>
            <a:endParaRPr sz="3500">
              <a:latin typeface="宋体"/>
              <a:cs typeface="宋体"/>
            </a:endParaRPr>
          </a:p>
          <a:p>
            <a:pPr marL="527050" lvl="1" indent="-171450">
              <a:lnSpc>
                <a:spcPts val="4180"/>
              </a:lnSpc>
              <a:buFont typeface="Arial"/>
              <a:buChar char="•"/>
              <a:tabLst>
                <a:tab pos="527050" algn="l"/>
              </a:tabLst>
            </a:pPr>
            <a:r>
              <a:rPr sz="3500" dirty="0">
                <a:latin typeface="宋体"/>
                <a:cs typeface="宋体"/>
              </a:rPr>
              <a:t>多维数</a:t>
            </a:r>
            <a:r>
              <a:rPr sz="3500" spc="5" dirty="0">
                <a:latin typeface="宋体"/>
                <a:cs typeface="宋体"/>
              </a:rPr>
              <a:t>组</a:t>
            </a:r>
            <a:endParaRPr sz="35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>
                <a:solidFill>
                  <a:srgbClr val="F1F1F1"/>
                </a:solidFill>
              </a:rPr>
              <a:t>3</a:t>
            </a:fld>
            <a:endParaRPr dirty="0">
              <a:solidFill>
                <a:srgbClr val="F1F1F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21752" y="402742"/>
            <a:ext cx="605675" cy="309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218537" y="347497"/>
            <a:ext cx="1743455" cy="40736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69339" y="1369187"/>
            <a:ext cx="5804535" cy="17513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3500" b="0" spc="-5" dirty="0">
                <a:solidFill>
                  <a:srgbClr val="000000"/>
                </a:solidFill>
                <a:latin typeface="宋体"/>
                <a:cs typeface="宋体"/>
              </a:rPr>
              <a:t>1.</a:t>
            </a:r>
            <a:r>
              <a:rPr sz="3500" b="0" spc="-15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sz="3500" b="0" dirty="0">
                <a:solidFill>
                  <a:srgbClr val="000000"/>
                </a:solidFill>
                <a:latin typeface="宋体"/>
                <a:cs typeface="宋体"/>
              </a:rPr>
              <a:t>声明数组格</a:t>
            </a:r>
            <a:r>
              <a:rPr sz="3500" b="0" spc="5" dirty="0">
                <a:solidFill>
                  <a:srgbClr val="000000"/>
                </a:solidFill>
                <a:latin typeface="宋体"/>
                <a:cs typeface="宋体"/>
              </a:rPr>
              <a:t>式</a:t>
            </a:r>
            <a:endParaRPr sz="3500">
              <a:latin typeface="宋体"/>
              <a:cs typeface="宋体"/>
            </a:endParaRPr>
          </a:p>
          <a:p>
            <a:pPr marL="12700" marR="5080">
              <a:lnSpc>
                <a:spcPts val="4530"/>
              </a:lnSpc>
              <a:spcBef>
                <a:spcPts val="209"/>
              </a:spcBef>
            </a:pPr>
            <a:r>
              <a:rPr sz="3500" b="0" spc="-5" dirty="0">
                <a:solidFill>
                  <a:srgbClr val="006C39"/>
                </a:solidFill>
                <a:latin typeface="宋体"/>
                <a:cs typeface="宋体"/>
              </a:rPr>
              <a:t>    </a:t>
            </a:r>
            <a:r>
              <a:rPr sz="3500" b="0" dirty="0">
                <a:latin typeface="宋体"/>
                <a:cs typeface="宋体"/>
              </a:rPr>
              <a:t>数组元素类型</a:t>
            </a:r>
            <a:r>
              <a:rPr sz="3500" b="0" spc="-5" dirty="0">
                <a:latin typeface="宋体"/>
                <a:cs typeface="宋体"/>
              </a:rPr>
              <a:t>[]</a:t>
            </a:r>
            <a:r>
              <a:rPr sz="3500" b="0" spc="-95" dirty="0">
                <a:latin typeface="宋体"/>
                <a:cs typeface="宋体"/>
              </a:rPr>
              <a:t> </a:t>
            </a:r>
            <a:r>
              <a:rPr sz="3500" b="0" dirty="0">
                <a:latin typeface="宋体"/>
                <a:cs typeface="宋体"/>
              </a:rPr>
              <a:t>数组名</a:t>
            </a:r>
            <a:r>
              <a:rPr sz="3500" b="0" dirty="0">
                <a:solidFill>
                  <a:srgbClr val="006C39"/>
                </a:solidFill>
                <a:latin typeface="宋体"/>
                <a:cs typeface="宋体"/>
              </a:rPr>
              <a:t>;  </a:t>
            </a:r>
            <a:r>
              <a:rPr sz="3500" b="0" spc="5" dirty="0">
                <a:solidFill>
                  <a:srgbClr val="000000"/>
                </a:solidFill>
                <a:latin typeface="宋体"/>
                <a:cs typeface="宋体"/>
              </a:rPr>
              <a:t>或</a:t>
            </a:r>
            <a:endParaRPr sz="35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84276" y="4149852"/>
            <a:ext cx="7772400" cy="4221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80402" y="4145381"/>
            <a:ext cx="7780020" cy="431165"/>
          </a:xfrm>
          <a:custGeom>
            <a:avLst/>
            <a:gdLst/>
            <a:ahLst/>
            <a:cxnLst/>
            <a:rect l="l" t="t" r="r" b="b"/>
            <a:pathLst>
              <a:path w="7780020" h="431164">
                <a:moveTo>
                  <a:pt x="7780019" y="431164"/>
                </a:moveTo>
                <a:lnTo>
                  <a:pt x="0" y="431164"/>
                </a:lnTo>
                <a:lnTo>
                  <a:pt x="0" y="0"/>
                </a:lnTo>
                <a:lnTo>
                  <a:pt x="7780019" y="0"/>
                </a:lnTo>
                <a:lnTo>
                  <a:pt x="7780019" y="3810"/>
                </a:lnTo>
                <a:lnTo>
                  <a:pt x="7619" y="3810"/>
                </a:lnTo>
                <a:lnTo>
                  <a:pt x="3809" y="7619"/>
                </a:lnTo>
                <a:lnTo>
                  <a:pt x="7619" y="7619"/>
                </a:lnTo>
                <a:lnTo>
                  <a:pt x="7619" y="423544"/>
                </a:lnTo>
                <a:lnTo>
                  <a:pt x="3809" y="423544"/>
                </a:lnTo>
                <a:lnTo>
                  <a:pt x="7619" y="427354"/>
                </a:lnTo>
                <a:lnTo>
                  <a:pt x="7780019" y="427354"/>
                </a:lnTo>
                <a:lnTo>
                  <a:pt x="7780019" y="431164"/>
                </a:lnTo>
                <a:close/>
              </a:path>
              <a:path w="7780020" h="431164">
                <a:moveTo>
                  <a:pt x="7619" y="7619"/>
                </a:moveTo>
                <a:lnTo>
                  <a:pt x="3809" y="7619"/>
                </a:lnTo>
                <a:lnTo>
                  <a:pt x="7619" y="3810"/>
                </a:lnTo>
                <a:lnTo>
                  <a:pt x="7619" y="7619"/>
                </a:lnTo>
                <a:close/>
              </a:path>
              <a:path w="7780020" h="431164">
                <a:moveTo>
                  <a:pt x="7772400" y="7619"/>
                </a:moveTo>
                <a:lnTo>
                  <a:pt x="7619" y="7619"/>
                </a:lnTo>
                <a:lnTo>
                  <a:pt x="7619" y="3810"/>
                </a:lnTo>
                <a:lnTo>
                  <a:pt x="7772400" y="3810"/>
                </a:lnTo>
                <a:lnTo>
                  <a:pt x="7772400" y="7619"/>
                </a:lnTo>
                <a:close/>
              </a:path>
              <a:path w="7780020" h="431164">
                <a:moveTo>
                  <a:pt x="7772400" y="427354"/>
                </a:moveTo>
                <a:lnTo>
                  <a:pt x="7772400" y="3810"/>
                </a:lnTo>
                <a:lnTo>
                  <a:pt x="7776209" y="7619"/>
                </a:lnTo>
                <a:lnTo>
                  <a:pt x="7780019" y="7619"/>
                </a:lnTo>
                <a:lnTo>
                  <a:pt x="7780019" y="423544"/>
                </a:lnTo>
                <a:lnTo>
                  <a:pt x="7776209" y="423544"/>
                </a:lnTo>
                <a:lnTo>
                  <a:pt x="7772400" y="427354"/>
                </a:lnTo>
                <a:close/>
              </a:path>
              <a:path w="7780020" h="431164">
                <a:moveTo>
                  <a:pt x="7780019" y="7619"/>
                </a:moveTo>
                <a:lnTo>
                  <a:pt x="7776209" y="7619"/>
                </a:lnTo>
                <a:lnTo>
                  <a:pt x="7772400" y="3810"/>
                </a:lnTo>
                <a:lnTo>
                  <a:pt x="7780019" y="3810"/>
                </a:lnTo>
                <a:lnTo>
                  <a:pt x="7780019" y="7619"/>
                </a:lnTo>
                <a:close/>
              </a:path>
              <a:path w="7780020" h="431164">
                <a:moveTo>
                  <a:pt x="7619" y="427354"/>
                </a:moveTo>
                <a:lnTo>
                  <a:pt x="3809" y="423544"/>
                </a:lnTo>
                <a:lnTo>
                  <a:pt x="7619" y="423544"/>
                </a:lnTo>
                <a:lnTo>
                  <a:pt x="7619" y="427354"/>
                </a:lnTo>
                <a:close/>
              </a:path>
              <a:path w="7780020" h="431164">
                <a:moveTo>
                  <a:pt x="7772400" y="427354"/>
                </a:moveTo>
                <a:lnTo>
                  <a:pt x="7619" y="427354"/>
                </a:lnTo>
                <a:lnTo>
                  <a:pt x="7619" y="423544"/>
                </a:lnTo>
                <a:lnTo>
                  <a:pt x="7772400" y="423544"/>
                </a:lnTo>
                <a:lnTo>
                  <a:pt x="7772400" y="427354"/>
                </a:lnTo>
                <a:close/>
              </a:path>
              <a:path w="7780020" h="431164">
                <a:moveTo>
                  <a:pt x="7780019" y="427354"/>
                </a:moveTo>
                <a:lnTo>
                  <a:pt x="7772400" y="427354"/>
                </a:lnTo>
                <a:lnTo>
                  <a:pt x="7776209" y="423544"/>
                </a:lnTo>
                <a:lnTo>
                  <a:pt x="7780019" y="423544"/>
                </a:lnTo>
                <a:lnTo>
                  <a:pt x="7780019" y="427354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84276" y="3138805"/>
            <a:ext cx="7772400" cy="13970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68960">
              <a:lnSpc>
                <a:spcPct val="100000"/>
              </a:lnSpc>
              <a:spcBef>
                <a:spcPts val="105"/>
              </a:spcBef>
            </a:pPr>
            <a:r>
              <a:rPr sz="3500" spc="-5" dirty="0">
                <a:solidFill>
                  <a:srgbClr val="006C39"/>
                </a:solidFill>
                <a:latin typeface="宋体"/>
                <a:cs typeface="宋体"/>
              </a:rPr>
              <a:t>  </a:t>
            </a:r>
            <a:r>
              <a:rPr sz="3500" dirty="0">
                <a:solidFill>
                  <a:srgbClr val="FF0000"/>
                </a:solidFill>
                <a:latin typeface="宋体"/>
                <a:cs typeface="宋体"/>
              </a:rPr>
              <a:t>数组元素类型</a:t>
            </a:r>
            <a:r>
              <a:rPr sz="3500" spc="1725" dirty="0">
                <a:solidFill>
                  <a:srgbClr val="FF0000"/>
                </a:solidFill>
                <a:latin typeface="宋体"/>
                <a:cs typeface="宋体"/>
              </a:rPr>
              <a:t> </a:t>
            </a:r>
            <a:r>
              <a:rPr sz="3500" dirty="0">
                <a:solidFill>
                  <a:srgbClr val="FF0000"/>
                </a:solidFill>
                <a:latin typeface="宋体"/>
                <a:cs typeface="宋体"/>
              </a:rPr>
              <a:t>数组名</a:t>
            </a:r>
            <a:r>
              <a:rPr sz="3500" spc="-5" dirty="0">
                <a:solidFill>
                  <a:srgbClr val="FF0000"/>
                </a:solidFill>
                <a:latin typeface="宋体"/>
                <a:cs typeface="宋体"/>
              </a:rPr>
              <a:t>[];</a:t>
            </a:r>
            <a:endParaRPr sz="35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850">
              <a:latin typeface="宋体"/>
              <a:cs typeface="宋体"/>
            </a:endParaRPr>
          </a:p>
          <a:p>
            <a:pPr marL="90805">
              <a:lnSpc>
                <a:spcPct val="100000"/>
              </a:lnSpc>
              <a:spcBef>
                <a:spcPts val="5"/>
              </a:spcBef>
              <a:tabLst>
                <a:tab pos="1726564" algn="l"/>
              </a:tabLst>
            </a:pPr>
            <a:r>
              <a:rPr sz="2400" dirty="0">
                <a:latin typeface="微软雅黑"/>
                <a:cs typeface="微软雅黑"/>
              </a:rPr>
              <a:t>例如</a:t>
            </a:r>
            <a:r>
              <a:rPr sz="2400" spc="-5" dirty="0">
                <a:latin typeface="微软雅黑"/>
                <a:cs typeface="微软雅黑"/>
              </a:rPr>
              <a:t>：</a:t>
            </a:r>
            <a:r>
              <a:rPr sz="2400" spc="-5" dirty="0">
                <a:latin typeface="Book Antiqua"/>
                <a:cs typeface="Book Antiqua"/>
              </a:rPr>
              <a:t>int[]	intArray;</a:t>
            </a:r>
            <a:endParaRPr sz="2400">
              <a:latin typeface="Book Antiqua"/>
              <a:cs typeface="Book Antiqu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>
                <a:solidFill>
                  <a:srgbClr val="F1F1F1"/>
                </a:solidFill>
              </a:rPr>
              <a:t>4</a:t>
            </a:fld>
            <a:endParaRPr dirty="0">
              <a:solidFill>
                <a:srgbClr val="F1F1F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21752" y="404647"/>
            <a:ext cx="622935" cy="307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434170" y="346227"/>
            <a:ext cx="2641371" cy="4127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81659" y="1410335"/>
            <a:ext cx="8261984" cy="15678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4175"/>
              </a:lnSpc>
              <a:spcBef>
                <a:spcPts val="105"/>
              </a:spcBef>
            </a:pPr>
            <a:r>
              <a:rPr sz="3500" spc="-5" dirty="0">
                <a:latin typeface="宋体"/>
                <a:cs typeface="宋体"/>
              </a:rPr>
              <a:t>1、new关键</a:t>
            </a:r>
            <a:r>
              <a:rPr sz="3500" spc="5" dirty="0">
                <a:latin typeface="宋体"/>
                <a:cs typeface="宋体"/>
              </a:rPr>
              <a:t>字</a:t>
            </a:r>
            <a:endParaRPr sz="3500">
              <a:latin typeface="宋体"/>
              <a:cs typeface="宋体"/>
            </a:endParaRPr>
          </a:p>
          <a:p>
            <a:pPr marL="469900" marR="5080">
              <a:lnSpc>
                <a:spcPts val="3779"/>
              </a:lnSpc>
              <a:spcBef>
                <a:spcPts val="450"/>
              </a:spcBef>
            </a:pPr>
            <a:r>
              <a:rPr sz="3500" dirty="0">
                <a:latin typeface="宋体"/>
                <a:cs typeface="宋体"/>
              </a:rPr>
              <a:t>数组引用名</a:t>
            </a:r>
            <a:r>
              <a:rPr sz="3500" spc="-25" dirty="0">
                <a:latin typeface="宋体"/>
                <a:cs typeface="宋体"/>
              </a:rPr>
              <a:t> </a:t>
            </a:r>
            <a:r>
              <a:rPr sz="3500" spc="-5" dirty="0">
                <a:latin typeface="宋体"/>
                <a:cs typeface="宋体"/>
              </a:rPr>
              <a:t>=</a:t>
            </a:r>
            <a:r>
              <a:rPr sz="3500" spc="-25" dirty="0">
                <a:latin typeface="宋体"/>
                <a:cs typeface="宋体"/>
              </a:rPr>
              <a:t> </a:t>
            </a:r>
            <a:r>
              <a:rPr sz="3500" spc="-5" dirty="0">
                <a:solidFill>
                  <a:srgbClr val="FF0000"/>
                </a:solidFill>
                <a:latin typeface="宋体"/>
                <a:cs typeface="宋体"/>
              </a:rPr>
              <a:t>new</a:t>
            </a:r>
            <a:r>
              <a:rPr sz="3500" spc="1700" dirty="0">
                <a:latin typeface="宋体"/>
                <a:cs typeface="宋体"/>
              </a:rPr>
              <a:t> </a:t>
            </a:r>
            <a:r>
              <a:rPr sz="3500" dirty="0">
                <a:latin typeface="宋体"/>
                <a:cs typeface="宋体"/>
              </a:rPr>
              <a:t>数组元素类型</a:t>
            </a:r>
            <a:r>
              <a:rPr sz="3500" spc="-5" dirty="0">
                <a:latin typeface="宋体"/>
                <a:cs typeface="宋体"/>
              </a:rPr>
              <a:t>[</a:t>
            </a:r>
            <a:r>
              <a:rPr sz="3500" dirty="0">
                <a:latin typeface="宋体"/>
                <a:cs typeface="宋体"/>
              </a:rPr>
              <a:t>数</a:t>
            </a:r>
            <a:r>
              <a:rPr sz="3500" spc="5" dirty="0">
                <a:latin typeface="宋体"/>
                <a:cs typeface="宋体"/>
              </a:rPr>
              <a:t>组 </a:t>
            </a:r>
            <a:r>
              <a:rPr sz="3500" dirty="0">
                <a:latin typeface="宋体"/>
                <a:cs typeface="宋体"/>
              </a:rPr>
              <a:t>元素个数];</a:t>
            </a:r>
            <a:endParaRPr sz="35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5904" y="3075432"/>
            <a:ext cx="8077200" cy="82905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52106" y="3070872"/>
            <a:ext cx="8084820" cy="837565"/>
          </a:xfrm>
          <a:custGeom>
            <a:avLst/>
            <a:gdLst/>
            <a:ahLst/>
            <a:cxnLst/>
            <a:rect l="l" t="t" r="r" b="b"/>
            <a:pathLst>
              <a:path w="8084820" h="837564">
                <a:moveTo>
                  <a:pt x="8084820" y="837564"/>
                </a:moveTo>
                <a:lnTo>
                  <a:pt x="0" y="837564"/>
                </a:lnTo>
                <a:lnTo>
                  <a:pt x="0" y="0"/>
                </a:lnTo>
                <a:lnTo>
                  <a:pt x="8084820" y="0"/>
                </a:lnTo>
                <a:lnTo>
                  <a:pt x="8084820" y="3810"/>
                </a:lnTo>
                <a:lnTo>
                  <a:pt x="7620" y="3810"/>
                </a:lnTo>
                <a:lnTo>
                  <a:pt x="3810" y="7620"/>
                </a:lnTo>
                <a:lnTo>
                  <a:pt x="7620" y="7620"/>
                </a:lnTo>
                <a:lnTo>
                  <a:pt x="7620" y="829945"/>
                </a:lnTo>
                <a:lnTo>
                  <a:pt x="3810" y="829945"/>
                </a:lnTo>
                <a:lnTo>
                  <a:pt x="7620" y="833755"/>
                </a:lnTo>
                <a:lnTo>
                  <a:pt x="8084820" y="833755"/>
                </a:lnTo>
                <a:lnTo>
                  <a:pt x="8084820" y="837564"/>
                </a:lnTo>
                <a:close/>
              </a:path>
              <a:path w="8084820" h="837564">
                <a:moveTo>
                  <a:pt x="7620" y="7620"/>
                </a:moveTo>
                <a:lnTo>
                  <a:pt x="3810" y="7620"/>
                </a:lnTo>
                <a:lnTo>
                  <a:pt x="7620" y="3810"/>
                </a:lnTo>
                <a:lnTo>
                  <a:pt x="7620" y="7620"/>
                </a:lnTo>
                <a:close/>
              </a:path>
              <a:path w="8084820" h="837564">
                <a:moveTo>
                  <a:pt x="8077200" y="7620"/>
                </a:moveTo>
                <a:lnTo>
                  <a:pt x="7620" y="7620"/>
                </a:lnTo>
                <a:lnTo>
                  <a:pt x="7620" y="3810"/>
                </a:lnTo>
                <a:lnTo>
                  <a:pt x="8077200" y="3810"/>
                </a:lnTo>
                <a:lnTo>
                  <a:pt x="8077200" y="7620"/>
                </a:lnTo>
                <a:close/>
              </a:path>
              <a:path w="8084820" h="837564">
                <a:moveTo>
                  <a:pt x="8077200" y="833755"/>
                </a:moveTo>
                <a:lnTo>
                  <a:pt x="8077200" y="3810"/>
                </a:lnTo>
                <a:lnTo>
                  <a:pt x="8081009" y="7620"/>
                </a:lnTo>
                <a:lnTo>
                  <a:pt x="8084820" y="7620"/>
                </a:lnTo>
                <a:lnTo>
                  <a:pt x="8084820" y="829945"/>
                </a:lnTo>
                <a:lnTo>
                  <a:pt x="8081009" y="829945"/>
                </a:lnTo>
                <a:lnTo>
                  <a:pt x="8077200" y="833755"/>
                </a:lnTo>
                <a:close/>
              </a:path>
              <a:path w="8084820" h="837564">
                <a:moveTo>
                  <a:pt x="8084820" y="7620"/>
                </a:moveTo>
                <a:lnTo>
                  <a:pt x="8081009" y="7620"/>
                </a:lnTo>
                <a:lnTo>
                  <a:pt x="8077200" y="3810"/>
                </a:lnTo>
                <a:lnTo>
                  <a:pt x="8084820" y="3810"/>
                </a:lnTo>
                <a:lnTo>
                  <a:pt x="8084820" y="7620"/>
                </a:lnTo>
                <a:close/>
              </a:path>
              <a:path w="8084820" h="837564">
                <a:moveTo>
                  <a:pt x="7620" y="833755"/>
                </a:moveTo>
                <a:lnTo>
                  <a:pt x="3810" y="829945"/>
                </a:lnTo>
                <a:lnTo>
                  <a:pt x="7620" y="829945"/>
                </a:lnTo>
                <a:lnTo>
                  <a:pt x="7620" y="833755"/>
                </a:lnTo>
                <a:close/>
              </a:path>
              <a:path w="8084820" h="837564">
                <a:moveTo>
                  <a:pt x="8077200" y="833755"/>
                </a:moveTo>
                <a:lnTo>
                  <a:pt x="7620" y="833755"/>
                </a:lnTo>
                <a:lnTo>
                  <a:pt x="7620" y="829945"/>
                </a:lnTo>
                <a:lnTo>
                  <a:pt x="8077200" y="829945"/>
                </a:lnTo>
                <a:lnTo>
                  <a:pt x="8077200" y="833755"/>
                </a:lnTo>
                <a:close/>
              </a:path>
              <a:path w="8084820" h="837564">
                <a:moveTo>
                  <a:pt x="8084820" y="833755"/>
                </a:moveTo>
                <a:lnTo>
                  <a:pt x="8077200" y="833755"/>
                </a:lnTo>
                <a:lnTo>
                  <a:pt x="8081009" y="829945"/>
                </a:lnTo>
                <a:lnTo>
                  <a:pt x="8084820" y="829945"/>
                </a:lnTo>
                <a:lnTo>
                  <a:pt x="8084820" y="833755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55904" y="3089922"/>
            <a:ext cx="80772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00"/>
              </a:spcBef>
              <a:tabLst>
                <a:tab pos="812165" algn="l"/>
              </a:tabLst>
            </a:pPr>
            <a:r>
              <a:rPr sz="2400" spc="-5" dirty="0">
                <a:latin typeface="Book Antiqua"/>
                <a:cs typeface="Book Antiqua"/>
              </a:rPr>
              <a:t>int[]	</a:t>
            </a:r>
            <a:r>
              <a:rPr sz="2400" dirty="0">
                <a:latin typeface="Book Antiqua"/>
                <a:cs typeface="Book Antiqua"/>
              </a:rPr>
              <a:t>array;</a:t>
            </a:r>
            <a:endParaRPr sz="2400">
              <a:latin typeface="Book Antiqua"/>
              <a:cs typeface="Book Antiqua"/>
            </a:endParaRPr>
          </a:p>
          <a:p>
            <a:pPr marL="91440">
              <a:lnSpc>
                <a:spcPct val="100000"/>
              </a:lnSpc>
              <a:tabLst>
                <a:tab pos="1873250" algn="l"/>
              </a:tabLst>
            </a:pPr>
            <a:r>
              <a:rPr sz="2400" dirty="0">
                <a:latin typeface="Book Antiqua"/>
                <a:cs typeface="Book Antiqua"/>
              </a:rPr>
              <a:t>array =</a:t>
            </a:r>
            <a:r>
              <a:rPr sz="2400" spc="5" dirty="0">
                <a:latin typeface="Book Antiqua"/>
                <a:cs typeface="Book Antiqua"/>
              </a:rPr>
              <a:t> </a:t>
            </a:r>
            <a:r>
              <a:rPr sz="2400" spc="-5" dirty="0">
                <a:latin typeface="Book Antiqua"/>
                <a:cs typeface="Book Antiqua"/>
              </a:rPr>
              <a:t>new	int </a:t>
            </a:r>
            <a:r>
              <a:rPr sz="2400" dirty="0">
                <a:latin typeface="Book Antiqua"/>
                <a:cs typeface="Book Antiqua"/>
              </a:rPr>
              <a:t>[5] ;</a:t>
            </a:r>
            <a:endParaRPr sz="2400">
              <a:latin typeface="Book Antiqua"/>
              <a:cs typeface="Book Antiqu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384238" y="4078223"/>
            <a:ext cx="4202489" cy="18983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>
                <a:solidFill>
                  <a:srgbClr val="F1F1F1"/>
                </a:solidFill>
              </a:rPr>
              <a:t>5</a:t>
            </a:fld>
            <a:endParaRPr dirty="0">
              <a:solidFill>
                <a:srgbClr val="F1F1F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21752" y="404647"/>
            <a:ext cx="622935" cy="307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434170" y="346227"/>
            <a:ext cx="2641371" cy="4127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3250" y="1517650"/>
            <a:ext cx="8089900" cy="842644"/>
          </a:xfrm>
          <a:custGeom>
            <a:avLst/>
            <a:gdLst/>
            <a:ahLst/>
            <a:cxnLst/>
            <a:rect l="l" t="t" r="r" b="b"/>
            <a:pathLst>
              <a:path w="8089900" h="842644">
                <a:moveTo>
                  <a:pt x="8089900" y="842644"/>
                </a:moveTo>
                <a:lnTo>
                  <a:pt x="0" y="842644"/>
                </a:lnTo>
                <a:lnTo>
                  <a:pt x="0" y="0"/>
                </a:lnTo>
                <a:lnTo>
                  <a:pt x="8089900" y="0"/>
                </a:lnTo>
                <a:lnTo>
                  <a:pt x="8089900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829944"/>
                </a:lnTo>
                <a:lnTo>
                  <a:pt x="6350" y="829944"/>
                </a:lnTo>
                <a:lnTo>
                  <a:pt x="12700" y="836294"/>
                </a:lnTo>
                <a:lnTo>
                  <a:pt x="8089900" y="836294"/>
                </a:lnTo>
                <a:lnTo>
                  <a:pt x="8089900" y="842644"/>
                </a:lnTo>
                <a:close/>
              </a:path>
              <a:path w="8089900" h="842644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8089900" h="842644">
                <a:moveTo>
                  <a:pt x="8077200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8077200" y="6350"/>
                </a:lnTo>
                <a:lnTo>
                  <a:pt x="8077200" y="12700"/>
                </a:lnTo>
                <a:close/>
              </a:path>
              <a:path w="8089900" h="842644">
                <a:moveTo>
                  <a:pt x="8077200" y="836294"/>
                </a:moveTo>
                <a:lnTo>
                  <a:pt x="8077200" y="6350"/>
                </a:lnTo>
                <a:lnTo>
                  <a:pt x="8083550" y="12700"/>
                </a:lnTo>
                <a:lnTo>
                  <a:pt x="8089900" y="12700"/>
                </a:lnTo>
                <a:lnTo>
                  <a:pt x="8089900" y="829944"/>
                </a:lnTo>
                <a:lnTo>
                  <a:pt x="8083550" y="829944"/>
                </a:lnTo>
                <a:lnTo>
                  <a:pt x="8077200" y="836294"/>
                </a:lnTo>
                <a:close/>
              </a:path>
              <a:path w="8089900" h="842644">
                <a:moveTo>
                  <a:pt x="8089900" y="12700"/>
                </a:moveTo>
                <a:lnTo>
                  <a:pt x="8083550" y="12700"/>
                </a:lnTo>
                <a:lnTo>
                  <a:pt x="8077200" y="6350"/>
                </a:lnTo>
                <a:lnTo>
                  <a:pt x="8089900" y="6350"/>
                </a:lnTo>
                <a:lnTo>
                  <a:pt x="8089900" y="12700"/>
                </a:lnTo>
                <a:close/>
              </a:path>
              <a:path w="8089900" h="842644">
                <a:moveTo>
                  <a:pt x="12700" y="836294"/>
                </a:moveTo>
                <a:lnTo>
                  <a:pt x="6350" y="829944"/>
                </a:lnTo>
                <a:lnTo>
                  <a:pt x="12700" y="829944"/>
                </a:lnTo>
                <a:lnTo>
                  <a:pt x="12700" y="836294"/>
                </a:lnTo>
                <a:close/>
              </a:path>
              <a:path w="8089900" h="842644">
                <a:moveTo>
                  <a:pt x="8077200" y="836294"/>
                </a:moveTo>
                <a:lnTo>
                  <a:pt x="12700" y="836294"/>
                </a:lnTo>
                <a:lnTo>
                  <a:pt x="12700" y="829944"/>
                </a:lnTo>
                <a:lnTo>
                  <a:pt x="8077200" y="829944"/>
                </a:lnTo>
                <a:lnTo>
                  <a:pt x="8077200" y="836294"/>
                </a:lnTo>
                <a:close/>
              </a:path>
              <a:path w="8089900" h="842644">
                <a:moveTo>
                  <a:pt x="8089900" y="836294"/>
                </a:moveTo>
                <a:lnTo>
                  <a:pt x="8077200" y="836294"/>
                </a:lnTo>
                <a:lnTo>
                  <a:pt x="8083550" y="829944"/>
                </a:lnTo>
                <a:lnTo>
                  <a:pt x="8089900" y="829944"/>
                </a:lnTo>
                <a:lnTo>
                  <a:pt x="8089900" y="8362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88340" y="1539240"/>
            <a:ext cx="284226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33425" algn="l"/>
              </a:tabLst>
            </a:pPr>
            <a:r>
              <a:rPr sz="2400" b="0" spc="-5" dirty="0">
                <a:solidFill>
                  <a:srgbClr val="000000"/>
                </a:solidFill>
                <a:latin typeface="Book Antiqua"/>
                <a:cs typeface="Book Antiqua"/>
              </a:rPr>
              <a:t>int[]	Array;</a:t>
            </a:r>
            <a:endParaRPr sz="2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tabLst>
                <a:tab pos="1878964" algn="l"/>
              </a:tabLst>
            </a:pPr>
            <a:r>
              <a:rPr sz="2400" b="0" spc="-5" dirty="0">
                <a:solidFill>
                  <a:srgbClr val="000000"/>
                </a:solidFill>
                <a:latin typeface="Book Antiqua"/>
                <a:cs typeface="Book Antiqua"/>
              </a:rPr>
              <a:t>Array</a:t>
            </a:r>
            <a:r>
              <a:rPr sz="2400" b="0" spc="5" dirty="0">
                <a:solidFill>
                  <a:srgbClr val="000000"/>
                </a:solidFill>
                <a:latin typeface="Book Antiqua"/>
                <a:cs typeface="Book Antiqua"/>
              </a:rPr>
              <a:t> </a:t>
            </a:r>
            <a:r>
              <a:rPr sz="2400" b="0" dirty="0">
                <a:solidFill>
                  <a:srgbClr val="000000"/>
                </a:solidFill>
                <a:latin typeface="Book Antiqua"/>
                <a:cs typeface="Book Antiqua"/>
              </a:rPr>
              <a:t>=</a:t>
            </a:r>
            <a:r>
              <a:rPr sz="2400" b="0" spc="10" dirty="0">
                <a:solidFill>
                  <a:srgbClr val="000000"/>
                </a:solidFill>
                <a:latin typeface="Book Antiqua"/>
                <a:cs typeface="Book Antiqua"/>
              </a:rPr>
              <a:t> </a:t>
            </a:r>
            <a:r>
              <a:rPr sz="2400" b="0" spc="-5" dirty="0">
                <a:solidFill>
                  <a:srgbClr val="000000"/>
                </a:solidFill>
                <a:latin typeface="Book Antiqua"/>
                <a:cs typeface="Book Antiqua"/>
              </a:rPr>
              <a:t>new	int </a:t>
            </a:r>
            <a:r>
              <a:rPr sz="2400" b="0" dirty="0">
                <a:solidFill>
                  <a:srgbClr val="000000"/>
                </a:solidFill>
                <a:latin typeface="Book Antiqua"/>
                <a:cs typeface="Book Antiqua"/>
              </a:rPr>
              <a:t>[5]</a:t>
            </a:r>
            <a:r>
              <a:rPr sz="2400" b="0" spc="-80" dirty="0">
                <a:solidFill>
                  <a:srgbClr val="000000"/>
                </a:solidFill>
                <a:latin typeface="Book Antiqua"/>
                <a:cs typeface="Book Antiqua"/>
              </a:rPr>
              <a:t> </a:t>
            </a:r>
            <a:r>
              <a:rPr sz="2400" b="0" dirty="0">
                <a:solidFill>
                  <a:srgbClr val="000000"/>
                </a:solidFill>
                <a:latin typeface="Book Antiqua"/>
                <a:cs typeface="Book Antiqua"/>
              </a:rPr>
              <a:t>;</a:t>
            </a:r>
            <a:endParaRPr sz="2400">
              <a:latin typeface="Book Antiqua"/>
              <a:cs typeface="Book Antiqu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84250" y="3854450"/>
            <a:ext cx="6528434" cy="890269"/>
          </a:xfrm>
          <a:custGeom>
            <a:avLst/>
            <a:gdLst/>
            <a:ahLst/>
            <a:cxnLst/>
            <a:rect l="l" t="t" r="r" b="b"/>
            <a:pathLst>
              <a:path w="6528434" h="890270">
                <a:moveTo>
                  <a:pt x="6528434" y="890270"/>
                </a:moveTo>
                <a:lnTo>
                  <a:pt x="0" y="890270"/>
                </a:lnTo>
                <a:lnTo>
                  <a:pt x="0" y="0"/>
                </a:lnTo>
                <a:lnTo>
                  <a:pt x="6528434" y="0"/>
                </a:lnTo>
                <a:lnTo>
                  <a:pt x="6528434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877570"/>
                </a:lnTo>
                <a:lnTo>
                  <a:pt x="6350" y="877570"/>
                </a:lnTo>
                <a:lnTo>
                  <a:pt x="12700" y="883920"/>
                </a:lnTo>
                <a:lnTo>
                  <a:pt x="6528434" y="883920"/>
                </a:lnTo>
                <a:lnTo>
                  <a:pt x="6528434" y="890270"/>
                </a:lnTo>
                <a:close/>
              </a:path>
              <a:path w="6528434" h="890270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6528434" h="890270">
                <a:moveTo>
                  <a:pt x="6515734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6515734" y="6350"/>
                </a:lnTo>
                <a:lnTo>
                  <a:pt x="6515734" y="12700"/>
                </a:lnTo>
                <a:close/>
              </a:path>
              <a:path w="6528434" h="890270">
                <a:moveTo>
                  <a:pt x="6515734" y="883920"/>
                </a:moveTo>
                <a:lnTo>
                  <a:pt x="6515734" y="6350"/>
                </a:lnTo>
                <a:lnTo>
                  <a:pt x="6522084" y="12700"/>
                </a:lnTo>
                <a:lnTo>
                  <a:pt x="6528434" y="12700"/>
                </a:lnTo>
                <a:lnTo>
                  <a:pt x="6528434" y="877570"/>
                </a:lnTo>
                <a:lnTo>
                  <a:pt x="6522084" y="877570"/>
                </a:lnTo>
                <a:lnTo>
                  <a:pt x="6515734" y="883920"/>
                </a:lnTo>
                <a:close/>
              </a:path>
              <a:path w="6528434" h="890270">
                <a:moveTo>
                  <a:pt x="6528434" y="12700"/>
                </a:moveTo>
                <a:lnTo>
                  <a:pt x="6522084" y="12700"/>
                </a:lnTo>
                <a:lnTo>
                  <a:pt x="6515734" y="6350"/>
                </a:lnTo>
                <a:lnTo>
                  <a:pt x="6528434" y="6350"/>
                </a:lnTo>
                <a:lnTo>
                  <a:pt x="6528434" y="12700"/>
                </a:lnTo>
                <a:close/>
              </a:path>
              <a:path w="6528434" h="890270">
                <a:moveTo>
                  <a:pt x="12700" y="883920"/>
                </a:moveTo>
                <a:lnTo>
                  <a:pt x="6350" y="877570"/>
                </a:lnTo>
                <a:lnTo>
                  <a:pt x="12700" y="877570"/>
                </a:lnTo>
                <a:lnTo>
                  <a:pt x="12700" y="883920"/>
                </a:lnTo>
                <a:close/>
              </a:path>
              <a:path w="6528434" h="890270">
                <a:moveTo>
                  <a:pt x="6515734" y="883920"/>
                </a:moveTo>
                <a:lnTo>
                  <a:pt x="12700" y="883920"/>
                </a:lnTo>
                <a:lnTo>
                  <a:pt x="12700" y="877570"/>
                </a:lnTo>
                <a:lnTo>
                  <a:pt x="6515734" y="877570"/>
                </a:lnTo>
                <a:lnTo>
                  <a:pt x="6515734" y="883920"/>
                </a:lnTo>
                <a:close/>
              </a:path>
              <a:path w="6528434" h="890270">
                <a:moveTo>
                  <a:pt x="6528434" y="883920"/>
                </a:moveTo>
                <a:lnTo>
                  <a:pt x="6515734" y="883920"/>
                </a:lnTo>
                <a:lnTo>
                  <a:pt x="6522084" y="877570"/>
                </a:lnTo>
                <a:lnTo>
                  <a:pt x="6528434" y="877570"/>
                </a:lnTo>
                <a:lnTo>
                  <a:pt x="6528434" y="8839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69339" y="3823335"/>
            <a:ext cx="6249035" cy="560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500" spc="-5" dirty="0">
                <a:latin typeface="宋体"/>
                <a:cs typeface="宋体"/>
              </a:rPr>
              <a:t>int[] Array = new int</a:t>
            </a:r>
            <a:r>
              <a:rPr sz="3500" spc="-30" dirty="0">
                <a:latin typeface="宋体"/>
                <a:cs typeface="宋体"/>
              </a:rPr>
              <a:t> </a:t>
            </a:r>
            <a:r>
              <a:rPr sz="3500" spc="-5" dirty="0">
                <a:latin typeface="宋体"/>
                <a:cs typeface="宋体"/>
              </a:rPr>
              <a:t>[5];</a:t>
            </a:r>
            <a:endParaRPr sz="35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59100" y="2694940"/>
            <a:ext cx="939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微软雅黑"/>
                <a:cs typeface="微软雅黑"/>
              </a:rPr>
              <a:t>合二为一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124455" y="2493264"/>
            <a:ext cx="214883" cy="115214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114524" y="2489085"/>
            <a:ext cx="234950" cy="1161415"/>
          </a:xfrm>
          <a:custGeom>
            <a:avLst/>
            <a:gdLst/>
            <a:ahLst/>
            <a:cxnLst/>
            <a:rect l="l" t="t" r="r" b="b"/>
            <a:pathLst>
              <a:path w="234950" h="1161414">
                <a:moveTo>
                  <a:pt x="59397" y="1047927"/>
                </a:moveTo>
                <a:lnTo>
                  <a:pt x="59397" y="0"/>
                </a:lnTo>
                <a:lnTo>
                  <a:pt x="175031" y="0"/>
                </a:lnTo>
                <a:lnTo>
                  <a:pt x="175031" y="3810"/>
                </a:lnTo>
                <a:lnTo>
                  <a:pt x="67017" y="3810"/>
                </a:lnTo>
                <a:lnTo>
                  <a:pt x="63207" y="7620"/>
                </a:lnTo>
                <a:lnTo>
                  <a:pt x="67017" y="7620"/>
                </a:lnTo>
                <a:lnTo>
                  <a:pt x="67017" y="1044117"/>
                </a:lnTo>
                <a:lnTo>
                  <a:pt x="63207" y="1044117"/>
                </a:lnTo>
                <a:lnTo>
                  <a:pt x="59397" y="1047927"/>
                </a:lnTo>
                <a:close/>
              </a:path>
              <a:path w="234950" h="1161414">
                <a:moveTo>
                  <a:pt x="67017" y="7620"/>
                </a:moveTo>
                <a:lnTo>
                  <a:pt x="63207" y="7620"/>
                </a:lnTo>
                <a:lnTo>
                  <a:pt x="67017" y="3810"/>
                </a:lnTo>
                <a:lnTo>
                  <a:pt x="67017" y="7620"/>
                </a:lnTo>
                <a:close/>
              </a:path>
              <a:path w="234950" h="1161414">
                <a:moveTo>
                  <a:pt x="167411" y="7620"/>
                </a:moveTo>
                <a:lnTo>
                  <a:pt x="67017" y="7620"/>
                </a:lnTo>
                <a:lnTo>
                  <a:pt x="67017" y="3810"/>
                </a:lnTo>
                <a:lnTo>
                  <a:pt x="167411" y="3810"/>
                </a:lnTo>
                <a:lnTo>
                  <a:pt x="167411" y="7620"/>
                </a:lnTo>
                <a:close/>
              </a:path>
              <a:path w="234950" h="1161414">
                <a:moveTo>
                  <a:pt x="216027" y="1051737"/>
                </a:moveTo>
                <a:lnTo>
                  <a:pt x="167411" y="1051737"/>
                </a:lnTo>
                <a:lnTo>
                  <a:pt x="167411" y="3810"/>
                </a:lnTo>
                <a:lnTo>
                  <a:pt x="171221" y="7620"/>
                </a:lnTo>
                <a:lnTo>
                  <a:pt x="175031" y="7620"/>
                </a:lnTo>
                <a:lnTo>
                  <a:pt x="175031" y="1044117"/>
                </a:lnTo>
                <a:lnTo>
                  <a:pt x="171221" y="1044117"/>
                </a:lnTo>
                <a:lnTo>
                  <a:pt x="175031" y="1047927"/>
                </a:lnTo>
                <a:lnTo>
                  <a:pt x="219837" y="1047927"/>
                </a:lnTo>
                <a:lnTo>
                  <a:pt x="216027" y="1051737"/>
                </a:lnTo>
                <a:close/>
              </a:path>
              <a:path w="234950" h="1161414">
                <a:moveTo>
                  <a:pt x="175031" y="7620"/>
                </a:moveTo>
                <a:lnTo>
                  <a:pt x="171221" y="7620"/>
                </a:lnTo>
                <a:lnTo>
                  <a:pt x="167411" y="3810"/>
                </a:lnTo>
                <a:lnTo>
                  <a:pt x="175031" y="3810"/>
                </a:lnTo>
                <a:lnTo>
                  <a:pt x="175031" y="7620"/>
                </a:lnTo>
                <a:close/>
              </a:path>
              <a:path w="234950" h="1161414">
                <a:moveTo>
                  <a:pt x="117221" y="1161326"/>
                </a:moveTo>
                <a:lnTo>
                  <a:pt x="0" y="1044117"/>
                </a:lnTo>
                <a:lnTo>
                  <a:pt x="59397" y="1044117"/>
                </a:lnTo>
                <a:lnTo>
                  <a:pt x="59397" y="1045235"/>
                </a:lnTo>
                <a:lnTo>
                  <a:pt x="11899" y="1045235"/>
                </a:lnTo>
                <a:lnTo>
                  <a:pt x="9207" y="1051737"/>
                </a:lnTo>
                <a:lnTo>
                  <a:pt x="18402" y="1051737"/>
                </a:lnTo>
                <a:lnTo>
                  <a:pt x="117214" y="1150550"/>
                </a:lnTo>
                <a:lnTo>
                  <a:pt x="114515" y="1153248"/>
                </a:lnTo>
                <a:lnTo>
                  <a:pt x="125298" y="1153248"/>
                </a:lnTo>
                <a:lnTo>
                  <a:pt x="117221" y="1161326"/>
                </a:lnTo>
                <a:close/>
              </a:path>
              <a:path w="234950" h="1161414">
                <a:moveTo>
                  <a:pt x="67017" y="1047927"/>
                </a:moveTo>
                <a:lnTo>
                  <a:pt x="59397" y="1047927"/>
                </a:lnTo>
                <a:lnTo>
                  <a:pt x="63207" y="1044117"/>
                </a:lnTo>
                <a:lnTo>
                  <a:pt x="67017" y="1044117"/>
                </a:lnTo>
                <a:lnTo>
                  <a:pt x="67017" y="1047927"/>
                </a:lnTo>
                <a:close/>
              </a:path>
              <a:path w="234950" h="1161414">
                <a:moveTo>
                  <a:pt x="175031" y="1047927"/>
                </a:moveTo>
                <a:lnTo>
                  <a:pt x="171221" y="1044117"/>
                </a:lnTo>
                <a:lnTo>
                  <a:pt x="175031" y="1044117"/>
                </a:lnTo>
                <a:lnTo>
                  <a:pt x="175031" y="1047927"/>
                </a:lnTo>
                <a:close/>
              </a:path>
              <a:path w="234950" h="1161414">
                <a:moveTo>
                  <a:pt x="219837" y="1047927"/>
                </a:moveTo>
                <a:lnTo>
                  <a:pt x="175031" y="1047927"/>
                </a:lnTo>
                <a:lnTo>
                  <a:pt x="175031" y="1044117"/>
                </a:lnTo>
                <a:lnTo>
                  <a:pt x="234429" y="1044117"/>
                </a:lnTo>
                <a:lnTo>
                  <a:pt x="233311" y="1045235"/>
                </a:lnTo>
                <a:lnTo>
                  <a:pt x="222529" y="1045235"/>
                </a:lnTo>
                <a:lnTo>
                  <a:pt x="219837" y="1047927"/>
                </a:lnTo>
                <a:close/>
              </a:path>
              <a:path w="234950" h="1161414">
                <a:moveTo>
                  <a:pt x="18402" y="1051737"/>
                </a:moveTo>
                <a:lnTo>
                  <a:pt x="9207" y="1051737"/>
                </a:lnTo>
                <a:lnTo>
                  <a:pt x="11899" y="1045235"/>
                </a:lnTo>
                <a:lnTo>
                  <a:pt x="18402" y="1051737"/>
                </a:lnTo>
                <a:close/>
              </a:path>
              <a:path w="234950" h="1161414">
                <a:moveTo>
                  <a:pt x="67017" y="1051737"/>
                </a:moveTo>
                <a:lnTo>
                  <a:pt x="18402" y="1051737"/>
                </a:lnTo>
                <a:lnTo>
                  <a:pt x="11899" y="1045235"/>
                </a:lnTo>
                <a:lnTo>
                  <a:pt x="59397" y="1045235"/>
                </a:lnTo>
                <a:lnTo>
                  <a:pt x="59397" y="1047927"/>
                </a:lnTo>
                <a:lnTo>
                  <a:pt x="67017" y="1047927"/>
                </a:lnTo>
                <a:lnTo>
                  <a:pt x="67017" y="1051737"/>
                </a:lnTo>
                <a:close/>
              </a:path>
              <a:path w="234950" h="1161414">
                <a:moveTo>
                  <a:pt x="125298" y="1153248"/>
                </a:moveTo>
                <a:lnTo>
                  <a:pt x="119913" y="1153248"/>
                </a:lnTo>
                <a:lnTo>
                  <a:pt x="117214" y="1150550"/>
                </a:lnTo>
                <a:lnTo>
                  <a:pt x="222529" y="1045235"/>
                </a:lnTo>
                <a:lnTo>
                  <a:pt x="225221" y="1051737"/>
                </a:lnTo>
                <a:lnTo>
                  <a:pt x="226809" y="1051737"/>
                </a:lnTo>
                <a:lnTo>
                  <a:pt x="125298" y="1153248"/>
                </a:lnTo>
                <a:close/>
              </a:path>
              <a:path w="234950" h="1161414">
                <a:moveTo>
                  <a:pt x="226809" y="1051737"/>
                </a:moveTo>
                <a:lnTo>
                  <a:pt x="225221" y="1051737"/>
                </a:lnTo>
                <a:lnTo>
                  <a:pt x="222529" y="1045235"/>
                </a:lnTo>
                <a:lnTo>
                  <a:pt x="233311" y="1045235"/>
                </a:lnTo>
                <a:lnTo>
                  <a:pt x="226809" y="1051737"/>
                </a:lnTo>
                <a:close/>
              </a:path>
              <a:path w="234950" h="1161414">
                <a:moveTo>
                  <a:pt x="119913" y="1153248"/>
                </a:moveTo>
                <a:lnTo>
                  <a:pt x="114515" y="1153248"/>
                </a:lnTo>
                <a:lnTo>
                  <a:pt x="117214" y="1150550"/>
                </a:lnTo>
                <a:lnTo>
                  <a:pt x="119913" y="1153248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>
                <a:solidFill>
                  <a:srgbClr val="F1F1F1"/>
                </a:solidFill>
              </a:rPr>
              <a:t>6</a:t>
            </a:fld>
            <a:endParaRPr dirty="0">
              <a:solidFill>
                <a:srgbClr val="F1F1F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21752" y="404647"/>
            <a:ext cx="622935" cy="307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434170" y="346227"/>
            <a:ext cx="2641371" cy="4127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34987" y="2632151"/>
            <a:ext cx="8315325" cy="2686050"/>
          </a:xfrm>
          <a:custGeom>
            <a:avLst/>
            <a:gdLst/>
            <a:ahLst/>
            <a:cxnLst/>
            <a:rect l="l" t="t" r="r" b="b"/>
            <a:pathLst>
              <a:path w="8315325" h="2686050">
                <a:moveTo>
                  <a:pt x="8315325" y="2686050"/>
                </a:moveTo>
                <a:lnTo>
                  <a:pt x="0" y="2686050"/>
                </a:lnTo>
                <a:lnTo>
                  <a:pt x="0" y="0"/>
                </a:lnTo>
                <a:lnTo>
                  <a:pt x="8315325" y="0"/>
                </a:lnTo>
                <a:lnTo>
                  <a:pt x="8315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2676525"/>
                </a:lnTo>
                <a:lnTo>
                  <a:pt x="4762" y="2676525"/>
                </a:lnTo>
                <a:lnTo>
                  <a:pt x="9525" y="2681287"/>
                </a:lnTo>
                <a:lnTo>
                  <a:pt x="8315325" y="2681287"/>
                </a:lnTo>
                <a:lnTo>
                  <a:pt x="8315325" y="2686050"/>
                </a:lnTo>
                <a:close/>
              </a:path>
              <a:path w="8315325" h="2686050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8315325" h="2686050">
                <a:moveTo>
                  <a:pt x="8305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8305800" y="4762"/>
                </a:lnTo>
                <a:lnTo>
                  <a:pt x="8305800" y="9525"/>
                </a:lnTo>
                <a:close/>
              </a:path>
              <a:path w="8315325" h="2686050">
                <a:moveTo>
                  <a:pt x="8305800" y="2681287"/>
                </a:moveTo>
                <a:lnTo>
                  <a:pt x="8305800" y="4762"/>
                </a:lnTo>
                <a:lnTo>
                  <a:pt x="8310562" y="9525"/>
                </a:lnTo>
                <a:lnTo>
                  <a:pt x="8315325" y="9525"/>
                </a:lnTo>
                <a:lnTo>
                  <a:pt x="8315325" y="2676525"/>
                </a:lnTo>
                <a:lnTo>
                  <a:pt x="8310562" y="2676525"/>
                </a:lnTo>
                <a:lnTo>
                  <a:pt x="8305800" y="2681287"/>
                </a:lnTo>
                <a:close/>
              </a:path>
              <a:path w="8315325" h="2686050">
                <a:moveTo>
                  <a:pt x="8315325" y="9525"/>
                </a:moveTo>
                <a:lnTo>
                  <a:pt x="8310562" y="9525"/>
                </a:lnTo>
                <a:lnTo>
                  <a:pt x="8305800" y="4762"/>
                </a:lnTo>
                <a:lnTo>
                  <a:pt x="8315325" y="4762"/>
                </a:lnTo>
                <a:lnTo>
                  <a:pt x="8315325" y="9525"/>
                </a:lnTo>
                <a:close/>
              </a:path>
              <a:path w="8315325" h="2686050">
                <a:moveTo>
                  <a:pt x="9525" y="2681287"/>
                </a:moveTo>
                <a:lnTo>
                  <a:pt x="4762" y="2676525"/>
                </a:lnTo>
                <a:lnTo>
                  <a:pt x="9525" y="2676525"/>
                </a:lnTo>
                <a:lnTo>
                  <a:pt x="9525" y="2681287"/>
                </a:lnTo>
                <a:close/>
              </a:path>
              <a:path w="8315325" h="2686050">
                <a:moveTo>
                  <a:pt x="8305800" y="2681287"/>
                </a:moveTo>
                <a:lnTo>
                  <a:pt x="9525" y="2681287"/>
                </a:lnTo>
                <a:lnTo>
                  <a:pt x="9525" y="2676525"/>
                </a:lnTo>
                <a:lnTo>
                  <a:pt x="8305800" y="2676525"/>
                </a:lnTo>
                <a:lnTo>
                  <a:pt x="8305800" y="2681287"/>
                </a:lnTo>
                <a:close/>
              </a:path>
              <a:path w="8315325" h="2686050">
                <a:moveTo>
                  <a:pt x="8315325" y="2681287"/>
                </a:moveTo>
                <a:lnTo>
                  <a:pt x="8305800" y="2681287"/>
                </a:lnTo>
                <a:lnTo>
                  <a:pt x="8310562" y="2676525"/>
                </a:lnTo>
                <a:lnTo>
                  <a:pt x="8315325" y="2676525"/>
                </a:lnTo>
                <a:lnTo>
                  <a:pt x="8315325" y="26812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31190" y="2697238"/>
            <a:ext cx="173990" cy="17462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18490" y="2612783"/>
            <a:ext cx="8148955" cy="264795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 indent="300990">
              <a:lnSpc>
                <a:spcPct val="80000"/>
              </a:lnSpc>
              <a:spcBef>
                <a:spcPts val="585"/>
              </a:spcBef>
            </a:pPr>
            <a:r>
              <a:rPr sz="2000" spc="55" dirty="0">
                <a:latin typeface="微软雅黑"/>
                <a:cs typeface="微软雅黑"/>
              </a:rPr>
              <a:t>用</a:t>
            </a:r>
            <a:r>
              <a:rPr sz="2000" spc="55" dirty="0">
                <a:latin typeface="Book Antiqua"/>
                <a:cs typeface="Book Antiqua"/>
              </a:rPr>
              <a:t>new</a:t>
            </a:r>
            <a:r>
              <a:rPr sz="2000" spc="60" dirty="0">
                <a:latin typeface="微软雅黑"/>
                <a:cs typeface="微软雅黑"/>
              </a:rPr>
              <a:t>关键字为一个数组分配内存空间后，系统将为每个数组元素</a:t>
            </a:r>
            <a:r>
              <a:rPr sz="2000" dirty="0">
                <a:latin typeface="微软雅黑"/>
                <a:cs typeface="微软雅黑"/>
              </a:rPr>
              <a:t>都 赋予一个初值，这个初值取决于数组的类型</a:t>
            </a:r>
            <a:r>
              <a:rPr sz="2000" spc="5" dirty="0"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  <a:p>
            <a:pPr marL="759460" indent="-289560">
              <a:lnSpc>
                <a:spcPct val="100000"/>
              </a:lnSpc>
              <a:spcBef>
                <a:spcPts val="720"/>
              </a:spcBef>
              <a:buFont typeface="Wingdings"/>
              <a:buChar char=""/>
              <a:tabLst>
                <a:tab pos="759460" algn="l"/>
              </a:tabLst>
            </a:pPr>
            <a:r>
              <a:rPr sz="2000" dirty="0">
                <a:latin typeface="微软雅黑"/>
                <a:cs typeface="微软雅黑"/>
              </a:rPr>
              <a:t>所有</a:t>
            </a:r>
            <a:r>
              <a:rPr sz="2000" dirty="0">
                <a:solidFill>
                  <a:srgbClr val="967A2C"/>
                </a:solidFill>
                <a:latin typeface="微软雅黑"/>
                <a:cs typeface="微软雅黑"/>
              </a:rPr>
              <a:t>数值型数组</a:t>
            </a:r>
            <a:r>
              <a:rPr sz="2000" dirty="0">
                <a:latin typeface="微软雅黑"/>
                <a:cs typeface="微软雅黑"/>
              </a:rPr>
              <a:t>元素的初值为</a:t>
            </a:r>
            <a:r>
              <a:rPr sz="2000" dirty="0">
                <a:latin typeface="Book Antiqua"/>
                <a:cs typeface="Book Antiqua"/>
              </a:rPr>
              <a:t>0</a:t>
            </a:r>
            <a:endParaRPr sz="2000">
              <a:latin typeface="Book Antiqua"/>
              <a:cs typeface="Book Antiqua"/>
            </a:endParaRPr>
          </a:p>
          <a:p>
            <a:pPr marL="759460" indent="-289560">
              <a:lnSpc>
                <a:spcPts val="2160"/>
              </a:lnSpc>
              <a:spcBef>
                <a:spcPts val="720"/>
              </a:spcBef>
              <a:buClr>
                <a:srgbClr val="000000"/>
              </a:buClr>
              <a:buFont typeface="Wingdings"/>
              <a:buChar char=""/>
              <a:tabLst>
                <a:tab pos="759460" algn="l"/>
              </a:tabLst>
            </a:pPr>
            <a:r>
              <a:rPr sz="2000" spc="50" dirty="0">
                <a:solidFill>
                  <a:srgbClr val="967A2C"/>
                </a:solidFill>
                <a:latin typeface="微软雅黑"/>
                <a:cs typeface="微软雅黑"/>
              </a:rPr>
              <a:t>字符型数组</a:t>
            </a:r>
            <a:r>
              <a:rPr sz="2000" spc="50" dirty="0">
                <a:latin typeface="微软雅黑"/>
                <a:cs typeface="微软雅黑"/>
              </a:rPr>
              <a:t>元素的初值为一个</a:t>
            </a:r>
            <a:r>
              <a:rPr sz="2000" spc="45" dirty="0">
                <a:latin typeface="Book Antiqua"/>
                <a:cs typeface="Book Antiqua"/>
              </a:rPr>
              <a:t>Uni</a:t>
            </a:r>
            <a:r>
              <a:rPr sz="2000" spc="50" dirty="0">
                <a:latin typeface="Book Antiqua"/>
                <a:cs typeface="Book Antiqua"/>
              </a:rPr>
              <a:t>code</a:t>
            </a:r>
            <a:r>
              <a:rPr sz="2000" spc="55" dirty="0">
                <a:latin typeface="微软雅黑"/>
                <a:cs typeface="微软雅黑"/>
              </a:rPr>
              <a:t>编码为</a:t>
            </a:r>
            <a:r>
              <a:rPr sz="2000" spc="50" dirty="0">
                <a:latin typeface="Book Antiqua"/>
                <a:cs typeface="Book Antiqua"/>
              </a:rPr>
              <a:t>0</a:t>
            </a:r>
            <a:r>
              <a:rPr sz="2000" spc="55" dirty="0">
                <a:latin typeface="微软雅黑"/>
                <a:cs typeface="微软雅黑"/>
              </a:rPr>
              <a:t>的不可见的控制</a:t>
            </a:r>
            <a:r>
              <a:rPr sz="2000" spc="5" dirty="0">
                <a:latin typeface="微软雅黑"/>
                <a:cs typeface="微软雅黑"/>
              </a:rPr>
              <a:t>符</a:t>
            </a:r>
            <a:endParaRPr sz="2000">
              <a:latin typeface="微软雅黑"/>
              <a:cs typeface="微软雅黑"/>
            </a:endParaRPr>
          </a:p>
          <a:p>
            <a:pPr marL="469900">
              <a:lnSpc>
                <a:spcPts val="2160"/>
              </a:lnSpc>
            </a:pPr>
            <a:r>
              <a:rPr sz="2000" spc="5" dirty="0">
                <a:latin typeface="微软雅黑"/>
                <a:cs typeface="微软雅黑"/>
              </a:rPr>
              <a:t>（</a:t>
            </a:r>
            <a:r>
              <a:rPr sz="2000" spc="-105" dirty="0">
                <a:latin typeface="微软雅黑"/>
                <a:cs typeface="微软雅黑"/>
              </a:rPr>
              <a:t> </a:t>
            </a:r>
            <a:r>
              <a:rPr sz="2000" spc="-5" dirty="0">
                <a:latin typeface="Book Antiqua"/>
                <a:cs typeface="Book Antiqua"/>
              </a:rPr>
              <a:t>’\u0000’</a:t>
            </a:r>
            <a:r>
              <a:rPr sz="2000" spc="-5" dirty="0">
                <a:latin typeface="微软雅黑"/>
                <a:cs typeface="微软雅黑"/>
              </a:rPr>
              <a:t>）</a:t>
            </a:r>
            <a:endParaRPr sz="2000">
              <a:latin typeface="微软雅黑"/>
              <a:cs typeface="微软雅黑"/>
            </a:endParaRPr>
          </a:p>
          <a:p>
            <a:pPr marL="759460" indent="-289560">
              <a:lnSpc>
                <a:spcPct val="100000"/>
              </a:lnSpc>
              <a:spcBef>
                <a:spcPts val="720"/>
              </a:spcBef>
              <a:buClr>
                <a:srgbClr val="000000"/>
              </a:buClr>
              <a:buFont typeface="Wingdings"/>
              <a:buChar char=""/>
              <a:tabLst>
                <a:tab pos="759460" algn="l"/>
              </a:tabLst>
            </a:pPr>
            <a:r>
              <a:rPr sz="2000" dirty="0">
                <a:solidFill>
                  <a:srgbClr val="967A2C"/>
                </a:solidFill>
                <a:latin typeface="微软雅黑"/>
                <a:cs typeface="微软雅黑"/>
              </a:rPr>
              <a:t>布尔型数组</a:t>
            </a:r>
            <a:r>
              <a:rPr sz="2000" dirty="0">
                <a:latin typeface="微软雅黑"/>
                <a:cs typeface="微软雅黑"/>
              </a:rPr>
              <a:t>元素的初值为</a:t>
            </a:r>
            <a:r>
              <a:rPr sz="2000" spc="-5" dirty="0">
                <a:latin typeface="Book Antiqua"/>
                <a:cs typeface="Book Antiqua"/>
              </a:rPr>
              <a:t>false</a:t>
            </a:r>
            <a:endParaRPr sz="2000">
              <a:latin typeface="Book Antiqua"/>
              <a:cs typeface="Book Antiqua"/>
            </a:endParaRPr>
          </a:p>
          <a:p>
            <a:pPr marL="12700" marR="5080">
              <a:lnSpc>
                <a:spcPct val="80000"/>
              </a:lnSpc>
              <a:spcBef>
                <a:spcPts val="1200"/>
              </a:spcBef>
              <a:buSzPct val="95000"/>
              <a:buFont typeface="Wingdings"/>
              <a:buChar char=""/>
              <a:tabLst>
                <a:tab pos="240665" algn="l"/>
              </a:tabLst>
            </a:pPr>
            <a:r>
              <a:rPr sz="2000" spc="10" dirty="0">
                <a:solidFill>
                  <a:srgbClr val="CC3300"/>
                </a:solidFill>
                <a:latin typeface="微软雅黑"/>
                <a:cs typeface="微软雅黑"/>
              </a:rPr>
              <a:t>注意：</a:t>
            </a:r>
            <a:r>
              <a:rPr sz="2000" spc="5" dirty="0">
                <a:solidFill>
                  <a:srgbClr val="CC3300"/>
                </a:solidFill>
                <a:latin typeface="Book Antiqua"/>
                <a:cs typeface="Book Antiqua"/>
              </a:rPr>
              <a:t>Java</a:t>
            </a:r>
            <a:r>
              <a:rPr sz="2000" spc="10" dirty="0">
                <a:solidFill>
                  <a:srgbClr val="CC3300"/>
                </a:solidFill>
                <a:latin typeface="微软雅黑"/>
                <a:cs typeface="微软雅黑"/>
              </a:rPr>
              <a:t>中的数组对象一旦创建之后</a:t>
            </a:r>
            <a:r>
              <a:rPr sz="2000" spc="15" dirty="0">
                <a:solidFill>
                  <a:srgbClr val="CC3300"/>
                </a:solidFill>
                <a:latin typeface="微软雅黑"/>
                <a:cs typeface="微软雅黑"/>
              </a:rPr>
              <a:t>，在程序整个执行期间，就不</a:t>
            </a:r>
            <a:r>
              <a:rPr sz="2000" dirty="0">
                <a:solidFill>
                  <a:srgbClr val="CC3300"/>
                </a:solidFill>
                <a:latin typeface="微软雅黑"/>
                <a:cs typeface="微软雅黑"/>
              </a:rPr>
              <a:t>能 再改变数组元素的个数</a:t>
            </a:r>
            <a:r>
              <a:rPr sz="2000" spc="5" dirty="0">
                <a:solidFill>
                  <a:srgbClr val="CC3300"/>
                </a:solidFill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84250" y="1478280"/>
            <a:ext cx="7906384" cy="625475"/>
          </a:xfrm>
          <a:custGeom>
            <a:avLst/>
            <a:gdLst/>
            <a:ahLst/>
            <a:cxnLst/>
            <a:rect l="l" t="t" r="r" b="b"/>
            <a:pathLst>
              <a:path w="7906384" h="625475">
                <a:moveTo>
                  <a:pt x="7906384" y="625475"/>
                </a:moveTo>
                <a:lnTo>
                  <a:pt x="0" y="625475"/>
                </a:lnTo>
                <a:lnTo>
                  <a:pt x="0" y="0"/>
                </a:lnTo>
                <a:lnTo>
                  <a:pt x="7906384" y="0"/>
                </a:lnTo>
                <a:lnTo>
                  <a:pt x="7906384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612775"/>
                </a:lnTo>
                <a:lnTo>
                  <a:pt x="6350" y="612775"/>
                </a:lnTo>
                <a:lnTo>
                  <a:pt x="12700" y="619125"/>
                </a:lnTo>
                <a:lnTo>
                  <a:pt x="7906384" y="619125"/>
                </a:lnTo>
                <a:lnTo>
                  <a:pt x="7906384" y="625475"/>
                </a:lnTo>
                <a:close/>
              </a:path>
              <a:path w="7906384" h="625475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7906384" h="625475">
                <a:moveTo>
                  <a:pt x="7893684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7893684" y="6350"/>
                </a:lnTo>
                <a:lnTo>
                  <a:pt x="7893684" y="12700"/>
                </a:lnTo>
                <a:close/>
              </a:path>
              <a:path w="7906384" h="625475">
                <a:moveTo>
                  <a:pt x="7893684" y="619125"/>
                </a:moveTo>
                <a:lnTo>
                  <a:pt x="7893684" y="6350"/>
                </a:lnTo>
                <a:lnTo>
                  <a:pt x="7900034" y="12700"/>
                </a:lnTo>
                <a:lnTo>
                  <a:pt x="7906384" y="12700"/>
                </a:lnTo>
                <a:lnTo>
                  <a:pt x="7906384" y="612775"/>
                </a:lnTo>
                <a:lnTo>
                  <a:pt x="7900034" y="612775"/>
                </a:lnTo>
                <a:lnTo>
                  <a:pt x="7893684" y="619125"/>
                </a:lnTo>
                <a:close/>
              </a:path>
              <a:path w="7906384" h="625475">
                <a:moveTo>
                  <a:pt x="7906384" y="12700"/>
                </a:moveTo>
                <a:lnTo>
                  <a:pt x="7900034" y="12700"/>
                </a:lnTo>
                <a:lnTo>
                  <a:pt x="7893684" y="6350"/>
                </a:lnTo>
                <a:lnTo>
                  <a:pt x="7906384" y="6350"/>
                </a:lnTo>
                <a:lnTo>
                  <a:pt x="7906384" y="12700"/>
                </a:lnTo>
                <a:close/>
              </a:path>
              <a:path w="7906384" h="625475">
                <a:moveTo>
                  <a:pt x="12700" y="619125"/>
                </a:moveTo>
                <a:lnTo>
                  <a:pt x="6350" y="612775"/>
                </a:lnTo>
                <a:lnTo>
                  <a:pt x="12700" y="612775"/>
                </a:lnTo>
                <a:lnTo>
                  <a:pt x="12700" y="619125"/>
                </a:lnTo>
                <a:close/>
              </a:path>
              <a:path w="7906384" h="625475">
                <a:moveTo>
                  <a:pt x="7893684" y="619125"/>
                </a:moveTo>
                <a:lnTo>
                  <a:pt x="12700" y="619125"/>
                </a:lnTo>
                <a:lnTo>
                  <a:pt x="12700" y="612775"/>
                </a:lnTo>
                <a:lnTo>
                  <a:pt x="7893684" y="612775"/>
                </a:lnTo>
                <a:lnTo>
                  <a:pt x="7893684" y="619125"/>
                </a:lnTo>
                <a:close/>
              </a:path>
              <a:path w="7906384" h="625475">
                <a:moveTo>
                  <a:pt x="7906384" y="619125"/>
                </a:moveTo>
                <a:lnTo>
                  <a:pt x="7893684" y="619125"/>
                </a:lnTo>
                <a:lnTo>
                  <a:pt x="7900034" y="612775"/>
                </a:lnTo>
                <a:lnTo>
                  <a:pt x="7906384" y="612775"/>
                </a:lnTo>
                <a:lnTo>
                  <a:pt x="7906384" y="619125"/>
                </a:lnTo>
                <a:close/>
              </a:path>
            </a:pathLst>
          </a:custGeom>
          <a:solidFill>
            <a:srgbClr val="4EB3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069339" y="1447164"/>
            <a:ext cx="7628255" cy="560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500" b="0" spc="-5" dirty="0">
                <a:solidFill>
                  <a:srgbClr val="000000"/>
                </a:solidFill>
                <a:latin typeface="宋体"/>
                <a:cs typeface="宋体"/>
              </a:rPr>
              <a:t>int[]</a:t>
            </a:r>
            <a:r>
              <a:rPr sz="3500" b="0" spc="1735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sz="3500" b="0" spc="-5" dirty="0">
                <a:solidFill>
                  <a:srgbClr val="000000"/>
                </a:solidFill>
                <a:latin typeface="宋体"/>
                <a:cs typeface="宋体"/>
              </a:rPr>
              <a:t>Array = new  int</a:t>
            </a:r>
            <a:r>
              <a:rPr sz="3500" b="0" spc="-1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sz="3500" b="0" spc="-5" dirty="0">
                <a:solidFill>
                  <a:srgbClr val="000000"/>
                </a:solidFill>
                <a:latin typeface="宋体"/>
                <a:cs typeface="宋体"/>
              </a:rPr>
              <a:t>[5];</a:t>
            </a:r>
            <a:r>
              <a:rPr sz="3500" b="0" spc="-95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sz="2000" spc="-5" dirty="0">
                <a:solidFill>
                  <a:srgbClr val="000000"/>
                </a:solidFill>
                <a:latin typeface="宋体"/>
                <a:cs typeface="宋体"/>
              </a:rPr>
              <a:t>// </a:t>
            </a:r>
            <a:r>
              <a:rPr sz="2000" dirty="0">
                <a:solidFill>
                  <a:srgbClr val="000000"/>
                </a:solidFill>
                <a:latin typeface="宋体"/>
                <a:cs typeface="宋体"/>
              </a:rPr>
              <a:t>初值为</a:t>
            </a:r>
            <a:r>
              <a:rPr sz="2000" spc="-10" dirty="0">
                <a:solidFill>
                  <a:srgbClr val="000000"/>
                </a:solidFill>
                <a:latin typeface="宋体"/>
                <a:cs typeface="宋体"/>
              </a:rPr>
              <a:t>0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>
                <a:solidFill>
                  <a:srgbClr val="F1F1F1"/>
                </a:solidFill>
              </a:rPr>
              <a:t>7</a:t>
            </a:fld>
            <a:endParaRPr dirty="0">
              <a:solidFill>
                <a:srgbClr val="F1F1F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21752" y="404647"/>
            <a:ext cx="622935" cy="307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434170" y="346227"/>
            <a:ext cx="2641371" cy="4127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69339" y="1403985"/>
            <a:ext cx="5605145" cy="560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500" spc="-5" dirty="0">
                <a:solidFill>
                  <a:srgbClr val="000000"/>
                </a:solidFill>
                <a:latin typeface="宋体"/>
                <a:cs typeface="宋体"/>
              </a:rPr>
              <a:t>2</a:t>
            </a:r>
            <a:r>
              <a:rPr sz="3500" dirty="0">
                <a:solidFill>
                  <a:srgbClr val="000000"/>
                </a:solidFill>
                <a:latin typeface="宋体"/>
                <a:cs typeface="宋体"/>
              </a:rPr>
              <a:t>、匿名数组：不需要引用</a:t>
            </a:r>
            <a:r>
              <a:rPr sz="3500" spc="-10" dirty="0">
                <a:solidFill>
                  <a:srgbClr val="000000"/>
                </a:solidFill>
                <a:latin typeface="宋体"/>
                <a:cs typeface="宋体"/>
              </a:rPr>
              <a:t>名</a:t>
            </a:r>
            <a:endParaRPr sz="35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77214" y="2198509"/>
            <a:ext cx="7670800" cy="473075"/>
          </a:xfrm>
          <a:custGeom>
            <a:avLst/>
            <a:gdLst/>
            <a:ahLst/>
            <a:cxnLst/>
            <a:rect l="l" t="t" r="r" b="b"/>
            <a:pathLst>
              <a:path w="7670800" h="473075">
                <a:moveTo>
                  <a:pt x="7670203" y="473075"/>
                </a:moveTo>
                <a:lnTo>
                  <a:pt x="0" y="473075"/>
                </a:lnTo>
                <a:lnTo>
                  <a:pt x="0" y="0"/>
                </a:lnTo>
                <a:lnTo>
                  <a:pt x="7670203" y="0"/>
                </a:lnTo>
                <a:lnTo>
                  <a:pt x="7670203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460375"/>
                </a:lnTo>
                <a:lnTo>
                  <a:pt x="6350" y="460375"/>
                </a:lnTo>
                <a:lnTo>
                  <a:pt x="12700" y="466725"/>
                </a:lnTo>
                <a:lnTo>
                  <a:pt x="7670203" y="466725"/>
                </a:lnTo>
                <a:lnTo>
                  <a:pt x="7670203" y="473075"/>
                </a:lnTo>
                <a:close/>
              </a:path>
              <a:path w="7670800" h="473075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7670800" h="473075">
                <a:moveTo>
                  <a:pt x="7657503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7657503" y="6350"/>
                </a:lnTo>
                <a:lnTo>
                  <a:pt x="7657503" y="12700"/>
                </a:lnTo>
                <a:close/>
              </a:path>
              <a:path w="7670800" h="473075">
                <a:moveTo>
                  <a:pt x="7657503" y="466725"/>
                </a:moveTo>
                <a:lnTo>
                  <a:pt x="7657503" y="6350"/>
                </a:lnTo>
                <a:lnTo>
                  <a:pt x="7663853" y="12700"/>
                </a:lnTo>
                <a:lnTo>
                  <a:pt x="7670203" y="12700"/>
                </a:lnTo>
                <a:lnTo>
                  <a:pt x="7670203" y="460375"/>
                </a:lnTo>
                <a:lnTo>
                  <a:pt x="7663853" y="460375"/>
                </a:lnTo>
                <a:lnTo>
                  <a:pt x="7657503" y="466725"/>
                </a:lnTo>
                <a:close/>
              </a:path>
              <a:path w="7670800" h="473075">
                <a:moveTo>
                  <a:pt x="7670203" y="12700"/>
                </a:moveTo>
                <a:lnTo>
                  <a:pt x="7663853" y="12700"/>
                </a:lnTo>
                <a:lnTo>
                  <a:pt x="7657503" y="6350"/>
                </a:lnTo>
                <a:lnTo>
                  <a:pt x="7670203" y="6350"/>
                </a:lnTo>
                <a:lnTo>
                  <a:pt x="7670203" y="12700"/>
                </a:lnTo>
                <a:close/>
              </a:path>
              <a:path w="7670800" h="473075">
                <a:moveTo>
                  <a:pt x="12700" y="466725"/>
                </a:moveTo>
                <a:lnTo>
                  <a:pt x="6350" y="460375"/>
                </a:lnTo>
                <a:lnTo>
                  <a:pt x="12700" y="460375"/>
                </a:lnTo>
                <a:lnTo>
                  <a:pt x="12700" y="466725"/>
                </a:lnTo>
                <a:close/>
              </a:path>
              <a:path w="7670800" h="473075">
                <a:moveTo>
                  <a:pt x="7657503" y="466725"/>
                </a:moveTo>
                <a:lnTo>
                  <a:pt x="12700" y="466725"/>
                </a:lnTo>
                <a:lnTo>
                  <a:pt x="12700" y="460375"/>
                </a:lnTo>
                <a:lnTo>
                  <a:pt x="7657503" y="460375"/>
                </a:lnTo>
                <a:lnTo>
                  <a:pt x="7657503" y="466725"/>
                </a:lnTo>
                <a:close/>
              </a:path>
              <a:path w="7670800" h="473075">
                <a:moveTo>
                  <a:pt x="7670203" y="466725"/>
                </a:moveTo>
                <a:lnTo>
                  <a:pt x="7657503" y="466725"/>
                </a:lnTo>
                <a:lnTo>
                  <a:pt x="7663853" y="460375"/>
                </a:lnTo>
                <a:lnTo>
                  <a:pt x="7670203" y="460375"/>
                </a:lnTo>
                <a:lnTo>
                  <a:pt x="7670203" y="4667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84276" y="2862072"/>
            <a:ext cx="7656576" cy="23073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79754" y="2858427"/>
            <a:ext cx="7665720" cy="2314575"/>
          </a:xfrm>
          <a:custGeom>
            <a:avLst/>
            <a:gdLst/>
            <a:ahLst/>
            <a:cxnLst/>
            <a:rect l="l" t="t" r="r" b="b"/>
            <a:pathLst>
              <a:path w="7665720" h="2314575">
                <a:moveTo>
                  <a:pt x="7665123" y="2314575"/>
                </a:moveTo>
                <a:lnTo>
                  <a:pt x="0" y="2314575"/>
                </a:lnTo>
                <a:lnTo>
                  <a:pt x="0" y="0"/>
                </a:lnTo>
                <a:lnTo>
                  <a:pt x="7665123" y="0"/>
                </a:lnTo>
                <a:lnTo>
                  <a:pt x="7665123" y="3810"/>
                </a:lnTo>
                <a:lnTo>
                  <a:pt x="7620" y="3810"/>
                </a:lnTo>
                <a:lnTo>
                  <a:pt x="3809" y="7620"/>
                </a:lnTo>
                <a:lnTo>
                  <a:pt x="7620" y="7620"/>
                </a:lnTo>
                <a:lnTo>
                  <a:pt x="7620" y="2306955"/>
                </a:lnTo>
                <a:lnTo>
                  <a:pt x="3809" y="2306955"/>
                </a:lnTo>
                <a:lnTo>
                  <a:pt x="7620" y="2310765"/>
                </a:lnTo>
                <a:lnTo>
                  <a:pt x="7665123" y="2310765"/>
                </a:lnTo>
                <a:lnTo>
                  <a:pt x="7665123" y="2314575"/>
                </a:lnTo>
                <a:close/>
              </a:path>
              <a:path w="7665720" h="2314575">
                <a:moveTo>
                  <a:pt x="7620" y="7620"/>
                </a:moveTo>
                <a:lnTo>
                  <a:pt x="3809" y="7620"/>
                </a:lnTo>
                <a:lnTo>
                  <a:pt x="7620" y="3810"/>
                </a:lnTo>
                <a:lnTo>
                  <a:pt x="7620" y="7620"/>
                </a:lnTo>
                <a:close/>
              </a:path>
              <a:path w="7665720" h="2314575">
                <a:moveTo>
                  <a:pt x="7657503" y="7620"/>
                </a:moveTo>
                <a:lnTo>
                  <a:pt x="7620" y="7620"/>
                </a:lnTo>
                <a:lnTo>
                  <a:pt x="7620" y="3810"/>
                </a:lnTo>
                <a:lnTo>
                  <a:pt x="7657503" y="3810"/>
                </a:lnTo>
                <a:lnTo>
                  <a:pt x="7657503" y="7620"/>
                </a:lnTo>
                <a:close/>
              </a:path>
              <a:path w="7665720" h="2314575">
                <a:moveTo>
                  <a:pt x="7657503" y="2310765"/>
                </a:moveTo>
                <a:lnTo>
                  <a:pt x="7657503" y="3810"/>
                </a:lnTo>
                <a:lnTo>
                  <a:pt x="7661313" y="7620"/>
                </a:lnTo>
                <a:lnTo>
                  <a:pt x="7665123" y="7620"/>
                </a:lnTo>
                <a:lnTo>
                  <a:pt x="7665123" y="2306955"/>
                </a:lnTo>
                <a:lnTo>
                  <a:pt x="7661313" y="2306955"/>
                </a:lnTo>
                <a:lnTo>
                  <a:pt x="7657503" y="2310765"/>
                </a:lnTo>
                <a:close/>
              </a:path>
              <a:path w="7665720" h="2314575">
                <a:moveTo>
                  <a:pt x="7665123" y="7620"/>
                </a:moveTo>
                <a:lnTo>
                  <a:pt x="7661313" y="7620"/>
                </a:lnTo>
                <a:lnTo>
                  <a:pt x="7657503" y="3810"/>
                </a:lnTo>
                <a:lnTo>
                  <a:pt x="7665123" y="3810"/>
                </a:lnTo>
                <a:lnTo>
                  <a:pt x="7665123" y="7620"/>
                </a:lnTo>
                <a:close/>
              </a:path>
              <a:path w="7665720" h="2314575">
                <a:moveTo>
                  <a:pt x="7620" y="2310765"/>
                </a:moveTo>
                <a:lnTo>
                  <a:pt x="3809" y="2306955"/>
                </a:lnTo>
                <a:lnTo>
                  <a:pt x="7620" y="2306955"/>
                </a:lnTo>
                <a:lnTo>
                  <a:pt x="7620" y="2310765"/>
                </a:lnTo>
                <a:close/>
              </a:path>
              <a:path w="7665720" h="2314575">
                <a:moveTo>
                  <a:pt x="7657503" y="2310765"/>
                </a:moveTo>
                <a:lnTo>
                  <a:pt x="7620" y="2310765"/>
                </a:lnTo>
                <a:lnTo>
                  <a:pt x="7620" y="2306955"/>
                </a:lnTo>
                <a:lnTo>
                  <a:pt x="7657503" y="2306955"/>
                </a:lnTo>
                <a:lnTo>
                  <a:pt x="7657503" y="2310765"/>
                </a:lnTo>
                <a:close/>
              </a:path>
              <a:path w="7665720" h="2314575">
                <a:moveTo>
                  <a:pt x="7665123" y="2310765"/>
                </a:moveTo>
                <a:lnTo>
                  <a:pt x="7657503" y="2310765"/>
                </a:lnTo>
                <a:lnTo>
                  <a:pt x="7661313" y="2306955"/>
                </a:lnTo>
                <a:lnTo>
                  <a:pt x="7665123" y="2306955"/>
                </a:lnTo>
                <a:lnTo>
                  <a:pt x="7665123" y="231076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84276" y="2230259"/>
            <a:ext cx="7656830" cy="2880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微软雅黑"/>
                <a:cs typeface="微软雅黑"/>
              </a:rPr>
              <a:t>new</a:t>
            </a:r>
            <a:r>
              <a:rPr sz="2400" spc="-10" dirty="0">
                <a:latin typeface="微软雅黑"/>
                <a:cs typeface="微软雅黑"/>
              </a:rPr>
              <a:t> </a:t>
            </a:r>
            <a:r>
              <a:rPr sz="2400" spc="-5" dirty="0">
                <a:latin typeface="微软雅黑"/>
                <a:cs typeface="微软雅黑"/>
              </a:rPr>
              <a:t>int[]{1,2,3,4,5}</a:t>
            </a:r>
            <a:endParaRPr sz="2400">
              <a:latin typeface="微软雅黑"/>
              <a:cs typeface="微软雅黑"/>
            </a:endParaRPr>
          </a:p>
          <a:p>
            <a:pPr marL="90170">
              <a:lnSpc>
                <a:spcPct val="100000"/>
              </a:lnSpc>
              <a:spcBef>
                <a:spcPts val="2315"/>
              </a:spcBef>
            </a:pPr>
            <a:r>
              <a:rPr sz="1800" dirty="0">
                <a:latin typeface="微软雅黑"/>
                <a:cs typeface="微软雅黑"/>
              </a:rPr>
              <a:t>public </a:t>
            </a:r>
            <a:r>
              <a:rPr sz="1800" spc="-5" dirty="0">
                <a:latin typeface="微软雅黑"/>
                <a:cs typeface="微软雅黑"/>
              </a:rPr>
              <a:t>static void </a:t>
            </a:r>
            <a:r>
              <a:rPr sz="1800" spc="-10" dirty="0">
                <a:latin typeface="微软雅黑"/>
                <a:cs typeface="微软雅黑"/>
              </a:rPr>
              <a:t>main(String[] args)</a:t>
            </a:r>
            <a:r>
              <a:rPr sz="1800" spc="15" dirty="0">
                <a:latin typeface="微软雅黑"/>
                <a:cs typeface="微软雅黑"/>
              </a:rPr>
              <a:t> </a:t>
            </a:r>
            <a:r>
              <a:rPr sz="1800" dirty="0">
                <a:latin typeface="微软雅黑"/>
                <a:cs typeface="微软雅黑"/>
              </a:rPr>
              <a:t>{</a:t>
            </a:r>
            <a:endParaRPr sz="1800">
              <a:latin typeface="微软雅黑"/>
              <a:cs typeface="微软雅黑"/>
            </a:endParaRPr>
          </a:p>
          <a:p>
            <a:pPr marL="1072515">
              <a:lnSpc>
                <a:spcPts val="2135"/>
              </a:lnSpc>
            </a:pPr>
            <a:r>
              <a:rPr sz="1800" dirty="0">
                <a:latin typeface="微软雅黑"/>
                <a:cs typeface="微软雅黑"/>
              </a:rPr>
              <a:t>//匿名数组做参数</a:t>
            </a:r>
            <a:endParaRPr sz="1800">
              <a:latin typeface="微软雅黑"/>
              <a:cs typeface="微软雅黑"/>
            </a:endParaRPr>
          </a:p>
          <a:p>
            <a:pPr marL="1004569">
              <a:lnSpc>
                <a:spcPts val="2190"/>
              </a:lnSpc>
              <a:tabLst>
                <a:tab pos="3122930" algn="l"/>
              </a:tabLst>
            </a:pPr>
            <a:r>
              <a:rPr sz="1800" dirty="0">
                <a:latin typeface="微软雅黑"/>
                <a:cs typeface="微软雅黑"/>
              </a:rPr>
              <a:t>int sum </a:t>
            </a:r>
            <a:r>
              <a:rPr sz="1800" spc="-495" dirty="0">
                <a:latin typeface="微软雅黑"/>
                <a:cs typeface="微软雅黑"/>
              </a:rPr>
              <a:t>=</a:t>
            </a:r>
            <a:r>
              <a:rPr sz="1850" i="1" spc="-495" dirty="0">
                <a:latin typeface="微软雅黑"/>
                <a:cs typeface="微软雅黑"/>
              </a:rPr>
              <a:t>geSum</a:t>
            </a:r>
            <a:r>
              <a:rPr sz="1800" spc="-495" dirty="0">
                <a:latin typeface="微软雅黑"/>
                <a:cs typeface="微软雅黑"/>
              </a:rPr>
              <a:t>n(</a:t>
            </a:r>
            <a:r>
              <a:rPr sz="1850" i="1" spc="-495" dirty="0">
                <a:latin typeface="微软雅黑"/>
                <a:cs typeface="微软雅黑"/>
              </a:rPr>
              <a:t>t	</a:t>
            </a:r>
            <a:r>
              <a:rPr sz="1800" spc="-5" dirty="0">
                <a:latin typeface="微软雅黑"/>
                <a:cs typeface="微软雅黑"/>
              </a:rPr>
              <a:t>ew</a:t>
            </a:r>
            <a:r>
              <a:rPr sz="1800" dirty="0">
                <a:latin typeface="微软雅黑"/>
                <a:cs typeface="微软雅黑"/>
              </a:rPr>
              <a:t> </a:t>
            </a:r>
            <a:r>
              <a:rPr sz="1800" spc="-5" dirty="0">
                <a:latin typeface="微软雅黑"/>
                <a:cs typeface="微软雅黑"/>
              </a:rPr>
              <a:t>int[]{1,2,3,4,5});</a:t>
            </a:r>
            <a:endParaRPr sz="1800">
              <a:latin typeface="微软雅黑"/>
              <a:cs typeface="微软雅黑"/>
            </a:endParaRPr>
          </a:p>
          <a:p>
            <a:pPr marL="1004569">
              <a:lnSpc>
                <a:spcPts val="2155"/>
              </a:lnSpc>
            </a:pPr>
            <a:r>
              <a:rPr sz="1800" dirty="0">
                <a:latin typeface="微软雅黑"/>
                <a:cs typeface="微软雅黑"/>
              </a:rPr>
              <a:t>……</a:t>
            </a:r>
            <a:endParaRPr sz="1800">
              <a:latin typeface="微软雅黑"/>
              <a:cs typeface="微软雅黑"/>
            </a:endParaRPr>
          </a:p>
          <a:p>
            <a:pPr marL="90170">
              <a:lnSpc>
                <a:spcPct val="100000"/>
              </a:lnSpc>
            </a:pPr>
            <a:r>
              <a:rPr sz="1800" dirty="0">
                <a:latin typeface="微软雅黑"/>
                <a:cs typeface="微软雅黑"/>
              </a:rPr>
              <a:t>}</a:t>
            </a:r>
            <a:endParaRPr sz="1800">
              <a:latin typeface="微软雅黑"/>
              <a:cs typeface="微软雅黑"/>
            </a:endParaRPr>
          </a:p>
          <a:p>
            <a:pPr marL="90170">
              <a:lnSpc>
                <a:spcPct val="100000"/>
              </a:lnSpc>
              <a:tabLst>
                <a:tab pos="3675379" algn="l"/>
              </a:tabLst>
            </a:pPr>
            <a:r>
              <a:rPr sz="1800" dirty="0">
                <a:latin typeface="微软雅黑"/>
                <a:cs typeface="微软雅黑"/>
              </a:rPr>
              <a:t>public </a:t>
            </a:r>
            <a:r>
              <a:rPr sz="1800" spc="-5" dirty="0">
                <a:latin typeface="微软雅黑"/>
                <a:cs typeface="微软雅黑"/>
              </a:rPr>
              <a:t>static </a:t>
            </a:r>
            <a:r>
              <a:rPr sz="1800" dirty="0">
                <a:latin typeface="微软雅黑"/>
                <a:cs typeface="微软雅黑"/>
              </a:rPr>
              <a:t>int</a:t>
            </a:r>
            <a:r>
              <a:rPr sz="1800" spc="30" dirty="0">
                <a:latin typeface="微软雅黑"/>
                <a:cs typeface="微软雅黑"/>
              </a:rPr>
              <a:t> </a:t>
            </a:r>
            <a:r>
              <a:rPr sz="1800" spc="-5" dirty="0">
                <a:latin typeface="微软雅黑"/>
                <a:cs typeface="微软雅黑"/>
              </a:rPr>
              <a:t>getSum(int[]</a:t>
            </a:r>
            <a:r>
              <a:rPr sz="1800" spc="10" dirty="0">
                <a:latin typeface="微软雅黑"/>
                <a:cs typeface="微软雅黑"/>
              </a:rPr>
              <a:t> </a:t>
            </a:r>
            <a:r>
              <a:rPr sz="1800" spc="-5" dirty="0">
                <a:latin typeface="微软雅黑"/>
                <a:cs typeface="微软雅黑"/>
              </a:rPr>
              <a:t>a){	</a:t>
            </a:r>
            <a:r>
              <a:rPr sz="1800" dirty="0">
                <a:latin typeface="微软雅黑"/>
                <a:cs typeface="微软雅黑"/>
              </a:rPr>
              <a:t>//形参接收实参数组</a:t>
            </a:r>
            <a:endParaRPr sz="1800">
              <a:latin typeface="微软雅黑"/>
              <a:cs typeface="微软雅黑"/>
            </a:endParaRPr>
          </a:p>
          <a:p>
            <a:pPr marL="1004569">
              <a:lnSpc>
                <a:spcPct val="100000"/>
              </a:lnSpc>
            </a:pPr>
            <a:r>
              <a:rPr sz="1800" dirty="0">
                <a:latin typeface="微软雅黑"/>
                <a:cs typeface="微软雅黑"/>
              </a:rPr>
              <a:t>……</a:t>
            </a:r>
            <a:endParaRPr sz="1800">
              <a:latin typeface="微软雅黑"/>
              <a:cs typeface="微软雅黑"/>
            </a:endParaRPr>
          </a:p>
          <a:p>
            <a:pPr marL="90170">
              <a:lnSpc>
                <a:spcPct val="100000"/>
              </a:lnSpc>
            </a:pPr>
            <a:r>
              <a:rPr sz="1800" dirty="0">
                <a:latin typeface="微软雅黑"/>
                <a:cs typeface="微软雅黑"/>
              </a:rPr>
              <a:t>}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>
                <a:solidFill>
                  <a:srgbClr val="F1F1F1"/>
                </a:solidFill>
              </a:rPr>
              <a:t>8</a:t>
            </a:fld>
            <a:endParaRPr dirty="0">
              <a:solidFill>
                <a:srgbClr val="F1F1F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21752" y="404647"/>
            <a:ext cx="622935" cy="307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434170" y="346227"/>
            <a:ext cx="2641371" cy="4127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34389" y="1093469"/>
            <a:ext cx="390588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0000"/>
                </a:solidFill>
                <a:latin typeface="宋体"/>
                <a:cs typeface="宋体"/>
              </a:rPr>
              <a:t>3.</a:t>
            </a:r>
            <a:r>
              <a:rPr spc="-75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dirty="0">
                <a:solidFill>
                  <a:srgbClr val="000000"/>
                </a:solidFill>
                <a:latin typeface="宋体"/>
                <a:cs typeface="宋体"/>
              </a:rPr>
              <a:t>数组的显式初始</a:t>
            </a:r>
            <a:r>
              <a:rPr spc="-10" dirty="0">
                <a:solidFill>
                  <a:srgbClr val="000000"/>
                </a:solidFill>
                <a:latin typeface="宋体"/>
                <a:cs typeface="宋体"/>
              </a:rPr>
              <a:t>化</a:t>
            </a:r>
          </a:p>
        </p:txBody>
      </p:sp>
      <p:sp>
        <p:nvSpPr>
          <p:cNvPr id="5" name="object 5"/>
          <p:cNvSpPr/>
          <p:nvPr/>
        </p:nvSpPr>
        <p:spPr>
          <a:xfrm>
            <a:off x="900683" y="2997707"/>
            <a:ext cx="7775448" cy="52120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96302" y="2993135"/>
            <a:ext cx="7784465" cy="529590"/>
          </a:xfrm>
          <a:custGeom>
            <a:avLst/>
            <a:gdLst/>
            <a:ahLst/>
            <a:cxnLst/>
            <a:rect l="l" t="t" r="r" b="b"/>
            <a:pathLst>
              <a:path w="7784465" h="529589">
                <a:moveTo>
                  <a:pt x="7783957" y="529589"/>
                </a:moveTo>
                <a:lnTo>
                  <a:pt x="0" y="529589"/>
                </a:lnTo>
                <a:lnTo>
                  <a:pt x="0" y="0"/>
                </a:lnTo>
                <a:lnTo>
                  <a:pt x="7783957" y="0"/>
                </a:lnTo>
                <a:lnTo>
                  <a:pt x="7783957" y="3809"/>
                </a:lnTo>
                <a:lnTo>
                  <a:pt x="7619" y="3809"/>
                </a:lnTo>
                <a:lnTo>
                  <a:pt x="3809" y="7619"/>
                </a:lnTo>
                <a:lnTo>
                  <a:pt x="7619" y="7619"/>
                </a:lnTo>
                <a:lnTo>
                  <a:pt x="7619" y="521969"/>
                </a:lnTo>
                <a:lnTo>
                  <a:pt x="3809" y="521969"/>
                </a:lnTo>
                <a:lnTo>
                  <a:pt x="7619" y="525779"/>
                </a:lnTo>
                <a:lnTo>
                  <a:pt x="7783957" y="525779"/>
                </a:lnTo>
                <a:lnTo>
                  <a:pt x="7783957" y="529589"/>
                </a:lnTo>
                <a:close/>
              </a:path>
              <a:path w="7784465" h="529589">
                <a:moveTo>
                  <a:pt x="7619" y="7619"/>
                </a:moveTo>
                <a:lnTo>
                  <a:pt x="3809" y="7619"/>
                </a:lnTo>
                <a:lnTo>
                  <a:pt x="7619" y="3809"/>
                </a:lnTo>
                <a:lnTo>
                  <a:pt x="7619" y="7619"/>
                </a:lnTo>
                <a:close/>
              </a:path>
              <a:path w="7784465" h="529589">
                <a:moveTo>
                  <a:pt x="7776336" y="7619"/>
                </a:moveTo>
                <a:lnTo>
                  <a:pt x="7619" y="7619"/>
                </a:lnTo>
                <a:lnTo>
                  <a:pt x="7619" y="3809"/>
                </a:lnTo>
                <a:lnTo>
                  <a:pt x="7776336" y="3809"/>
                </a:lnTo>
                <a:lnTo>
                  <a:pt x="7776336" y="7619"/>
                </a:lnTo>
                <a:close/>
              </a:path>
              <a:path w="7784465" h="529589">
                <a:moveTo>
                  <a:pt x="7776336" y="525779"/>
                </a:moveTo>
                <a:lnTo>
                  <a:pt x="7776336" y="3809"/>
                </a:lnTo>
                <a:lnTo>
                  <a:pt x="7780146" y="7619"/>
                </a:lnTo>
                <a:lnTo>
                  <a:pt x="7783957" y="7619"/>
                </a:lnTo>
                <a:lnTo>
                  <a:pt x="7783957" y="521969"/>
                </a:lnTo>
                <a:lnTo>
                  <a:pt x="7780146" y="521969"/>
                </a:lnTo>
                <a:lnTo>
                  <a:pt x="7776336" y="525779"/>
                </a:lnTo>
                <a:close/>
              </a:path>
              <a:path w="7784465" h="529589">
                <a:moveTo>
                  <a:pt x="7783957" y="7619"/>
                </a:moveTo>
                <a:lnTo>
                  <a:pt x="7780146" y="7619"/>
                </a:lnTo>
                <a:lnTo>
                  <a:pt x="7776336" y="3809"/>
                </a:lnTo>
                <a:lnTo>
                  <a:pt x="7783957" y="3809"/>
                </a:lnTo>
                <a:lnTo>
                  <a:pt x="7783957" y="7619"/>
                </a:lnTo>
                <a:close/>
              </a:path>
              <a:path w="7784465" h="529589">
                <a:moveTo>
                  <a:pt x="7619" y="525779"/>
                </a:moveTo>
                <a:lnTo>
                  <a:pt x="3809" y="521969"/>
                </a:lnTo>
                <a:lnTo>
                  <a:pt x="7619" y="521969"/>
                </a:lnTo>
                <a:lnTo>
                  <a:pt x="7619" y="525779"/>
                </a:lnTo>
                <a:close/>
              </a:path>
              <a:path w="7784465" h="529589">
                <a:moveTo>
                  <a:pt x="7776336" y="525779"/>
                </a:moveTo>
                <a:lnTo>
                  <a:pt x="7619" y="525779"/>
                </a:lnTo>
                <a:lnTo>
                  <a:pt x="7619" y="521969"/>
                </a:lnTo>
                <a:lnTo>
                  <a:pt x="7776336" y="521969"/>
                </a:lnTo>
                <a:lnTo>
                  <a:pt x="7776336" y="525779"/>
                </a:lnTo>
                <a:close/>
              </a:path>
              <a:path w="7784465" h="529589">
                <a:moveTo>
                  <a:pt x="7783957" y="525779"/>
                </a:moveTo>
                <a:lnTo>
                  <a:pt x="7776336" y="525779"/>
                </a:lnTo>
                <a:lnTo>
                  <a:pt x="7780146" y="521969"/>
                </a:lnTo>
                <a:lnTo>
                  <a:pt x="7783957" y="521969"/>
                </a:lnTo>
                <a:lnTo>
                  <a:pt x="7783957" y="525779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00683" y="1579880"/>
            <a:ext cx="7928609" cy="1881505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460375" marR="5080" indent="-171450">
              <a:lnSpc>
                <a:spcPts val="3450"/>
              </a:lnSpc>
              <a:spcBef>
                <a:spcPts val="545"/>
              </a:spcBef>
              <a:buFont typeface="Arial"/>
              <a:buChar char="•"/>
              <a:tabLst>
                <a:tab pos="461009" algn="l"/>
              </a:tabLst>
            </a:pPr>
            <a:r>
              <a:rPr sz="3200" b="1" spc="45" dirty="0">
                <a:latin typeface="宋体"/>
                <a:cs typeface="宋体"/>
              </a:rPr>
              <a:t>在声</a:t>
            </a:r>
            <a:r>
              <a:rPr sz="3200" b="1" spc="50" dirty="0">
                <a:latin typeface="宋体"/>
                <a:cs typeface="宋体"/>
              </a:rPr>
              <a:t>明数组时，进行初始化。数组元素</a:t>
            </a:r>
            <a:r>
              <a:rPr sz="3200" b="1" spc="-10" dirty="0">
                <a:latin typeface="宋体"/>
                <a:cs typeface="宋体"/>
              </a:rPr>
              <a:t>的 </a:t>
            </a:r>
            <a:r>
              <a:rPr sz="3200" b="1" dirty="0">
                <a:latin typeface="宋体"/>
                <a:cs typeface="宋体"/>
              </a:rPr>
              <a:t>个数</a:t>
            </a:r>
            <a:r>
              <a:rPr sz="3200" b="1" dirty="0">
                <a:solidFill>
                  <a:srgbClr val="333333"/>
                </a:solidFill>
                <a:latin typeface="宋体"/>
                <a:cs typeface="宋体"/>
              </a:rPr>
              <a:t>由</a:t>
            </a:r>
            <a:r>
              <a:rPr sz="3200" b="1" dirty="0">
                <a:solidFill>
                  <a:srgbClr val="FF0000"/>
                </a:solidFill>
                <a:latin typeface="宋体"/>
                <a:cs typeface="宋体"/>
              </a:rPr>
              <a:t>初始化列表中数据个数决定</a:t>
            </a:r>
            <a:r>
              <a:rPr sz="3200" b="1" spc="-10" dirty="0"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3050">
              <a:latin typeface="宋体"/>
              <a:cs typeface="宋体"/>
            </a:endParaRPr>
          </a:p>
          <a:p>
            <a:pPr marL="90805">
              <a:lnSpc>
                <a:spcPct val="100000"/>
              </a:lnSpc>
            </a:pPr>
            <a:r>
              <a:rPr sz="2800" spc="-5" dirty="0">
                <a:latin typeface="Book Antiqua"/>
                <a:cs typeface="Book Antiqua"/>
              </a:rPr>
              <a:t>int[]</a:t>
            </a:r>
            <a:r>
              <a:rPr sz="2800" spc="-10" dirty="0">
                <a:latin typeface="Book Antiqua"/>
                <a:cs typeface="Book Antiqua"/>
              </a:rPr>
              <a:t> </a:t>
            </a:r>
            <a:r>
              <a:rPr sz="2800" spc="-5" dirty="0">
                <a:latin typeface="Book Antiqua"/>
                <a:cs typeface="Book Antiqua"/>
              </a:rPr>
              <a:t>array={1,2,3,4,5};</a:t>
            </a:r>
            <a:endParaRPr sz="2800">
              <a:latin typeface="Book Antiqua"/>
              <a:cs typeface="Book Antiqu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055407" y="3779520"/>
            <a:ext cx="4730964" cy="223926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>
                <a:solidFill>
                  <a:srgbClr val="F1F1F1"/>
                </a:solidFill>
              </a:rPr>
              <a:t>9</a:t>
            </a:fld>
            <a:endParaRPr dirty="0">
              <a:solidFill>
                <a:srgbClr val="F1F1F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21752" y="404647"/>
            <a:ext cx="622935" cy="307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434170" y="346227"/>
            <a:ext cx="2641371" cy="4127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69339" y="1410335"/>
            <a:ext cx="7360284" cy="560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500" b="0" spc="-5" dirty="0">
                <a:solidFill>
                  <a:srgbClr val="000000"/>
                </a:solidFill>
                <a:latin typeface="宋体"/>
                <a:cs typeface="宋体"/>
              </a:rPr>
              <a:t>【例3-1】写出下面代码的运行结果</a:t>
            </a:r>
            <a:r>
              <a:rPr sz="3500" b="0" spc="5" dirty="0">
                <a:solidFill>
                  <a:srgbClr val="000000"/>
                </a:solidFill>
                <a:latin typeface="宋体"/>
                <a:cs typeface="宋体"/>
              </a:rPr>
              <a:t>。</a:t>
            </a:r>
            <a:endParaRPr sz="35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49223" y="2126500"/>
            <a:ext cx="7430134" cy="2042795"/>
          </a:xfrm>
          <a:custGeom>
            <a:avLst/>
            <a:gdLst/>
            <a:ahLst/>
            <a:cxnLst/>
            <a:rect l="l" t="t" r="r" b="b"/>
            <a:pathLst>
              <a:path w="7430134" h="2042795">
                <a:moveTo>
                  <a:pt x="7429525" y="2042794"/>
                </a:moveTo>
                <a:lnTo>
                  <a:pt x="0" y="2042794"/>
                </a:lnTo>
                <a:lnTo>
                  <a:pt x="0" y="0"/>
                </a:lnTo>
                <a:lnTo>
                  <a:pt x="7429525" y="0"/>
                </a:lnTo>
                <a:lnTo>
                  <a:pt x="7429525" y="6349"/>
                </a:lnTo>
                <a:lnTo>
                  <a:pt x="12700" y="6349"/>
                </a:lnTo>
                <a:lnTo>
                  <a:pt x="6350" y="12699"/>
                </a:lnTo>
                <a:lnTo>
                  <a:pt x="12700" y="12699"/>
                </a:lnTo>
                <a:lnTo>
                  <a:pt x="12700" y="2030094"/>
                </a:lnTo>
                <a:lnTo>
                  <a:pt x="6350" y="2030094"/>
                </a:lnTo>
                <a:lnTo>
                  <a:pt x="12700" y="2036444"/>
                </a:lnTo>
                <a:lnTo>
                  <a:pt x="7429525" y="2036444"/>
                </a:lnTo>
                <a:lnTo>
                  <a:pt x="7429525" y="2042794"/>
                </a:lnTo>
                <a:close/>
              </a:path>
              <a:path w="7430134" h="2042795">
                <a:moveTo>
                  <a:pt x="12700" y="12699"/>
                </a:moveTo>
                <a:lnTo>
                  <a:pt x="6350" y="12699"/>
                </a:lnTo>
                <a:lnTo>
                  <a:pt x="12700" y="6349"/>
                </a:lnTo>
                <a:lnTo>
                  <a:pt x="12700" y="12699"/>
                </a:lnTo>
                <a:close/>
              </a:path>
              <a:path w="7430134" h="2042795">
                <a:moveTo>
                  <a:pt x="7416825" y="12699"/>
                </a:moveTo>
                <a:lnTo>
                  <a:pt x="12700" y="12699"/>
                </a:lnTo>
                <a:lnTo>
                  <a:pt x="12700" y="6349"/>
                </a:lnTo>
                <a:lnTo>
                  <a:pt x="7416825" y="6349"/>
                </a:lnTo>
                <a:lnTo>
                  <a:pt x="7416825" y="12699"/>
                </a:lnTo>
                <a:close/>
              </a:path>
              <a:path w="7430134" h="2042795">
                <a:moveTo>
                  <a:pt x="7416825" y="2036444"/>
                </a:moveTo>
                <a:lnTo>
                  <a:pt x="7416825" y="6349"/>
                </a:lnTo>
                <a:lnTo>
                  <a:pt x="7423175" y="12699"/>
                </a:lnTo>
                <a:lnTo>
                  <a:pt x="7429525" y="12699"/>
                </a:lnTo>
                <a:lnTo>
                  <a:pt x="7429525" y="2030094"/>
                </a:lnTo>
                <a:lnTo>
                  <a:pt x="7423175" y="2030094"/>
                </a:lnTo>
                <a:lnTo>
                  <a:pt x="7416825" y="2036444"/>
                </a:lnTo>
                <a:close/>
              </a:path>
              <a:path w="7430134" h="2042795">
                <a:moveTo>
                  <a:pt x="7429525" y="12699"/>
                </a:moveTo>
                <a:lnTo>
                  <a:pt x="7423175" y="12699"/>
                </a:lnTo>
                <a:lnTo>
                  <a:pt x="7416825" y="6349"/>
                </a:lnTo>
                <a:lnTo>
                  <a:pt x="7429525" y="6349"/>
                </a:lnTo>
                <a:lnTo>
                  <a:pt x="7429525" y="12699"/>
                </a:lnTo>
                <a:close/>
              </a:path>
              <a:path w="7430134" h="2042795">
                <a:moveTo>
                  <a:pt x="12700" y="2036444"/>
                </a:moveTo>
                <a:lnTo>
                  <a:pt x="6350" y="2030094"/>
                </a:lnTo>
                <a:lnTo>
                  <a:pt x="12700" y="2030094"/>
                </a:lnTo>
                <a:lnTo>
                  <a:pt x="12700" y="2036444"/>
                </a:lnTo>
                <a:close/>
              </a:path>
              <a:path w="7430134" h="2042795">
                <a:moveTo>
                  <a:pt x="7416825" y="2036444"/>
                </a:moveTo>
                <a:lnTo>
                  <a:pt x="12700" y="2036444"/>
                </a:lnTo>
                <a:lnTo>
                  <a:pt x="12700" y="2030094"/>
                </a:lnTo>
                <a:lnTo>
                  <a:pt x="7416825" y="2030094"/>
                </a:lnTo>
                <a:lnTo>
                  <a:pt x="7416825" y="2036444"/>
                </a:lnTo>
                <a:close/>
              </a:path>
              <a:path w="7430134" h="2042795">
                <a:moveTo>
                  <a:pt x="7429525" y="2036444"/>
                </a:moveTo>
                <a:lnTo>
                  <a:pt x="7416825" y="2036444"/>
                </a:lnTo>
                <a:lnTo>
                  <a:pt x="7423175" y="2030094"/>
                </a:lnTo>
                <a:lnTo>
                  <a:pt x="7429525" y="2030094"/>
                </a:lnTo>
                <a:lnTo>
                  <a:pt x="7429525" y="20364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34313" y="2160790"/>
            <a:ext cx="4495800" cy="19456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6465" marR="387350" indent="-9144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微软雅黑"/>
                <a:cs typeface="微软雅黑"/>
              </a:rPr>
              <a:t>public </a:t>
            </a:r>
            <a:r>
              <a:rPr sz="1800" spc="-5" dirty="0">
                <a:latin typeface="微软雅黑"/>
                <a:cs typeface="微软雅黑"/>
              </a:rPr>
              <a:t>static void </a:t>
            </a:r>
            <a:r>
              <a:rPr sz="1800" spc="-10" dirty="0">
                <a:latin typeface="微软雅黑"/>
                <a:cs typeface="微软雅黑"/>
              </a:rPr>
              <a:t>main(String[] args) </a:t>
            </a:r>
            <a:r>
              <a:rPr sz="1800" dirty="0">
                <a:latin typeface="微软雅黑"/>
                <a:cs typeface="微软雅黑"/>
              </a:rPr>
              <a:t>{  </a:t>
            </a:r>
            <a:r>
              <a:rPr sz="1800" spc="-5" dirty="0">
                <a:latin typeface="微软雅黑"/>
                <a:cs typeface="微软雅黑"/>
              </a:rPr>
              <a:t>int[] a={1,2,3,4,5},b;</a:t>
            </a:r>
            <a:endParaRPr sz="1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50">
              <a:latin typeface="微软雅黑"/>
              <a:cs typeface="微软雅黑"/>
            </a:endParaRPr>
          </a:p>
          <a:p>
            <a:pPr marL="926465" marR="2635885">
              <a:lnSpc>
                <a:spcPct val="100000"/>
              </a:lnSpc>
            </a:pPr>
            <a:r>
              <a:rPr sz="1800" spc="-5" dirty="0">
                <a:latin typeface="微软雅黑"/>
                <a:cs typeface="微软雅黑"/>
              </a:rPr>
              <a:t>b=a;  </a:t>
            </a:r>
            <a:r>
              <a:rPr sz="1800" dirty="0">
                <a:latin typeface="微软雅黑"/>
                <a:cs typeface="微软雅黑"/>
              </a:rPr>
              <a:t>b</a:t>
            </a:r>
            <a:r>
              <a:rPr sz="1800" spc="-5" dirty="0">
                <a:latin typeface="微软雅黑"/>
                <a:cs typeface="微软雅黑"/>
              </a:rPr>
              <a:t>[0]=10</a:t>
            </a:r>
            <a:r>
              <a:rPr sz="1800" dirty="0">
                <a:latin typeface="微软雅黑"/>
                <a:cs typeface="微软雅黑"/>
              </a:rPr>
              <a:t>;</a:t>
            </a:r>
            <a:endParaRPr sz="1800">
              <a:latin typeface="微软雅黑"/>
              <a:cs typeface="微软雅黑"/>
            </a:endParaRPr>
          </a:p>
          <a:p>
            <a:pPr marL="926465">
              <a:lnSpc>
                <a:spcPts val="2165"/>
              </a:lnSpc>
            </a:pPr>
            <a:r>
              <a:rPr sz="1800" spc="-80" dirty="0">
                <a:latin typeface="微软雅黑"/>
                <a:cs typeface="微软雅黑"/>
              </a:rPr>
              <a:t>System.</a:t>
            </a:r>
            <a:r>
              <a:rPr sz="1850" i="1" spc="-80" dirty="0">
                <a:latin typeface="微软雅黑"/>
                <a:cs typeface="微软雅黑"/>
              </a:rPr>
              <a:t>out</a:t>
            </a:r>
            <a:r>
              <a:rPr sz="1800" spc="-80" dirty="0">
                <a:latin typeface="微软雅黑"/>
                <a:cs typeface="微软雅黑"/>
              </a:rPr>
              <a:t>.println("a[0]="+a[0]);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ts val="2155"/>
              </a:lnSpc>
            </a:pPr>
            <a:r>
              <a:rPr sz="1800" dirty="0">
                <a:latin typeface="微软雅黑"/>
                <a:cs typeface="微软雅黑"/>
              </a:rPr>
              <a:t>}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434170" y="4004945"/>
            <a:ext cx="2576614" cy="166179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714115" y="5046979"/>
            <a:ext cx="939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微软雅黑"/>
                <a:cs typeface="微软雅黑"/>
              </a:rPr>
              <a:t>别名现象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>
                <a:solidFill>
                  <a:srgbClr val="F1F1F1"/>
                </a:solidFill>
              </a:rPr>
              <a:t>10</a:t>
            </a:fld>
            <a:endParaRPr dirty="0">
              <a:solidFill>
                <a:srgbClr val="F1F1F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21752" y="404647"/>
            <a:ext cx="622935" cy="307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434170" y="346227"/>
            <a:ext cx="2641371" cy="4127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331975" y="4337303"/>
            <a:ext cx="5175504" cy="252069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55904" y="1441703"/>
            <a:ext cx="7415783" cy="202996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51763" y="1438287"/>
            <a:ext cx="7425055" cy="2037714"/>
          </a:xfrm>
          <a:custGeom>
            <a:avLst/>
            <a:gdLst/>
            <a:ahLst/>
            <a:cxnLst/>
            <a:rect l="l" t="t" r="r" b="b"/>
            <a:pathLst>
              <a:path w="7425055" h="2037714">
                <a:moveTo>
                  <a:pt x="7424445" y="2037715"/>
                </a:moveTo>
                <a:lnTo>
                  <a:pt x="0" y="2037715"/>
                </a:lnTo>
                <a:lnTo>
                  <a:pt x="0" y="0"/>
                </a:lnTo>
                <a:lnTo>
                  <a:pt x="7424445" y="0"/>
                </a:lnTo>
                <a:lnTo>
                  <a:pt x="7424445" y="3810"/>
                </a:lnTo>
                <a:lnTo>
                  <a:pt x="7619" y="3810"/>
                </a:lnTo>
                <a:lnTo>
                  <a:pt x="3809" y="7620"/>
                </a:lnTo>
                <a:lnTo>
                  <a:pt x="7619" y="7620"/>
                </a:lnTo>
                <a:lnTo>
                  <a:pt x="7619" y="2030095"/>
                </a:lnTo>
                <a:lnTo>
                  <a:pt x="3809" y="2030095"/>
                </a:lnTo>
                <a:lnTo>
                  <a:pt x="7619" y="2033905"/>
                </a:lnTo>
                <a:lnTo>
                  <a:pt x="7424445" y="2033905"/>
                </a:lnTo>
                <a:lnTo>
                  <a:pt x="7424445" y="2037715"/>
                </a:lnTo>
                <a:close/>
              </a:path>
              <a:path w="7425055" h="2037714">
                <a:moveTo>
                  <a:pt x="7619" y="7620"/>
                </a:moveTo>
                <a:lnTo>
                  <a:pt x="3809" y="7620"/>
                </a:lnTo>
                <a:lnTo>
                  <a:pt x="7619" y="3810"/>
                </a:lnTo>
                <a:lnTo>
                  <a:pt x="7619" y="7620"/>
                </a:lnTo>
                <a:close/>
              </a:path>
              <a:path w="7425055" h="2037714">
                <a:moveTo>
                  <a:pt x="7416825" y="7620"/>
                </a:moveTo>
                <a:lnTo>
                  <a:pt x="7619" y="7620"/>
                </a:lnTo>
                <a:lnTo>
                  <a:pt x="7619" y="3810"/>
                </a:lnTo>
                <a:lnTo>
                  <a:pt x="7416825" y="3810"/>
                </a:lnTo>
                <a:lnTo>
                  <a:pt x="7416825" y="7620"/>
                </a:lnTo>
                <a:close/>
              </a:path>
              <a:path w="7425055" h="2037714">
                <a:moveTo>
                  <a:pt x="7416825" y="2033905"/>
                </a:moveTo>
                <a:lnTo>
                  <a:pt x="7416825" y="3810"/>
                </a:lnTo>
                <a:lnTo>
                  <a:pt x="7420635" y="7620"/>
                </a:lnTo>
                <a:lnTo>
                  <a:pt x="7424445" y="7620"/>
                </a:lnTo>
                <a:lnTo>
                  <a:pt x="7424445" y="2030095"/>
                </a:lnTo>
                <a:lnTo>
                  <a:pt x="7420635" y="2030095"/>
                </a:lnTo>
                <a:lnTo>
                  <a:pt x="7416825" y="2033905"/>
                </a:lnTo>
                <a:close/>
              </a:path>
              <a:path w="7425055" h="2037714">
                <a:moveTo>
                  <a:pt x="7424445" y="7620"/>
                </a:moveTo>
                <a:lnTo>
                  <a:pt x="7420635" y="7620"/>
                </a:lnTo>
                <a:lnTo>
                  <a:pt x="7416825" y="3810"/>
                </a:lnTo>
                <a:lnTo>
                  <a:pt x="7424445" y="3810"/>
                </a:lnTo>
                <a:lnTo>
                  <a:pt x="7424445" y="7620"/>
                </a:lnTo>
                <a:close/>
              </a:path>
              <a:path w="7425055" h="2037714">
                <a:moveTo>
                  <a:pt x="7619" y="2033905"/>
                </a:moveTo>
                <a:lnTo>
                  <a:pt x="3809" y="2030095"/>
                </a:lnTo>
                <a:lnTo>
                  <a:pt x="7619" y="2030095"/>
                </a:lnTo>
                <a:lnTo>
                  <a:pt x="7619" y="2033905"/>
                </a:lnTo>
                <a:close/>
              </a:path>
              <a:path w="7425055" h="2037714">
                <a:moveTo>
                  <a:pt x="7416825" y="2033905"/>
                </a:moveTo>
                <a:lnTo>
                  <a:pt x="7619" y="2033905"/>
                </a:lnTo>
                <a:lnTo>
                  <a:pt x="7619" y="2030095"/>
                </a:lnTo>
                <a:lnTo>
                  <a:pt x="7416825" y="2030095"/>
                </a:lnTo>
                <a:lnTo>
                  <a:pt x="7416825" y="2033905"/>
                </a:lnTo>
                <a:close/>
              </a:path>
              <a:path w="7425055" h="2037714">
                <a:moveTo>
                  <a:pt x="7424445" y="2033905"/>
                </a:moveTo>
                <a:lnTo>
                  <a:pt x="7416825" y="2033905"/>
                </a:lnTo>
                <a:lnTo>
                  <a:pt x="7420635" y="2030095"/>
                </a:lnTo>
                <a:lnTo>
                  <a:pt x="7424445" y="2030095"/>
                </a:lnTo>
                <a:lnTo>
                  <a:pt x="7424445" y="203390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34313" y="1470037"/>
            <a:ext cx="411352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6465" marR="5080" indent="-91440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solidFill>
                  <a:srgbClr val="000000"/>
                </a:solidFill>
                <a:latin typeface="微软雅黑"/>
                <a:cs typeface="微软雅黑"/>
              </a:rPr>
              <a:t>public </a:t>
            </a:r>
            <a:r>
              <a:rPr sz="1800" b="0" spc="-5" dirty="0">
                <a:solidFill>
                  <a:srgbClr val="000000"/>
                </a:solidFill>
                <a:latin typeface="微软雅黑"/>
                <a:cs typeface="微软雅黑"/>
              </a:rPr>
              <a:t>static void </a:t>
            </a:r>
            <a:r>
              <a:rPr sz="1800" b="0" spc="-10" dirty="0">
                <a:solidFill>
                  <a:srgbClr val="000000"/>
                </a:solidFill>
                <a:latin typeface="微软雅黑"/>
                <a:cs typeface="微软雅黑"/>
              </a:rPr>
              <a:t>main(String[] args) </a:t>
            </a:r>
            <a:r>
              <a:rPr sz="1800" b="0" dirty="0">
                <a:solidFill>
                  <a:srgbClr val="000000"/>
                </a:solidFill>
                <a:latin typeface="微软雅黑"/>
                <a:cs typeface="微软雅黑"/>
              </a:rPr>
              <a:t>{  </a:t>
            </a:r>
            <a:r>
              <a:rPr sz="1800" b="0" spc="-5" dirty="0">
                <a:solidFill>
                  <a:srgbClr val="000000"/>
                </a:solidFill>
                <a:latin typeface="微软雅黑"/>
                <a:cs typeface="微软雅黑"/>
              </a:rPr>
              <a:t>int[] a={1,2,3,4,5},b;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>
                <a:solidFill>
                  <a:srgbClr val="F1F1F1"/>
                </a:solidFill>
              </a:rPr>
              <a:t>11</a:t>
            </a:fld>
            <a:endParaRPr dirty="0">
              <a:solidFill>
                <a:srgbClr val="F1F1F1"/>
              </a:solidFill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4313" y="2292997"/>
            <a:ext cx="449580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6465" marR="2635885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微软雅黑"/>
                <a:cs typeface="微软雅黑"/>
              </a:rPr>
              <a:t>b=a;  </a:t>
            </a:r>
            <a:r>
              <a:rPr sz="1800" dirty="0">
                <a:latin typeface="微软雅黑"/>
                <a:cs typeface="微软雅黑"/>
              </a:rPr>
              <a:t>b</a:t>
            </a:r>
            <a:r>
              <a:rPr sz="1800" spc="-5" dirty="0">
                <a:latin typeface="微软雅黑"/>
                <a:cs typeface="微软雅黑"/>
              </a:rPr>
              <a:t>[0]=10</a:t>
            </a:r>
            <a:r>
              <a:rPr sz="1800" dirty="0">
                <a:latin typeface="微软雅黑"/>
                <a:cs typeface="微软雅黑"/>
              </a:rPr>
              <a:t>;</a:t>
            </a:r>
            <a:endParaRPr sz="1800">
              <a:latin typeface="微软雅黑"/>
              <a:cs typeface="微软雅黑"/>
            </a:endParaRPr>
          </a:p>
          <a:p>
            <a:pPr marL="926465">
              <a:lnSpc>
                <a:spcPts val="2165"/>
              </a:lnSpc>
            </a:pPr>
            <a:r>
              <a:rPr sz="1800" spc="-80" dirty="0">
                <a:latin typeface="微软雅黑"/>
                <a:cs typeface="微软雅黑"/>
              </a:rPr>
              <a:t>System.</a:t>
            </a:r>
            <a:r>
              <a:rPr sz="1850" i="1" spc="-80" dirty="0">
                <a:latin typeface="微软雅黑"/>
                <a:cs typeface="微软雅黑"/>
              </a:rPr>
              <a:t>out</a:t>
            </a:r>
            <a:r>
              <a:rPr sz="1800" spc="-80" dirty="0">
                <a:latin typeface="微软雅黑"/>
                <a:cs typeface="微软雅黑"/>
              </a:rPr>
              <a:t>.println("a[0]="+a[0]);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ts val="2155"/>
              </a:lnSpc>
            </a:pPr>
            <a:r>
              <a:rPr sz="1800" dirty="0">
                <a:latin typeface="微软雅黑"/>
                <a:cs typeface="微软雅黑"/>
              </a:rPr>
              <a:t>}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0161" y="1406436"/>
            <a:ext cx="2904312" cy="12268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92961" y="1568487"/>
            <a:ext cx="1037590" cy="835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8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微软雅黑"/>
                <a:cs typeface="微软雅黑"/>
              </a:rPr>
              <a:t>堆内存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sz="1800" dirty="0">
                <a:latin typeface="微软雅黑"/>
                <a:cs typeface="微软雅黑"/>
              </a:rPr>
              <a:t>对象/数组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77323" y="1717039"/>
            <a:ext cx="2066925" cy="6375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latin typeface="Times New Roman"/>
                <a:cs typeface="Times New Roman"/>
              </a:rPr>
              <a:t>Java</a:t>
            </a:r>
            <a:r>
              <a:rPr sz="2000" b="1" dirty="0">
                <a:latin typeface="仿宋"/>
                <a:cs typeface="仿宋"/>
              </a:rPr>
              <a:t>虚拟</a:t>
            </a:r>
            <a:r>
              <a:rPr sz="2000" b="1" spc="-5" dirty="0">
                <a:latin typeface="仿宋"/>
                <a:cs typeface="仿宋"/>
              </a:rPr>
              <a:t>机</a:t>
            </a:r>
            <a:endParaRPr sz="2000">
              <a:latin typeface="仿宋"/>
              <a:cs typeface="仿宋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sz="2000" b="1" dirty="0">
                <a:latin typeface="仿宋"/>
                <a:cs typeface="仿宋"/>
              </a:rPr>
              <a:t>自动垃圾回收机</a:t>
            </a:r>
            <a:r>
              <a:rPr sz="2000" b="1" spc="-5" dirty="0">
                <a:latin typeface="仿宋"/>
                <a:cs typeface="仿宋"/>
              </a:rPr>
              <a:t>制</a:t>
            </a:r>
            <a:endParaRPr sz="2000">
              <a:latin typeface="仿宋"/>
              <a:cs typeface="仿宋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6583" y="3783457"/>
            <a:ext cx="31711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89610" algn="l"/>
                <a:tab pos="2310765" algn="l"/>
              </a:tabLst>
            </a:pPr>
            <a:r>
              <a:rPr sz="2400" b="1" spc="-10" dirty="0">
                <a:latin typeface="Calibri"/>
                <a:cs typeface="Calibri"/>
              </a:rPr>
              <a:t>int[]	</a:t>
            </a:r>
            <a:r>
              <a:rPr sz="2400" b="1" spc="-20" dirty="0">
                <a:latin typeface="Calibri"/>
                <a:cs typeface="Calibri"/>
              </a:rPr>
              <a:t>array</a:t>
            </a:r>
            <a:r>
              <a:rPr sz="2400" b="1" dirty="0">
                <a:latin typeface="Calibri"/>
                <a:cs typeface="Calibri"/>
              </a:rPr>
              <a:t> = </a:t>
            </a:r>
            <a:r>
              <a:rPr sz="2400" b="1" spc="-5" dirty="0">
                <a:solidFill>
                  <a:srgbClr val="7E0054"/>
                </a:solidFill>
                <a:latin typeface="Calibri"/>
                <a:cs typeface="Calibri"/>
              </a:rPr>
              <a:t>new	</a:t>
            </a:r>
            <a:r>
              <a:rPr sz="2400" b="1" spc="-10" dirty="0">
                <a:latin typeface="Calibri"/>
                <a:cs typeface="Calibri"/>
              </a:rPr>
              <a:t>int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[5];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4335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ne</a:t>
            </a:r>
            <a:r>
              <a:rPr dirty="0"/>
              <a:t>w</a:t>
            </a:r>
          </a:p>
        </p:txBody>
      </p:sp>
      <p:sp>
        <p:nvSpPr>
          <p:cNvPr id="7" name="object 7"/>
          <p:cNvSpPr/>
          <p:nvPr/>
        </p:nvSpPr>
        <p:spPr>
          <a:xfrm>
            <a:off x="4420184" y="2780931"/>
            <a:ext cx="0" cy="2106295"/>
          </a:xfrm>
          <a:custGeom>
            <a:avLst/>
            <a:gdLst/>
            <a:ahLst/>
            <a:cxnLst/>
            <a:rect l="l" t="t" r="r" b="b"/>
            <a:pathLst>
              <a:path h="2106295">
                <a:moveTo>
                  <a:pt x="0" y="0"/>
                </a:moveTo>
                <a:lnTo>
                  <a:pt x="0" y="2105990"/>
                </a:lnTo>
              </a:path>
            </a:pathLst>
          </a:custGeom>
          <a:ln w="76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072405" y="2780931"/>
            <a:ext cx="0" cy="2106295"/>
          </a:xfrm>
          <a:custGeom>
            <a:avLst/>
            <a:gdLst/>
            <a:ahLst/>
            <a:cxnLst/>
            <a:rect l="l" t="t" r="r" b="b"/>
            <a:pathLst>
              <a:path h="2106295">
                <a:moveTo>
                  <a:pt x="0" y="0"/>
                </a:moveTo>
                <a:lnTo>
                  <a:pt x="0" y="2105990"/>
                </a:lnTo>
              </a:path>
            </a:pathLst>
          </a:custGeom>
          <a:ln w="76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416374" y="3088093"/>
            <a:ext cx="655955" cy="367665"/>
          </a:xfrm>
          <a:custGeom>
            <a:avLst/>
            <a:gdLst/>
            <a:ahLst/>
            <a:cxnLst/>
            <a:rect l="l" t="t" r="r" b="b"/>
            <a:pathLst>
              <a:path w="655954" h="367664">
                <a:moveTo>
                  <a:pt x="655701" y="367664"/>
                </a:moveTo>
                <a:lnTo>
                  <a:pt x="0" y="367664"/>
                </a:lnTo>
                <a:lnTo>
                  <a:pt x="0" y="0"/>
                </a:lnTo>
                <a:lnTo>
                  <a:pt x="655701" y="0"/>
                </a:lnTo>
                <a:lnTo>
                  <a:pt x="655701" y="3809"/>
                </a:lnTo>
                <a:lnTo>
                  <a:pt x="7620" y="3809"/>
                </a:lnTo>
                <a:lnTo>
                  <a:pt x="3810" y="7619"/>
                </a:lnTo>
                <a:lnTo>
                  <a:pt x="7620" y="7619"/>
                </a:lnTo>
                <a:lnTo>
                  <a:pt x="7620" y="360044"/>
                </a:lnTo>
                <a:lnTo>
                  <a:pt x="3810" y="360044"/>
                </a:lnTo>
                <a:lnTo>
                  <a:pt x="7620" y="363854"/>
                </a:lnTo>
                <a:lnTo>
                  <a:pt x="655701" y="363854"/>
                </a:lnTo>
                <a:lnTo>
                  <a:pt x="655701" y="367664"/>
                </a:lnTo>
                <a:close/>
              </a:path>
              <a:path w="655954" h="367664">
                <a:moveTo>
                  <a:pt x="7620" y="7619"/>
                </a:moveTo>
                <a:lnTo>
                  <a:pt x="3810" y="7619"/>
                </a:lnTo>
                <a:lnTo>
                  <a:pt x="7620" y="3809"/>
                </a:lnTo>
                <a:lnTo>
                  <a:pt x="7620" y="7619"/>
                </a:lnTo>
                <a:close/>
              </a:path>
              <a:path w="655954" h="367664">
                <a:moveTo>
                  <a:pt x="648081" y="7619"/>
                </a:moveTo>
                <a:lnTo>
                  <a:pt x="7620" y="7619"/>
                </a:lnTo>
                <a:lnTo>
                  <a:pt x="7620" y="3809"/>
                </a:lnTo>
                <a:lnTo>
                  <a:pt x="648081" y="3809"/>
                </a:lnTo>
                <a:lnTo>
                  <a:pt x="648081" y="7619"/>
                </a:lnTo>
                <a:close/>
              </a:path>
              <a:path w="655954" h="367664">
                <a:moveTo>
                  <a:pt x="648081" y="363854"/>
                </a:moveTo>
                <a:lnTo>
                  <a:pt x="648081" y="3809"/>
                </a:lnTo>
                <a:lnTo>
                  <a:pt x="651891" y="7619"/>
                </a:lnTo>
                <a:lnTo>
                  <a:pt x="655701" y="7619"/>
                </a:lnTo>
                <a:lnTo>
                  <a:pt x="655701" y="360044"/>
                </a:lnTo>
                <a:lnTo>
                  <a:pt x="651891" y="360044"/>
                </a:lnTo>
                <a:lnTo>
                  <a:pt x="648081" y="363854"/>
                </a:lnTo>
                <a:close/>
              </a:path>
              <a:path w="655954" h="367664">
                <a:moveTo>
                  <a:pt x="655701" y="7619"/>
                </a:moveTo>
                <a:lnTo>
                  <a:pt x="651891" y="7619"/>
                </a:lnTo>
                <a:lnTo>
                  <a:pt x="648081" y="3809"/>
                </a:lnTo>
                <a:lnTo>
                  <a:pt x="655701" y="3809"/>
                </a:lnTo>
                <a:lnTo>
                  <a:pt x="655701" y="7619"/>
                </a:lnTo>
                <a:close/>
              </a:path>
              <a:path w="655954" h="367664">
                <a:moveTo>
                  <a:pt x="7620" y="363854"/>
                </a:moveTo>
                <a:lnTo>
                  <a:pt x="3810" y="360044"/>
                </a:lnTo>
                <a:lnTo>
                  <a:pt x="7620" y="360044"/>
                </a:lnTo>
                <a:lnTo>
                  <a:pt x="7620" y="363854"/>
                </a:lnTo>
                <a:close/>
              </a:path>
              <a:path w="655954" h="367664">
                <a:moveTo>
                  <a:pt x="648081" y="363854"/>
                </a:moveTo>
                <a:lnTo>
                  <a:pt x="7620" y="363854"/>
                </a:lnTo>
                <a:lnTo>
                  <a:pt x="7620" y="360044"/>
                </a:lnTo>
                <a:lnTo>
                  <a:pt x="648081" y="360044"/>
                </a:lnTo>
                <a:lnTo>
                  <a:pt x="648081" y="363854"/>
                </a:lnTo>
                <a:close/>
              </a:path>
              <a:path w="655954" h="367664">
                <a:moveTo>
                  <a:pt x="655701" y="363854"/>
                </a:moveTo>
                <a:lnTo>
                  <a:pt x="648081" y="363854"/>
                </a:lnTo>
                <a:lnTo>
                  <a:pt x="651891" y="360044"/>
                </a:lnTo>
                <a:lnTo>
                  <a:pt x="655701" y="360044"/>
                </a:lnTo>
                <a:lnTo>
                  <a:pt x="655701" y="3638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416374" y="3448138"/>
            <a:ext cx="655955" cy="367665"/>
          </a:xfrm>
          <a:custGeom>
            <a:avLst/>
            <a:gdLst/>
            <a:ahLst/>
            <a:cxnLst/>
            <a:rect l="l" t="t" r="r" b="b"/>
            <a:pathLst>
              <a:path w="655954" h="367664">
                <a:moveTo>
                  <a:pt x="655701" y="367652"/>
                </a:moveTo>
                <a:lnTo>
                  <a:pt x="0" y="367652"/>
                </a:lnTo>
                <a:lnTo>
                  <a:pt x="0" y="0"/>
                </a:lnTo>
                <a:lnTo>
                  <a:pt x="655701" y="0"/>
                </a:lnTo>
                <a:lnTo>
                  <a:pt x="655701" y="3810"/>
                </a:lnTo>
                <a:lnTo>
                  <a:pt x="7620" y="3810"/>
                </a:lnTo>
                <a:lnTo>
                  <a:pt x="3810" y="7620"/>
                </a:lnTo>
                <a:lnTo>
                  <a:pt x="7620" y="7620"/>
                </a:lnTo>
                <a:lnTo>
                  <a:pt x="7620" y="360032"/>
                </a:lnTo>
                <a:lnTo>
                  <a:pt x="3810" y="360032"/>
                </a:lnTo>
                <a:lnTo>
                  <a:pt x="7620" y="363842"/>
                </a:lnTo>
                <a:lnTo>
                  <a:pt x="655701" y="363842"/>
                </a:lnTo>
                <a:lnTo>
                  <a:pt x="655701" y="367652"/>
                </a:lnTo>
                <a:close/>
              </a:path>
              <a:path w="655954" h="367664">
                <a:moveTo>
                  <a:pt x="7620" y="7620"/>
                </a:moveTo>
                <a:lnTo>
                  <a:pt x="3810" y="7620"/>
                </a:lnTo>
                <a:lnTo>
                  <a:pt x="7620" y="3810"/>
                </a:lnTo>
                <a:lnTo>
                  <a:pt x="7620" y="7620"/>
                </a:lnTo>
                <a:close/>
              </a:path>
              <a:path w="655954" h="367664">
                <a:moveTo>
                  <a:pt x="648081" y="7620"/>
                </a:moveTo>
                <a:lnTo>
                  <a:pt x="7620" y="7620"/>
                </a:lnTo>
                <a:lnTo>
                  <a:pt x="7620" y="3810"/>
                </a:lnTo>
                <a:lnTo>
                  <a:pt x="648081" y="3810"/>
                </a:lnTo>
                <a:lnTo>
                  <a:pt x="648081" y="7620"/>
                </a:lnTo>
                <a:close/>
              </a:path>
              <a:path w="655954" h="367664">
                <a:moveTo>
                  <a:pt x="648081" y="363842"/>
                </a:moveTo>
                <a:lnTo>
                  <a:pt x="648081" y="3810"/>
                </a:lnTo>
                <a:lnTo>
                  <a:pt x="651891" y="7620"/>
                </a:lnTo>
                <a:lnTo>
                  <a:pt x="655701" y="7620"/>
                </a:lnTo>
                <a:lnTo>
                  <a:pt x="655701" y="360032"/>
                </a:lnTo>
                <a:lnTo>
                  <a:pt x="651891" y="360032"/>
                </a:lnTo>
                <a:lnTo>
                  <a:pt x="648081" y="363842"/>
                </a:lnTo>
                <a:close/>
              </a:path>
              <a:path w="655954" h="367664">
                <a:moveTo>
                  <a:pt x="655701" y="7620"/>
                </a:moveTo>
                <a:lnTo>
                  <a:pt x="651891" y="7620"/>
                </a:lnTo>
                <a:lnTo>
                  <a:pt x="648081" y="3810"/>
                </a:lnTo>
                <a:lnTo>
                  <a:pt x="655701" y="3810"/>
                </a:lnTo>
                <a:lnTo>
                  <a:pt x="655701" y="7620"/>
                </a:lnTo>
                <a:close/>
              </a:path>
              <a:path w="655954" h="367664">
                <a:moveTo>
                  <a:pt x="7620" y="363842"/>
                </a:moveTo>
                <a:lnTo>
                  <a:pt x="3810" y="360032"/>
                </a:lnTo>
                <a:lnTo>
                  <a:pt x="7620" y="360032"/>
                </a:lnTo>
                <a:lnTo>
                  <a:pt x="7620" y="363842"/>
                </a:lnTo>
                <a:close/>
              </a:path>
              <a:path w="655954" h="367664">
                <a:moveTo>
                  <a:pt x="648081" y="363842"/>
                </a:moveTo>
                <a:lnTo>
                  <a:pt x="7620" y="363842"/>
                </a:lnTo>
                <a:lnTo>
                  <a:pt x="7620" y="360032"/>
                </a:lnTo>
                <a:lnTo>
                  <a:pt x="648081" y="360032"/>
                </a:lnTo>
                <a:lnTo>
                  <a:pt x="648081" y="363842"/>
                </a:lnTo>
                <a:close/>
              </a:path>
              <a:path w="655954" h="367664">
                <a:moveTo>
                  <a:pt x="655701" y="363842"/>
                </a:moveTo>
                <a:lnTo>
                  <a:pt x="648081" y="363842"/>
                </a:lnTo>
                <a:lnTo>
                  <a:pt x="651891" y="360032"/>
                </a:lnTo>
                <a:lnTo>
                  <a:pt x="655701" y="360032"/>
                </a:lnTo>
                <a:lnTo>
                  <a:pt x="655701" y="3638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416374" y="3808171"/>
            <a:ext cx="655955" cy="367665"/>
          </a:xfrm>
          <a:custGeom>
            <a:avLst/>
            <a:gdLst/>
            <a:ahLst/>
            <a:cxnLst/>
            <a:rect l="l" t="t" r="r" b="b"/>
            <a:pathLst>
              <a:path w="655954" h="367664">
                <a:moveTo>
                  <a:pt x="655701" y="367664"/>
                </a:moveTo>
                <a:lnTo>
                  <a:pt x="0" y="367664"/>
                </a:lnTo>
                <a:lnTo>
                  <a:pt x="0" y="0"/>
                </a:lnTo>
                <a:lnTo>
                  <a:pt x="655701" y="0"/>
                </a:lnTo>
                <a:lnTo>
                  <a:pt x="655701" y="3810"/>
                </a:lnTo>
                <a:lnTo>
                  <a:pt x="7620" y="3810"/>
                </a:lnTo>
                <a:lnTo>
                  <a:pt x="3810" y="7620"/>
                </a:lnTo>
                <a:lnTo>
                  <a:pt x="7620" y="7620"/>
                </a:lnTo>
                <a:lnTo>
                  <a:pt x="7620" y="360045"/>
                </a:lnTo>
                <a:lnTo>
                  <a:pt x="3810" y="360045"/>
                </a:lnTo>
                <a:lnTo>
                  <a:pt x="7620" y="363854"/>
                </a:lnTo>
                <a:lnTo>
                  <a:pt x="655701" y="363854"/>
                </a:lnTo>
                <a:lnTo>
                  <a:pt x="655701" y="367664"/>
                </a:lnTo>
                <a:close/>
              </a:path>
              <a:path w="655954" h="367664">
                <a:moveTo>
                  <a:pt x="7620" y="7620"/>
                </a:moveTo>
                <a:lnTo>
                  <a:pt x="3810" y="7620"/>
                </a:lnTo>
                <a:lnTo>
                  <a:pt x="7620" y="3810"/>
                </a:lnTo>
                <a:lnTo>
                  <a:pt x="7620" y="7620"/>
                </a:lnTo>
                <a:close/>
              </a:path>
              <a:path w="655954" h="367664">
                <a:moveTo>
                  <a:pt x="648081" y="7620"/>
                </a:moveTo>
                <a:lnTo>
                  <a:pt x="7620" y="7620"/>
                </a:lnTo>
                <a:lnTo>
                  <a:pt x="7620" y="3810"/>
                </a:lnTo>
                <a:lnTo>
                  <a:pt x="648081" y="3810"/>
                </a:lnTo>
                <a:lnTo>
                  <a:pt x="648081" y="7620"/>
                </a:lnTo>
                <a:close/>
              </a:path>
              <a:path w="655954" h="367664">
                <a:moveTo>
                  <a:pt x="648081" y="363854"/>
                </a:moveTo>
                <a:lnTo>
                  <a:pt x="648081" y="3810"/>
                </a:lnTo>
                <a:lnTo>
                  <a:pt x="651891" y="7620"/>
                </a:lnTo>
                <a:lnTo>
                  <a:pt x="655701" y="7620"/>
                </a:lnTo>
                <a:lnTo>
                  <a:pt x="655701" y="360045"/>
                </a:lnTo>
                <a:lnTo>
                  <a:pt x="651891" y="360045"/>
                </a:lnTo>
                <a:lnTo>
                  <a:pt x="648081" y="363854"/>
                </a:lnTo>
                <a:close/>
              </a:path>
              <a:path w="655954" h="367664">
                <a:moveTo>
                  <a:pt x="655701" y="7620"/>
                </a:moveTo>
                <a:lnTo>
                  <a:pt x="651891" y="7620"/>
                </a:lnTo>
                <a:lnTo>
                  <a:pt x="648081" y="3810"/>
                </a:lnTo>
                <a:lnTo>
                  <a:pt x="655701" y="3810"/>
                </a:lnTo>
                <a:lnTo>
                  <a:pt x="655701" y="7620"/>
                </a:lnTo>
                <a:close/>
              </a:path>
              <a:path w="655954" h="367664">
                <a:moveTo>
                  <a:pt x="7620" y="363854"/>
                </a:moveTo>
                <a:lnTo>
                  <a:pt x="3810" y="360045"/>
                </a:lnTo>
                <a:lnTo>
                  <a:pt x="7620" y="360045"/>
                </a:lnTo>
                <a:lnTo>
                  <a:pt x="7620" y="363854"/>
                </a:lnTo>
                <a:close/>
              </a:path>
              <a:path w="655954" h="367664">
                <a:moveTo>
                  <a:pt x="648081" y="363854"/>
                </a:moveTo>
                <a:lnTo>
                  <a:pt x="7620" y="363854"/>
                </a:lnTo>
                <a:lnTo>
                  <a:pt x="7620" y="360045"/>
                </a:lnTo>
                <a:lnTo>
                  <a:pt x="648081" y="360045"/>
                </a:lnTo>
                <a:lnTo>
                  <a:pt x="648081" y="363854"/>
                </a:lnTo>
                <a:close/>
              </a:path>
              <a:path w="655954" h="367664">
                <a:moveTo>
                  <a:pt x="655701" y="363854"/>
                </a:moveTo>
                <a:lnTo>
                  <a:pt x="648081" y="363854"/>
                </a:lnTo>
                <a:lnTo>
                  <a:pt x="651891" y="360045"/>
                </a:lnTo>
                <a:lnTo>
                  <a:pt x="655701" y="360045"/>
                </a:lnTo>
                <a:lnTo>
                  <a:pt x="655701" y="3638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416374" y="4168216"/>
            <a:ext cx="655955" cy="367665"/>
          </a:xfrm>
          <a:custGeom>
            <a:avLst/>
            <a:gdLst/>
            <a:ahLst/>
            <a:cxnLst/>
            <a:rect l="l" t="t" r="r" b="b"/>
            <a:pathLst>
              <a:path w="655954" h="367664">
                <a:moveTo>
                  <a:pt x="655701" y="367664"/>
                </a:moveTo>
                <a:lnTo>
                  <a:pt x="0" y="367664"/>
                </a:lnTo>
                <a:lnTo>
                  <a:pt x="0" y="0"/>
                </a:lnTo>
                <a:lnTo>
                  <a:pt x="655701" y="0"/>
                </a:lnTo>
                <a:lnTo>
                  <a:pt x="655701" y="3809"/>
                </a:lnTo>
                <a:lnTo>
                  <a:pt x="7620" y="3809"/>
                </a:lnTo>
                <a:lnTo>
                  <a:pt x="3810" y="7619"/>
                </a:lnTo>
                <a:lnTo>
                  <a:pt x="7620" y="7619"/>
                </a:lnTo>
                <a:lnTo>
                  <a:pt x="7620" y="360044"/>
                </a:lnTo>
                <a:lnTo>
                  <a:pt x="3810" y="360044"/>
                </a:lnTo>
                <a:lnTo>
                  <a:pt x="7620" y="363854"/>
                </a:lnTo>
                <a:lnTo>
                  <a:pt x="655701" y="363854"/>
                </a:lnTo>
                <a:lnTo>
                  <a:pt x="655701" y="367664"/>
                </a:lnTo>
                <a:close/>
              </a:path>
              <a:path w="655954" h="367664">
                <a:moveTo>
                  <a:pt x="7620" y="7619"/>
                </a:moveTo>
                <a:lnTo>
                  <a:pt x="3810" y="7619"/>
                </a:lnTo>
                <a:lnTo>
                  <a:pt x="7620" y="3809"/>
                </a:lnTo>
                <a:lnTo>
                  <a:pt x="7620" y="7619"/>
                </a:lnTo>
                <a:close/>
              </a:path>
              <a:path w="655954" h="367664">
                <a:moveTo>
                  <a:pt x="648081" y="7619"/>
                </a:moveTo>
                <a:lnTo>
                  <a:pt x="7620" y="7619"/>
                </a:lnTo>
                <a:lnTo>
                  <a:pt x="7620" y="3809"/>
                </a:lnTo>
                <a:lnTo>
                  <a:pt x="648081" y="3809"/>
                </a:lnTo>
                <a:lnTo>
                  <a:pt x="648081" y="7619"/>
                </a:lnTo>
                <a:close/>
              </a:path>
              <a:path w="655954" h="367664">
                <a:moveTo>
                  <a:pt x="648081" y="363854"/>
                </a:moveTo>
                <a:lnTo>
                  <a:pt x="648081" y="3809"/>
                </a:lnTo>
                <a:lnTo>
                  <a:pt x="651891" y="7619"/>
                </a:lnTo>
                <a:lnTo>
                  <a:pt x="655701" y="7619"/>
                </a:lnTo>
                <a:lnTo>
                  <a:pt x="655701" y="360044"/>
                </a:lnTo>
                <a:lnTo>
                  <a:pt x="651891" y="360044"/>
                </a:lnTo>
                <a:lnTo>
                  <a:pt x="648081" y="363854"/>
                </a:lnTo>
                <a:close/>
              </a:path>
              <a:path w="655954" h="367664">
                <a:moveTo>
                  <a:pt x="655701" y="7619"/>
                </a:moveTo>
                <a:lnTo>
                  <a:pt x="651891" y="7619"/>
                </a:lnTo>
                <a:lnTo>
                  <a:pt x="648081" y="3809"/>
                </a:lnTo>
                <a:lnTo>
                  <a:pt x="655701" y="3809"/>
                </a:lnTo>
                <a:lnTo>
                  <a:pt x="655701" y="7619"/>
                </a:lnTo>
                <a:close/>
              </a:path>
              <a:path w="655954" h="367664">
                <a:moveTo>
                  <a:pt x="7620" y="363854"/>
                </a:moveTo>
                <a:lnTo>
                  <a:pt x="3810" y="360044"/>
                </a:lnTo>
                <a:lnTo>
                  <a:pt x="7620" y="360044"/>
                </a:lnTo>
                <a:lnTo>
                  <a:pt x="7620" y="363854"/>
                </a:lnTo>
                <a:close/>
              </a:path>
              <a:path w="655954" h="367664">
                <a:moveTo>
                  <a:pt x="648081" y="363854"/>
                </a:moveTo>
                <a:lnTo>
                  <a:pt x="7620" y="363854"/>
                </a:lnTo>
                <a:lnTo>
                  <a:pt x="7620" y="360044"/>
                </a:lnTo>
                <a:lnTo>
                  <a:pt x="648081" y="360044"/>
                </a:lnTo>
                <a:lnTo>
                  <a:pt x="648081" y="363854"/>
                </a:lnTo>
                <a:close/>
              </a:path>
              <a:path w="655954" h="367664">
                <a:moveTo>
                  <a:pt x="655701" y="363854"/>
                </a:moveTo>
                <a:lnTo>
                  <a:pt x="648081" y="363854"/>
                </a:lnTo>
                <a:lnTo>
                  <a:pt x="651891" y="360044"/>
                </a:lnTo>
                <a:lnTo>
                  <a:pt x="655701" y="360044"/>
                </a:lnTo>
                <a:lnTo>
                  <a:pt x="655701" y="3638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416374" y="4528261"/>
            <a:ext cx="655955" cy="367665"/>
          </a:xfrm>
          <a:custGeom>
            <a:avLst/>
            <a:gdLst/>
            <a:ahLst/>
            <a:cxnLst/>
            <a:rect l="l" t="t" r="r" b="b"/>
            <a:pathLst>
              <a:path w="655954" h="367664">
                <a:moveTo>
                  <a:pt x="655701" y="367652"/>
                </a:moveTo>
                <a:lnTo>
                  <a:pt x="0" y="367652"/>
                </a:lnTo>
                <a:lnTo>
                  <a:pt x="0" y="0"/>
                </a:lnTo>
                <a:lnTo>
                  <a:pt x="655701" y="0"/>
                </a:lnTo>
                <a:lnTo>
                  <a:pt x="655701" y="3810"/>
                </a:lnTo>
                <a:lnTo>
                  <a:pt x="7620" y="3810"/>
                </a:lnTo>
                <a:lnTo>
                  <a:pt x="3810" y="7620"/>
                </a:lnTo>
                <a:lnTo>
                  <a:pt x="7620" y="7620"/>
                </a:lnTo>
                <a:lnTo>
                  <a:pt x="7620" y="360032"/>
                </a:lnTo>
                <a:lnTo>
                  <a:pt x="3810" y="360032"/>
                </a:lnTo>
                <a:lnTo>
                  <a:pt x="7620" y="363842"/>
                </a:lnTo>
                <a:lnTo>
                  <a:pt x="655701" y="363842"/>
                </a:lnTo>
                <a:lnTo>
                  <a:pt x="655701" y="367652"/>
                </a:lnTo>
                <a:close/>
              </a:path>
              <a:path w="655954" h="367664">
                <a:moveTo>
                  <a:pt x="7620" y="7620"/>
                </a:moveTo>
                <a:lnTo>
                  <a:pt x="3810" y="7620"/>
                </a:lnTo>
                <a:lnTo>
                  <a:pt x="7620" y="3810"/>
                </a:lnTo>
                <a:lnTo>
                  <a:pt x="7620" y="7620"/>
                </a:lnTo>
                <a:close/>
              </a:path>
              <a:path w="655954" h="367664">
                <a:moveTo>
                  <a:pt x="648081" y="7620"/>
                </a:moveTo>
                <a:lnTo>
                  <a:pt x="7620" y="7620"/>
                </a:lnTo>
                <a:lnTo>
                  <a:pt x="7620" y="3810"/>
                </a:lnTo>
                <a:lnTo>
                  <a:pt x="648081" y="3810"/>
                </a:lnTo>
                <a:lnTo>
                  <a:pt x="648081" y="7620"/>
                </a:lnTo>
                <a:close/>
              </a:path>
              <a:path w="655954" h="367664">
                <a:moveTo>
                  <a:pt x="648081" y="363842"/>
                </a:moveTo>
                <a:lnTo>
                  <a:pt x="648081" y="3810"/>
                </a:lnTo>
                <a:lnTo>
                  <a:pt x="651891" y="7620"/>
                </a:lnTo>
                <a:lnTo>
                  <a:pt x="655701" y="7620"/>
                </a:lnTo>
                <a:lnTo>
                  <a:pt x="655701" y="360032"/>
                </a:lnTo>
                <a:lnTo>
                  <a:pt x="651891" y="360032"/>
                </a:lnTo>
                <a:lnTo>
                  <a:pt x="648081" y="363842"/>
                </a:lnTo>
                <a:close/>
              </a:path>
              <a:path w="655954" h="367664">
                <a:moveTo>
                  <a:pt x="655701" y="7620"/>
                </a:moveTo>
                <a:lnTo>
                  <a:pt x="651891" y="7620"/>
                </a:lnTo>
                <a:lnTo>
                  <a:pt x="648081" y="3810"/>
                </a:lnTo>
                <a:lnTo>
                  <a:pt x="655701" y="3810"/>
                </a:lnTo>
                <a:lnTo>
                  <a:pt x="655701" y="7620"/>
                </a:lnTo>
                <a:close/>
              </a:path>
              <a:path w="655954" h="367664">
                <a:moveTo>
                  <a:pt x="7620" y="363842"/>
                </a:moveTo>
                <a:lnTo>
                  <a:pt x="3810" y="360032"/>
                </a:lnTo>
                <a:lnTo>
                  <a:pt x="7620" y="360032"/>
                </a:lnTo>
                <a:lnTo>
                  <a:pt x="7620" y="363842"/>
                </a:lnTo>
                <a:close/>
              </a:path>
              <a:path w="655954" h="367664">
                <a:moveTo>
                  <a:pt x="648081" y="363842"/>
                </a:moveTo>
                <a:lnTo>
                  <a:pt x="7620" y="363842"/>
                </a:lnTo>
                <a:lnTo>
                  <a:pt x="7620" y="360032"/>
                </a:lnTo>
                <a:lnTo>
                  <a:pt x="648081" y="360032"/>
                </a:lnTo>
                <a:lnTo>
                  <a:pt x="648081" y="363842"/>
                </a:lnTo>
                <a:close/>
              </a:path>
              <a:path w="655954" h="367664">
                <a:moveTo>
                  <a:pt x="655701" y="363842"/>
                </a:moveTo>
                <a:lnTo>
                  <a:pt x="648081" y="363842"/>
                </a:lnTo>
                <a:lnTo>
                  <a:pt x="651891" y="360032"/>
                </a:lnTo>
                <a:lnTo>
                  <a:pt x="655701" y="360032"/>
                </a:lnTo>
                <a:lnTo>
                  <a:pt x="655701" y="3638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426915" y="4982756"/>
            <a:ext cx="711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微软雅黑"/>
                <a:cs typeface="微软雅黑"/>
              </a:rPr>
              <a:t>栈内存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695001" y="3737000"/>
            <a:ext cx="6515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rr</a:t>
            </a: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560377" y="2708871"/>
            <a:ext cx="3247720" cy="2413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040511" y="3020060"/>
            <a:ext cx="141605" cy="175387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775"/>
              </a:spcBef>
            </a:pPr>
            <a:r>
              <a:rPr sz="180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  <a:p>
            <a:pPr marL="13970">
              <a:lnSpc>
                <a:spcPct val="100000"/>
              </a:lnSpc>
              <a:spcBef>
                <a:spcPts val="675"/>
              </a:spcBef>
            </a:pPr>
            <a:r>
              <a:rPr sz="1800" dirty="0"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  <a:p>
            <a:pPr marL="13970">
              <a:lnSpc>
                <a:spcPct val="100000"/>
              </a:lnSpc>
              <a:spcBef>
                <a:spcPts val="425"/>
              </a:spcBef>
            </a:pPr>
            <a:r>
              <a:rPr sz="1800" dirty="0">
                <a:latin typeface="Times New Roman"/>
                <a:cs typeface="Times New Roman"/>
              </a:rPr>
              <a:t>3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800" dirty="0">
                <a:latin typeface="Times New Roman"/>
                <a:cs typeface="Times New Roman"/>
              </a:rPr>
              <a:t>4</a:t>
            </a:r>
            <a:endParaRPr sz="1800">
              <a:latin typeface="Times New Roman"/>
              <a:cs typeface="Times New Roman"/>
            </a:endParaRPr>
          </a:p>
          <a:p>
            <a:pPr marL="13970">
              <a:lnSpc>
                <a:spcPct val="100000"/>
              </a:lnSpc>
              <a:spcBef>
                <a:spcPts val="635"/>
              </a:spcBef>
            </a:pPr>
            <a:r>
              <a:rPr sz="1800" dirty="0">
                <a:latin typeface="Times New Roman"/>
                <a:cs typeface="Times New Roman"/>
              </a:rPr>
              <a:t>5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642777" y="3259340"/>
            <a:ext cx="2213610" cy="770890"/>
          </a:xfrm>
          <a:custGeom>
            <a:avLst/>
            <a:gdLst/>
            <a:ahLst/>
            <a:cxnLst/>
            <a:rect l="l" t="t" r="r" b="b"/>
            <a:pathLst>
              <a:path w="2213609" h="770889">
                <a:moveTo>
                  <a:pt x="2139707" y="32446"/>
                </a:moveTo>
                <a:lnTo>
                  <a:pt x="2128621" y="0"/>
                </a:lnTo>
                <a:lnTo>
                  <a:pt x="2213051" y="11429"/>
                </a:lnTo>
                <a:lnTo>
                  <a:pt x="2198409" y="26288"/>
                </a:lnTo>
                <a:lnTo>
                  <a:pt x="2157729" y="26288"/>
                </a:lnTo>
                <a:lnTo>
                  <a:pt x="2139707" y="32446"/>
                </a:lnTo>
                <a:close/>
              </a:path>
              <a:path w="2213609" h="770889">
                <a:moveTo>
                  <a:pt x="2142172" y="39659"/>
                </a:moveTo>
                <a:lnTo>
                  <a:pt x="2139707" y="32446"/>
                </a:lnTo>
                <a:lnTo>
                  <a:pt x="2157729" y="26288"/>
                </a:lnTo>
                <a:lnTo>
                  <a:pt x="2160193" y="33502"/>
                </a:lnTo>
                <a:lnTo>
                  <a:pt x="2142172" y="39659"/>
                </a:lnTo>
                <a:close/>
              </a:path>
              <a:path w="2213609" h="770889">
                <a:moveTo>
                  <a:pt x="2153259" y="72110"/>
                </a:moveTo>
                <a:lnTo>
                  <a:pt x="2142172" y="39659"/>
                </a:lnTo>
                <a:lnTo>
                  <a:pt x="2160193" y="33502"/>
                </a:lnTo>
                <a:lnTo>
                  <a:pt x="2157729" y="26288"/>
                </a:lnTo>
                <a:lnTo>
                  <a:pt x="2198409" y="26288"/>
                </a:lnTo>
                <a:lnTo>
                  <a:pt x="2153259" y="72110"/>
                </a:lnTo>
                <a:close/>
              </a:path>
              <a:path w="2213609" h="770889">
                <a:moveTo>
                  <a:pt x="2463" y="770661"/>
                </a:moveTo>
                <a:lnTo>
                  <a:pt x="0" y="763447"/>
                </a:lnTo>
                <a:lnTo>
                  <a:pt x="2139707" y="32446"/>
                </a:lnTo>
                <a:lnTo>
                  <a:pt x="2142172" y="39659"/>
                </a:lnTo>
                <a:lnTo>
                  <a:pt x="2463" y="7706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722922" y="5323293"/>
            <a:ext cx="711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微软雅黑"/>
                <a:cs typeface="微软雅黑"/>
              </a:rPr>
              <a:t>堆内存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>
                <a:solidFill>
                  <a:srgbClr val="F1F1F1"/>
                </a:solidFill>
              </a:rPr>
              <a:t>12</a:t>
            </a:fld>
            <a:endParaRPr dirty="0">
              <a:solidFill>
                <a:srgbClr val="F1F1F1"/>
              </a:solidFill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731023" y="3051302"/>
            <a:ext cx="4826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微软雅黑"/>
                <a:cs typeface="微软雅黑"/>
              </a:rPr>
              <a:t>数组 对象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442999" y="3067087"/>
            <a:ext cx="119380" cy="1658620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915"/>
              </a:spcBef>
            </a:pPr>
            <a:r>
              <a:rPr sz="1400" dirty="0">
                <a:latin typeface="Times New Roman"/>
                <a:cs typeface="Times New Roman"/>
              </a:rPr>
              <a:t>0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1400" dirty="0"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1400" dirty="0">
                <a:latin typeface="Times New Roman"/>
                <a:cs typeface="Times New Roman"/>
              </a:rPr>
              <a:t>2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sz="1400" dirty="0">
                <a:latin typeface="Times New Roman"/>
                <a:cs typeface="Times New Roman"/>
              </a:rPr>
              <a:t>3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sz="1400" dirty="0">
                <a:latin typeface="Times New Roman"/>
                <a:cs typeface="Times New Roman"/>
              </a:rPr>
              <a:t>4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0161" y="1406436"/>
            <a:ext cx="2904312" cy="12268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92961" y="1568487"/>
            <a:ext cx="1037590" cy="835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8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微软雅黑"/>
                <a:cs typeface="微软雅黑"/>
              </a:rPr>
              <a:t>堆内存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sz="1800" dirty="0">
                <a:latin typeface="微软雅黑"/>
                <a:cs typeface="微软雅黑"/>
              </a:rPr>
              <a:t>对象/数组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77323" y="1717039"/>
            <a:ext cx="2066925" cy="6375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latin typeface="Times New Roman"/>
                <a:cs typeface="Times New Roman"/>
              </a:rPr>
              <a:t>Java</a:t>
            </a:r>
            <a:r>
              <a:rPr sz="2000" b="1" dirty="0">
                <a:latin typeface="仿宋"/>
                <a:cs typeface="仿宋"/>
              </a:rPr>
              <a:t>虚拟</a:t>
            </a:r>
            <a:r>
              <a:rPr sz="2000" b="1" spc="-5" dirty="0">
                <a:latin typeface="仿宋"/>
                <a:cs typeface="仿宋"/>
              </a:rPr>
              <a:t>机</a:t>
            </a:r>
            <a:endParaRPr sz="2000">
              <a:latin typeface="仿宋"/>
              <a:cs typeface="仿宋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sz="2000" b="1" dirty="0">
                <a:latin typeface="仿宋"/>
                <a:cs typeface="仿宋"/>
              </a:rPr>
              <a:t>自动垃圾回收机</a:t>
            </a:r>
            <a:r>
              <a:rPr sz="2000" b="1" spc="-5" dirty="0">
                <a:latin typeface="仿宋"/>
                <a:cs typeface="仿宋"/>
              </a:rPr>
              <a:t>制</a:t>
            </a:r>
            <a:endParaRPr sz="2000">
              <a:latin typeface="仿宋"/>
              <a:cs typeface="仿宋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6583" y="3783457"/>
            <a:ext cx="31711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89610" algn="l"/>
                <a:tab pos="2310765" algn="l"/>
              </a:tabLst>
            </a:pPr>
            <a:r>
              <a:rPr sz="2400" b="1" spc="-10" dirty="0">
                <a:latin typeface="Calibri"/>
                <a:cs typeface="Calibri"/>
              </a:rPr>
              <a:t>int[]	</a:t>
            </a:r>
            <a:r>
              <a:rPr sz="2400" b="1" spc="-20" dirty="0">
                <a:latin typeface="Calibri"/>
                <a:cs typeface="Calibri"/>
              </a:rPr>
              <a:t>array</a:t>
            </a:r>
            <a:r>
              <a:rPr sz="2400" b="1" dirty="0">
                <a:latin typeface="Calibri"/>
                <a:cs typeface="Calibri"/>
              </a:rPr>
              <a:t> = </a:t>
            </a:r>
            <a:r>
              <a:rPr sz="2400" b="1" spc="-5" dirty="0">
                <a:solidFill>
                  <a:srgbClr val="7E0054"/>
                </a:solidFill>
                <a:latin typeface="Calibri"/>
                <a:cs typeface="Calibri"/>
              </a:rPr>
              <a:t>new	</a:t>
            </a:r>
            <a:r>
              <a:rPr sz="2400" b="1" spc="-10" dirty="0">
                <a:latin typeface="Calibri"/>
                <a:cs typeface="Calibri"/>
              </a:rPr>
              <a:t>int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[5];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4335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ne</a:t>
            </a:r>
            <a:r>
              <a:rPr dirty="0"/>
              <a:t>w</a:t>
            </a:r>
          </a:p>
        </p:txBody>
      </p:sp>
      <p:sp>
        <p:nvSpPr>
          <p:cNvPr id="7" name="object 7"/>
          <p:cNvSpPr/>
          <p:nvPr/>
        </p:nvSpPr>
        <p:spPr>
          <a:xfrm>
            <a:off x="5560377" y="2708871"/>
            <a:ext cx="3247720" cy="2413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040511" y="3020060"/>
            <a:ext cx="141605" cy="175387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775"/>
              </a:spcBef>
            </a:pPr>
            <a:r>
              <a:rPr sz="180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  <a:p>
            <a:pPr marL="13970">
              <a:lnSpc>
                <a:spcPct val="100000"/>
              </a:lnSpc>
              <a:spcBef>
                <a:spcPts val="675"/>
              </a:spcBef>
            </a:pPr>
            <a:r>
              <a:rPr sz="1800" dirty="0"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  <a:p>
            <a:pPr marL="13970">
              <a:lnSpc>
                <a:spcPct val="100000"/>
              </a:lnSpc>
              <a:spcBef>
                <a:spcPts val="425"/>
              </a:spcBef>
            </a:pPr>
            <a:r>
              <a:rPr sz="1800" dirty="0">
                <a:latin typeface="Times New Roman"/>
                <a:cs typeface="Times New Roman"/>
              </a:rPr>
              <a:t>3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800" dirty="0">
                <a:latin typeface="Times New Roman"/>
                <a:cs typeface="Times New Roman"/>
              </a:rPr>
              <a:t>4</a:t>
            </a:r>
            <a:endParaRPr sz="1800">
              <a:latin typeface="Times New Roman"/>
              <a:cs typeface="Times New Roman"/>
            </a:endParaRPr>
          </a:p>
          <a:p>
            <a:pPr marL="13970">
              <a:lnSpc>
                <a:spcPct val="100000"/>
              </a:lnSpc>
              <a:spcBef>
                <a:spcPts val="635"/>
              </a:spcBef>
            </a:pPr>
            <a:r>
              <a:rPr sz="1800" dirty="0">
                <a:latin typeface="Times New Roman"/>
                <a:cs typeface="Times New Roman"/>
              </a:rPr>
              <a:t>5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22922" y="5323293"/>
            <a:ext cx="711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微软雅黑"/>
                <a:cs typeface="微软雅黑"/>
              </a:rPr>
              <a:t>堆内存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31023" y="3051302"/>
            <a:ext cx="4826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微软雅黑"/>
                <a:cs typeface="微软雅黑"/>
              </a:rPr>
              <a:t>数组 对象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42999" y="3067087"/>
            <a:ext cx="119380" cy="1658620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915"/>
              </a:spcBef>
            </a:pPr>
            <a:r>
              <a:rPr sz="1400" dirty="0">
                <a:latin typeface="Times New Roman"/>
                <a:cs typeface="Times New Roman"/>
              </a:rPr>
              <a:t>0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1400" dirty="0"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1400" dirty="0">
                <a:latin typeface="Times New Roman"/>
                <a:cs typeface="Times New Roman"/>
              </a:rPr>
              <a:t>2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sz="1400" dirty="0">
                <a:latin typeface="Times New Roman"/>
                <a:cs typeface="Times New Roman"/>
              </a:rPr>
              <a:t>3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sz="1400" dirty="0">
                <a:latin typeface="Times New Roman"/>
                <a:cs typeface="Times New Roman"/>
              </a:rPr>
              <a:t>4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420184" y="2780931"/>
            <a:ext cx="0" cy="2106295"/>
          </a:xfrm>
          <a:custGeom>
            <a:avLst/>
            <a:gdLst/>
            <a:ahLst/>
            <a:cxnLst/>
            <a:rect l="l" t="t" r="r" b="b"/>
            <a:pathLst>
              <a:path h="2106295">
                <a:moveTo>
                  <a:pt x="0" y="0"/>
                </a:moveTo>
                <a:lnTo>
                  <a:pt x="0" y="2105990"/>
                </a:lnTo>
              </a:path>
            </a:pathLst>
          </a:custGeom>
          <a:ln w="76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072405" y="2780931"/>
            <a:ext cx="0" cy="2106295"/>
          </a:xfrm>
          <a:custGeom>
            <a:avLst/>
            <a:gdLst/>
            <a:ahLst/>
            <a:cxnLst/>
            <a:rect l="l" t="t" r="r" b="b"/>
            <a:pathLst>
              <a:path h="2106295">
                <a:moveTo>
                  <a:pt x="0" y="0"/>
                </a:moveTo>
                <a:lnTo>
                  <a:pt x="0" y="2105990"/>
                </a:lnTo>
              </a:path>
            </a:pathLst>
          </a:custGeom>
          <a:ln w="76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416374" y="3088093"/>
            <a:ext cx="655955" cy="367665"/>
          </a:xfrm>
          <a:custGeom>
            <a:avLst/>
            <a:gdLst/>
            <a:ahLst/>
            <a:cxnLst/>
            <a:rect l="l" t="t" r="r" b="b"/>
            <a:pathLst>
              <a:path w="655954" h="367664">
                <a:moveTo>
                  <a:pt x="655701" y="367664"/>
                </a:moveTo>
                <a:lnTo>
                  <a:pt x="0" y="367664"/>
                </a:lnTo>
                <a:lnTo>
                  <a:pt x="0" y="0"/>
                </a:lnTo>
                <a:lnTo>
                  <a:pt x="655701" y="0"/>
                </a:lnTo>
                <a:lnTo>
                  <a:pt x="655701" y="3809"/>
                </a:lnTo>
                <a:lnTo>
                  <a:pt x="7620" y="3809"/>
                </a:lnTo>
                <a:lnTo>
                  <a:pt x="3810" y="7619"/>
                </a:lnTo>
                <a:lnTo>
                  <a:pt x="7620" y="7619"/>
                </a:lnTo>
                <a:lnTo>
                  <a:pt x="7620" y="360044"/>
                </a:lnTo>
                <a:lnTo>
                  <a:pt x="3810" y="360044"/>
                </a:lnTo>
                <a:lnTo>
                  <a:pt x="7620" y="363854"/>
                </a:lnTo>
                <a:lnTo>
                  <a:pt x="655701" y="363854"/>
                </a:lnTo>
                <a:lnTo>
                  <a:pt x="655701" y="367664"/>
                </a:lnTo>
                <a:close/>
              </a:path>
              <a:path w="655954" h="367664">
                <a:moveTo>
                  <a:pt x="7620" y="7619"/>
                </a:moveTo>
                <a:lnTo>
                  <a:pt x="3810" y="7619"/>
                </a:lnTo>
                <a:lnTo>
                  <a:pt x="7620" y="3809"/>
                </a:lnTo>
                <a:lnTo>
                  <a:pt x="7620" y="7619"/>
                </a:lnTo>
                <a:close/>
              </a:path>
              <a:path w="655954" h="367664">
                <a:moveTo>
                  <a:pt x="648081" y="7619"/>
                </a:moveTo>
                <a:lnTo>
                  <a:pt x="7620" y="7619"/>
                </a:lnTo>
                <a:lnTo>
                  <a:pt x="7620" y="3809"/>
                </a:lnTo>
                <a:lnTo>
                  <a:pt x="648081" y="3809"/>
                </a:lnTo>
                <a:lnTo>
                  <a:pt x="648081" y="7619"/>
                </a:lnTo>
                <a:close/>
              </a:path>
              <a:path w="655954" h="367664">
                <a:moveTo>
                  <a:pt x="648081" y="363854"/>
                </a:moveTo>
                <a:lnTo>
                  <a:pt x="648081" y="3809"/>
                </a:lnTo>
                <a:lnTo>
                  <a:pt x="651891" y="7619"/>
                </a:lnTo>
                <a:lnTo>
                  <a:pt x="655701" y="7619"/>
                </a:lnTo>
                <a:lnTo>
                  <a:pt x="655701" y="360044"/>
                </a:lnTo>
                <a:lnTo>
                  <a:pt x="651891" y="360044"/>
                </a:lnTo>
                <a:lnTo>
                  <a:pt x="648081" y="363854"/>
                </a:lnTo>
                <a:close/>
              </a:path>
              <a:path w="655954" h="367664">
                <a:moveTo>
                  <a:pt x="655701" y="7619"/>
                </a:moveTo>
                <a:lnTo>
                  <a:pt x="651891" y="7619"/>
                </a:lnTo>
                <a:lnTo>
                  <a:pt x="648081" y="3809"/>
                </a:lnTo>
                <a:lnTo>
                  <a:pt x="655701" y="3809"/>
                </a:lnTo>
                <a:lnTo>
                  <a:pt x="655701" y="7619"/>
                </a:lnTo>
                <a:close/>
              </a:path>
              <a:path w="655954" h="367664">
                <a:moveTo>
                  <a:pt x="7620" y="363854"/>
                </a:moveTo>
                <a:lnTo>
                  <a:pt x="3810" y="360044"/>
                </a:lnTo>
                <a:lnTo>
                  <a:pt x="7620" y="360044"/>
                </a:lnTo>
                <a:lnTo>
                  <a:pt x="7620" y="363854"/>
                </a:lnTo>
                <a:close/>
              </a:path>
              <a:path w="655954" h="367664">
                <a:moveTo>
                  <a:pt x="648081" y="363854"/>
                </a:moveTo>
                <a:lnTo>
                  <a:pt x="7620" y="363854"/>
                </a:lnTo>
                <a:lnTo>
                  <a:pt x="7620" y="360044"/>
                </a:lnTo>
                <a:lnTo>
                  <a:pt x="648081" y="360044"/>
                </a:lnTo>
                <a:lnTo>
                  <a:pt x="648081" y="363854"/>
                </a:lnTo>
                <a:close/>
              </a:path>
              <a:path w="655954" h="367664">
                <a:moveTo>
                  <a:pt x="655701" y="363854"/>
                </a:moveTo>
                <a:lnTo>
                  <a:pt x="648081" y="363854"/>
                </a:lnTo>
                <a:lnTo>
                  <a:pt x="651891" y="360044"/>
                </a:lnTo>
                <a:lnTo>
                  <a:pt x="655701" y="360044"/>
                </a:lnTo>
                <a:lnTo>
                  <a:pt x="655701" y="3638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416374" y="3448138"/>
            <a:ext cx="655955" cy="367665"/>
          </a:xfrm>
          <a:custGeom>
            <a:avLst/>
            <a:gdLst/>
            <a:ahLst/>
            <a:cxnLst/>
            <a:rect l="l" t="t" r="r" b="b"/>
            <a:pathLst>
              <a:path w="655954" h="367664">
                <a:moveTo>
                  <a:pt x="655701" y="367652"/>
                </a:moveTo>
                <a:lnTo>
                  <a:pt x="0" y="367652"/>
                </a:lnTo>
                <a:lnTo>
                  <a:pt x="0" y="0"/>
                </a:lnTo>
                <a:lnTo>
                  <a:pt x="655701" y="0"/>
                </a:lnTo>
                <a:lnTo>
                  <a:pt x="655701" y="3810"/>
                </a:lnTo>
                <a:lnTo>
                  <a:pt x="7620" y="3810"/>
                </a:lnTo>
                <a:lnTo>
                  <a:pt x="3810" y="7620"/>
                </a:lnTo>
                <a:lnTo>
                  <a:pt x="7620" y="7620"/>
                </a:lnTo>
                <a:lnTo>
                  <a:pt x="7620" y="360032"/>
                </a:lnTo>
                <a:lnTo>
                  <a:pt x="3810" y="360032"/>
                </a:lnTo>
                <a:lnTo>
                  <a:pt x="7620" y="363842"/>
                </a:lnTo>
                <a:lnTo>
                  <a:pt x="655701" y="363842"/>
                </a:lnTo>
                <a:lnTo>
                  <a:pt x="655701" y="367652"/>
                </a:lnTo>
                <a:close/>
              </a:path>
              <a:path w="655954" h="367664">
                <a:moveTo>
                  <a:pt x="7620" y="7620"/>
                </a:moveTo>
                <a:lnTo>
                  <a:pt x="3810" y="7620"/>
                </a:lnTo>
                <a:lnTo>
                  <a:pt x="7620" y="3810"/>
                </a:lnTo>
                <a:lnTo>
                  <a:pt x="7620" y="7620"/>
                </a:lnTo>
                <a:close/>
              </a:path>
              <a:path w="655954" h="367664">
                <a:moveTo>
                  <a:pt x="648081" y="7620"/>
                </a:moveTo>
                <a:lnTo>
                  <a:pt x="7620" y="7620"/>
                </a:lnTo>
                <a:lnTo>
                  <a:pt x="7620" y="3810"/>
                </a:lnTo>
                <a:lnTo>
                  <a:pt x="648081" y="3810"/>
                </a:lnTo>
                <a:lnTo>
                  <a:pt x="648081" y="7620"/>
                </a:lnTo>
                <a:close/>
              </a:path>
              <a:path w="655954" h="367664">
                <a:moveTo>
                  <a:pt x="648081" y="363842"/>
                </a:moveTo>
                <a:lnTo>
                  <a:pt x="648081" y="3810"/>
                </a:lnTo>
                <a:lnTo>
                  <a:pt x="651891" y="7620"/>
                </a:lnTo>
                <a:lnTo>
                  <a:pt x="655701" y="7620"/>
                </a:lnTo>
                <a:lnTo>
                  <a:pt x="655701" y="360032"/>
                </a:lnTo>
                <a:lnTo>
                  <a:pt x="651891" y="360032"/>
                </a:lnTo>
                <a:lnTo>
                  <a:pt x="648081" y="363842"/>
                </a:lnTo>
                <a:close/>
              </a:path>
              <a:path w="655954" h="367664">
                <a:moveTo>
                  <a:pt x="655701" y="7620"/>
                </a:moveTo>
                <a:lnTo>
                  <a:pt x="651891" y="7620"/>
                </a:lnTo>
                <a:lnTo>
                  <a:pt x="648081" y="3810"/>
                </a:lnTo>
                <a:lnTo>
                  <a:pt x="655701" y="3810"/>
                </a:lnTo>
                <a:lnTo>
                  <a:pt x="655701" y="7620"/>
                </a:lnTo>
                <a:close/>
              </a:path>
              <a:path w="655954" h="367664">
                <a:moveTo>
                  <a:pt x="7620" y="363842"/>
                </a:moveTo>
                <a:lnTo>
                  <a:pt x="3810" y="360032"/>
                </a:lnTo>
                <a:lnTo>
                  <a:pt x="7620" y="360032"/>
                </a:lnTo>
                <a:lnTo>
                  <a:pt x="7620" y="363842"/>
                </a:lnTo>
                <a:close/>
              </a:path>
              <a:path w="655954" h="367664">
                <a:moveTo>
                  <a:pt x="648081" y="363842"/>
                </a:moveTo>
                <a:lnTo>
                  <a:pt x="7620" y="363842"/>
                </a:lnTo>
                <a:lnTo>
                  <a:pt x="7620" y="360032"/>
                </a:lnTo>
                <a:lnTo>
                  <a:pt x="648081" y="360032"/>
                </a:lnTo>
                <a:lnTo>
                  <a:pt x="648081" y="363842"/>
                </a:lnTo>
                <a:close/>
              </a:path>
              <a:path w="655954" h="367664">
                <a:moveTo>
                  <a:pt x="655701" y="363842"/>
                </a:moveTo>
                <a:lnTo>
                  <a:pt x="648081" y="363842"/>
                </a:lnTo>
                <a:lnTo>
                  <a:pt x="651891" y="360032"/>
                </a:lnTo>
                <a:lnTo>
                  <a:pt x="655701" y="360032"/>
                </a:lnTo>
                <a:lnTo>
                  <a:pt x="655701" y="3638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416374" y="3808171"/>
            <a:ext cx="655955" cy="367665"/>
          </a:xfrm>
          <a:custGeom>
            <a:avLst/>
            <a:gdLst/>
            <a:ahLst/>
            <a:cxnLst/>
            <a:rect l="l" t="t" r="r" b="b"/>
            <a:pathLst>
              <a:path w="655954" h="367664">
                <a:moveTo>
                  <a:pt x="655701" y="367664"/>
                </a:moveTo>
                <a:lnTo>
                  <a:pt x="0" y="367664"/>
                </a:lnTo>
                <a:lnTo>
                  <a:pt x="0" y="0"/>
                </a:lnTo>
                <a:lnTo>
                  <a:pt x="655701" y="0"/>
                </a:lnTo>
                <a:lnTo>
                  <a:pt x="655701" y="3810"/>
                </a:lnTo>
                <a:lnTo>
                  <a:pt x="7620" y="3810"/>
                </a:lnTo>
                <a:lnTo>
                  <a:pt x="3810" y="7620"/>
                </a:lnTo>
                <a:lnTo>
                  <a:pt x="7620" y="7620"/>
                </a:lnTo>
                <a:lnTo>
                  <a:pt x="7620" y="360045"/>
                </a:lnTo>
                <a:lnTo>
                  <a:pt x="3810" y="360045"/>
                </a:lnTo>
                <a:lnTo>
                  <a:pt x="7620" y="363854"/>
                </a:lnTo>
                <a:lnTo>
                  <a:pt x="655701" y="363854"/>
                </a:lnTo>
                <a:lnTo>
                  <a:pt x="655701" y="367664"/>
                </a:lnTo>
                <a:close/>
              </a:path>
              <a:path w="655954" h="367664">
                <a:moveTo>
                  <a:pt x="7620" y="7620"/>
                </a:moveTo>
                <a:lnTo>
                  <a:pt x="3810" y="7620"/>
                </a:lnTo>
                <a:lnTo>
                  <a:pt x="7620" y="3810"/>
                </a:lnTo>
                <a:lnTo>
                  <a:pt x="7620" y="7620"/>
                </a:lnTo>
                <a:close/>
              </a:path>
              <a:path w="655954" h="367664">
                <a:moveTo>
                  <a:pt x="648081" y="7620"/>
                </a:moveTo>
                <a:lnTo>
                  <a:pt x="7620" y="7620"/>
                </a:lnTo>
                <a:lnTo>
                  <a:pt x="7620" y="3810"/>
                </a:lnTo>
                <a:lnTo>
                  <a:pt x="648081" y="3810"/>
                </a:lnTo>
                <a:lnTo>
                  <a:pt x="648081" y="7620"/>
                </a:lnTo>
                <a:close/>
              </a:path>
              <a:path w="655954" h="367664">
                <a:moveTo>
                  <a:pt x="648081" y="363854"/>
                </a:moveTo>
                <a:lnTo>
                  <a:pt x="648081" y="3810"/>
                </a:lnTo>
                <a:lnTo>
                  <a:pt x="651891" y="7620"/>
                </a:lnTo>
                <a:lnTo>
                  <a:pt x="655701" y="7620"/>
                </a:lnTo>
                <a:lnTo>
                  <a:pt x="655701" y="360045"/>
                </a:lnTo>
                <a:lnTo>
                  <a:pt x="651891" y="360045"/>
                </a:lnTo>
                <a:lnTo>
                  <a:pt x="648081" y="363854"/>
                </a:lnTo>
                <a:close/>
              </a:path>
              <a:path w="655954" h="367664">
                <a:moveTo>
                  <a:pt x="655701" y="7620"/>
                </a:moveTo>
                <a:lnTo>
                  <a:pt x="651891" y="7620"/>
                </a:lnTo>
                <a:lnTo>
                  <a:pt x="648081" y="3810"/>
                </a:lnTo>
                <a:lnTo>
                  <a:pt x="655701" y="3810"/>
                </a:lnTo>
                <a:lnTo>
                  <a:pt x="655701" y="7620"/>
                </a:lnTo>
                <a:close/>
              </a:path>
              <a:path w="655954" h="367664">
                <a:moveTo>
                  <a:pt x="7620" y="363854"/>
                </a:moveTo>
                <a:lnTo>
                  <a:pt x="3810" y="360045"/>
                </a:lnTo>
                <a:lnTo>
                  <a:pt x="7620" y="360045"/>
                </a:lnTo>
                <a:lnTo>
                  <a:pt x="7620" y="363854"/>
                </a:lnTo>
                <a:close/>
              </a:path>
              <a:path w="655954" h="367664">
                <a:moveTo>
                  <a:pt x="648081" y="363854"/>
                </a:moveTo>
                <a:lnTo>
                  <a:pt x="7620" y="363854"/>
                </a:lnTo>
                <a:lnTo>
                  <a:pt x="7620" y="360045"/>
                </a:lnTo>
                <a:lnTo>
                  <a:pt x="648081" y="360045"/>
                </a:lnTo>
                <a:lnTo>
                  <a:pt x="648081" y="363854"/>
                </a:lnTo>
                <a:close/>
              </a:path>
              <a:path w="655954" h="367664">
                <a:moveTo>
                  <a:pt x="655701" y="363854"/>
                </a:moveTo>
                <a:lnTo>
                  <a:pt x="648081" y="363854"/>
                </a:lnTo>
                <a:lnTo>
                  <a:pt x="651891" y="360045"/>
                </a:lnTo>
                <a:lnTo>
                  <a:pt x="655701" y="360045"/>
                </a:lnTo>
                <a:lnTo>
                  <a:pt x="655701" y="3638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416374" y="4168216"/>
            <a:ext cx="655955" cy="367665"/>
          </a:xfrm>
          <a:custGeom>
            <a:avLst/>
            <a:gdLst/>
            <a:ahLst/>
            <a:cxnLst/>
            <a:rect l="l" t="t" r="r" b="b"/>
            <a:pathLst>
              <a:path w="655954" h="367664">
                <a:moveTo>
                  <a:pt x="655701" y="367664"/>
                </a:moveTo>
                <a:lnTo>
                  <a:pt x="0" y="367664"/>
                </a:lnTo>
                <a:lnTo>
                  <a:pt x="0" y="0"/>
                </a:lnTo>
                <a:lnTo>
                  <a:pt x="655701" y="0"/>
                </a:lnTo>
                <a:lnTo>
                  <a:pt x="655701" y="3809"/>
                </a:lnTo>
                <a:lnTo>
                  <a:pt x="7620" y="3809"/>
                </a:lnTo>
                <a:lnTo>
                  <a:pt x="3810" y="7619"/>
                </a:lnTo>
                <a:lnTo>
                  <a:pt x="7620" y="7619"/>
                </a:lnTo>
                <a:lnTo>
                  <a:pt x="7620" y="360044"/>
                </a:lnTo>
                <a:lnTo>
                  <a:pt x="3810" y="360044"/>
                </a:lnTo>
                <a:lnTo>
                  <a:pt x="7620" y="363854"/>
                </a:lnTo>
                <a:lnTo>
                  <a:pt x="655701" y="363854"/>
                </a:lnTo>
                <a:lnTo>
                  <a:pt x="655701" y="367664"/>
                </a:lnTo>
                <a:close/>
              </a:path>
              <a:path w="655954" h="367664">
                <a:moveTo>
                  <a:pt x="7620" y="7619"/>
                </a:moveTo>
                <a:lnTo>
                  <a:pt x="3810" y="7619"/>
                </a:lnTo>
                <a:lnTo>
                  <a:pt x="7620" y="3809"/>
                </a:lnTo>
                <a:lnTo>
                  <a:pt x="7620" y="7619"/>
                </a:lnTo>
                <a:close/>
              </a:path>
              <a:path w="655954" h="367664">
                <a:moveTo>
                  <a:pt x="648081" y="7619"/>
                </a:moveTo>
                <a:lnTo>
                  <a:pt x="7620" y="7619"/>
                </a:lnTo>
                <a:lnTo>
                  <a:pt x="7620" y="3809"/>
                </a:lnTo>
                <a:lnTo>
                  <a:pt x="648081" y="3809"/>
                </a:lnTo>
                <a:lnTo>
                  <a:pt x="648081" y="7619"/>
                </a:lnTo>
                <a:close/>
              </a:path>
              <a:path w="655954" h="367664">
                <a:moveTo>
                  <a:pt x="648081" y="363854"/>
                </a:moveTo>
                <a:lnTo>
                  <a:pt x="648081" y="3809"/>
                </a:lnTo>
                <a:lnTo>
                  <a:pt x="651891" y="7619"/>
                </a:lnTo>
                <a:lnTo>
                  <a:pt x="655701" y="7619"/>
                </a:lnTo>
                <a:lnTo>
                  <a:pt x="655701" y="360044"/>
                </a:lnTo>
                <a:lnTo>
                  <a:pt x="651891" y="360044"/>
                </a:lnTo>
                <a:lnTo>
                  <a:pt x="648081" y="363854"/>
                </a:lnTo>
                <a:close/>
              </a:path>
              <a:path w="655954" h="367664">
                <a:moveTo>
                  <a:pt x="655701" y="7619"/>
                </a:moveTo>
                <a:lnTo>
                  <a:pt x="651891" y="7619"/>
                </a:lnTo>
                <a:lnTo>
                  <a:pt x="648081" y="3809"/>
                </a:lnTo>
                <a:lnTo>
                  <a:pt x="655701" y="3809"/>
                </a:lnTo>
                <a:lnTo>
                  <a:pt x="655701" y="7619"/>
                </a:lnTo>
                <a:close/>
              </a:path>
              <a:path w="655954" h="367664">
                <a:moveTo>
                  <a:pt x="7620" y="363854"/>
                </a:moveTo>
                <a:lnTo>
                  <a:pt x="3810" y="360044"/>
                </a:lnTo>
                <a:lnTo>
                  <a:pt x="7620" y="360044"/>
                </a:lnTo>
                <a:lnTo>
                  <a:pt x="7620" y="363854"/>
                </a:lnTo>
                <a:close/>
              </a:path>
              <a:path w="655954" h="367664">
                <a:moveTo>
                  <a:pt x="648081" y="363854"/>
                </a:moveTo>
                <a:lnTo>
                  <a:pt x="7620" y="363854"/>
                </a:lnTo>
                <a:lnTo>
                  <a:pt x="7620" y="360044"/>
                </a:lnTo>
                <a:lnTo>
                  <a:pt x="648081" y="360044"/>
                </a:lnTo>
                <a:lnTo>
                  <a:pt x="648081" y="363854"/>
                </a:lnTo>
                <a:close/>
              </a:path>
              <a:path w="655954" h="367664">
                <a:moveTo>
                  <a:pt x="655701" y="363854"/>
                </a:moveTo>
                <a:lnTo>
                  <a:pt x="648081" y="363854"/>
                </a:lnTo>
                <a:lnTo>
                  <a:pt x="651891" y="360044"/>
                </a:lnTo>
                <a:lnTo>
                  <a:pt x="655701" y="360044"/>
                </a:lnTo>
                <a:lnTo>
                  <a:pt x="655701" y="3638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416374" y="4528261"/>
            <a:ext cx="655955" cy="367665"/>
          </a:xfrm>
          <a:custGeom>
            <a:avLst/>
            <a:gdLst/>
            <a:ahLst/>
            <a:cxnLst/>
            <a:rect l="l" t="t" r="r" b="b"/>
            <a:pathLst>
              <a:path w="655954" h="367664">
                <a:moveTo>
                  <a:pt x="655701" y="367652"/>
                </a:moveTo>
                <a:lnTo>
                  <a:pt x="0" y="367652"/>
                </a:lnTo>
                <a:lnTo>
                  <a:pt x="0" y="0"/>
                </a:lnTo>
                <a:lnTo>
                  <a:pt x="655701" y="0"/>
                </a:lnTo>
                <a:lnTo>
                  <a:pt x="655701" y="3810"/>
                </a:lnTo>
                <a:lnTo>
                  <a:pt x="7620" y="3810"/>
                </a:lnTo>
                <a:lnTo>
                  <a:pt x="3810" y="7620"/>
                </a:lnTo>
                <a:lnTo>
                  <a:pt x="7620" y="7620"/>
                </a:lnTo>
                <a:lnTo>
                  <a:pt x="7620" y="360032"/>
                </a:lnTo>
                <a:lnTo>
                  <a:pt x="3810" y="360032"/>
                </a:lnTo>
                <a:lnTo>
                  <a:pt x="7620" y="363842"/>
                </a:lnTo>
                <a:lnTo>
                  <a:pt x="655701" y="363842"/>
                </a:lnTo>
                <a:lnTo>
                  <a:pt x="655701" y="367652"/>
                </a:lnTo>
                <a:close/>
              </a:path>
              <a:path w="655954" h="367664">
                <a:moveTo>
                  <a:pt x="7620" y="7620"/>
                </a:moveTo>
                <a:lnTo>
                  <a:pt x="3810" y="7620"/>
                </a:lnTo>
                <a:lnTo>
                  <a:pt x="7620" y="3810"/>
                </a:lnTo>
                <a:lnTo>
                  <a:pt x="7620" y="7620"/>
                </a:lnTo>
                <a:close/>
              </a:path>
              <a:path w="655954" h="367664">
                <a:moveTo>
                  <a:pt x="648081" y="7620"/>
                </a:moveTo>
                <a:lnTo>
                  <a:pt x="7620" y="7620"/>
                </a:lnTo>
                <a:lnTo>
                  <a:pt x="7620" y="3810"/>
                </a:lnTo>
                <a:lnTo>
                  <a:pt x="648081" y="3810"/>
                </a:lnTo>
                <a:lnTo>
                  <a:pt x="648081" y="7620"/>
                </a:lnTo>
                <a:close/>
              </a:path>
              <a:path w="655954" h="367664">
                <a:moveTo>
                  <a:pt x="648081" y="363842"/>
                </a:moveTo>
                <a:lnTo>
                  <a:pt x="648081" y="3810"/>
                </a:lnTo>
                <a:lnTo>
                  <a:pt x="651891" y="7620"/>
                </a:lnTo>
                <a:lnTo>
                  <a:pt x="655701" y="7620"/>
                </a:lnTo>
                <a:lnTo>
                  <a:pt x="655701" y="360032"/>
                </a:lnTo>
                <a:lnTo>
                  <a:pt x="651891" y="360032"/>
                </a:lnTo>
                <a:lnTo>
                  <a:pt x="648081" y="363842"/>
                </a:lnTo>
                <a:close/>
              </a:path>
              <a:path w="655954" h="367664">
                <a:moveTo>
                  <a:pt x="655701" y="7620"/>
                </a:moveTo>
                <a:lnTo>
                  <a:pt x="651891" y="7620"/>
                </a:lnTo>
                <a:lnTo>
                  <a:pt x="648081" y="3810"/>
                </a:lnTo>
                <a:lnTo>
                  <a:pt x="655701" y="3810"/>
                </a:lnTo>
                <a:lnTo>
                  <a:pt x="655701" y="7620"/>
                </a:lnTo>
                <a:close/>
              </a:path>
              <a:path w="655954" h="367664">
                <a:moveTo>
                  <a:pt x="7620" y="363842"/>
                </a:moveTo>
                <a:lnTo>
                  <a:pt x="3810" y="360032"/>
                </a:lnTo>
                <a:lnTo>
                  <a:pt x="7620" y="360032"/>
                </a:lnTo>
                <a:lnTo>
                  <a:pt x="7620" y="363842"/>
                </a:lnTo>
                <a:close/>
              </a:path>
              <a:path w="655954" h="367664">
                <a:moveTo>
                  <a:pt x="648081" y="363842"/>
                </a:moveTo>
                <a:lnTo>
                  <a:pt x="7620" y="363842"/>
                </a:lnTo>
                <a:lnTo>
                  <a:pt x="7620" y="360032"/>
                </a:lnTo>
                <a:lnTo>
                  <a:pt x="648081" y="360032"/>
                </a:lnTo>
                <a:lnTo>
                  <a:pt x="648081" y="363842"/>
                </a:lnTo>
                <a:close/>
              </a:path>
              <a:path w="655954" h="367664">
                <a:moveTo>
                  <a:pt x="655701" y="363842"/>
                </a:moveTo>
                <a:lnTo>
                  <a:pt x="648081" y="363842"/>
                </a:lnTo>
                <a:lnTo>
                  <a:pt x="651891" y="360032"/>
                </a:lnTo>
                <a:lnTo>
                  <a:pt x="655701" y="360032"/>
                </a:lnTo>
                <a:lnTo>
                  <a:pt x="655701" y="3638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426915" y="4982756"/>
            <a:ext cx="711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微软雅黑"/>
                <a:cs typeface="微软雅黑"/>
              </a:rPr>
              <a:t>栈内存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>
                <a:solidFill>
                  <a:srgbClr val="F1F1F1"/>
                </a:solidFill>
              </a:rPr>
              <a:t>13</a:t>
            </a:fld>
            <a:endParaRPr dirty="0">
              <a:solidFill>
                <a:srgbClr val="F1F1F1"/>
              </a:solidFill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695001" y="3737000"/>
            <a:ext cx="6515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rr</a:t>
            </a: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y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80372" y="207797"/>
            <a:ext cx="2930525" cy="560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500" spc="-5" dirty="0">
                <a:solidFill>
                  <a:srgbClr val="000000"/>
                </a:solidFill>
                <a:latin typeface="宋体"/>
                <a:cs typeface="宋体"/>
              </a:rPr>
              <a:t>3.3</a:t>
            </a:r>
            <a:r>
              <a:rPr sz="3500" spc="168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sz="3500" dirty="0">
                <a:solidFill>
                  <a:srgbClr val="000000"/>
                </a:solidFill>
                <a:latin typeface="宋体"/>
                <a:cs typeface="宋体"/>
              </a:rPr>
              <a:t>使用数</a:t>
            </a:r>
            <a:r>
              <a:rPr sz="3500" spc="-10" dirty="0">
                <a:solidFill>
                  <a:srgbClr val="000000"/>
                </a:solidFill>
                <a:latin typeface="宋体"/>
                <a:cs typeface="宋体"/>
              </a:rPr>
              <a:t>组</a:t>
            </a:r>
            <a:endParaRPr sz="35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>
                <a:solidFill>
                  <a:srgbClr val="F1F1F1"/>
                </a:solidFill>
              </a:rPr>
              <a:t>14</a:t>
            </a:fld>
            <a:endParaRPr dirty="0">
              <a:solidFill>
                <a:srgbClr val="F1F1F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21752" y="402742"/>
            <a:ext cx="1053985" cy="309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885884" y="347497"/>
            <a:ext cx="3050286" cy="40736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01954" y="943610"/>
            <a:ext cx="3180715" cy="560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500" b="0" spc="-5" dirty="0">
                <a:solidFill>
                  <a:srgbClr val="000000"/>
                </a:solidFill>
                <a:latin typeface="宋体"/>
                <a:cs typeface="宋体"/>
              </a:rPr>
              <a:t>1.</a:t>
            </a:r>
            <a:r>
              <a:rPr sz="3500" b="0" spc="-95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sz="2800" b="0" dirty="0">
                <a:solidFill>
                  <a:srgbClr val="000000"/>
                </a:solidFill>
                <a:latin typeface="宋体"/>
                <a:cs typeface="宋体"/>
              </a:rPr>
              <a:t>数组元素的使</a:t>
            </a:r>
            <a:r>
              <a:rPr sz="2800" b="0" spc="-5" dirty="0">
                <a:solidFill>
                  <a:srgbClr val="000000"/>
                </a:solidFill>
                <a:latin typeface="宋体"/>
                <a:cs typeface="宋体"/>
              </a:rPr>
              <a:t>用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3405" y="4073525"/>
            <a:ext cx="198120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967A2C"/>
                </a:solidFill>
                <a:latin typeface="宋体"/>
                <a:cs typeface="宋体"/>
              </a:rPr>
              <a:t>intArray[4]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4855" y="4504689"/>
            <a:ext cx="7679055" cy="132207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84150" marR="5080" indent="-171450">
              <a:lnSpc>
                <a:spcPts val="3020"/>
              </a:lnSpc>
              <a:spcBef>
                <a:spcPts val="475"/>
              </a:spcBef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latin typeface="宋体"/>
                <a:cs typeface="宋体"/>
              </a:rPr>
              <a:t>所有的数组都有一个</a:t>
            </a:r>
            <a:r>
              <a:rPr sz="2800" b="1" dirty="0">
                <a:solidFill>
                  <a:srgbClr val="FF0000"/>
                </a:solidFill>
                <a:latin typeface="宋体"/>
                <a:cs typeface="宋体"/>
              </a:rPr>
              <a:t>属性length</a:t>
            </a:r>
            <a:r>
              <a:rPr sz="2800" dirty="0">
                <a:latin typeface="宋体"/>
                <a:cs typeface="宋体"/>
              </a:rPr>
              <a:t>，这个属性存</a:t>
            </a:r>
            <a:r>
              <a:rPr sz="2800" spc="-5" dirty="0">
                <a:latin typeface="宋体"/>
                <a:cs typeface="宋体"/>
              </a:rPr>
              <a:t>储 </a:t>
            </a:r>
            <a:r>
              <a:rPr sz="2800" dirty="0">
                <a:latin typeface="宋体"/>
                <a:cs typeface="宋体"/>
              </a:rPr>
              <a:t>了数组元素的个数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184150">
              <a:lnSpc>
                <a:spcPts val="3785"/>
              </a:lnSpc>
            </a:pPr>
            <a:r>
              <a:rPr sz="3200" spc="-5" dirty="0">
                <a:solidFill>
                  <a:srgbClr val="967A2C"/>
                </a:solidFill>
                <a:latin typeface="宋体"/>
                <a:cs typeface="宋体"/>
              </a:rPr>
              <a:t>intArray.length</a:t>
            </a:r>
            <a:r>
              <a:rPr sz="3200" spc="-10" dirty="0">
                <a:solidFill>
                  <a:srgbClr val="967A2C"/>
                </a:solidFill>
                <a:latin typeface="宋体"/>
                <a:cs typeface="宋体"/>
              </a:rPr>
              <a:t> </a:t>
            </a:r>
            <a:r>
              <a:rPr sz="3200" dirty="0">
                <a:solidFill>
                  <a:srgbClr val="967A2C"/>
                </a:solidFill>
                <a:latin typeface="宋体"/>
                <a:cs typeface="宋体"/>
              </a:rPr>
              <a:t>的值为</a:t>
            </a:r>
            <a:r>
              <a:rPr sz="3200" spc="-5" dirty="0">
                <a:solidFill>
                  <a:srgbClr val="967A2C"/>
                </a:solidFill>
                <a:latin typeface="宋体"/>
                <a:cs typeface="宋体"/>
              </a:rPr>
              <a:t>5</a:t>
            </a:r>
            <a:r>
              <a:rPr sz="3200" spc="5" dirty="0">
                <a:solidFill>
                  <a:srgbClr val="967A2C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371844" y="3284220"/>
            <a:ext cx="2590800" cy="7391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368415" y="3280727"/>
            <a:ext cx="2598420" cy="749935"/>
          </a:xfrm>
          <a:custGeom>
            <a:avLst/>
            <a:gdLst/>
            <a:ahLst/>
            <a:cxnLst/>
            <a:rect l="l" t="t" r="r" b="b"/>
            <a:pathLst>
              <a:path w="2598420" h="749935">
                <a:moveTo>
                  <a:pt x="428305" y="464820"/>
                </a:moveTo>
                <a:lnTo>
                  <a:pt x="0" y="464820"/>
                </a:lnTo>
                <a:lnTo>
                  <a:pt x="0" y="0"/>
                </a:lnTo>
                <a:lnTo>
                  <a:pt x="2598419" y="0"/>
                </a:lnTo>
                <a:lnTo>
                  <a:pt x="2598419" y="3810"/>
                </a:lnTo>
                <a:lnTo>
                  <a:pt x="7620" y="3810"/>
                </a:lnTo>
                <a:lnTo>
                  <a:pt x="3810" y="7620"/>
                </a:lnTo>
                <a:lnTo>
                  <a:pt x="7620" y="7620"/>
                </a:lnTo>
                <a:lnTo>
                  <a:pt x="7620" y="457200"/>
                </a:lnTo>
                <a:lnTo>
                  <a:pt x="3810" y="457200"/>
                </a:lnTo>
                <a:lnTo>
                  <a:pt x="7620" y="461010"/>
                </a:lnTo>
                <a:lnTo>
                  <a:pt x="430962" y="461010"/>
                </a:lnTo>
                <a:lnTo>
                  <a:pt x="428305" y="464820"/>
                </a:lnTo>
                <a:close/>
              </a:path>
              <a:path w="2598420" h="749935">
                <a:moveTo>
                  <a:pt x="7620" y="7620"/>
                </a:moveTo>
                <a:lnTo>
                  <a:pt x="3810" y="7620"/>
                </a:lnTo>
                <a:lnTo>
                  <a:pt x="7620" y="3810"/>
                </a:lnTo>
                <a:lnTo>
                  <a:pt x="7620" y="7620"/>
                </a:lnTo>
                <a:close/>
              </a:path>
              <a:path w="2598420" h="749935">
                <a:moveTo>
                  <a:pt x="2590800" y="7620"/>
                </a:moveTo>
                <a:lnTo>
                  <a:pt x="7620" y="7620"/>
                </a:lnTo>
                <a:lnTo>
                  <a:pt x="7620" y="3810"/>
                </a:lnTo>
                <a:lnTo>
                  <a:pt x="2590800" y="3810"/>
                </a:lnTo>
                <a:lnTo>
                  <a:pt x="2590800" y="7620"/>
                </a:lnTo>
                <a:close/>
              </a:path>
              <a:path w="2598420" h="749935">
                <a:moveTo>
                  <a:pt x="2590800" y="461010"/>
                </a:moveTo>
                <a:lnTo>
                  <a:pt x="2590800" y="3810"/>
                </a:lnTo>
                <a:lnTo>
                  <a:pt x="2594610" y="7620"/>
                </a:lnTo>
                <a:lnTo>
                  <a:pt x="2598419" y="7620"/>
                </a:lnTo>
                <a:lnTo>
                  <a:pt x="2598419" y="457200"/>
                </a:lnTo>
                <a:lnTo>
                  <a:pt x="2594610" y="457200"/>
                </a:lnTo>
                <a:lnTo>
                  <a:pt x="2590800" y="461010"/>
                </a:lnTo>
                <a:close/>
              </a:path>
              <a:path w="2598420" h="749935">
                <a:moveTo>
                  <a:pt x="2598419" y="7620"/>
                </a:moveTo>
                <a:lnTo>
                  <a:pt x="2594610" y="7620"/>
                </a:lnTo>
                <a:lnTo>
                  <a:pt x="2590800" y="3810"/>
                </a:lnTo>
                <a:lnTo>
                  <a:pt x="2598419" y="3810"/>
                </a:lnTo>
                <a:lnTo>
                  <a:pt x="2598419" y="7620"/>
                </a:lnTo>
                <a:close/>
              </a:path>
              <a:path w="2598420" h="749935">
                <a:moveTo>
                  <a:pt x="7620" y="461010"/>
                </a:moveTo>
                <a:lnTo>
                  <a:pt x="3810" y="457200"/>
                </a:lnTo>
                <a:lnTo>
                  <a:pt x="7620" y="457200"/>
                </a:lnTo>
                <a:lnTo>
                  <a:pt x="7620" y="461010"/>
                </a:lnTo>
                <a:close/>
              </a:path>
              <a:path w="2598420" h="749935">
                <a:moveTo>
                  <a:pt x="430962" y="461010"/>
                </a:moveTo>
                <a:lnTo>
                  <a:pt x="7620" y="461010"/>
                </a:lnTo>
                <a:lnTo>
                  <a:pt x="7620" y="457200"/>
                </a:lnTo>
                <a:lnTo>
                  <a:pt x="442912" y="457200"/>
                </a:lnTo>
                <a:lnTo>
                  <a:pt x="441778" y="458825"/>
                </a:lnTo>
                <a:lnTo>
                  <a:pt x="432485" y="458825"/>
                </a:lnTo>
                <a:lnTo>
                  <a:pt x="430962" y="461010"/>
                </a:lnTo>
                <a:close/>
              </a:path>
              <a:path w="2598420" h="749935">
                <a:moveTo>
                  <a:pt x="244928" y="744562"/>
                </a:moveTo>
                <a:lnTo>
                  <a:pt x="242519" y="744562"/>
                </a:lnTo>
                <a:lnTo>
                  <a:pt x="249093" y="735135"/>
                </a:lnTo>
                <a:lnTo>
                  <a:pt x="1082687" y="457200"/>
                </a:lnTo>
                <a:lnTo>
                  <a:pt x="2590800" y="457200"/>
                </a:lnTo>
                <a:lnTo>
                  <a:pt x="2590800" y="461010"/>
                </a:lnTo>
                <a:lnTo>
                  <a:pt x="2598419" y="461010"/>
                </a:lnTo>
                <a:lnTo>
                  <a:pt x="2598419" y="464629"/>
                </a:lnTo>
                <a:lnTo>
                  <a:pt x="1084516" y="464629"/>
                </a:lnTo>
                <a:lnTo>
                  <a:pt x="1083310" y="464820"/>
                </a:lnTo>
                <a:lnTo>
                  <a:pt x="1083945" y="464820"/>
                </a:lnTo>
                <a:lnTo>
                  <a:pt x="244928" y="744562"/>
                </a:lnTo>
                <a:close/>
              </a:path>
              <a:path w="2598420" h="749935">
                <a:moveTo>
                  <a:pt x="2598419" y="461010"/>
                </a:moveTo>
                <a:lnTo>
                  <a:pt x="2590800" y="461010"/>
                </a:lnTo>
                <a:lnTo>
                  <a:pt x="2594610" y="457200"/>
                </a:lnTo>
                <a:lnTo>
                  <a:pt x="2598419" y="457200"/>
                </a:lnTo>
                <a:lnTo>
                  <a:pt x="2598419" y="461010"/>
                </a:lnTo>
                <a:close/>
              </a:path>
              <a:path w="2598420" h="749935">
                <a:moveTo>
                  <a:pt x="229692" y="749642"/>
                </a:moveTo>
                <a:lnTo>
                  <a:pt x="432485" y="458825"/>
                </a:lnTo>
                <a:lnTo>
                  <a:pt x="435610" y="464820"/>
                </a:lnTo>
                <a:lnTo>
                  <a:pt x="437598" y="464820"/>
                </a:lnTo>
                <a:lnTo>
                  <a:pt x="249093" y="735135"/>
                </a:lnTo>
                <a:lnTo>
                  <a:pt x="238188" y="738771"/>
                </a:lnTo>
                <a:lnTo>
                  <a:pt x="242519" y="744562"/>
                </a:lnTo>
                <a:lnTo>
                  <a:pt x="244928" y="744562"/>
                </a:lnTo>
                <a:lnTo>
                  <a:pt x="229692" y="749642"/>
                </a:lnTo>
                <a:close/>
              </a:path>
              <a:path w="2598420" h="749935">
                <a:moveTo>
                  <a:pt x="437598" y="464820"/>
                </a:moveTo>
                <a:lnTo>
                  <a:pt x="435610" y="464820"/>
                </a:lnTo>
                <a:lnTo>
                  <a:pt x="432485" y="458825"/>
                </a:lnTo>
                <a:lnTo>
                  <a:pt x="441778" y="458825"/>
                </a:lnTo>
                <a:lnTo>
                  <a:pt x="437598" y="464820"/>
                </a:lnTo>
                <a:close/>
              </a:path>
              <a:path w="2598420" h="749935">
                <a:moveTo>
                  <a:pt x="1083945" y="464820"/>
                </a:moveTo>
                <a:lnTo>
                  <a:pt x="1083310" y="464820"/>
                </a:lnTo>
                <a:lnTo>
                  <a:pt x="1084516" y="464629"/>
                </a:lnTo>
                <a:lnTo>
                  <a:pt x="1083945" y="464820"/>
                </a:lnTo>
                <a:close/>
              </a:path>
              <a:path w="2598420" h="749935">
                <a:moveTo>
                  <a:pt x="2598419" y="464820"/>
                </a:moveTo>
                <a:lnTo>
                  <a:pt x="1083945" y="464820"/>
                </a:lnTo>
                <a:lnTo>
                  <a:pt x="1084516" y="464629"/>
                </a:lnTo>
                <a:lnTo>
                  <a:pt x="2598419" y="464629"/>
                </a:lnTo>
                <a:lnTo>
                  <a:pt x="2598419" y="464820"/>
                </a:lnTo>
                <a:close/>
              </a:path>
              <a:path w="2598420" h="749935">
                <a:moveTo>
                  <a:pt x="242519" y="744562"/>
                </a:moveTo>
                <a:lnTo>
                  <a:pt x="238188" y="738771"/>
                </a:lnTo>
                <a:lnTo>
                  <a:pt x="249093" y="735135"/>
                </a:lnTo>
                <a:lnTo>
                  <a:pt x="242519" y="744562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01954" y="1433702"/>
            <a:ext cx="8311515" cy="270764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71450" marR="3865245" indent="-171450" algn="r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171450" algn="l"/>
              </a:tabLst>
            </a:pPr>
            <a:r>
              <a:rPr sz="2800" dirty="0">
                <a:latin typeface="宋体"/>
                <a:cs typeface="宋体"/>
              </a:rPr>
              <a:t>一维数组元素的使用方</a:t>
            </a:r>
            <a:r>
              <a:rPr sz="2800" spc="-5" dirty="0">
                <a:latin typeface="宋体"/>
                <a:cs typeface="宋体"/>
              </a:rPr>
              <a:t>式</a:t>
            </a:r>
            <a:endParaRPr sz="2800">
              <a:latin typeface="宋体"/>
              <a:cs typeface="宋体"/>
            </a:endParaRPr>
          </a:p>
          <a:p>
            <a:pPr marR="3846195" algn="r">
              <a:lnSpc>
                <a:spcPct val="100000"/>
              </a:lnSpc>
              <a:spcBef>
                <a:spcPts val="409"/>
              </a:spcBef>
            </a:pPr>
            <a:r>
              <a:rPr sz="2800" spc="-5" dirty="0">
                <a:latin typeface="宋体"/>
                <a:cs typeface="宋体"/>
              </a:rPr>
              <a:t>             </a:t>
            </a:r>
            <a:r>
              <a:rPr sz="2800" dirty="0">
                <a:solidFill>
                  <a:srgbClr val="967A2C"/>
                </a:solidFill>
                <a:latin typeface="宋体"/>
                <a:cs typeface="宋体"/>
              </a:rPr>
              <a:t>数组名</a:t>
            </a:r>
            <a:r>
              <a:rPr sz="2800" spc="-5" dirty="0">
                <a:solidFill>
                  <a:srgbClr val="967A2C"/>
                </a:solidFill>
                <a:latin typeface="宋体"/>
                <a:cs typeface="宋体"/>
              </a:rPr>
              <a:t>[</a:t>
            </a:r>
            <a:r>
              <a:rPr sz="2800" dirty="0">
                <a:solidFill>
                  <a:srgbClr val="967A2C"/>
                </a:solidFill>
                <a:latin typeface="宋体"/>
                <a:cs typeface="宋体"/>
              </a:rPr>
              <a:t>下标</a:t>
            </a:r>
            <a:r>
              <a:rPr sz="2800" spc="-5" dirty="0">
                <a:solidFill>
                  <a:srgbClr val="967A2C"/>
                </a:solidFill>
                <a:latin typeface="宋体"/>
                <a:cs typeface="宋体"/>
              </a:rPr>
              <a:t>]</a:t>
            </a:r>
            <a:endParaRPr sz="2800">
              <a:latin typeface="宋体"/>
              <a:cs typeface="宋体"/>
            </a:endParaRPr>
          </a:p>
          <a:p>
            <a:pPr marL="527050" marR="309245" indent="-171450">
              <a:lnSpc>
                <a:spcPts val="3020"/>
              </a:lnSpc>
              <a:spcBef>
                <a:spcPts val="420"/>
              </a:spcBef>
              <a:buFont typeface="Arial"/>
              <a:buChar char="•"/>
              <a:tabLst>
                <a:tab pos="527050" algn="l"/>
              </a:tabLst>
            </a:pPr>
            <a:r>
              <a:rPr sz="2800" dirty="0">
                <a:latin typeface="宋体"/>
                <a:cs typeface="宋体"/>
              </a:rPr>
              <a:t>下标必须是整型或者可以转化成整型的量。</a:t>
            </a:r>
            <a:r>
              <a:rPr sz="2800" dirty="0">
                <a:solidFill>
                  <a:srgbClr val="FF0000"/>
                </a:solidFill>
                <a:latin typeface="宋体"/>
                <a:cs typeface="宋体"/>
              </a:rPr>
              <a:t>下</a:t>
            </a:r>
            <a:r>
              <a:rPr sz="2800" spc="-5" dirty="0">
                <a:solidFill>
                  <a:srgbClr val="FF0000"/>
                </a:solidFill>
                <a:latin typeface="宋体"/>
                <a:cs typeface="宋体"/>
              </a:rPr>
              <a:t>标 </a:t>
            </a:r>
            <a:r>
              <a:rPr sz="2800" dirty="0">
                <a:solidFill>
                  <a:srgbClr val="FF0000"/>
                </a:solidFill>
                <a:latin typeface="宋体"/>
                <a:cs typeface="宋体"/>
              </a:rPr>
              <a:t>的取值范围：从</a:t>
            </a:r>
            <a:r>
              <a:rPr sz="2800" spc="-5" dirty="0">
                <a:solidFill>
                  <a:srgbClr val="FF0000"/>
                </a:solidFill>
                <a:latin typeface="宋体"/>
                <a:cs typeface="宋体"/>
              </a:rPr>
              <a:t>0</a:t>
            </a:r>
            <a:r>
              <a:rPr sz="2800" dirty="0">
                <a:solidFill>
                  <a:srgbClr val="FF0000"/>
                </a:solidFill>
                <a:latin typeface="宋体"/>
                <a:cs typeface="宋体"/>
              </a:rPr>
              <a:t>开始到数组的长度减</a:t>
            </a:r>
            <a:r>
              <a:rPr sz="2800" spc="-5" dirty="0">
                <a:solidFill>
                  <a:srgbClr val="FF0000"/>
                </a:solidFill>
                <a:latin typeface="宋体"/>
                <a:cs typeface="宋体"/>
              </a:rPr>
              <a:t>1。</a:t>
            </a:r>
            <a:endParaRPr sz="2800">
              <a:latin typeface="宋体"/>
              <a:cs typeface="宋体"/>
            </a:endParaRPr>
          </a:p>
          <a:p>
            <a:pPr marL="355600">
              <a:lnSpc>
                <a:spcPts val="3350"/>
              </a:lnSpc>
            </a:pPr>
            <a:r>
              <a:rPr sz="2800" spc="-5" dirty="0">
                <a:solidFill>
                  <a:srgbClr val="0066FF"/>
                </a:solidFill>
                <a:latin typeface="宋体"/>
                <a:cs typeface="宋体"/>
              </a:rPr>
              <a:t>     </a:t>
            </a:r>
            <a:r>
              <a:rPr sz="2800" spc="-5" dirty="0">
                <a:solidFill>
                  <a:srgbClr val="967A2C"/>
                </a:solidFill>
                <a:latin typeface="宋体"/>
                <a:cs typeface="宋体"/>
              </a:rPr>
              <a:t>例如,</a:t>
            </a:r>
            <a:r>
              <a:rPr sz="2800" spc="-10" dirty="0">
                <a:solidFill>
                  <a:srgbClr val="967A2C"/>
                </a:solidFill>
                <a:latin typeface="宋体"/>
                <a:cs typeface="宋体"/>
              </a:rPr>
              <a:t> </a:t>
            </a:r>
            <a:r>
              <a:rPr sz="2800" spc="-5" dirty="0">
                <a:solidFill>
                  <a:srgbClr val="967A2C"/>
                </a:solidFill>
                <a:latin typeface="宋体"/>
                <a:cs typeface="宋体"/>
              </a:rPr>
              <a:t>int</a:t>
            </a:r>
            <a:r>
              <a:rPr sz="2800" spc="1380" dirty="0">
                <a:solidFill>
                  <a:srgbClr val="967A2C"/>
                </a:solidFill>
                <a:latin typeface="宋体"/>
                <a:cs typeface="宋体"/>
              </a:rPr>
              <a:t> </a:t>
            </a:r>
            <a:r>
              <a:rPr sz="2800" spc="-5" dirty="0">
                <a:solidFill>
                  <a:srgbClr val="967A2C"/>
                </a:solidFill>
                <a:latin typeface="宋体"/>
                <a:cs typeface="宋体"/>
              </a:rPr>
              <a:t>intArray=new</a:t>
            </a:r>
            <a:r>
              <a:rPr sz="2800" spc="1385" dirty="0">
                <a:solidFill>
                  <a:srgbClr val="967A2C"/>
                </a:solidFill>
                <a:latin typeface="宋体"/>
                <a:cs typeface="宋体"/>
              </a:rPr>
              <a:t> </a:t>
            </a:r>
            <a:r>
              <a:rPr sz="2800" spc="-225" dirty="0">
                <a:solidFill>
                  <a:srgbClr val="967A2C"/>
                </a:solidFill>
                <a:latin typeface="宋体"/>
                <a:cs typeface="宋体"/>
              </a:rPr>
              <a:t>int[</a:t>
            </a:r>
            <a:r>
              <a:rPr sz="3000" spc="-337" baseline="2777" dirty="0">
                <a:solidFill>
                  <a:srgbClr val="0066FF"/>
                </a:solidFill>
                <a:latin typeface="Book Antiqua"/>
                <a:cs typeface="Book Antiqua"/>
              </a:rPr>
              <a:t>in</a:t>
            </a:r>
            <a:r>
              <a:rPr sz="2800" spc="-225" dirty="0">
                <a:solidFill>
                  <a:srgbClr val="967A2C"/>
                </a:solidFill>
                <a:latin typeface="宋体"/>
                <a:cs typeface="宋体"/>
              </a:rPr>
              <a:t>5</a:t>
            </a:r>
            <a:r>
              <a:rPr sz="3000" spc="-337" baseline="2777" dirty="0">
                <a:solidFill>
                  <a:srgbClr val="0066FF"/>
                </a:solidFill>
                <a:latin typeface="Book Antiqua"/>
                <a:cs typeface="Book Antiqua"/>
              </a:rPr>
              <a:t>tA</a:t>
            </a:r>
            <a:r>
              <a:rPr sz="2800" spc="-225" dirty="0">
                <a:solidFill>
                  <a:srgbClr val="967A2C"/>
                </a:solidFill>
                <a:latin typeface="宋体"/>
                <a:cs typeface="宋体"/>
              </a:rPr>
              <a:t>]</a:t>
            </a:r>
            <a:r>
              <a:rPr sz="3000" spc="-337" baseline="2777" dirty="0">
                <a:solidFill>
                  <a:srgbClr val="0066FF"/>
                </a:solidFill>
                <a:latin typeface="Book Antiqua"/>
                <a:cs typeface="Book Antiqua"/>
              </a:rPr>
              <a:t>r</a:t>
            </a:r>
            <a:r>
              <a:rPr sz="2800" spc="-225" dirty="0">
                <a:solidFill>
                  <a:srgbClr val="967A2C"/>
                </a:solidFill>
                <a:latin typeface="宋体"/>
                <a:cs typeface="宋体"/>
              </a:rPr>
              <a:t>;</a:t>
            </a:r>
            <a:r>
              <a:rPr sz="3000" spc="-337" baseline="2777" dirty="0">
                <a:solidFill>
                  <a:srgbClr val="0066FF"/>
                </a:solidFill>
                <a:latin typeface="Book Antiqua"/>
                <a:cs typeface="Book Antiqua"/>
              </a:rPr>
              <a:t>ray[</a:t>
            </a:r>
            <a:r>
              <a:rPr sz="3000" spc="-337" baseline="2777" dirty="0">
                <a:solidFill>
                  <a:srgbClr val="ED7A07"/>
                </a:solidFill>
                <a:latin typeface="Book Antiqua"/>
                <a:cs typeface="Book Antiqua"/>
              </a:rPr>
              <a:t>length-1</a:t>
            </a:r>
            <a:r>
              <a:rPr sz="3000" spc="-337" baseline="2777" dirty="0">
                <a:solidFill>
                  <a:srgbClr val="0066FF"/>
                </a:solidFill>
                <a:latin typeface="Book Antiqua"/>
                <a:cs typeface="Book Antiqua"/>
              </a:rPr>
              <a:t>]</a:t>
            </a:r>
            <a:endParaRPr sz="3000" baseline="2777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800" spc="-5" dirty="0">
                <a:solidFill>
                  <a:srgbClr val="967A2C"/>
                </a:solidFill>
                <a:latin typeface="宋体"/>
                <a:cs typeface="宋体"/>
              </a:rPr>
              <a:t>           intArray[0],</a:t>
            </a:r>
            <a:r>
              <a:rPr sz="2800" spc="-10" dirty="0">
                <a:solidFill>
                  <a:srgbClr val="967A2C"/>
                </a:solidFill>
                <a:latin typeface="宋体"/>
                <a:cs typeface="宋体"/>
              </a:rPr>
              <a:t> </a:t>
            </a:r>
            <a:r>
              <a:rPr sz="2800" spc="-5" dirty="0">
                <a:solidFill>
                  <a:srgbClr val="967A2C"/>
                </a:solidFill>
                <a:latin typeface="宋体"/>
                <a:cs typeface="宋体"/>
              </a:rPr>
              <a:t>intArray[1],…., 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980688" y="4120896"/>
            <a:ext cx="2292350" cy="477520"/>
          </a:xfrm>
          <a:custGeom>
            <a:avLst/>
            <a:gdLst/>
            <a:ahLst/>
            <a:cxnLst/>
            <a:rect l="l" t="t" r="r" b="b"/>
            <a:pathLst>
              <a:path w="2292350" h="477520">
                <a:moveTo>
                  <a:pt x="2220467" y="423671"/>
                </a:moveTo>
                <a:lnTo>
                  <a:pt x="70103" y="423671"/>
                </a:lnTo>
                <a:lnTo>
                  <a:pt x="43000" y="418190"/>
                </a:lnTo>
                <a:lnTo>
                  <a:pt x="20742" y="403078"/>
                </a:lnTo>
                <a:lnTo>
                  <a:pt x="5670" y="380623"/>
                </a:lnTo>
                <a:lnTo>
                  <a:pt x="126" y="353110"/>
                </a:lnTo>
                <a:lnTo>
                  <a:pt x="0" y="70103"/>
                </a:lnTo>
                <a:lnTo>
                  <a:pt x="5617" y="42712"/>
                </a:lnTo>
                <a:lnTo>
                  <a:pt x="20726" y="20345"/>
                </a:lnTo>
                <a:lnTo>
                  <a:pt x="42998" y="5331"/>
                </a:lnTo>
                <a:lnTo>
                  <a:pt x="70103" y="0"/>
                </a:lnTo>
                <a:lnTo>
                  <a:pt x="2220467" y="0"/>
                </a:lnTo>
                <a:lnTo>
                  <a:pt x="2248383" y="5331"/>
                </a:lnTo>
                <a:lnTo>
                  <a:pt x="2271083" y="20345"/>
                </a:lnTo>
                <a:lnTo>
                  <a:pt x="2286383" y="42712"/>
                </a:lnTo>
                <a:lnTo>
                  <a:pt x="2292096" y="70103"/>
                </a:lnTo>
                <a:lnTo>
                  <a:pt x="2292096" y="246887"/>
                </a:lnTo>
                <a:lnTo>
                  <a:pt x="2291848" y="353110"/>
                </a:lnTo>
                <a:lnTo>
                  <a:pt x="2292096" y="353567"/>
                </a:lnTo>
                <a:lnTo>
                  <a:pt x="2286383" y="380816"/>
                </a:lnTo>
                <a:lnTo>
                  <a:pt x="2271083" y="403136"/>
                </a:lnTo>
                <a:lnTo>
                  <a:pt x="2248383" y="418197"/>
                </a:lnTo>
                <a:lnTo>
                  <a:pt x="2220467" y="423671"/>
                </a:lnTo>
                <a:close/>
              </a:path>
              <a:path w="2292350" h="477520">
                <a:moveTo>
                  <a:pt x="0" y="353567"/>
                </a:moveTo>
                <a:lnTo>
                  <a:pt x="0" y="353110"/>
                </a:lnTo>
                <a:lnTo>
                  <a:pt x="0" y="353567"/>
                </a:lnTo>
                <a:close/>
              </a:path>
              <a:path w="2292350" h="477520">
                <a:moveTo>
                  <a:pt x="669036" y="477012"/>
                </a:moveTo>
                <a:lnTo>
                  <a:pt x="382524" y="423671"/>
                </a:lnTo>
                <a:lnTo>
                  <a:pt x="955548" y="423671"/>
                </a:lnTo>
                <a:lnTo>
                  <a:pt x="669036" y="477012"/>
                </a:lnTo>
                <a:close/>
              </a:path>
            </a:pathLst>
          </a:custGeom>
          <a:solidFill>
            <a:srgbClr val="A1A1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974566" y="4114165"/>
            <a:ext cx="2304415" cy="488950"/>
          </a:xfrm>
          <a:custGeom>
            <a:avLst/>
            <a:gdLst/>
            <a:ahLst/>
            <a:cxnLst/>
            <a:rect l="l" t="t" r="r" b="b"/>
            <a:pathLst>
              <a:path w="2304415" h="488950">
                <a:moveTo>
                  <a:pt x="2242794" y="1270"/>
                </a:moveTo>
                <a:lnTo>
                  <a:pt x="61417" y="1270"/>
                </a:lnTo>
                <a:lnTo>
                  <a:pt x="65214" y="0"/>
                </a:lnTo>
                <a:lnTo>
                  <a:pt x="2238997" y="0"/>
                </a:lnTo>
                <a:lnTo>
                  <a:pt x="2242794" y="1270"/>
                </a:lnTo>
                <a:close/>
              </a:path>
              <a:path w="2304415" h="488950">
                <a:moveTo>
                  <a:pt x="674674" y="488950"/>
                </a:moveTo>
                <a:lnTo>
                  <a:pt x="387045" y="435610"/>
                </a:lnTo>
                <a:lnTo>
                  <a:pt x="65214" y="435610"/>
                </a:lnTo>
                <a:lnTo>
                  <a:pt x="61417" y="434339"/>
                </a:lnTo>
                <a:lnTo>
                  <a:pt x="57696" y="434339"/>
                </a:lnTo>
                <a:lnTo>
                  <a:pt x="50457" y="431800"/>
                </a:lnTo>
                <a:lnTo>
                  <a:pt x="43535" y="429260"/>
                </a:lnTo>
                <a:lnTo>
                  <a:pt x="40208" y="426720"/>
                </a:lnTo>
                <a:lnTo>
                  <a:pt x="36982" y="425450"/>
                </a:lnTo>
                <a:lnTo>
                  <a:pt x="33794" y="422910"/>
                </a:lnTo>
                <a:lnTo>
                  <a:pt x="27927" y="419100"/>
                </a:lnTo>
                <a:lnTo>
                  <a:pt x="22453" y="414020"/>
                </a:lnTo>
                <a:lnTo>
                  <a:pt x="17487" y="407670"/>
                </a:lnTo>
                <a:lnTo>
                  <a:pt x="13093" y="402589"/>
                </a:lnTo>
                <a:lnTo>
                  <a:pt x="11048" y="398779"/>
                </a:lnTo>
                <a:lnTo>
                  <a:pt x="9194" y="396239"/>
                </a:lnTo>
                <a:lnTo>
                  <a:pt x="7492" y="392429"/>
                </a:lnTo>
                <a:lnTo>
                  <a:pt x="5956" y="388620"/>
                </a:lnTo>
                <a:lnTo>
                  <a:pt x="4571" y="386079"/>
                </a:lnTo>
                <a:lnTo>
                  <a:pt x="0" y="363220"/>
                </a:lnTo>
                <a:lnTo>
                  <a:pt x="0" y="72389"/>
                </a:lnTo>
                <a:lnTo>
                  <a:pt x="5956" y="46989"/>
                </a:lnTo>
                <a:lnTo>
                  <a:pt x="7492" y="43179"/>
                </a:lnTo>
                <a:lnTo>
                  <a:pt x="9194" y="39370"/>
                </a:lnTo>
                <a:lnTo>
                  <a:pt x="11048" y="36829"/>
                </a:lnTo>
                <a:lnTo>
                  <a:pt x="13093" y="33020"/>
                </a:lnTo>
                <a:lnTo>
                  <a:pt x="17487" y="27939"/>
                </a:lnTo>
                <a:lnTo>
                  <a:pt x="22453" y="21589"/>
                </a:lnTo>
                <a:lnTo>
                  <a:pt x="27927" y="16510"/>
                </a:lnTo>
                <a:lnTo>
                  <a:pt x="33794" y="12700"/>
                </a:lnTo>
                <a:lnTo>
                  <a:pt x="36982" y="10160"/>
                </a:lnTo>
                <a:lnTo>
                  <a:pt x="40208" y="8889"/>
                </a:lnTo>
                <a:lnTo>
                  <a:pt x="43535" y="6350"/>
                </a:lnTo>
                <a:lnTo>
                  <a:pt x="50457" y="3810"/>
                </a:lnTo>
                <a:lnTo>
                  <a:pt x="57696" y="1270"/>
                </a:lnTo>
                <a:lnTo>
                  <a:pt x="2246515" y="1270"/>
                </a:lnTo>
                <a:lnTo>
                  <a:pt x="2253754" y="3810"/>
                </a:lnTo>
                <a:lnTo>
                  <a:pt x="2260676" y="6350"/>
                </a:lnTo>
                <a:lnTo>
                  <a:pt x="2264003" y="8889"/>
                </a:lnTo>
                <a:lnTo>
                  <a:pt x="2267229" y="10160"/>
                </a:lnTo>
                <a:lnTo>
                  <a:pt x="2270417" y="12700"/>
                </a:lnTo>
                <a:lnTo>
                  <a:pt x="67297" y="12700"/>
                </a:lnTo>
                <a:lnTo>
                  <a:pt x="63804" y="13970"/>
                </a:lnTo>
                <a:lnTo>
                  <a:pt x="61010" y="13970"/>
                </a:lnTo>
                <a:lnTo>
                  <a:pt x="57657" y="15239"/>
                </a:lnTo>
                <a:lnTo>
                  <a:pt x="57950" y="15239"/>
                </a:lnTo>
                <a:lnTo>
                  <a:pt x="54673" y="16510"/>
                </a:lnTo>
                <a:lnTo>
                  <a:pt x="52044" y="16510"/>
                </a:lnTo>
                <a:lnTo>
                  <a:pt x="50476" y="17779"/>
                </a:lnTo>
                <a:lnTo>
                  <a:pt x="49187" y="17779"/>
                </a:lnTo>
                <a:lnTo>
                  <a:pt x="46139" y="20320"/>
                </a:lnTo>
                <a:lnTo>
                  <a:pt x="46405" y="20320"/>
                </a:lnTo>
                <a:lnTo>
                  <a:pt x="43446" y="21589"/>
                </a:lnTo>
                <a:lnTo>
                  <a:pt x="43713" y="21589"/>
                </a:lnTo>
                <a:lnTo>
                  <a:pt x="40843" y="22860"/>
                </a:lnTo>
                <a:lnTo>
                  <a:pt x="41224" y="22860"/>
                </a:lnTo>
                <a:lnTo>
                  <a:pt x="35775" y="26670"/>
                </a:lnTo>
                <a:lnTo>
                  <a:pt x="36245" y="26670"/>
                </a:lnTo>
                <a:lnTo>
                  <a:pt x="32483" y="30479"/>
                </a:lnTo>
                <a:lnTo>
                  <a:pt x="31648" y="30479"/>
                </a:lnTo>
                <a:lnTo>
                  <a:pt x="27089" y="35560"/>
                </a:lnTo>
                <a:lnTo>
                  <a:pt x="27482" y="35560"/>
                </a:lnTo>
                <a:lnTo>
                  <a:pt x="23406" y="40639"/>
                </a:lnTo>
                <a:lnTo>
                  <a:pt x="23672" y="40639"/>
                </a:lnTo>
                <a:lnTo>
                  <a:pt x="21831" y="43179"/>
                </a:lnTo>
                <a:lnTo>
                  <a:pt x="21983" y="43179"/>
                </a:lnTo>
                <a:lnTo>
                  <a:pt x="20281" y="45720"/>
                </a:lnTo>
                <a:lnTo>
                  <a:pt x="20434" y="45720"/>
                </a:lnTo>
                <a:lnTo>
                  <a:pt x="18872" y="48260"/>
                </a:lnTo>
                <a:lnTo>
                  <a:pt x="18059" y="50800"/>
                </a:lnTo>
                <a:lnTo>
                  <a:pt x="17716" y="50800"/>
                </a:lnTo>
                <a:lnTo>
                  <a:pt x="16446" y="54610"/>
                </a:lnTo>
                <a:lnTo>
                  <a:pt x="15443" y="57150"/>
                </a:lnTo>
                <a:lnTo>
                  <a:pt x="14897" y="59689"/>
                </a:lnTo>
                <a:lnTo>
                  <a:pt x="14655" y="59689"/>
                </a:lnTo>
                <a:lnTo>
                  <a:pt x="13868" y="63500"/>
                </a:lnTo>
                <a:lnTo>
                  <a:pt x="13517" y="66039"/>
                </a:lnTo>
                <a:lnTo>
                  <a:pt x="13360" y="66039"/>
                </a:lnTo>
                <a:lnTo>
                  <a:pt x="12915" y="69850"/>
                </a:lnTo>
                <a:lnTo>
                  <a:pt x="12763" y="72389"/>
                </a:lnTo>
                <a:lnTo>
                  <a:pt x="12763" y="363220"/>
                </a:lnTo>
                <a:lnTo>
                  <a:pt x="12941" y="365760"/>
                </a:lnTo>
                <a:lnTo>
                  <a:pt x="13360" y="369570"/>
                </a:lnTo>
                <a:lnTo>
                  <a:pt x="13517" y="369570"/>
                </a:lnTo>
                <a:lnTo>
                  <a:pt x="13931" y="372110"/>
                </a:lnTo>
                <a:lnTo>
                  <a:pt x="14655" y="375920"/>
                </a:lnTo>
                <a:lnTo>
                  <a:pt x="14897" y="375920"/>
                </a:lnTo>
                <a:lnTo>
                  <a:pt x="15532" y="378460"/>
                </a:lnTo>
                <a:lnTo>
                  <a:pt x="16548" y="381000"/>
                </a:lnTo>
                <a:lnTo>
                  <a:pt x="17716" y="384810"/>
                </a:lnTo>
                <a:lnTo>
                  <a:pt x="18059" y="384810"/>
                </a:lnTo>
                <a:lnTo>
                  <a:pt x="18999" y="387350"/>
                </a:lnTo>
                <a:lnTo>
                  <a:pt x="20434" y="389889"/>
                </a:lnTo>
                <a:lnTo>
                  <a:pt x="20281" y="389889"/>
                </a:lnTo>
                <a:lnTo>
                  <a:pt x="21983" y="392429"/>
                </a:lnTo>
                <a:lnTo>
                  <a:pt x="21831" y="392429"/>
                </a:lnTo>
                <a:lnTo>
                  <a:pt x="23672" y="394970"/>
                </a:lnTo>
                <a:lnTo>
                  <a:pt x="23406" y="394970"/>
                </a:lnTo>
                <a:lnTo>
                  <a:pt x="27482" y="400050"/>
                </a:lnTo>
                <a:lnTo>
                  <a:pt x="27089" y="400050"/>
                </a:lnTo>
                <a:lnTo>
                  <a:pt x="31648" y="405129"/>
                </a:lnTo>
                <a:lnTo>
                  <a:pt x="31229" y="405129"/>
                </a:lnTo>
                <a:lnTo>
                  <a:pt x="36245" y="408939"/>
                </a:lnTo>
                <a:lnTo>
                  <a:pt x="35775" y="408939"/>
                </a:lnTo>
                <a:lnTo>
                  <a:pt x="41224" y="412750"/>
                </a:lnTo>
                <a:lnTo>
                  <a:pt x="40843" y="412750"/>
                </a:lnTo>
                <a:lnTo>
                  <a:pt x="43713" y="414020"/>
                </a:lnTo>
                <a:lnTo>
                  <a:pt x="43446" y="414020"/>
                </a:lnTo>
                <a:lnTo>
                  <a:pt x="46405" y="415289"/>
                </a:lnTo>
                <a:lnTo>
                  <a:pt x="46139" y="415289"/>
                </a:lnTo>
                <a:lnTo>
                  <a:pt x="49187" y="417829"/>
                </a:lnTo>
                <a:lnTo>
                  <a:pt x="50476" y="417829"/>
                </a:lnTo>
                <a:lnTo>
                  <a:pt x="52044" y="419100"/>
                </a:lnTo>
                <a:lnTo>
                  <a:pt x="54673" y="419100"/>
                </a:lnTo>
                <a:lnTo>
                  <a:pt x="57950" y="420370"/>
                </a:lnTo>
                <a:lnTo>
                  <a:pt x="57657" y="420370"/>
                </a:lnTo>
                <a:lnTo>
                  <a:pt x="61010" y="421639"/>
                </a:lnTo>
                <a:lnTo>
                  <a:pt x="60705" y="421639"/>
                </a:lnTo>
                <a:lnTo>
                  <a:pt x="64122" y="422910"/>
                </a:lnTo>
                <a:lnTo>
                  <a:pt x="73469" y="422910"/>
                </a:lnTo>
                <a:lnTo>
                  <a:pt x="77101" y="424179"/>
                </a:lnTo>
                <a:lnTo>
                  <a:pt x="388785" y="424179"/>
                </a:lnTo>
                <a:lnTo>
                  <a:pt x="674674" y="476040"/>
                </a:lnTo>
                <a:lnTo>
                  <a:pt x="673519" y="476250"/>
                </a:lnTo>
                <a:lnTo>
                  <a:pt x="743151" y="476250"/>
                </a:lnTo>
                <a:lnTo>
                  <a:pt x="674674" y="488950"/>
                </a:lnTo>
                <a:close/>
              </a:path>
              <a:path w="2304415" h="488950">
                <a:moveTo>
                  <a:pt x="2255304" y="19050"/>
                </a:moveTo>
                <a:lnTo>
                  <a:pt x="2252167" y="16510"/>
                </a:lnTo>
                <a:lnTo>
                  <a:pt x="2249538" y="16510"/>
                </a:lnTo>
                <a:lnTo>
                  <a:pt x="2246261" y="15239"/>
                </a:lnTo>
                <a:lnTo>
                  <a:pt x="2246553" y="15239"/>
                </a:lnTo>
                <a:lnTo>
                  <a:pt x="2243201" y="13970"/>
                </a:lnTo>
                <a:lnTo>
                  <a:pt x="2240394" y="13970"/>
                </a:lnTo>
                <a:lnTo>
                  <a:pt x="2236914" y="12700"/>
                </a:lnTo>
                <a:lnTo>
                  <a:pt x="2270417" y="12700"/>
                </a:lnTo>
                <a:lnTo>
                  <a:pt x="2276284" y="16510"/>
                </a:lnTo>
                <a:lnTo>
                  <a:pt x="2277652" y="17779"/>
                </a:lnTo>
                <a:lnTo>
                  <a:pt x="2255024" y="17779"/>
                </a:lnTo>
                <a:lnTo>
                  <a:pt x="2255304" y="19050"/>
                </a:lnTo>
                <a:close/>
              </a:path>
              <a:path w="2304415" h="488950">
                <a:moveTo>
                  <a:pt x="51752" y="17779"/>
                </a:moveTo>
                <a:lnTo>
                  <a:pt x="52044" y="16510"/>
                </a:lnTo>
                <a:lnTo>
                  <a:pt x="54965" y="16510"/>
                </a:lnTo>
                <a:lnTo>
                  <a:pt x="51752" y="17779"/>
                </a:lnTo>
                <a:close/>
              </a:path>
              <a:path w="2304415" h="488950">
                <a:moveTo>
                  <a:pt x="2252459" y="17779"/>
                </a:moveTo>
                <a:lnTo>
                  <a:pt x="2249246" y="16510"/>
                </a:lnTo>
                <a:lnTo>
                  <a:pt x="2252167" y="16510"/>
                </a:lnTo>
                <a:lnTo>
                  <a:pt x="2252459" y="17779"/>
                </a:lnTo>
                <a:close/>
              </a:path>
              <a:path w="2304415" h="488950">
                <a:moveTo>
                  <a:pt x="48907" y="19050"/>
                </a:moveTo>
                <a:lnTo>
                  <a:pt x="49187" y="17779"/>
                </a:lnTo>
                <a:lnTo>
                  <a:pt x="50476" y="17779"/>
                </a:lnTo>
                <a:lnTo>
                  <a:pt x="48907" y="19050"/>
                </a:lnTo>
                <a:close/>
              </a:path>
              <a:path w="2304415" h="488950">
                <a:moveTo>
                  <a:pt x="2272982" y="31750"/>
                </a:moveTo>
                <a:lnTo>
                  <a:pt x="2267966" y="26670"/>
                </a:lnTo>
                <a:lnTo>
                  <a:pt x="2268435" y="26670"/>
                </a:lnTo>
                <a:lnTo>
                  <a:pt x="2262987" y="22860"/>
                </a:lnTo>
                <a:lnTo>
                  <a:pt x="2263368" y="22860"/>
                </a:lnTo>
                <a:lnTo>
                  <a:pt x="2260498" y="21589"/>
                </a:lnTo>
                <a:lnTo>
                  <a:pt x="2260765" y="21589"/>
                </a:lnTo>
                <a:lnTo>
                  <a:pt x="2257805" y="20320"/>
                </a:lnTo>
                <a:lnTo>
                  <a:pt x="2258072" y="20320"/>
                </a:lnTo>
                <a:lnTo>
                  <a:pt x="2255024" y="17779"/>
                </a:lnTo>
                <a:lnTo>
                  <a:pt x="2277652" y="17779"/>
                </a:lnTo>
                <a:lnTo>
                  <a:pt x="2281758" y="21589"/>
                </a:lnTo>
                <a:lnTo>
                  <a:pt x="2286723" y="27939"/>
                </a:lnTo>
                <a:lnTo>
                  <a:pt x="2288920" y="30479"/>
                </a:lnTo>
                <a:lnTo>
                  <a:pt x="2272563" y="30479"/>
                </a:lnTo>
                <a:lnTo>
                  <a:pt x="2272982" y="31750"/>
                </a:lnTo>
                <a:close/>
              </a:path>
              <a:path w="2304415" h="488950">
                <a:moveTo>
                  <a:pt x="31229" y="31750"/>
                </a:moveTo>
                <a:lnTo>
                  <a:pt x="31648" y="30479"/>
                </a:lnTo>
                <a:lnTo>
                  <a:pt x="32483" y="30479"/>
                </a:lnTo>
                <a:lnTo>
                  <a:pt x="31229" y="31750"/>
                </a:lnTo>
                <a:close/>
              </a:path>
              <a:path w="2304415" h="488950">
                <a:moveTo>
                  <a:pt x="2286622" y="52070"/>
                </a:moveTo>
                <a:lnTo>
                  <a:pt x="2285199" y="48260"/>
                </a:lnTo>
                <a:lnTo>
                  <a:pt x="2285339" y="48260"/>
                </a:lnTo>
                <a:lnTo>
                  <a:pt x="2283777" y="45720"/>
                </a:lnTo>
                <a:lnTo>
                  <a:pt x="2283929" y="45720"/>
                </a:lnTo>
                <a:lnTo>
                  <a:pt x="2282228" y="43179"/>
                </a:lnTo>
                <a:lnTo>
                  <a:pt x="2282380" y="43179"/>
                </a:lnTo>
                <a:lnTo>
                  <a:pt x="2280539" y="40639"/>
                </a:lnTo>
                <a:lnTo>
                  <a:pt x="2280805" y="40639"/>
                </a:lnTo>
                <a:lnTo>
                  <a:pt x="2276729" y="35560"/>
                </a:lnTo>
                <a:lnTo>
                  <a:pt x="2277122" y="35560"/>
                </a:lnTo>
                <a:lnTo>
                  <a:pt x="2272563" y="30479"/>
                </a:lnTo>
                <a:lnTo>
                  <a:pt x="2288920" y="30479"/>
                </a:lnTo>
                <a:lnTo>
                  <a:pt x="2291118" y="33020"/>
                </a:lnTo>
                <a:lnTo>
                  <a:pt x="2293162" y="36829"/>
                </a:lnTo>
                <a:lnTo>
                  <a:pt x="2295016" y="39370"/>
                </a:lnTo>
                <a:lnTo>
                  <a:pt x="2296718" y="43179"/>
                </a:lnTo>
                <a:lnTo>
                  <a:pt x="2298255" y="46989"/>
                </a:lnTo>
                <a:lnTo>
                  <a:pt x="2299639" y="49529"/>
                </a:lnTo>
                <a:lnTo>
                  <a:pt x="2300041" y="50800"/>
                </a:lnTo>
                <a:lnTo>
                  <a:pt x="2286495" y="50800"/>
                </a:lnTo>
                <a:lnTo>
                  <a:pt x="2286622" y="52070"/>
                </a:lnTo>
                <a:close/>
              </a:path>
              <a:path w="2304415" h="488950">
                <a:moveTo>
                  <a:pt x="17589" y="52070"/>
                </a:moveTo>
                <a:lnTo>
                  <a:pt x="17716" y="50800"/>
                </a:lnTo>
                <a:lnTo>
                  <a:pt x="18059" y="50800"/>
                </a:lnTo>
                <a:lnTo>
                  <a:pt x="17589" y="52070"/>
                </a:lnTo>
                <a:close/>
              </a:path>
              <a:path w="2304415" h="488950">
                <a:moveTo>
                  <a:pt x="2289632" y="60960"/>
                </a:moveTo>
                <a:lnTo>
                  <a:pt x="2288679" y="57150"/>
                </a:lnTo>
                <a:lnTo>
                  <a:pt x="2287663" y="54610"/>
                </a:lnTo>
                <a:lnTo>
                  <a:pt x="2286495" y="50800"/>
                </a:lnTo>
                <a:lnTo>
                  <a:pt x="2300041" y="50800"/>
                </a:lnTo>
                <a:lnTo>
                  <a:pt x="2300846" y="53339"/>
                </a:lnTo>
                <a:lnTo>
                  <a:pt x="2301887" y="57150"/>
                </a:lnTo>
                <a:lnTo>
                  <a:pt x="2302463" y="59689"/>
                </a:lnTo>
                <a:lnTo>
                  <a:pt x="2289555" y="59689"/>
                </a:lnTo>
                <a:lnTo>
                  <a:pt x="2289632" y="60960"/>
                </a:lnTo>
                <a:close/>
              </a:path>
              <a:path w="2304415" h="488950">
                <a:moveTo>
                  <a:pt x="14579" y="60960"/>
                </a:moveTo>
                <a:lnTo>
                  <a:pt x="14655" y="59689"/>
                </a:lnTo>
                <a:lnTo>
                  <a:pt x="14897" y="59689"/>
                </a:lnTo>
                <a:lnTo>
                  <a:pt x="14579" y="60960"/>
                </a:lnTo>
                <a:close/>
              </a:path>
              <a:path w="2304415" h="488950">
                <a:moveTo>
                  <a:pt x="2290902" y="67310"/>
                </a:moveTo>
                <a:lnTo>
                  <a:pt x="2290279" y="63500"/>
                </a:lnTo>
                <a:lnTo>
                  <a:pt x="2289555" y="59689"/>
                </a:lnTo>
                <a:lnTo>
                  <a:pt x="2302463" y="59689"/>
                </a:lnTo>
                <a:lnTo>
                  <a:pt x="2302751" y="60960"/>
                </a:lnTo>
                <a:lnTo>
                  <a:pt x="2303424" y="64770"/>
                </a:lnTo>
                <a:lnTo>
                  <a:pt x="2303589" y="66039"/>
                </a:lnTo>
                <a:lnTo>
                  <a:pt x="2290851" y="66039"/>
                </a:lnTo>
                <a:lnTo>
                  <a:pt x="2290902" y="67310"/>
                </a:lnTo>
                <a:close/>
              </a:path>
              <a:path w="2304415" h="488950">
                <a:moveTo>
                  <a:pt x="13309" y="67310"/>
                </a:moveTo>
                <a:lnTo>
                  <a:pt x="13360" y="66039"/>
                </a:lnTo>
                <a:lnTo>
                  <a:pt x="13517" y="66039"/>
                </a:lnTo>
                <a:lnTo>
                  <a:pt x="13309" y="67310"/>
                </a:lnTo>
                <a:close/>
              </a:path>
              <a:path w="2304415" h="488950">
                <a:moveTo>
                  <a:pt x="2304211" y="363220"/>
                </a:moveTo>
                <a:lnTo>
                  <a:pt x="2291524" y="363220"/>
                </a:lnTo>
                <a:lnTo>
                  <a:pt x="2291524" y="72389"/>
                </a:lnTo>
                <a:lnTo>
                  <a:pt x="2291270" y="69850"/>
                </a:lnTo>
                <a:lnTo>
                  <a:pt x="2290851" y="66039"/>
                </a:lnTo>
                <a:lnTo>
                  <a:pt x="2303589" y="66039"/>
                </a:lnTo>
                <a:lnTo>
                  <a:pt x="2303919" y="68579"/>
                </a:lnTo>
                <a:lnTo>
                  <a:pt x="2304211" y="72389"/>
                </a:lnTo>
                <a:lnTo>
                  <a:pt x="2304211" y="363220"/>
                </a:lnTo>
                <a:close/>
              </a:path>
              <a:path w="2304415" h="488950">
                <a:moveTo>
                  <a:pt x="12674" y="73660"/>
                </a:moveTo>
                <a:lnTo>
                  <a:pt x="12687" y="72389"/>
                </a:lnTo>
                <a:lnTo>
                  <a:pt x="12674" y="73660"/>
                </a:lnTo>
                <a:close/>
              </a:path>
              <a:path w="2304415" h="488950">
                <a:moveTo>
                  <a:pt x="2291537" y="73660"/>
                </a:moveTo>
                <a:lnTo>
                  <a:pt x="2291448" y="72389"/>
                </a:lnTo>
                <a:lnTo>
                  <a:pt x="2291537" y="73660"/>
                </a:lnTo>
                <a:close/>
              </a:path>
              <a:path w="2304415" h="488950">
                <a:moveTo>
                  <a:pt x="12763" y="363220"/>
                </a:moveTo>
                <a:lnTo>
                  <a:pt x="12674" y="361950"/>
                </a:lnTo>
                <a:lnTo>
                  <a:pt x="12763" y="363220"/>
                </a:lnTo>
                <a:close/>
              </a:path>
              <a:path w="2304415" h="488950">
                <a:moveTo>
                  <a:pt x="2303589" y="369570"/>
                </a:moveTo>
                <a:lnTo>
                  <a:pt x="2290851" y="369570"/>
                </a:lnTo>
                <a:lnTo>
                  <a:pt x="2291295" y="365760"/>
                </a:lnTo>
                <a:lnTo>
                  <a:pt x="2291537" y="361950"/>
                </a:lnTo>
                <a:lnTo>
                  <a:pt x="2291524" y="363220"/>
                </a:lnTo>
                <a:lnTo>
                  <a:pt x="2304211" y="363220"/>
                </a:lnTo>
                <a:lnTo>
                  <a:pt x="2303919" y="367029"/>
                </a:lnTo>
                <a:lnTo>
                  <a:pt x="2303589" y="369570"/>
                </a:lnTo>
                <a:close/>
              </a:path>
              <a:path w="2304415" h="488950">
                <a:moveTo>
                  <a:pt x="13517" y="369570"/>
                </a:moveTo>
                <a:lnTo>
                  <a:pt x="13360" y="369570"/>
                </a:lnTo>
                <a:lnTo>
                  <a:pt x="13309" y="368300"/>
                </a:lnTo>
                <a:lnTo>
                  <a:pt x="13517" y="369570"/>
                </a:lnTo>
                <a:close/>
              </a:path>
              <a:path w="2304415" h="488950">
                <a:moveTo>
                  <a:pt x="2302463" y="375920"/>
                </a:moveTo>
                <a:lnTo>
                  <a:pt x="2289555" y="375920"/>
                </a:lnTo>
                <a:lnTo>
                  <a:pt x="2290343" y="372110"/>
                </a:lnTo>
                <a:lnTo>
                  <a:pt x="2290902" y="368300"/>
                </a:lnTo>
                <a:lnTo>
                  <a:pt x="2290851" y="369570"/>
                </a:lnTo>
                <a:lnTo>
                  <a:pt x="2303589" y="369570"/>
                </a:lnTo>
                <a:lnTo>
                  <a:pt x="2303424" y="370839"/>
                </a:lnTo>
                <a:lnTo>
                  <a:pt x="2302751" y="374650"/>
                </a:lnTo>
                <a:lnTo>
                  <a:pt x="2302463" y="375920"/>
                </a:lnTo>
                <a:close/>
              </a:path>
              <a:path w="2304415" h="488950">
                <a:moveTo>
                  <a:pt x="14897" y="375920"/>
                </a:moveTo>
                <a:lnTo>
                  <a:pt x="14655" y="375920"/>
                </a:lnTo>
                <a:lnTo>
                  <a:pt x="14579" y="374650"/>
                </a:lnTo>
                <a:lnTo>
                  <a:pt x="14897" y="375920"/>
                </a:lnTo>
                <a:close/>
              </a:path>
              <a:path w="2304415" h="488950">
                <a:moveTo>
                  <a:pt x="2300041" y="384810"/>
                </a:moveTo>
                <a:lnTo>
                  <a:pt x="2286495" y="384810"/>
                </a:lnTo>
                <a:lnTo>
                  <a:pt x="2287765" y="381000"/>
                </a:lnTo>
                <a:lnTo>
                  <a:pt x="2288768" y="378460"/>
                </a:lnTo>
                <a:lnTo>
                  <a:pt x="2289632" y="374650"/>
                </a:lnTo>
                <a:lnTo>
                  <a:pt x="2289555" y="375920"/>
                </a:lnTo>
                <a:lnTo>
                  <a:pt x="2302463" y="375920"/>
                </a:lnTo>
                <a:lnTo>
                  <a:pt x="2301887" y="378460"/>
                </a:lnTo>
                <a:lnTo>
                  <a:pt x="2300846" y="382270"/>
                </a:lnTo>
                <a:lnTo>
                  <a:pt x="2300041" y="384810"/>
                </a:lnTo>
                <a:close/>
              </a:path>
              <a:path w="2304415" h="488950">
                <a:moveTo>
                  <a:pt x="18059" y="384810"/>
                </a:moveTo>
                <a:lnTo>
                  <a:pt x="17716" y="384810"/>
                </a:lnTo>
                <a:lnTo>
                  <a:pt x="17589" y="383539"/>
                </a:lnTo>
                <a:lnTo>
                  <a:pt x="18059" y="384810"/>
                </a:lnTo>
                <a:close/>
              </a:path>
              <a:path w="2304415" h="488950">
                <a:moveTo>
                  <a:pt x="2277652" y="417829"/>
                </a:moveTo>
                <a:lnTo>
                  <a:pt x="2255024" y="417829"/>
                </a:lnTo>
                <a:lnTo>
                  <a:pt x="2258072" y="415289"/>
                </a:lnTo>
                <a:lnTo>
                  <a:pt x="2257805" y="415289"/>
                </a:lnTo>
                <a:lnTo>
                  <a:pt x="2260765" y="414020"/>
                </a:lnTo>
                <a:lnTo>
                  <a:pt x="2260498" y="414020"/>
                </a:lnTo>
                <a:lnTo>
                  <a:pt x="2263368" y="412750"/>
                </a:lnTo>
                <a:lnTo>
                  <a:pt x="2262987" y="412750"/>
                </a:lnTo>
                <a:lnTo>
                  <a:pt x="2268435" y="408939"/>
                </a:lnTo>
                <a:lnTo>
                  <a:pt x="2267966" y="408939"/>
                </a:lnTo>
                <a:lnTo>
                  <a:pt x="2272982" y="405129"/>
                </a:lnTo>
                <a:lnTo>
                  <a:pt x="2272563" y="405129"/>
                </a:lnTo>
                <a:lnTo>
                  <a:pt x="2277122" y="400050"/>
                </a:lnTo>
                <a:lnTo>
                  <a:pt x="2276729" y="400050"/>
                </a:lnTo>
                <a:lnTo>
                  <a:pt x="2280805" y="394970"/>
                </a:lnTo>
                <a:lnTo>
                  <a:pt x="2280539" y="394970"/>
                </a:lnTo>
                <a:lnTo>
                  <a:pt x="2282380" y="392429"/>
                </a:lnTo>
                <a:lnTo>
                  <a:pt x="2282228" y="392429"/>
                </a:lnTo>
                <a:lnTo>
                  <a:pt x="2283929" y="389889"/>
                </a:lnTo>
                <a:lnTo>
                  <a:pt x="2283777" y="389889"/>
                </a:lnTo>
                <a:lnTo>
                  <a:pt x="2285339" y="387350"/>
                </a:lnTo>
                <a:lnTo>
                  <a:pt x="2285199" y="387350"/>
                </a:lnTo>
                <a:lnTo>
                  <a:pt x="2286622" y="383539"/>
                </a:lnTo>
                <a:lnTo>
                  <a:pt x="2286495" y="384810"/>
                </a:lnTo>
                <a:lnTo>
                  <a:pt x="2300041" y="384810"/>
                </a:lnTo>
                <a:lnTo>
                  <a:pt x="2299639" y="386079"/>
                </a:lnTo>
                <a:lnTo>
                  <a:pt x="2298255" y="388620"/>
                </a:lnTo>
                <a:lnTo>
                  <a:pt x="2296718" y="392429"/>
                </a:lnTo>
                <a:lnTo>
                  <a:pt x="2295016" y="396239"/>
                </a:lnTo>
                <a:lnTo>
                  <a:pt x="2293162" y="398779"/>
                </a:lnTo>
                <a:lnTo>
                  <a:pt x="2291118" y="402589"/>
                </a:lnTo>
                <a:lnTo>
                  <a:pt x="2286723" y="407670"/>
                </a:lnTo>
                <a:lnTo>
                  <a:pt x="2281758" y="414020"/>
                </a:lnTo>
                <a:lnTo>
                  <a:pt x="2277652" y="417829"/>
                </a:lnTo>
                <a:close/>
              </a:path>
              <a:path w="2304415" h="488950">
                <a:moveTo>
                  <a:pt x="50476" y="417829"/>
                </a:moveTo>
                <a:lnTo>
                  <a:pt x="49187" y="417829"/>
                </a:lnTo>
                <a:lnTo>
                  <a:pt x="48907" y="416560"/>
                </a:lnTo>
                <a:lnTo>
                  <a:pt x="50476" y="417829"/>
                </a:lnTo>
                <a:close/>
              </a:path>
              <a:path w="2304415" h="488950">
                <a:moveTo>
                  <a:pt x="743151" y="476250"/>
                </a:moveTo>
                <a:lnTo>
                  <a:pt x="675830" y="476250"/>
                </a:lnTo>
                <a:lnTo>
                  <a:pt x="674674" y="476040"/>
                </a:lnTo>
                <a:lnTo>
                  <a:pt x="960551" y="424179"/>
                </a:lnTo>
                <a:lnTo>
                  <a:pt x="2227110" y="424179"/>
                </a:lnTo>
                <a:lnTo>
                  <a:pt x="2230742" y="422910"/>
                </a:lnTo>
                <a:lnTo>
                  <a:pt x="2240089" y="422910"/>
                </a:lnTo>
                <a:lnTo>
                  <a:pt x="2243505" y="421639"/>
                </a:lnTo>
                <a:lnTo>
                  <a:pt x="2243201" y="421639"/>
                </a:lnTo>
                <a:lnTo>
                  <a:pt x="2246553" y="420370"/>
                </a:lnTo>
                <a:lnTo>
                  <a:pt x="2246261" y="420370"/>
                </a:lnTo>
                <a:lnTo>
                  <a:pt x="2249538" y="419100"/>
                </a:lnTo>
                <a:lnTo>
                  <a:pt x="2252167" y="419100"/>
                </a:lnTo>
                <a:lnTo>
                  <a:pt x="2255304" y="416560"/>
                </a:lnTo>
                <a:lnTo>
                  <a:pt x="2255024" y="417829"/>
                </a:lnTo>
                <a:lnTo>
                  <a:pt x="2277652" y="417829"/>
                </a:lnTo>
                <a:lnTo>
                  <a:pt x="2276284" y="419100"/>
                </a:lnTo>
                <a:lnTo>
                  <a:pt x="2270417" y="422910"/>
                </a:lnTo>
                <a:lnTo>
                  <a:pt x="2267229" y="425450"/>
                </a:lnTo>
                <a:lnTo>
                  <a:pt x="2264003" y="426720"/>
                </a:lnTo>
                <a:lnTo>
                  <a:pt x="2260676" y="429260"/>
                </a:lnTo>
                <a:lnTo>
                  <a:pt x="2253754" y="431800"/>
                </a:lnTo>
                <a:lnTo>
                  <a:pt x="2246515" y="434339"/>
                </a:lnTo>
                <a:lnTo>
                  <a:pt x="2242794" y="434339"/>
                </a:lnTo>
                <a:lnTo>
                  <a:pt x="2238997" y="435610"/>
                </a:lnTo>
                <a:lnTo>
                  <a:pt x="962278" y="435610"/>
                </a:lnTo>
                <a:lnTo>
                  <a:pt x="743151" y="476250"/>
                </a:lnTo>
                <a:close/>
              </a:path>
              <a:path w="2304415" h="488950">
                <a:moveTo>
                  <a:pt x="54965" y="419100"/>
                </a:moveTo>
                <a:lnTo>
                  <a:pt x="52044" y="419100"/>
                </a:lnTo>
                <a:lnTo>
                  <a:pt x="51752" y="417829"/>
                </a:lnTo>
                <a:lnTo>
                  <a:pt x="54965" y="419100"/>
                </a:lnTo>
                <a:close/>
              </a:path>
              <a:path w="2304415" h="488950">
                <a:moveTo>
                  <a:pt x="2252167" y="419100"/>
                </a:moveTo>
                <a:lnTo>
                  <a:pt x="2249246" y="419100"/>
                </a:lnTo>
                <a:lnTo>
                  <a:pt x="2252459" y="417829"/>
                </a:lnTo>
                <a:lnTo>
                  <a:pt x="2252167" y="419100"/>
                </a:lnTo>
                <a:close/>
              </a:path>
              <a:path w="2304415" h="488950">
                <a:moveTo>
                  <a:pt x="67297" y="422910"/>
                </a:moveTo>
                <a:lnTo>
                  <a:pt x="64122" y="422910"/>
                </a:lnTo>
                <a:lnTo>
                  <a:pt x="63804" y="421639"/>
                </a:lnTo>
                <a:lnTo>
                  <a:pt x="67297" y="422910"/>
                </a:lnTo>
                <a:close/>
              </a:path>
              <a:path w="2304415" h="488950">
                <a:moveTo>
                  <a:pt x="2240089" y="422910"/>
                </a:moveTo>
                <a:lnTo>
                  <a:pt x="2236914" y="422910"/>
                </a:lnTo>
                <a:lnTo>
                  <a:pt x="2240394" y="421639"/>
                </a:lnTo>
                <a:lnTo>
                  <a:pt x="2240089" y="422910"/>
                </a:lnTo>
                <a:close/>
              </a:path>
              <a:path w="2304415" h="488950">
                <a:moveTo>
                  <a:pt x="388200" y="436879"/>
                </a:moveTo>
                <a:lnTo>
                  <a:pt x="76860" y="436879"/>
                </a:lnTo>
                <a:lnTo>
                  <a:pt x="72986" y="435610"/>
                </a:lnTo>
                <a:lnTo>
                  <a:pt x="387045" y="435610"/>
                </a:lnTo>
                <a:lnTo>
                  <a:pt x="388200" y="436879"/>
                </a:lnTo>
                <a:close/>
              </a:path>
              <a:path w="2304415" h="488950">
                <a:moveTo>
                  <a:pt x="2227351" y="436879"/>
                </a:moveTo>
                <a:lnTo>
                  <a:pt x="961123" y="436879"/>
                </a:lnTo>
                <a:lnTo>
                  <a:pt x="962278" y="435610"/>
                </a:lnTo>
                <a:lnTo>
                  <a:pt x="2231224" y="435610"/>
                </a:lnTo>
                <a:lnTo>
                  <a:pt x="2227351" y="436879"/>
                </a:lnTo>
                <a:close/>
              </a:path>
              <a:path w="2304415" h="488950">
                <a:moveTo>
                  <a:pt x="675830" y="476250"/>
                </a:moveTo>
                <a:lnTo>
                  <a:pt x="673519" y="476250"/>
                </a:lnTo>
                <a:lnTo>
                  <a:pt x="674674" y="476040"/>
                </a:lnTo>
                <a:lnTo>
                  <a:pt x="675830" y="476250"/>
                </a:lnTo>
                <a:close/>
              </a:path>
            </a:pathLst>
          </a:custGeom>
          <a:solidFill>
            <a:srgbClr val="76767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199001" y="4168520"/>
            <a:ext cx="1854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66FF"/>
                </a:solidFill>
                <a:latin typeface="微软雅黑"/>
                <a:cs typeface="微软雅黑"/>
              </a:rPr>
              <a:t>是属性不是方法！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>
                <a:solidFill>
                  <a:srgbClr val="F1F1F1"/>
                </a:solidFill>
              </a:rPr>
              <a:t>15</a:t>
            </a:fld>
            <a:endParaRPr dirty="0">
              <a:solidFill>
                <a:srgbClr val="F1F1F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4344" y="1093469"/>
            <a:ext cx="7919084" cy="46539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184150" algn="l"/>
              </a:tabLst>
            </a:pPr>
            <a:r>
              <a:rPr sz="3200" spc="-5" dirty="0">
                <a:latin typeface="宋体"/>
                <a:cs typeface="宋体"/>
              </a:rPr>
              <a:t>J</a:t>
            </a:r>
            <a:r>
              <a:rPr sz="3200" spc="-5" dirty="0">
                <a:solidFill>
                  <a:srgbClr val="FF0000"/>
                </a:solidFill>
                <a:latin typeface="宋体"/>
                <a:cs typeface="宋体"/>
              </a:rPr>
              <a:t>ava能自动检查是否有数组下标越界的情</a:t>
            </a:r>
            <a:r>
              <a:rPr sz="3200" spc="5" dirty="0">
                <a:solidFill>
                  <a:srgbClr val="FF0000"/>
                </a:solidFill>
                <a:latin typeface="宋体"/>
                <a:cs typeface="宋体"/>
              </a:rPr>
              <a:t>况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"/>
              <a:buChar char="•"/>
            </a:pPr>
            <a:endParaRPr sz="3300">
              <a:latin typeface="宋体"/>
              <a:cs typeface="宋体"/>
            </a:endParaRPr>
          </a:p>
          <a:p>
            <a:pPr marL="526415" marR="68580" lvl="1" indent="-171450">
              <a:lnSpc>
                <a:spcPts val="3450"/>
              </a:lnSpc>
              <a:buFont typeface="Arial"/>
              <a:buChar char="•"/>
              <a:tabLst>
                <a:tab pos="527050" algn="l"/>
              </a:tabLst>
            </a:pPr>
            <a:r>
              <a:rPr sz="3200" spc="-5" dirty="0">
                <a:latin typeface="宋体"/>
                <a:cs typeface="宋体"/>
              </a:rPr>
              <a:t>如果在程序中使用intArray[10]，就会</a:t>
            </a:r>
            <a:r>
              <a:rPr sz="3200" dirty="0">
                <a:latin typeface="宋体"/>
                <a:cs typeface="宋体"/>
              </a:rPr>
              <a:t>发 </a:t>
            </a:r>
            <a:r>
              <a:rPr sz="3200" spc="-5" dirty="0">
                <a:latin typeface="宋体"/>
                <a:cs typeface="宋体"/>
              </a:rPr>
              <a:t>生数组下标越界，此时Java系统会自动</a:t>
            </a:r>
            <a:r>
              <a:rPr sz="3200" dirty="0">
                <a:latin typeface="宋体"/>
                <a:cs typeface="宋体"/>
              </a:rPr>
              <a:t>终 止当前的流程，并产生一个名</a:t>
            </a:r>
            <a:r>
              <a:rPr sz="3200" spc="5" dirty="0">
                <a:latin typeface="宋体"/>
                <a:cs typeface="宋体"/>
              </a:rPr>
              <a:t>为 </a:t>
            </a:r>
            <a:r>
              <a:rPr sz="3200" spc="-5" dirty="0">
                <a:latin typeface="宋体"/>
                <a:cs typeface="宋体"/>
              </a:rPr>
              <a:t>ArrayIndexOutOfBoundsException</a:t>
            </a:r>
            <a:r>
              <a:rPr sz="3200" dirty="0">
                <a:latin typeface="宋体"/>
                <a:cs typeface="宋体"/>
              </a:rPr>
              <a:t>的异</a:t>
            </a:r>
            <a:r>
              <a:rPr sz="3200" spc="5" dirty="0">
                <a:latin typeface="宋体"/>
                <a:cs typeface="宋体"/>
              </a:rPr>
              <a:t>常</a:t>
            </a:r>
            <a:endParaRPr sz="3200">
              <a:latin typeface="宋体"/>
              <a:cs typeface="宋体"/>
            </a:endParaRPr>
          </a:p>
          <a:p>
            <a:pPr marL="526415">
              <a:lnSpc>
                <a:spcPts val="3420"/>
              </a:lnSpc>
            </a:pPr>
            <a:r>
              <a:rPr sz="3200" dirty="0">
                <a:latin typeface="宋体"/>
                <a:cs typeface="宋体"/>
              </a:rPr>
              <a:t>，通知使用者出现了数组下标越界</a:t>
            </a:r>
            <a:r>
              <a:rPr sz="3200" spc="5" dirty="0"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300">
              <a:latin typeface="宋体"/>
              <a:cs typeface="宋体"/>
            </a:endParaRPr>
          </a:p>
          <a:p>
            <a:pPr marL="526415" marR="68580" lvl="1" indent="-171450">
              <a:lnSpc>
                <a:spcPts val="3450"/>
              </a:lnSpc>
              <a:buFont typeface="Arial"/>
              <a:buChar char="•"/>
              <a:tabLst>
                <a:tab pos="527050" algn="l"/>
              </a:tabLst>
            </a:pPr>
            <a:r>
              <a:rPr sz="3200" dirty="0">
                <a:latin typeface="宋体"/>
                <a:cs typeface="宋体"/>
              </a:rPr>
              <a:t>避免越界发生的有效方法是</a:t>
            </a:r>
            <a:r>
              <a:rPr sz="3200" spc="-5" dirty="0">
                <a:solidFill>
                  <a:srgbClr val="FF0000"/>
                </a:solidFill>
                <a:latin typeface="宋体"/>
                <a:cs typeface="宋体"/>
              </a:rPr>
              <a:t>利用length</a:t>
            </a:r>
            <a:r>
              <a:rPr sz="3200" dirty="0">
                <a:solidFill>
                  <a:srgbClr val="FF0000"/>
                </a:solidFill>
                <a:latin typeface="宋体"/>
                <a:cs typeface="宋体"/>
              </a:rPr>
              <a:t>属 性作为数组下标的上界</a:t>
            </a:r>
            <a:r>
              <a:rPr sz="3200" spc="5" dirty="0">
                <a:solidFill>
                  <a:srgbClr val="FF0000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>
                <a:solidFill>
                  <a:srgbClr val="F1F1F1"/>
                </a:solidFill>
              </a:rPr>
              <a:t>16</a:t>
            </a:fld>
            <a:endParaRPr dirty="0">
              <a:solidFill>
                <a:srgbClr val="F1F1F1"/>
              </a:solidFill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257670"/>
            <a:ext cx="4718050" cy="560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500" spc="-5" dirty="0">
                <a:solidFill>
                  <a:srgbClr val="000000"/>
                </a:solidFill>
                <a:latin typeface="宋体"/>
                <a:cs typeface="宋体"/>
              </a:rPr>
              <a:t>3.3.1</a:t>
            </a:r>
            <a:r>
              <a:rPr sz="3500" spc="1689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sz="3500" dirty="0">
                <a:solidFill>
                  <a:srgbClr val="000000"/>
                </a:solidFill>
                <a:latin typeface="宋体"/>
                <a:cs typeface="宋体"/>
              </a:rPr>
              <a:t>数组元素的引</a:t>
            </a:r>
            <a:r>
              <a:rPr sz="3500" spc="-10" dirty="0">
                <a:solidFill>
                  <a:srgbClr val="000000"/>
                </a:solidFill>
                <a:latin typeface="宋体"/>
                <a:cs typeface="宋体"/>
              </a:rPr>
              <a:t>用</a:t>
            </a:r>
            <a:endParaRPr sz="35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02994" y="1519555"/>
            <a:ext cx="7582534" cy="104013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 marR="5080">
              <a:lnSpc>
                <a:spcPts val="3779"/>
              </a:lnSpc>
              <a:spcBef>
                <a:spcPts val="580"/>
              </a:spcBef>
            </a:pPr>
            <a:r>
              <a:rPr sz="3500" b="0" spc="-5" dirty="0">
                <a:solidFill>
                  <a:srgbClr val="000000"/>
                </a:solidFill>
                <a:latin typeface="宋体"/>
                <a:cs typeface="宋体"/>
              </a:rPr>
              <a:t>【例3-2】输入n个学生的成绩，并打</a:t>
            </a:r>
            <a:r>
              <a:rPr sz="3500" b="0" dirty="0">
                <a:solidFill>
                  <a:srgbClr val="000000"/>
                </a:solidFill>
                <a:latin typeface="宋体"/>
                <a:cs typeface="宋体"/>
              </a:rPr>
              <a:t>印 成绩高于平均分的学生</a:t>
            </a:r>
            <a:r>
              <a:rPr sz="3500" b="0" spc="5" dirty="0">
                <a:solidFill>
                  <a:srgbClr val="000000"/>
                </a:solidFill>
                <a:latin typeface="宋体"/>
                <a:cs typeface="宋体"/>
              </a:rPr>
              <a:t>。</a:t>
            </a:r>
            <a:endParaRPr sz="35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21752" y="402742"/>
            <a:ext cx="1053985" cy="309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885884" y="347497"/>
            <a:ext cx="3050286" cy="40736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>
                <a:solidFill>
                  <a:srgbClr val="F1F1F1"/>
                </a:solidFill>
              </a:rPr>
              <a:t>17</a:t>
            </a:fld>
            <a:endParaRPr dirty="0">
              <a:solidFill>
                <a:srgbClr val="F1F1F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2994" y="1519555"/>
            <a:ext cx="4693285" cy="560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500" spc="-5" dirty="0">
                <a:latin typeface="宋体"/>
                <a:cs typeface="宋体"/>
              </a:rPr>
              <a:t>【例3-3】冒泡法排序</a:t>
            </a:r>
            <a:r>
              <a:rPr sz="3500" spc="5" dirty="0">
                <a:latin typeface="宋体"/>
                <a:cs typeface="宋体"/>
              </a:rPr>
              <a:t>。</a:t>
            </a:r>
            <a:endParaRPr sz="35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>
                <a:solidFill>
                  <a:srgbClr val="F1F1F1"/>
                </a:solidFill>
              </a:rPr>
              <a:t>18</a:t>
            </a:fld>
            <a:endParaRPr dirty="0">
              <a:solidFill>
                <a:srgbClr val="F1F1F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83652" y="257670"/>
            <a:ext cx="4718050" cy="560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500" b="1" spc="-5" dirty="0">
                <a:latin typeface="宋体"/>
                <a:cs typeface="宋体"/>
              </a:rPr>
              <a:t>3.3.1</a:t>
            </a:r>
            <a:r>
              <a:rPr sz="3500" b="1" spc="1689" dirty="0">
                <a:latin typeface="宋体"/>
                <a:cs typeface="宋体"/>
              </a:rPr>
              <a:t> </a:t>
            </a:r>
            <a:r>
              <a:rPr sz="3500" b="1" dirty="0">
                <a:latin typeface="宋体"/>
                <a:cs typeface="宋体"/>
              </a:rPr>
              <a:t>数组元素的引</a:t>
            </a:r>
            <a:r>
              <a:rPr sz="3500" b="1" spc="-10" dirty="0">
                <a:latin typeface="宋体"/>
                <a:cs typeface="宋体"/>
              </a:rPr>
              <a:t>用</a:t>
            </a:r>
            <a:endParaRPr sz="35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21752" y="402742"/>
            <a:ext cx="1053985" cy="309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885884" y="347497"/>
            <a:ext cx="3050286" cy="40736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68934" y="1073785"/>
            <a:ext cx="7670165" cy="83502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475"/>
              </a:spcBef>
            </a:pPr>
            <a:r>
              <a:rPr sz="2800" b="0" dirty="0">
                <a:solidFill>
                  <a:srgbClr val="000000"/>
                </a:solidFill>
                <a:latin typeface="宋体"/>
                <a:cs typeface="宋体"/>
              </a:rPr>
              <a:t>【例</a:t>
            </a:r>
            <a:r>
              <a:rPr sz="2800" b="0" spc="-5" dirty="0">
                <a:solidFill>
                  <a:srgbClr val="000000"/>
                </a:solidFill>
                <a:latin typeface="宋体"/>
                <a:cs typeface="宋体"/>
              </a:rPr>
              <a:t>3-4</a:t>
            </a:r>
            <a:r>
              <a:rPr sz="2800" b="0" dirty="0">
                <a:solidFill>
                  <a:srgbClr val="000000"/>
                </a:solidFill>
                <a:latin typeface="宋体"/>
                <a:cs typeface="宋体"/>
              </a:rPr>
              <a:t>】为中国福利彩票编写一个双色球的抽</a:t>
            </a:r>
            <a:r>
              <a:rPr sz="2800" b="0" spc="-5" dirty="0">
                <a:solidFill>
                  <a:srgbClr val="000000"/>
                </a:solidFill>
                <a:latin typeface="宋体"/>
                <a:cs typeface="宋体"/>
              </a:rPr>
              <a:t>奖 </a:t>
            </a:r>
            <a:r>
              <a:rPr sz="2800" b="0" dirty="0">
                <a:solidFill>
                  <a:srgbClr val="000000"/>
                </a:solidFill>
                <a:latin typeface="宋体"/>
                <a:cs typeface="宋体"/>
              </a:rPr>
              <a:t>程序</a:t>
            </a:r>
            <a:r>
              <a:rPr sz="2800" b="0" spc="-5" dirty="0">
                <a:solidFill>
                  <a:srgbClr val="000000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8934" y="1936114"/>
            <a:ext cx="7486650" cy="121856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83515" marR="5080" indent="-171450" algn="just">
              <a:lnSpc>
                <a:spcPts val="3020"/>
              </a:lnSpc>
              <a:spcBef>
                <a:spcPts val="475"/>
              </a:spcBef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latin typeface="宋体"/>
                <a:cs typeface="宋体"/>
              </a:rPr>
              <a:t>中国福利彩票的双色球开奖规则是，从编号是 </a:t>
            </a:r>
            <a:r>
              <a:rPr sz="2800" spc="-5" dirty="0">
                <a:latin typeface="宋体"/>
                <a:cs typeface="宋体"/>
              </a:rPr>
              <a:t>01~33</a:t>
            </a:r>
            <a:r>
              <a:rPr sz="2800" dirty="0">
                <a:latin typeface="宋体"/>
                <a:cs typeface="宋体"/>
              </a:rPr>
              <a:t>的红色球中选取</a:t>
            </a:r>
            <a:r>
              <a:rPr sz="2800" spc="-5" dirty="0">
                <a:latin typeface="宋体"/>
                <a:cs typeface="宋体"/>
              </a:rPr>
              <a:t>6</a:t>
            </a:r>
            <a:r>
              <a:rPr sz="2800" dirty="0">
                <a:latin typeface="宋体"/>
                <a:cs typeface="宋体"/>
              </a:rPr>
              <a:t>个，从编号是</a:t>
            </a:r>
            <a:r>
              <a:rPr sz="2800" spc="-5" dirty="0">
                <a:latin typeface="宋体"/>
                <a:cs typeface="宋体"/>
              </a:rPr>
              <a:t>01~16</a:t>
            </a:r>
            <a:r>
              <a:rPr sz="2800" dirty="0">
                <a:latin typeface="宋体"/>
                <a:cs typeface="宋体"/>
              </a:rPr>
              <a:t>的</a:t>
            </a:r>
            <a:r>
              <a:rPr sz="2800" spc="-5" dirty="0">
                <a:latin typeface="宋体"/>
                <a:cs typeface="宋体"/>
              </a:rPr>
              <a:t>蓝 </a:t>
            </a:r>
            <a:r>
              <a:rPr sz="2800" dirty="0">
                <a:latin typeface="宋体"/>
                <a:cs typeface="宋体"/>
              </a:rPr>
              <a:t>色球中选取一个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64807" y="3511943"/>
            <a:ext cx="460540" cy="4064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40866" y="3511943"/>
            <a:ext cx="460552" cy="4064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16925" y="3511943"/>
            <a:ext cx="460552" cy="4064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192997" y="3511943"/>
            <a:ext cx="460540" cy="4064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769057" y="3511943"/>
            <a:ext cx="460552" cy="4064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345116" y="3511943"/>
            <a:ext cx="460552" cy="4064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993197" y="3511943"/>
            <a:ext cx="460540" cy="40640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569256" y="3511943"/>
            <a:ext cx="460552" cy="40640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145316" y="3511943"/>
            <a:ext cx="460552" cy="40640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721387" y="3511943"/>
            <a:ext cx="460552" cy="40640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369456" y="3511943"/>
            <a:ext cx="460552" cy="40640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097646" y="3511943"/>
            <a:ext cx="460552" cy="40640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945515" y="3511943"/>
            <a:ext cx="460552" cy="40640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521587" y="3511943"/>
            <a:ext cx="460552" cy="406400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64807" y="4052011"/>
            <a:ext cx="460540" cy="406400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040866" y="4052011"/>
            <a:ext cx="460552" cy="406400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616925" y="4052011"/>
            <a:ext cx="460552" cy="406400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192997" y="4052011"/>
            <a:ext cx="460540" cy="406400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769057" y="4052011"/>
            <a:ext cx="460552" cy="406400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345116" y="4052011"/>
            <a:ext cx="460552" cy="406400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993197" y="4052011"/>
            <a:ext cx="460540" cy="406400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569256" y="4052011"/>
            <a:ext cx="460552" cy="406400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145316" y="4052011"/>
            <a:ext cx="460552" cy="406400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721387" y="4052011"/>
            <a:ext cx="460552" cy="406400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369456" y="4052011"/>
            <a:ext cx="460552" cy="406400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945515" y="4052011"/>
            <a:ext cx="460552" cy="406400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521587" y="4052011"/>
            <a:ext cx="460552" cy="406400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3" name="object 33"/>
          <p:cNvGraphicFramePr>
            <a:graphicFrameLocks noGrp="1"/>
          </p:cNvGraphicFramePr>
          <p:nvPr/>
        </p:nvGraphicFramePr>
        <p:xfrm>
          <a:off x="606425" y="3614368"/>
          <a:ext cx="7851134" cy="7168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81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21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21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2611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0197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6133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854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9814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5844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050" dirty="0">
                          <a:latin typeface="微软雅黑"/>
                          <a:cs typeface="微软雅黑"/>
                        </a:rPr>
                        <a:t>01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T="825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050" dirty="0">
                          <a:latin typeface="微软雅黑"/>
                          <a:cs typeface="微软雅黑"/>
                        </a:rPr>
                        <a:t>02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T="825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050" dirty="0">
                          <a:latin typeface="微软雅黑"/>
                          <a:cs typeface="微软雅黑"/>
                        </a:rPr>
                        <a:t>03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T="8255" marB="0"/>
                </a:tc>
                <a:tc>
                  <a:txBody>
                    <a:bodyPr/>
                    <a:lstStyle/>
                    <a:p>
                      <a:pPr marR="201930" algn="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050" spc="-5" dirty="0">
                          <a:latin typeface="微软雅黑"/>
                          <a:cs typeface="微软雅黑"/>
                        </a:rPr>
                        <a:t>0</a:t>
                      </a:r>
                      <a:r>
                        <a:rPr sz="1050" dirty="0">
                          <a:latin typeface="微软雅黑"/>
                          <a:cs typeface="微软雅黑"/>
                        </a:rPr>
                        <a:t>4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T="825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050" dirty="0">
                          <a:latin typeface="微软雅黑"/>
                          <a:cs typeface="微软雅黑"/>
                        </a:rPr>
                        <a:t>05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T="8255" marB="0"/>
                </a:tc>
                <a:tc>
                  <a:txBody>
                    <a:bodyPr/>
                    <a:lstStyle/>
                    <a:p>
                      <a:pPr marL="20955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050" dirty="0">
                          <a:latin typeface="微软雅黑"/>
                          <a:cs typeface="微软雅黑"/>
                        </a:rPr>
                        <a:t>06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T="8255" marB="0"/>
                </a:tc>
                <a:tc>
                  <a:txBody>
                    <a:bodyPr/>
                    <a:lstStyle/>
                    <a:p>
                      <a:pPr marR="201930" algn="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050" spc="-5" dirty="0">
                          <a:latin typeface="微软雅黑"/>
                          <a:cs typeface="微软雅黑"/>
                        </a:rPr>
                        <a:t>0</a:t>
                      </a:r>
                      <a:r>
                        <a:rPr sz="1050" dirty="0">
                          <a:latin typeface="微软雅黑"/>
                          <a:cs typeface="微软雅黑"/>
                        </a:rPr>
                        <a:t>7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T="8255" marB="0"/>
                </a:tc>
                <a:tc>
                  <a:txBody>
                    <a:bodyPr/>
                    <a:lstStyle/>
                    <a:p>
                      <a:pPr marL="20955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050" dirty="0">
                          <a:latin typeface="微软雅黑"/>
                          <a:cs typeface="微软雅黑"/>
                        </a:rPr>
                        <a:t>08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T="825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050" dirty="0">
                          <a:latin typeface="微软雅黑"/>
                          <a:cs typeface="微软雅黑"/>
                        </a:rPr>
                        <a:t>09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T="8255" marB="0"/>
                </a:tc>
                <a:tc>
                  <a:txBody>
                    <a:bodyPr/>
                    <a:lstStyle/>
                    <a:p>
                      <a:pPr marL="20955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050" dirty="0">
                          <a:latin typeface="微软雅黑"/>
                          <a:cs typeface="微软雅黑"/>
                        </a:rPr>
                        <a:t>10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T="8255" marB="0"/>
                </a:tc>
                <a:tc>
                  <a:txBody>
                    <a:bodyPr/>
                    <a:lstStyle/>
                    <a:p>
                      <a:pPr marR="225425" algn="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050" dirty="0">
                          <a:latin typeface="微软雅黑"/>
                          <a:cs typeface="微软雅黑"/>
                        </a:rPr>
                        <a:t>…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T="8255" marB="0"/>
                </a:tc>
                <a:tc>
                  <a:txBody>
                    <a:bodyPr/>
                    <a:lstStyle/>
                    <a:p>
                      <a:pPr marR="211454" algn="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050" dirty="0">
                          <a:latin typeface="微软雅黑"/>
                          <a:cs typeface="微软雅黑"/>
                        </a:rPr>
                        <a:t>…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T="8255" marB="0"/>
                </a:tc>
                <a:tc>
                  <a:txBody>
                    <a:bodyPr/>
                    <a:lstStyle/>
                    <a:p>
                      <a:pPr marR="220979" algn="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050" dirty="0">
                          <a:latin typeface="微软雅黑"/>
                          <a:cs typeface="微软雅黑"/>
                        </a:rPr>
                        <a:t>…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T="8255" marB="0"/>
                </a:tc>
                <a:tc>
                  <a:txBody>
                    <a:bodyPr/>
                    <a:lstStyle/>
                    <a:p>
                      <a:pPr marL="20955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050" dirty="0">
                          <a:latin typeface="微软雅黑"/>
                          <a:cs typeface="微软雅黑"/>
                        </a:rPr>
                        <a:t>33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T="825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ts val="1225"/>
                        </a:lnSpc>
                      </a:pPr>
                      <a:r>
                        <a:rPr sz="1050" dirty="0">
                          <a:latin typeface="微软雅黑"/>
                          <a:cs typeface="微软雅黑"/>
                        </a:rPr>
                        <a:t>01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1225"/>
                        </a:lnSpc>
                      </a:pPr>
                      <a:r>
                        <a:rPr sz="1050" dirty="0">
                          <a:latin typeface="微软雅黑"/>
                          <a:cs typeface="微软雅黑"/>
                        </a:rPr>
                        <a:t>02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1225"/>
                        </a:lnSpc>
                      </a:pPr>
                      <a:r>
                        <a:rPr sz="1050" dirty="0">
                          <a:latin typeface="微软雅黑"/>
                          <a:cs typeface="微软雅黑"/>
                        </a:rPr>
                        <a:t>03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R="201930" algn="r">
                        <a:lnSpc>
                          <a:spcPts val="1225"/>
                        </a:lnSpc>
                      </a:pPr>
                      <a:r>
                        <a:rPr sz="1050" spc="-5" dirty="0">
                          <a:latin typeface="微软雅黑"/>
                          <a:cs typeface="微软雅黑"/>
                        </a:rPr>
                        <a:t>0</a:t>
                      </a:r>
                      <a:r>
                        <a:rPr sz="1050" dirty="0">
                          <a:latin typeface="微软雅黑"/>
                          <a:cs typeface="微软雅黑"/>
                        </a:rPr>
                        <a:t>4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1225"/>
                        </a:lnSpc>
                      </a:pPr>
                      <a:r>
                        <a:rPr sz="1050" dirty="0">
                          <a:latin typeface="微软雅黑"/>
                          <a:cs typeface="微软雅黑"/>
                        </a:rPr>
                        <a:t>05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209550">
                        <a:lnSpc>
                          <a:spcPts val="1225"/>
                        </a:lnSpc>
                      </a:pPr>
                      <a:r>
                        <a:rPr sz="1050" dirty="0">
                          <a:latin typeface="微软雅黑"/>
                          <a:cs typeface="微软雅黑"/>
                        </a:rPr>
                        <a:t>06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R="201930" algn="r">
                        <a:lnSpc>
                          <a:spcPts val="1225"/>
                        </a:lnSpc>
                      </a:pPr>
                      <a:r>
                        <a:rPr sz="1050" spc="-5" dirty="0">
                          <a:latin typeface="微软雅黑"/>
                          <a:cs typeface="微软雅黑"/>
                        </a:rPr>
                        <a:t>0</a:t>
                      </a:r>
                      <a:r>
                        <a:rPr sz="1050" dirty="0">
                          <a:latin typeface="微软雅黑"/>
                          <a:cs typeface="微软雅黑"/>
                        </a:rPr>
                        <a:t>7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209550">
                        <a:lnSpc>
                          <a:spcPts val="1225"/>
                        </a:lnSpc>
                      </a:pPr>
                      <a:r>
                        <a:rPr sz="1050" dirty="0">
                          <a:latin typeface="微软雅黑"/>
                          <a:cs typeface="微软雅黑"/>
                        </a:rPr>
                        <a:t>08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1225"/>
                        </a:lnSpc>
                      </a:pPr>
                      <a:r>
                        <a:rPr sz="1050" dirty="0">
                          <a:latin typeface="微软雅黑"/>
                          <a:cs typeface="微软雅黑"/>
                        </a:rPr>
                        <a:t>09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209550">
                        <a:lnSpc>
                          <a:spcPts val="1225"/>
                        </a:lnSpc>
                      </a:pPr>
                      <a:r>
                        <a:rPr sz="1050" dirty="0">
                          <a:latin typeface="微软雅黑"/>
                          <a:cs typeface="微软雅黑"/>
                        </a:rPr>
                        <a:t>10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R="225425" algn="r">
                        <a:lnSpc>
                          <a:spcPts val="1225"/>
                        </a:lnSpc>
                      </a:pPr>
                      <a:r>
                        <a:rPr sz="1050" dirty="0">
                          <a:latin typeface="微软雅黑"/>
                          <a:cs typeface="微软雅黑"/>
                        </a:rPr>
                        <a:t>…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R="211454" algn="r">
                        <a:lnSpc>
                          <a:spcPts val="1225"/>
                        </a:lnSpc>
                      </a:pPr>
                      <a:r>
                        <a:rPr sz="1050" dirty="0">
                          <a:latin typeface="微软雅黑"/>
                          <a:cs typeface="微软雅黑"/>
                        </a:rPr>
                        <a:t>…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R="201930" algn="r">
                        <a:lnSpc>
                          <a:spcPts val="1225"/>
                        </a:lnSpc>
                      </a:pPr>
                      <a:r>
                        <a:rPr sz="1050" spc="-5" dirty="0">
                          <a:latin typeface="微软雅黑"/>
                          <a:cs typeface="微软雅黑"/>
                        </a:rPr>
                        <a:t>1</a:t>
                      </a:r>
                      <a:r>
                        <a:rPr sz="1050" dirty="0">
                          <a:latin typeface="微软雅黑"/>
                          <a:cs typeface="微软雅黑"/>
                        </a:rPr>
                        <a:t>6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4" name="object 34"/>
          <p:cNvSpPr/>
          <p:nvPr/>
        </p:nvSpPr>
        <p:spPr>
          <a:xfrm>
            <a:off x="481076" y="4727016"/>
            <a:ext cx="7357745" cy="996315"/>
          </a:xfrm>
          <a:custGeom>
            <a:avLst/>
            <a:gdLst/>
            <a:ahLst/>
            <a:cxnLst/>
            <a:rect l="l" t="t" r="r" b="b"/>
            <a:pathLst>
              <a:path w="7357745" h="996314">
                <a:moveTo>
                  <a:pt x="7357503" y="996314"/>
                </a:moveTo>
                <a:lnTo>
                  <a:pt x="0" y="996314"/>
                </a:lnTo>
                <a:lnTo>
                  <a:pt x="0" y="0"/>
                </a:lnTo>
                <a:lnTo>
                  <a:pt x="7357503" y="0"/>
                </a:lnTo>
                <a:lnTo>
                  <a:pt x="7357503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983614"/>
                </a:lnTo>
                <a:lnTo>
                  <a:pt x="6350" y="983614"/>
                </a:lnTo>
                <a:lnTo>
                  <a:pt x="12700" y="989964"/>
                </a:lnTo>
                <a:lnTo>
                  <a:pt x="7357503" y="989964"/>
                </a:lnTo>
                <a:lnTo>
                  <a:pt x="7357503" y="996314"/>
                </a:lnTo>
                <a:close/>
              </a:path>
              <a:path w="7357745" h="996314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7357745" h="996314">
                <a:moveTo>
                  <a:pt x="7344803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7344803" y="6350"/>
                </a:lnTo>
                <a:lnTo>
                  <a:pt x="7344803" y="12700"/>
                </a:lnTo>
                <a:close/>
              </a:path>
              <a:path w="7357745" h="996314">
                <a:moveTo>
                  <a:pt x="7344803" y="989964"/>
                </a:moveTo>
                <a:lnTo>
                  <a:pt x="7344803" y="6350"/>
                </a:lnTo>
                <a:lnTo>
                  <a:pt x="7351153" y="12700"/>
                </a:lnTo>
                <a:lnTo>
                  <a:pt x="7357503" y="12700"/>
                </a:lnTo>
                <a:lnTo>
                  <a:pt x="7357503" y="983614"/>
                </a:lnTo>
                <a:lnTo>
                  <a:pt x="7351153" y="983614"/>
                </a:lnTo>
                <a:lnTo>
                  <a:pt x="7344803" y="989964"/>
                </a:lnTo>
                <a:close/>
              </a:path>
              <a:path w="7357745" h="996314">
                <a:moveTo>
                  <a:pt x="7357503" y="12700"/>
                </a:moveTo>
                <a:lnTo>
                  <a:pt x="7351153" y="12700"/>
                </a:lnTo>
                <a:lnTo>
                  <a:pt x="7344803" y="6350"/>
                </a:lnTo>
                <a:lnTo>
                  <a:pt x="7357503" y="6350"/>
                </a:lnTo>
                <a:lnTo>
                  <a:pt x="7357503" y="12700"/>
                </a:lnTo>
                <a:close/>
              </a:path>
              <a:path w="7357745" h="996314">
                <a:moveTo>
                  <a:pt x="12700" y="989964"/>
                </a:moveTo>
                <a:lnTo>
                  <a:pt x="6350" y="983614"/>
                </a:lnTo>
                <a:lnTo>
                  <a:pt x="12700" y="983614"/>
                </a:lnTo>
                <a:lnTo>
                  <a:pt x="12700" y="989964"/>
                </a:lnTo>
                <a:close/>
              </a:path>
              <a:path w="7357745" h="996314">
                <a:moveTo>
                  <a:pt x="7344803" y="989964"/>
                </a:moveTo>
                <a:lnTo>
                  <a:pt x="12700" y="989964"/>
                </a:lnTo>
                <a:lnTo>
                  <a:pt x="12700" y="983614"/>
                </a:lnTo>
                <a:lnTo>
                  <a:pt x="7344803" y="983614"/>
                </a:lnTo>
                <a:lnTo>
                  <a:pt x="7344803" y="989964"/>
                </a:lnTo>
                <a:close/>
              </a:path>
              <a:path w="7357745" h="996314">
                <a:moveTo>
                  <a:pt x="7357503" y="989964"/>
                </a:moveTo>
                <a:lnTo>
                  <a:pt x="7344803" y="989964"/>
                </a:lnTo>
                <a:lnTo>
                  <a:pt x="7351153" y="983614"/>
                </a:lnTo>
                <a:lnTo>
                  <a:pt x="7357503" y="983614"/>
                </a:lnTo>
                <a:lnTo>
                  <a:pt x="7357503" y="9899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566166" y="4685613"/>
            <a:ext cx="3483610" cy="985519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600" dirty="0">
                <a:latin typeface="微软雅黑"/>
                <a:cs typeface="微软雅黑"/>
              </a:rPr>
              <a:t>准备开奖</a:t>
            </a:r>
            <a:r>
              <a:rPr sz="1600" spc="-5" dirty="0">
                <a:latin typeface="微软雅黑"/>
                <a:cs typeface="微软雅黑"/>
              </a:rPr>
              <a:t>......</a:t>
            </a:r>
            <a:endParaRPr sz="1600">
              <a:latin typeface="微软雅黑"/>
              <a:cs typeface="微软雅黑"/>
            </a:endParaRPr>
          </a:p>
          <a:p>
            <a:pPr marL="12700" marR="5080">
              <a:lnSpc>
                <a:spcPct val="131300"/>
              </a:lnSpc>
            </a:pPr>
            <a:r>
              <a:rPr sz="1600" dirty="0">
                <a:latin typeface="微软雅黑"/>
                <a:cs typeface="微软雅黑"/>
              </a:rPr>
              <a:t>红色球编号为</a:t>
            </a:r>
            <a:r>
              <a:rPr sz="1600" spc="-5" dirty="0">
                <a:latin typeface="微软雅黑"/>
                <a:cs typeface="微软雅黑"/>
              </a:rPr>
              <a:t>：04 23 24 28 32</a:t>
            </a:r>
            <a:r>
              <a:rPr sz="1600" dirty="0">
                <a:latin typeface="微软雅黑"/>
                <a:cs typeface="微软雅黑"/>
              </a:rPr>
              <a:t> </a:t>
            </a:r>
            <a:r>
              <a:rPr sz="1600" spc="-5" dirty="0">
                <a:latin typeface="微软雅黑"/>
                <a:cs typeface="微软雅黑"/>
              </a:rPr>
              <a:t>33  </a:t>
            </a:r>
            <a:r>
              <a:rPr sz="1600" dirty="0">
                <a:latin typeface="微软雅黑"/>
                <a:cs typeface="微软雅黑"/>
              </a:rPr>
              <a:t>蓝色球编号为</a:t>
            </a:r>
            <a:r>
              <a:rPr sz="1600" spc="-5" dirty="0">
                <a:latin typeface="微软雅黑"/>
                <a:cs typeface="微软雅黑"/>
              </a:rPr>
              <a:t>：01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>
                <a:solidFill>
                  <a:srgbClr val="F1F1F1"/>
                </a:solidFill>
              </a:rPr>
              <a:t>19</a:t>
            </a:fld>
            <a:endParaRPr dirty="0">
              <a:solidFill>
                <a:srgbClr val="F1F1F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54302" y="344322"/>
            <a:ext cx="4832502" cy="4146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02590" y="1102360"/>
            <a:ext cx="8019415" cy="208089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84150" marR="5080" indent="-171450">
              <a:lnSpc>
                <a:spcPts val="3020"/>
              </a:lnSpc>
              <a:spcBef>
                <a:spcPts val="475"/>
              </a:spcBef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latin typeface="宋体"/>
                <a:cs typeface="宋体"/>
              </a:rPr>
              <a:t>模拟这个抽奖过程，将红色球和蓝色球各自保存</a:t>
            </a:r>
            <a:r>
              <a:rPr sz="2800" spc="-5" dirty="0">
                <a:latin typeface="宋体"/>
                <a:cs typeface="宋体"/>
              </a:rPr>
              <a:t>在 </a:t>
            </a:r>
            <a:r>
              <a:rPr sz="2800" dirty="0">
                <a:latin typeface="宋体"/>
                <a:cs typeface="宋体"/>
              </a:rPr>
              <a:t>一个</a:t>
            </a:r>
            <a:r>
              <a:rPr sz="2800" spc="-5" dirty="0">
                <a:latin typeface="宋体"/>
                <a:cs typeface="宋体"/>
              </a:rPr>
              <a:t>boolean</a:t>
            </a:r>
            <a:r>
              <a:rPr sz="2800" dirty="0">
                <a:latin typeface="宋体"/>
                <a:cs typeface="宋体"/>
              </a:rPr>
              <a:t>数组</a:t>
            </a:r>
            <a:r>
              <a:rPr sz="2800" spc="-5" dirty="0">
                <a:latin typeface="宋体"/>
                <a:cs typeface="宋体"/>
              </a:rPr>
              <a:t>中</a:t>
            </a:r>
            <a:endParaRPr sz="2800">
              <a:latin typeface="宋体"/>
              <a:cs typeface="宋体"/>
            </a:endParaRPr>
          </a:p>
          <a:p>
            <a:pPr marL="527050" lvl="1" indent="-171450">
              <a:lnSpc>
                <a:spcPts val="3350"/>
              </a:lnSpc>
              <a:buFont typeface="Arial"/>
              <a:buChar char="•"/>
              <a:tabLst>
                <a:tab pos="527050" algn="l"/>
              </a:tabLst>
            </a:pPr>
            <a:r>
              <a:rPr sz="2800" dirty="0">
                <a:latin typeface="宋体"/>
                <a:cs typeface="宋体"/>
              </a:rPr>
              <a:t>数组元素下标：代表球号（从下标</a:t>
            </a:r>
            <a:r>
              <a:rPr sz="2800" spc="-5" dirty="0">
                <a:latin typeface="宋体"/>
                <a:cs typeface="宋体"/>
              </a:rPr>
              <a:t>1</a:t>
            </a:r>
            <a:r>
              <a:rPr sz="2800" dirty="0">
                <a:latin typeface="宋体"/>
                <a:cs typeface="宋体"/>
              </a:rPr>
              <a:t>开始使用</a:t>
            </a:r>
            <a:r>
              <a:rPr sz="2800" spc="-5" dirty="0">
                <a:latin typeface="宋体"/>
                <a:cs typeface="宋体"/>
              </a:rPr>
              <a:t>）</a:t>
            </a:r>
            <a:endParaRPr sz="2800">
              <a:latin typeface="宋体"/>
              <a:cs typeface="宋体"/>
            </a:endParaRPr>
          </a:p>
          <a:p>
            <a:pPr marL="527050" lvl="1" indent="-171450">
              <a:lnSpc>
                <a:spcPts val="3190"/>
              </a:lnSpc>
              <a:spcBef>
                <a:spcPts val="40"/>
              </a:spcBef>
              <a:buFont typeface="Arial"/>
              <a:buChar char="•"/>
              <a:tabLst>
                <a:tab pos="527050" algn="l"/>
              </a:tabLst>
            </a:pPr>
            <a:r>
              <a:rPr sz="2800" dirty="0">
                <a:latin typeface="宋体"/>
                <a:cs typeface="宋体"/>
              </a:rPr>
              <a:t>数组元素取值</a:t>
            </a:r>
            <a:r>
              <a:rPr sz="2800" spc="-5" dirty="0">
                <a:latin typeface="宋体"/>
                <a:cs typeface="宋体"/>
              </a:rPr>
              <a:t>：true/false</a:t>
            </a:r>
            <a:r>
              <a:rPr sz="2800" dirty="0">
                <a:latin typeface="宋体"/>
                <a:cs typeface="宋体"/>
              </a:rPr>
              <a:t>代表该球是否被选</a:t>
            </a:r>
            <a:r>
              <a:rPr sz="2800" spc="-5" dirty="0">
                <a:latin typeface="宋体"/>
                <a:cs typeface="宋体"/>
              </a:rPr>
              <a:t>中</a:t>
            </a:r>
            <a:endParaRPr sz="2800">
              <a:latin typeface="宋体"/>
              <a:cs typeface="宋体"/>
            </a:endParaRPr>
          </a:p>
          <a:p>
            <a:pPr marL="527050">
              <a:lnSpc>
                <a:spcPts val="3190"/>
              </a:lnSpc>
            </a:pPr>
            <a:r>
              <a:rPr sz="2800" dirty="0">
                <a:latin typeface="宋体"/>
                <a:cs typeface="宋体"/>
              </a:rPr>
              <a:t>（初始均为</a:t>
            </a:r>
            <a:r>
              <a:rPr sz="2800" spc="-5" dirty="0">
                <a:latin typeface="宋体"/>
                <a:cs typeface="宋体"/>
              </a:rPr>
              <a:t>false）。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23201" y="3414712"/>
            <a:ext cx="503694" cy="406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88517" y="3512845"/>
            <a:ext cx="2044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/>
                <a:cs typeface="微软雅黑"/>
              </a:rPr>
              <a:t>01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99261" y="3414712"/>
            <a:ext cx="503694" cy="4064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64577" y="3512845"/>
            <a:ext cx="2044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/>
                <a:cs typeface="微软雅黑"/>
              </a:rPr>
              <a:t>02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675333" y="3414712"/>
            <a:ext cx="503694" cy="4064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840649" y="3512845"/>
            <a:ext cx="2044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/>
                <a:cs typeface="微软雅黑"/>
              </a:rPr>
              <a:t>03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251392" y="3414712"/>
            <a:ext cx="503694" cy="4064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416708" y="3512845"/>
            <a:ext cx="2044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/>
                <a:cs typeface="微软雅黑"/>
              </a:rPr>
              <a:t>04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827451" y="3414712"/>
            <a:ext cx="503707" cy="4064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992780" y="3512845"/>
            <a:ext cx="2044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/>
                <a:cs typeface="微软雅黑"/>
              </a:rPr>
              <a:t>05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403523" y="3414712"/>
            <a:ext cx="503694" cy="4064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568839" y="3512845"/>
            <a:ext cx="2044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/>
                <a:cs typeface="微软雅黑"/>
              </a:rPr>
              <a:t>06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051592" y="3414712"/>
            <a:ext cx="503694" cy="4064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216908" y="3512845"/>
            <a:ext cx="2044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/>
                <a:cs typeface="微软雅黑"/>
              </a:rPr>
              <a:t>07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627651" y="3414712"/>
            <a:ext cx="503707" cy="40640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792979" y="3512845"/>
            <a:ext cx="2044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/>
                <a:cs typeface="微软雅黑"/>
              </a:rPr>
              <a:t>08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203723" y="3414712"/>
            <a:ext cx="503694" cy="40640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369039" y="3512845"/>
            <a:ext cx="2044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/>
                <a:cs typeface="微软雅黑"/>
              </a:rPr>
              <a:t>09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779782" y="3414712"/>
            <a:ext cx="503694" cy="40640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945098" y="3512845"/>
            <a:ext cx="2044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/>
                <a:cs typeface="微软雅黑"/>
              </a:rPr>
              <a:t>10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427851" y="3414712"/>
            <a:ext cx="503707" cy="40640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6623227" y="3512845"/>
            <a:ext cx="1498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/>
                <a:cs typeface="微软雅黑"/>
              </a:rPr>
              <a:t>…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156054" y="3414712"/>
            <a:ext cx="503694" cy="40640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8321370" y="3512845"/>
            <a:ext cx="2044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/>
                <a:cs typeface="微软雅黑"/>
              </a:rPr>
              <a:t>33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003922" y="3414712"/>
            <a:ext cx="503694" cy="40640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7199286" y="3512845"/>
            <a:ext cx="1498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/>
                <a:cs typeface="微软雅黑"/>
              </a:rPr>
              <a:t>…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579982" y="3414712"/>
            <a:ext cx="503694" cy="40640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7775358" y="3512845"/>
            <a:ext cx="1498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/>
                <a:cs typeface="微软雅黑"/>
              </a:rPr>
              <a:t>…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>
                <a:solidFill>
                  <a:srgbClr val="F1F1F1"/>
                </a:solidFill>
              </a:rPr>
              <a:t>20</a:t>
            </a:fld>
            <a:endParaRPr dirty="0">
              <a:solidFill>
                <a:srgbClr val="F1F1F1"/>
              </a:solidFill>
            </a:endParaRPr>
          </a:p>
        </p:txBody>
      </p:sp>
      <p:graphicFrame>
        <p:nvGraphicFramePr>
          <p:cNvPr id="32" name="object 32"/>
          <p:cNvGraphicFramePr>
            <a:graphicFrameLocks noGrp="1"/>
          </p:cNvGraphicFramePr>
          <p:nvPr/>
        </p:nvGraphicFramePr>
        <p:xfrm>
          <a:off x="460413" y="4068635"/>
          <a:ext cx="8350248" cy="5359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50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50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50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53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591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6743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359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11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2000" b="1" spc="-5" dirty="0">
                          <a:latin typeface="微软雅黑"/>
                          <a:cs typeface="微软雅黑"/>
                        </a:rPr>
                        <a:t>false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1092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2000" b="1" spc="-5" dirty="0">
                          <a:latin typeface="微软雅黑"/>
                          <a:cs typeface="微软雅黑"/>
                        </a:rPr>
                        <a:t>false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1092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2000" b="1" spc="-5" dirty="0">
                          <a:latin typeface="微软雅黑"/>
                          <a:cs typeface="微软雅黑"/>
                        </a:rPr>
                        <a:t>false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1092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2000" b="1" spc="-5" dirty="0">
                          <a:latin typeface="微软雅黑"/>
                          <a:cs typeface="微软雅黑"/>
                        </a:rPr>
                        <a:t>false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1092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2000" b="1" spc="-5" dirty="0">
                          <a:latin typeface="微软雅黑"/>
                          <a:cs typeface="微软雅黑"/>
                        </a:rPr>
                        <a:t>false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1092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987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2000" b="1" spc="-5" dirty="0">
                          <a:latin typeface="微软雅黑"/>
                          <a:cs typeface="微软雅黑"/>
                        </a:rPr>
                        <a:t>false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1092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495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2000" b="1" spc="-5" dirty="0">
                          <a:latin typeface="微软雅黑"/>
                          <a:cs typeface="微软雅黑"/>
                        </a:rPr>
                        <a:t>false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1092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" name="object 33"/>
          <p:cNvSpPr txBox="1"/>
          <p:nvPr/>
        </p:nvSpPr>
        <p:spPr>
          <a:xfrm>
            <a:off x="1515148" y="4688395"/>
            <a:ext cx="64770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5" dirty="0">
                <a:latin typeface="微软雅黑"/>
                <a:cs typeface="微软雅黑"/>
              </a:rPr>
              <a:t>r</a:t>
            </a:r>
            <a:r>
              <a:rPr sz="1600" b="1" spc="-5" dirty="0">
                <a:latin typeface="微软雅黑"/>
                <a:cs typeface="微软雅黑"/>
              </a:rPr>
              <a:t>e</a:t>
            </a:r>
            <a:r>
              <a:rPr sz="1600" b="1" dirty="0">
                <a:latin typeface="微软雅黑"/>
                <a:cs typeface="微软雅黑"/>
              </a:rPr>
              <a:t>d</a:t>
            </a:r>
            <a:r>
              <a:rPr sz="1600" b="1" spc="-5" dirty="0">
                <a:latin typeface="微软雅黑"/>
                <a:cs typeface="微软雅黑"/>
              </a:rPr>
              <a:t>[1]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429548" y="4688395"/>
            <a:ext cx="64770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5" dirty="0">
                <a:latin typeface="微软雅黑"/>
                <a:cs typeface="微软雅黑"/>
              </a:rPr>
              <a:t>r</a:t>
            </a:r>
            <a:r>
              <a:rPr sz="1600" b="1" spc="-5" dirty="0">
                <a:latin typeface="微软雅黑"/>
                <a:cs typeface="微软雅黑"/>
              </a:rPr>
              <a:t>e</a:t>
            </a:r>
            <a:r>
              <a:rPr sz="1600" b="1" dirty="0">
                <a:latin typeface="微软雅黑"/>
                <a:cs typeface="微软雅黑"/>
              </a:rPr>
              <a:t>d</a:t>
            </a:r>
            <a:r>
              <a:rPr sz="1600" b="1" spc="-5" dirty="0">
                <a:latin typeface="微软雅黑"/>
                <a:cs typeface="微软雅黑"/>
              </a:rPr>
              <a:t>[2]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344583" y="4688395"/>
            <a:ext cx="64770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5" dirty="0">
                <a:latin typeface="微软雅黑"/>
                <a:cs typeface="微软雅黑"/>
              </a:rPr>
              <a:t>r</a:t>
            </a:r>
            <a:r>
              <a:rPr sz="1600" b="1" spc="-5" dirty="0">
                <a:latin typeface="微软雅黑"/>
                <a:cs typeface="微软雅黑"/>
              </a:rPr>
              <a:t>e</a:t>
            </a:r>
            <a:r>
              <a:rPr sz="1600" b="1" dirty="0">
                <a:latin typeface="微软雅黑"/>
                <a:cs typeface="微软雅黑"/>
              </a:rPr>
              <a:t>d</a:t>
            </a:r>
            <a:r>
              <a:rPr sz="1600" b="1" spc="-5" dirty="0">
                <a:latin typeface="微软雅黑"/>
                <a:cs typeface="微软雅黑"/>
              </a:rPr>
              <a:t>[3]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258983" y="4688395"/>
            <a:ext cx="64770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5" dirty="0">
                <a:latin typeface="微软雅黑"/>
                <a:cs typeface="微软雅黑"/>
              </a:rPr>
              <a:t>r</a:t>
            </a:r>
            <a:r>
              <a:rPr sz="1600" b="1" spc="-5" dirty="0">
                <a:latin typeface="微软雅黑"/>
                <a:cs typeface="微软雅黑"/>
              </a:rPr>
              <a:t>e</a:t>
            </a:r>
            <a:r>
              <a:rPr sz="1600" b="1" dirty="0">
                <a:latin typeface="微软雅黑"/>
                <a:cs typeface="微软雅黑"/>
              </a:rPr>
              <a:t>d</a:t>
            </a:r>
            <a:r>
              <a:rPr sz="1600" b="1" spc="-5" dirty="0">
                <a:latin typeface="微软雅黑"/>
                <a:cs typeface="微软雅黑"/>
              </a:rPr>
              <a:t>[4]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174018" y="4688395"/>
            <a:ext cx="3495675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52500" algn="l"/>
                <a:tab pos="1671320" algn="l"/>
                <a:tab pos="2734945" algn="l"/>
              </a:tabLst>
            </a:pPr>
            <a:r>
              <a:rPr sz="1600" b="1" spc="-15" dirty="0">
                <a:latin typeface="微软雅黑"/>
                <a:cs typeface="微软雅黑"/>
              </a:rPr>
              <a:t>r</a:t>
            </a:r>
            <a:r>
              <a:rPr sz="1600" b="1" spc="-5" dirty="0">
                <a:latin typeface="微软雅黑"/>
                <a:cs typeface="微软雅黑"/>
              </a:rPr>
              <a:t>e</a:t>
            </a:r>
            <a:r>
              <a:rPr sz="1600" b="1" dirty="0">
                <a:latin typeface="微软雅黑"/>
                <a:cs typeface="微软雅黑"/>
              </a:rPr>
              <a:t>d</a:t>
            </a:r>
            <a:r>
              <a:rPr sz="1600" b="1" spc="-5" dirty="0">
                <a:latin typeface="微软雅黑"/>
                <a:cs typeface="微软雅黑"/>
              </a:rPr>
              <a:t>[5]</a:t>
            </a:r>
            <a:r>
              <a:rPr sz="1600" b="1" dirty="0">
                <a:latin typeface="微软雅黑"/>
                <a:cs typeface="微软雅黑"/>
              </a:rPr>
              <a:t>	</a:t>
            </a:r>
            <a:r>
              <a:rPr sz="1600" b="1" spc="-5" dirty="0">
                <a:latin typeface="微软雅黑"/>
                <a:cs typeface="微软雅黑"/>
              </a:rPr>
              <a:t>……</a:t>
            </a:r>
            <a:r>
              <a:rPr sz="1600" b="1" dirty="0">
                <a:latin typeface="微软雅黑"/>
                <a:cs typeface="微软雅黑"/>
              </a:rPr>
              <a:t>	</a:t>
            </a:r>
            <a:r>
              <a:rPr sz="1600" b="1" spc="-15" dirty="0">
                <a:latin typeface="微软雅黑"/>
                <a:cs typeface="微软雅黑"/>
              </a:rPr>
              <a:t>r</a:t>
            </a:r>
            <a:r>
              <a:rPr sz="1600" b="1" spc="-5" dirty="0">
                <a:latin typeface="微软雅黑"/>
                <a:cs typeface="微软雅黑"/>
              </a:rPr>
              <a:t>e</a:t>
            </a:r>
            <a:r>
              <a:rPr sz="1600" b="1" dirty="0">
                <a:latin typeface="微软雅黑"/>
                <a:cs typeface="微软雅黑"/>
              </a:rPr>
              <a:t>d</a:t>
            </a:r>
            <a:r>
              <a:rPr sz="1600" b="1" spc="-5" dirty="0">
                <a:latin typeface="微软雅黑"/>
                <a:cs typeface="微软雅黑"/>
              </a:rPr>
              <a:t>[32]</a:t>
            </a:r>
            <a:r>
              <a:rPr sz="1600" b="1" dirty="0">
                <a:latin typeface="微软雅黑"/>
                <a:cs typeface="微软雅黑"/>
              </a:rPr>
              <a:t>	</a:t>
            </a:r>
            <a:r>
              <a:rPr sz="1600" b="1" spc="-15" dirty="0">
                <a:latin typeface="微软雅黑"/>
                <a:cs typeface="微软雅黑"/>
              </a:rPr>
              <a:t>r</a:t>
            </a:r>
            <a:r>
              <a:rPr sz="1600" b="1" spc="-5" dirty="0">
                <a:latin typeface="微软雅黑"/>
                <a:cs typeface="微软雅黑"/>
              </a:rPr>
              <a:t>e</a:t>
            </a:r>
            <a:r>
              <a:rPr sz="1600" b="1" dirty="0">
                <a:latin typeface="微软雅黑"/>
                <a:cs typeface="微软雅黑"/>
              </a:rPr>
              <a:t>d</a:t>
            </a:r>
            <a:r>
              <a:rPr sz="1600" b="1" spc="-5" dirty="0">
                <a:latin typeface="微软雅黑"/>
                <a:cs typeface="微软雅黑"/>
              </a:rPr>
              <a:t>[33]</a:t>
            </a:r>
            <a:endParaRPr sz="16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257327"/>
            <a:ext cx="4934585" cy="560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500" dirty="0">
                <a:solidFill>
                  <a:srgbClr val="000000"/>
                </a:solidFill>
                <a:latin typeface="宋体"/>
                <a:cs typeface="宋体"/>
              </a:rPr>
              <a:t>中国福利彩票双色球抽</a:t>
            </a:r>
            <a:r>
              <a:rPr sz="3500" spc="-10" dirty="0">
                <a:solidFill>
                  <a:srgbClr val="000000"/>
                </a:solidFill>
                <a:latin typeface="宋体"/>
                <a:cs typeface="宋体"/>
              </a:rPr>
              <a:t>奖</a:t>
            </a:r>
            <a:endParaRPr sz="35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12673" y="3655974"/>
            <a:ext cx="503694" cy="406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77989" y="3754120"/>
            <a:ext cx="2044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/>
                <a:cs typeface="微软雅黑"/>
              </a:rPr>
              <a:t>01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88745" y="3655974"/>
            <a:ext cx="503694" cy="406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254061" y="3754120"/>
            <a:ext cx="2044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/>
                <a:cs typeface="微软雅黑"/>
              </a:rPr>
              <a:t>02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664804" y="3655974"/>
            <a:ext cx="503694" cy="4064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830120" y="3754120"/>
            <a:ext cx="2044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/>
                <a:cs typeface="微软雅黑"/>
              </a:rPr>
              <a:t>03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40864" y="3655974"/>
            <a:ext cx="503707" cy="4064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406192" y="3754120"/>
            <a:ext cx="2044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/>
                <a:cs typeface="微软雅黑"/>
              </a:rPr>
              <a:t>04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392995" y="3655974"/>
            <a:ext cx="503694" cy="4064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558311" y="3754120"/>
            <a:ext cx="2044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/>
                <a:cs typeface="微软雅黑"/>
              </a:rPr>
              <a:t>06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041076" y="3655974"/>
            <a:ext cx="503694" cy="4064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206392" y="3754120"/>
            <a:ext cx="2044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/>
                <a:cs typeface="微软雅黑"/>
              </a:rPr>
              <a:t>07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617135" y="3655974"/>
            <a:ext cx="503694" cy="4064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782451" y="3754120"/>
            <a:ext cx="2044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/>
                <a:cs typeface="微软雅黑"/>
              </a:rPr>
              <a:t>08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193195" y="3655974"/>
            <a:ext cx="503694" cy="4064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358510" y="3754120"/>
            <a:ext cx="2044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/>
                <a:cs typeface="微软雅黑"/>
              </a:rPr>
              <a:t>09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769267" y="3655974"/>
            <a:ext cx="503694" cy="40640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934583" y="3754120"/>
            <a:ext cx="2044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/>
                <a:cs typeface="微软雅黑"/>
              </a:rPr>
              <a:t>10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417335" y="3655974"/>
            <a:ext cx="503694" cy="40640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816936" y="3655212"/>
            <a:ext cx="503694" cy="40716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6612699" y="3754120"/>
            <a:ext cx="1498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/>
                <a:cs typeface="微软雅黑"/>
              </a:rPr>
              <a:t>…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145526" y="3655974"/>
            <a:ext cx="503694" cy="40640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8310841" y="3754120"/>
            <a:ext cx="2044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/>
                <a:cs typeface="微软雅黑"/>
              </a:rPr>
              <a:t>33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993394" y="3655974"/>
            <a:ext cx="503694" cy="40640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188771" y="3754120"/>
            <a:ext cx="1498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/>
                <a:cs typeface="微软雅黑"/>
              </a:rPr>
              <a:t>…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569466" y="3655974"/>
            <a:ext cx="503694" cy="40640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7764830" y="3754120"/>
            <a:ext cx="1498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/>
                <a:cs typeface="微软雅黑"/>
              </a:rPr>
              <a:t>…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950159" y="3754120"/>
            <a:ext cx="23685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735" baseline="2314" dirty="0">
                <a:solidFill>
                  <a:srgbClr val="FFFFFF"/>
                </a:solidFill>
                <a:latin typeface="微软雅黑"/>
                <a:cs typeface="微软雅黑"/>
              </a:rPr>
              <a:t>0</a:t>
            </a:r>
            <a:r>
              <a:rPr sz="1200" spc="-220" dirty="0">
                <a:latin typeface="微软雅黑"/>
                <a:cs typeface="微软雅黑"/>
              </a:rPr>
              <a:t>0</a:t>
            </a:r>
            <a:r>
              <a:rPr sz="1800" b="1" spc="-787" baseline="2314" dirty="0">
                <a:solidFill>
                  <a:srgbClr val="FFFFFF"/>
                </a:solidFill>
                <a:latin typeface="微软雅黑"/>
                <a:cs typeface="微软雅黑"/>
              </a:rPr>
              <a:t>5</a:t>
            </a:r>
            <a:r>
              <a:rPr sz="1200" dirty="0">
                <a:latin typeface="微软雅黑"/>
                <a:cs typeface="微软雅黑"/>
              </a:rPr>
              <a:t>5</a:t>
            </a:r>
            <a:endParaRPr sz="1200">
              <a:latin typeface="微软雅黑"/>
              <a:cs typeface="微软雅黑"/>
            </a:endParaRPr>
          </a:p>
        </p:txBody>
      </p:sp>
      <p:graphicFrame>
        <p:nvGraphicFramePr>
          <p:cNvPr id="31" name="object 31"/>
          <p:cNvGraphicFramePr>
            <a:graphicFrameLocks noGrp="1"/>
          </p:cNvGraphicFramePr>
          <p:nvPr/>
        </p:nvGraphicFramePr>
        <p:xfrm>
          <a:off x="440131" y="4296994"/>
          <a:ext cx="8214356" cy="5467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6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50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50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59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5917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5917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467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115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2000" b="1" spc="-5" dirty="0">
                          <a:latin typeface="微软雅黑"/>
                          <a:cs typeface="微软雅黑"/>
                        </a:rPr>
                        <a:t>false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2000" b="1" spc="-5" dirty="0">
                          <a:latin typeface="微软雅黑"/>
                          <a:cs typeface="微软雅黑"/>
                        </a:rPr>
                        <a:t>false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2000" b="1" spc="-5" dirty="0">
                          <a:latin typeface="微软雅黑"/>
                          <a:cs typeface="微软雅黑"/>
                        </a:rPr>
                        <a:t>false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2000" b="1" spc="-5" dirty="0">
                          <a:latin typeface="微软雅黑"/>
                          <a:cs typeface="微软雅黑"/>
                        </a:rPr>
                        <a:t>false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3675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2000" b="1" dirty="0">
                          <a:solidFill>
                            <a:srgbClr val="C00000"/>
                          </a:solidFill>
                          <a:latin typeface="微软雅黑"/>
                          <a:cs typeface="微软雅黑"/>
                        </a:rPr>
                        <a:t>true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2000" b="1" spc="-5" dirty="0">
                          <a:latin typeface="微软雅黑"/>
                          <a:cs typeface="微软雅黑"/>
                        </a:rPr>
                        <a:t>false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9870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2000" b="1" spc="-5" dirty="0">
                          <a:latin typeface="微软雅黑"/>
                          <a:cs typeface="微软雅黑"/>
                        </a:rPr>
                        <a:t>false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2" name="object 32"/>
          <p:cNvSpPr txBox="1"/>
          <p:nvPr/>
        </p:nvSpPr>
        <p:spPr>
          <a:xfrm>
            <a:off x="1366596" y="4867859"/>
            <a:ext cx="64770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5" dirty="0">
                <a:latin typeface="微软雅黑"/>
                <a:cs typeface="微软雅黑"/>
              </a:rPr>
              <a:t>r</a:t>
            </a:r>
            <a:r>
              <a:rPr sz="1600" b="1" spc="-5" dirty="0">
                <a:latin typeface="微软雅黑"/>
                <a:cs typeface="微软雅黑"/>
              </a:rPr>
              <a:t>e</a:t>
            </a:r>
            <a:r>
              <a:rPr sz="1600" b="1" dirty="0">
                <a:latin typeface="微软雅黑"/>
                <a:cs typeface="微软雅黑"/>
              </a:rPr>
              <a:t>d</a:t>
            </a:r>
            <a:r>
              <a:rPr sz="1600" b="1" spc="-5" dirty="0">
                <a:latin typeface="微软雅黑"/>
                <a:cs typeface="微软雅黑"/>
              </a:rPr>
              <a:t>[1]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280996" y="4867859"/>
            <a:ext cx="64770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5" dirty="0">
                <a:latin typeface="微软雅黑"/>
                <a:cs typeface="微软雅黑"/>
              </a:rPr>
              <a:t>r</a:t>
            </a:r>
            <a:r>
              <a:rPr sz="1600" b="1" spc="-5" dirty="0">
                <a:latin typeface="微软雅黑"/>
                <a:cs typeface="微软雅黑"/>
              </a:rPr>
              <a:t>e</a:t>
            </a:r>
            <a:r>
              <a:rPr sz="1600" b="1" dirty="0">
                <a:latin typeface="微软雅黑"/>
                <a:cs typeface="微软雅黑"/>
              </a:rPr>
              <a:t>d</a:t>
            </a:r>
            <a:r>
              <a:rPr sz="1600" b="1" spc="-5" dirty="0">
                <a:latin typeface="微软雅黑"/>
                <a:cs typeface="微软雅黑"/>
              </a:rPr>
              <a:t>[2]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196031" y="4867859"/>
            <a:ext cx="64770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5" dirty="0">
                <a:latin typeface="微软雅黑"/>
                <a:cs typeface="微软雅黑"/>
              </a:rPr>
              <a:t>r</a:t>
            </a:r>
            <a:r>
              <a:rPr sz="1600" b="1" spc="-5" dirty="0">
                <a:latin typeface="微软雅黑"/>
                <a:cs typeface="微软雅黑"/>
              </a:rPr>
              <a:t>e</a:t>
            </a:r>
            <a:r>
              <a:rPr sz="1600" b="1" dirty="0">
                <a:latin typeface="微软雅黑"/>
                <a:cs typeface="微软雅黑"/>
              </a:rPr>
              <a:t>d</a:t>
            </a:r>
            <a:r>
              <a:rPr sz="1600" b="1" spc="-5" dirty="0">
                <a:latin typeface="微软雅黑"/>
                <a:cs typeface="微软雅黑"/>
              </a:rPr>
              <a:t>[3]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110431" y="4867859"/>
            <a:ext cx="64770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5" dirty="0">
                <a:latin typeface="微软雅黑"/>
                <a:cs typeface="微软雅黑"/>
              </a:rPr>
              <a:t>r</a:t>
            </a:r>
            <a:r>
              <a:rPr sz="1600" b="1" spc="-5" dirty="0">
                <a:latin typeface="微软雅黑"/>
                <a:cs typeface="微软雅黑"/>
              </a:rPr>
              <a:t>e</a:t>
            </a:r>
            <a:r>
              <a:rPr sz="1600" b="1" dirty="0">
                <a:latin typeface="微软雅黑"/>
                <a:cs typeface="微软雅黑"/>
              </a:rPr>
              <a:t>d</a:t>
            </a:r>
            <a:r>
              <a:rPr sz="1600" b="1" spc="-5" dirty="0">
                <a:latin typeface="微软雅黑"/>
                <a:cs typeface="微软雅黑"/>
              </a:rPr>
              <a:t>[4]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025466" y="4867859"/>
            <a:ext cx="3491865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52500" algn="l"/>
                <a:tab pos="1671955" algn="l"/>
                <a:tab pos="2731135" algn="l"/>
              </a:tabLst>
            </a:pPr>
            <a:r>
              <a:rPr sz="1600" b="1" spc="-15" dirty="0">
                <a:latin typeface="微软雅黑"/>
                <a:cs typeface="微软雅黑"/>
              </a:rPr>
              <a:t>r</a:t>
            </a:r>
            <a:r>
              <a:rPr sz="1600" b="1" spc="-5" dirty="0">
                <a:latin typeface="微软雅黑"/>
                <a:cs typeface="微软雅黑"/>
              </a:rPr>
              <a:t>e</a:t>
            </a:r>
            <a:r>
              <a:rPr sz="1600" b="1" dirty="0">
                <a:latin typeface="微软雅黑"/>
                <a:cs typeface="微软雅黑"/>
              </a:rPr>
              <a:t>d</a:t>
            </a:r>
            <a:r>
              <a:rPr sz="1600" b="1" spc="-5" dirty="0">
                <a:latin typeface="微软雅黑"/>
                <a:cs typeface="微软雅黑"/>
              </a:rPr>
              <a:t>[5]</a:t>
            </a:r>
            <a:r>
              <a:rPr sz="1600" b="1" dirty="0">
                <a:latin typeface="微软雅黑"/>
                <a:cs typeface="微软雅黑"/>
              </a:rPr>
              <a:t>	</a:t>
            </a:r>
            <a:r>
              <a:rPr sz="1600" b="1" spc="-5" dirty="0">
                <a:latin typeface="微软雅黑"/>
                <a:cs typeface="微软雅黑"/>
              </a:rPr>
              <a:t>……</a:t>
            </a:r>
            <a:r>
              <a:rPr sz="1600" b="1" dirty="0">
                <a:latin typeface="微软雅黑"/>
                <a:cs typeface="微软雅黑"/>
              </a:rPr>
              <a:t>	</a:t>
            </a:r>
            <a:r>
              <a:rPr sz="1600" b="1" spc="-15" dirty="0">
                <a:latin typeface="微软雅黑"/>
                <a:cs typeface="微软雅黑"/>
              </a:rPr>
              <a:t>r</a:t>
            </a:r>
            <a:r>
              <a:rPr sz="1600" b="1" spc="-5" dirty="0">
                <a:latin typeface="微软雅黑"/>
                <a:cs typeface="微软雅黑"/>
              </a:rPr>
              <a:t>e</a:t>
            </a:r>
            <a:r>
              <a:rPr sz="1600" b="1" dirty="0">
                <a:latin typeface="微软雅黑"/>
                <a:cs typeface="微软雅黑"/>
              </a:rPr>
              <a:t>d</a:t>
            </a:r>
            <a:r>
              <a:rPr sz="1600" b="1" spc="-5" dirty="0">
                <a:latin typeface="微软雅黑"/>
                <a:cs typeface="微软雅黑"/>
              </a:rPr>
              <a:t>[32]</a:t>
            </a:r>
            <a:r>
              <a:rPr sz="1600" b="1" dirty="0">
                <a:latin typeface="微软雅黑"/>
                <a:cs typeface="微软雅黑"/>
              </a:rPr>
              <a:t>	</a:t>
            </a:r>
            <a:r>
              <a:rPr sz="1600" b="1" spc="-15" dirty="0">
                <a:latin typeface="微软雅黑"/>
                <a:cs typeface="微软雅黑"/>
              </a:rPr>
              <a:t>r</a:t>
            </a:r>
            <a:r>
              <a:rPr sz="1600" b="1" spc="-5" dirty="0">
                <a:latin typeface="微软雅黑"/>
                <a:cs typeface="微软雅黑"/>
              </a:rPr>
              <a:t>e</a:t>
            </a:r>
            <a:r>
              <a:rPr sz="1600" b="1" dirty="0">
                <a:latin typeface="微软雅黑"/>
                <a:cs typeface="微软雅黑"/>
              </a:rPr>
              <a:t>d</a:t>
            </a:r>
            <a:r>
              <a:rPr sz="1600" b="1" spc="-5" dirty="0">
                <a:latin typeface="微软雅黑"/>
                <a:cs typeface="微软雅黑"/>
              </a:rPr>
              <a:t>[33]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577083" y="2557272"/>
            <a:ext cx="3771900" cy="894588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546692" y="2550528"/>
            <a:ext cx="3833495" cy="908050"/>
          </a:xfrm>
          <a:custGeom>
            <a:avLst/>
            <a:gdLst/>
            <a:ahLst/>
            <a:cxnLst/>
            <a:rect l="l" t="t" r="r" b="b"/>
            <a:pathLst>
              <a:path w="3833495" h="908050">
                <a:moveTo>
                  <a:pt x="1937042" y="243103"/>
                </a:moveTo>
                <a:lnTo>
                  <a:pt x="1915109" y="243103"/>
                </a:lnTo>
                <a:lnTo>
                  <a:pt x="1917649" y="243065"/>
                </a:lnTo>
                <a:lnTo>
                  <a:pt x="1916379" y="242633"/>
                </a:lnTo>
                <a:lnTo>
                  <a:pt x="2572169" y="0"/>
                </a:lnTo>
                <a:lnTo>
                  <a:pt x="2570679" y="5130"/>
                </a:lnTo>
                <a:lnTo>
                  <a:pt x="2562745" y="5130"/>
                </a:lnTo>
                <a:lnTo>
                  <a:pt x="2560639" y="12387"/>
                </a:lnTo>
                <a:lnTo>
                  <a:pt x="1937042" y="243103"/>
                </a:lnTo>
                <a:close/>
              </a:path>
              <a:path w="3833495" h="908050">
                <a:moveTo>
                  <a:pt x="2560639" y="12387"/>
                </a:moveTo>
                <a:lnTo>
                  <a:pt x="2562745" y="5130"/>
                </a:lnTo>
                <a:lnTo>
                  <a:pt x="2567724" y="9766"/>
                </a:lnTo>
                <a:lnTo>
                  <a:pt x="2560639" y="12387"/>
                </a:lnTo>
                <a:close/>
              </a:path>
              <a:path w="3833495" h="908050">
                <a:moveTo>
                  <a:pt x="2497175" y="231038"/>
                </a:moveTo>
                <a:lnTo>
                  <a:pt x="2560639" y="12387"/>
                </a:lnTo>
                <a:lnTo>
                  <a:pt x="2567724" y="9766"/>
                </a:lnTo>
                <a:lnTo>
                  <a:pt x="2562745" y="5130"/>
                </a:lnTo>
                <a:lnTo>
                  <a:pt x="2570679" y="5130"/>
                </a:lnTo>
                <a:lnTo>
                  <a:pt x="2507467" y="222903"/>
                </a:lnTo>
                <a:lnTo>
                  <a:pt x="2502128" y="223164"/>
                </a:lnTo>
                <a:lnTo>
                  <a:pt x="2505976" y="228041"/>
                </a:lnTo>
                <a:lnTo>
                  <a:pt x="2558627" y="228041"/>
                </a:lnTo>
                <a:lnTo>
                  <a:pt x="2497175" y="231038"/>
                </a:lnTo>
                <a:close/>
              </a:path>
              <a:path w="3833495" h="908050">
                <a:moveTo>
                  <a:pt x="816046" y="319334"/>
                </a:moveTo>
                <a:lnTo>
                  <a:pt x="64897" y="96380"/>
                </a:lnTo>
                <a:lnTo>
                  <a:pt x="65532" y="93446"/>
                </a:lnTo>
                <a:lnTo>
                  <a:pt x="96439" y="97701"/>
                </a:lnTo>
                <a:lnTo>
                  <a:pt x="96088" y="97701"/>
                </a:lnTo>
                <a:lnTo>
                  <a:pt x="94488" y="105117"/>
                </a:lnTo>
                <a:lnTo>
                  <a:pt x="144075" y="111944"/>
                </a:lnTo>
                <a:lnTo>
                  <a:pt x="838983" y="318198"/>
                </a:lnTo>
                <a:lnTo>
                  <a:pt x="838225" y="318198"/>
                </a:lnTo>
                <a:lnTo>
                  <a:pt x="816046" y="319334"/>
                </a:lnTo>
                <a:close/>
              </a:path>
              <a:path w="3833495" h="908050">
                <a:moveTo>
                  <a:pt x="1315991" y="265430"/>
                </a:moveTo>
                <a:lnTo>
                  <a:pt x="1304734" y="265430"/>
                </a:lnTo>
                <a:lnTo>
                  <a:pt x="1307820" y="264452"/>
                </a:lnTo>
                <a:lnTo>
                  <a:pt x="1306062" y="264210"/>
                </a:lnTo>
                <a:lnTo>
                  <a:pt x="1488008" y="97015"/>
                </a:lnTo>
                <a:lnTo>
                  <a:pt x="1509004" y="104152"/>
                </a:lnTo>
                <a:lnTo>
                  <a:pt x="1491500" y="104152"/>
                </a:lnTo>
                <a:lnTo>
                  <a:pt x="1487703" y="104952"/>
                </a:lnTo>
                <a:lnTo>
                  <a:pt x="1489839" y="105679"/>
                </a:lnTo>
                <a:lnTo>
                  <a:pt x="1315991" y="265430"/>
                </a:lnTo>
                <a:close/>
              </a:path>
              <a:path w="3833495" h="908050">
                <a:moveTo>
                  <a:pt x="144075" y="111944"/>
                </a:moveTo>
                <a:lnTo>
                  <a:pt x="94488" y="105117"/>
                </a:lnTo>
                <a:lnTo>
                  <a:pt x="96088" y="97701"/>
                </a:lnTo>
                <a:lnTo>
                  <a:pt x="144075" y="111944"/>
                </a:lnTo>
                <a:close/>
              </a:path>
              <a:path w="3833495" h="908050">
                <a:moveTo>
                  <a:pt x="1308569" y="272249"/>
                </a:moveTo>
                <a:lnTo>
                  <a:pt x="144075" y="111944"/>
                </a:lnTo>
                <a:lnTo>
                  <a:pt x="96088" y="97701"/>
                </a:lnTo>
                <a:lnTo>
                  <a:pt x="96439" y="97701"/>
                </a:lnTo>
                <a:lnTo>
                  <a:pt x="1306062" y="264210"/>
                </a:lnTo>
                <a:lnTo>
                  <a:pt x="1304734" y="265430"/>
                </a:lnTo>
                <a:lnTo>
                  <a:pt x="1315991" y="265430"/>
                </a:lnTo>
                <a:lnTo>
                  <a:pt x="1308569" y="272249"/>
                </a:lnTo>
                <a:close/>
              </a:path>
              <a:path w="3833495" h="908050">
                <a:moveTo>
                  <a:pt x="1489839" y="105679"/>
                </a:moveTo>
                <a:lnTo>
                  <a:pt x="1487703" y="104952"/>
                </a:lnTo>
                <a:lnTo>
                  <a:pt x="1491500" y="104152"/>
                </a:lnTo>
                <a:lnTo>
                  <a:pt x="1489839" y="105679"/>
                </a:lnTo>
                <a:close/>
              </a:path>
              <a:path w="3833495" h="908050">
                <a:moveTo>
                  <a:pt x="1916480" y="250710"/>
                </a:moveTo>
                <a:lnTo>
                  <a:pt x="1489839" y="105679"/>
                </a:lnTo>
                <a:lnTo>
                  <a:pt x="1491500" y="104152"/>
                </a:lnTo>
                <a:lnTo>
                  <a:pt x="1509004" y="104152"/>
                </a:lnTo>
                <a:lnTo>
                  <a:pt x="1916379" y="242633"/>
                </a:lnTo>
                <a:lnTo>
                  <a:pt x="1915109" y="243103"/>
                </a:lnTo>
                <a:lnTo>
                  <a:pt x="1937042" y="243103"/>
                </a:lnTo>
                <a:lnTo>
                  <a:pt x="1916480" y="250710"/>
                </a:lnTo>
                <a:close/>
              </a:path>
              <a:path w="3833495" h="908050">
                <a:moveTo>
                  <a:pt x="2558627" y="228041"/>
                </a:moveTo>
                <a:lnTo>
                  <a:pt x="2505976" y="228041"/>
                </a:lnTo>
                <a:lnTo>
                  <a:pt x="2507467" y="222903"/>
                </a:lnTo>
                <a:lnTo>
                  <a:pt x="3262426" y="186080"/>
                </a:lnTo>
                <a:lnTo>
                  <a:pt x="3259035" y="187451"/>
                </a:lnTo>
                <a:lnTo>
                  <a:pt x="3238715" y="187451"/>
                </a:lnTo>
                <a:lnTo>
                  <a:pt x="3217851" y="195888"/>
                </a:lnTo>
                <a:lnTo>
                  <a:pt x="2558627" y="228041"/>
                </a:lnTo>
                <a:close/>
              </a:path>
              <a:path w="3833495" h="908050">
                <a:moveTo>
                  <a:pt x="3217851" y="195888"/>
                </a:moveTo>
                <a:lnTo>
                  <a:pt x="3238715" y="187451"/>
                </a:lnTo>
                <a:lnTo>
                  <a:pt x="3240328" y="194792"/>
                </a:lnTo>
                <a:lnTo>
                  <a:pt x="3217851" y="195888"/>
                </a:lnTo>
                <a:close/>
              </a:path>
              <a:path w="3833495" h="908050">
                <a:moveTo>
                  <a:pt x="3676907" y="345703"/>
                </a:moveTo>
                <a:lnTo>
                  <a:pt x="2929445" y="312508"/>
                </a:lnTo>
                <a:lnTo>
                  <a:pt x="3217851" y="195888"/>
                </a:lnTo>
                <a:lnTo>
                  <a:pt x="3240328" y="194792"/>
                </a:lnTo>
                <a:lnTo>
                  <a:pt x="3238715" y="187451"/>
                </a:lnTo>
                <a:lnTo>
                  <a:pt x="3259035" y="187451"/>
                </a:lnTo>
                <a:lnTo>
                  <a:pt x="2966685" y="305676"/>
                </a:lnTo>
                <a:lnTo>
                  <a:pt x="2947276" y="305676"/>
                </a:lnTo>
                <a:lnTo>
                  <a:pt x="2948533" y="313016"/>
                </a:lnTo>
                <a:lnTo>
                  <a:pt x="3112599" y="313016"/>
                </a:lnTo>
                <a:lnTo>
                  <a:pt x="3715826" y="339801"/>
                </a:lnTo>
                <a:lnTo>
                  <a:pt x="3714013" y="339801"/>
                </a:lnTo>
                <a:lnTo>
                  <a:pt x="3676907" y="345703"/>
                </a:lnTo>
                <a:close/>
              </a:path>
              <a:path w="3833495" h="908050">
                <a:moveTo>
                  <a:pt x="2505976" y="228041"/>
                </a:moveTo>
                <a:lnTo>
                  <a:pt x="2502128" y="223164"/>
                </a:lnTo>
                <a:lnTo>
                  <a:pt x="2507467" y="222903"/>
                </a:lnTo>
                <a:lnTo>
                  <a:pt x="2505976" y="228041"/>
                </a:lnTo>
                <a:close/>
              </a:path>
              <a:path w="3833495" h="908050">
                <a:moveTo>
                  <a:pt x="1915109" y="243103"/>
                </a:moveTo>
                <a:lnTo>
                  <a:pt x="1916379" y="242633"/>
                </a:lnTo>
                <a:lnTo>
                  <a:pt x="1917649" y="243065"/>
                </a:lnTo>
                <a:lnTo>
                  <a:pt x="1915109" y="243103"/>
                </a:lnTo>
                <a:close/>
              </a:path>
              <a:path w="3833495" h="908050">
                <a:moveTo>
                  <a:pt x="1304734" y="265430"/>
                </a:moveTo>
                <a:lnTo>
                  <a:pt x="1306062" y="264210"/>
                </a:lnTo>
                <a:lnTo>
                  <a:pt x="1307820" y="264452"/>
                </a:lnTo>
                <a:lnTo>
                  <a:pt x="1304734" y="265430"/>
                </a:lnTo>
                <a:close/>
              </a:path>
              <a:path w="3833495" h="908050">
                <a:moveTo>
                  <a:pt x="2948533" y="313016"/>
                </a:moveTo>
                <a:lnTo>
                  <a:pt x="2947276" y="305676"/>
                </a:lnTo>
                <a:lnTo>
                  <a:pt x="2964765" y="306452"/>
                </a:lnTo>
                <a:lnTo>
                  <a:pt x="2948533" y="313016"/>
                </a:lnTo>
                <a:close/>
              </a:path>
              <a:path w="3833495" h="908050">
                <a:moveTo>
                  <a:pt x="2964765" y="306452"/>
                </a:moveTo>
                <a:lnTo>
                  <a:pt x="2947276" y="305676"/>
                </a:lnTo>
                <a:lnTo>
                  <a:pt x="2966685" y="305676"/>
                </a:lnTo>
                <a:lnTo>
                  <a:pt x="2964765" y="306452"/>
                </a:lnTo>
                <a:close/>
              </a:path>
              <a:path w="3833495" h="908050">
                <a:moveTo>
                  <a:pt x="3112599" y="313016"/>
                </a:moveTo>
                <a:lnTo>
                  <a:pt x="2948533" y="313016"/>
                </a:lnTo>
                <a:lnTo>
                  <a:pt x="2964765" y="306452"/>
                </a:lnTo>
                <a:lnTo>
                  <a:pt x="3112599" y="313016"/>
                </a:lnTo>
                <a:close/>
              </a:path>
              <a:path w="3833495" h="908050">
                <a:moveTo>
                  <a:pt x="837336" y="325653"/>
                </a:moveTo>
                <a:lnTo>
                  <a:pt x="816046" y="319334"/>
                </a:lnTo>
                <a:lnTo>
                  <a:pt x="838225" y="318198"/>
                </a:lnTo>
                <a:lnTo>
                  <a:pt x="837336" y="325653"/>
                </a:lnTo>
                <a:close/>
              </a:path>
              <a:path w="3833495" h="908050">
                <a:moveTo>
                  <a:pt x="841712" y="325653"/>
                </a:moveTo>
                <a:lnTo>
                  <a:pt x="837336" y="325653"/>
                </a:lnTo>
                <a:lnTo>
                  <a:pt x="838225" y="318198"/>
                </a:lnTo>
                <a:lnTo>
                  <a:pt x="838983" y="318198"/>
                </a:lnTo>
                <a:lnTo>
                  <a:pt x="860806" y="324675"/>
                </a:lnTo>
                <a:lnTo>
                  <a:pt x="841712" y="325653"/>
                </a:lnTo>
                <a:close/>
              </a:path>
              <a:path w="3833495" h="908050">
                <a:moveTo>
                  <a:pt x="660357" y="494248"/>
                </a:moveTo>
                <a:lnTo>
                  <a:pt x="0" y="361149"/>
                </a:lnTo>
                <a:lnTo>
                  <a:pt x="816046" y="319334"/>
                </a:lnTo>
                <a:lnTo>
                  <a:pt x="837336" y="325653"/>
                </a:lnTo>
                <a:lnTo>
                  <a:pt x="841712" y="325653"/>
                </a:lnTo>
                <a:lnTo>
                  <a:pt x="177889" y="359651"/>
                </a:lnTo>
                <a:lnTo>
                  <a:pt x="31153" y="359651"/>
                </a:lnTo>
                <a:lnTo>
                  <a:pt x="30594" y="367195"/>
                </a:lnTo>
                <a:lnTo>
                  <a:pt x="68578" y="367195"/>
                </a:lnTo>
                <a:lnTo>
                  <a:pt x="681049" y="490651"/>
                </a:lnTo>
                <a:lnTo>
                  <a:pt x="679678" y="490651"/>
                </a:lnTo>
                <a:lnTo>
                  <a:pt x="660357" y="494248"/>
                </a:lnTo>
                <a:close/>
              </a:path>
              <a:path w="3833495" h="908050">
                <a:moveTo>
                  <a:pt x="3714445" y="347370"/>
                </a:moveTo>
                <a:lnTo>
                  <a:pt x="3676907" y="345703"/>
                </a:lnTo>
                <a:lnTo>
                  <a:pt x="3714013" y="339801"/>
                </a:lnTo>
                <a:lnTo>
                  <a:pt x="3714445" y="347370"/>
                </a:lnTo>
                <a:close/>
              </a:path>
              <a:path w="3833495" h="908050">
                <a:moveTo>
                  <a:pt x="3714987" y="347370"/>
                </a:moveTo>
                <a:lnTo>
                  <a:pt x="3714445" y="347370"/>
                </a:lnTo>
                <a:lnTo>
                  <a:pt x="3714013" y="339801"/>
                </a:lnTo>
                <a:lnTo>
                  <a:pt x="3715826" y="339801"/>
                </a:lnTo>
                <a:lnTo>
                  <a:pt x="3745001" y="341096"/>
                </a:lnTo>
                <a:lnTo>
                  <a:pt x="3745090" y="342582"/>
                </a:lnTo>
                <a:lnTo>
                  <a:pt x="3714987" y="347370"/>
                </a:lnTo>
                <a:close/>
              </a:path>
              <a:path w="3833495" h="908050">
                <a:moveTo>
                  <a:pt x="3832722" y="560971"/>
                </a:moveTo>
                <a:lnTo>
                  <a:pt x="3801821" y="560971"/>
                </a:lnTo>
                <a:lnTo>
                  <a:pt x="3802519" y="553402"/>
                </a:lnTo>
                <a:lnTo>
                  <a:pt x="3751289" y="552514"/>
                </a:lnTo>
                <a:lnTo>
                  <a:pt x="3081489" y="440410"/>
                </a:lnTo>
                <a:lnTo>
                  <a:pt x="3676907" y="345703"/>
                </a:lnTo>
                <a:lnTo>
                  <a:pt x="3714445" y="347370"/>
                </a:lnTo>
                <a:lnTo>
                  <a:pt x="3714987" y="347370"/>
                </a:lnTo>
                <a:lnTo>
                  <a:pt x="3153096" y="436740"/>
                </a:lnTo>
                <a:lnTo>
                  <a:pt x="3105772" y="436740"/>
                </a:lnTo>
                <a:lnTo>
                  <a:pt x="3105746" y="444271"/>
                </a:lnTo>
                <a:lnTo>
                  <a:pt x="3150765" y="444271"/>
                </a:lnTo>
                <a:lnTo>
                  <a:pt x="3832948" y="558457"/>
                </a:lnTo>
                <a:lnTo>
                  <a:pt x="3832722" y="560971"/>
                </a:lnTo>
                <a:close/>
              </a:path>
              <a:path w="3833495" h="908050">
                <a:moveTo>
                  <a:pt x="30594" y="367195"/>
                </a:moveTo>
                <a:lnTo>
                  <a:pt x="31153" y="359651"/>
                </a:lnTo>
                <a:lnTo>
                  <a:pt x="60882" y="365643"/>
                </a:lnTo>
                <a:lnTo>
                  <a:pt x="30594" y="367195"/>
                </a:lnTo>
                <a:close/>
              </a:path>
              <a:path w="3833495" h="908050">
                <a:moveTo>
                  <a:pt x="60882" y="365643"/>
                </a:moveTo>
                <a:lnTo>
                  <a:pt x="31153" y="359651"/>
                </a:lnTo>
                <a:lnTo>
                  <a:pt x="177889" y="359651"/>
                </a:lnTo>
                <a:lnTo>
                  <a:pt x="60882" y="365643"/>
                </a:lnTo>
                <a:close/>
              </a:path>
              <a:path w="3833495" h="908050">
                <a:moveTo>
                  <a:pt x="68578" y="367195"/>
                </a:moveTo>
                <a:lnTo>
                  <a:pt x="30594" y="367195"/>
                </a:lnTo>
                <a:lnTo>
                  <a:pt x="60882" y="365643"/>
                </a:lnTo>
                <a:lnTo>
                  <a:pt x="68578" y="367195"/>
                </a:lnTo>
                <a:close/>
              </a:path>
              <a:path w="3833495" h="908050">
                <a:moveTo>
                  <a:pt x="3105746" y="444271"/>
                </a:moveTo>
                <a:lnTo>
                  <a:pt x="3105772" y="436740"/>
                </a:lnTo>
                <a:lnTo>
                  <a:pt x="3128830" y="440599"/>
                </a:lnTo>
                <a:lnTo>
                  <a:pt x="3105746" y="444271"/>
                </a:lnTo>
                <a:close/>
              </a:path>
              <a:path w="3833495" h="908050">
                <a:moveTo>
                  <a:pt x="3128830" y="440599"/>
                </a:moveTo>
                <a:lnTo>
                  <a:pt x="3105772" y="436740"/>
                </a:lnTo>
                <a:lnTo>
                  <a:pt x="3153096" y="436740"/>
                </a:lnTo>
                <a:lnTo>
                  <a:pt x="3128830" y="440599"/>
                </a:lnTo>
                <a:close/>
              </a:path>
              <a:path w="3833495" h="908050">
                <a:moveTo>
                  <a:pt x="3150765" y="444271"/>
                </a:moveTo>
                <a:lnTo>
                  <a:pt x="3105746" y="444271"/>
                </a:lnTo>
                <a:lnTo>
                  <a:pt x="3128830" y="440599"/>
                </a:lnTo>
                <a:lnTo>
                  <a:pt x="3150765" y="444271"/>
                </a:lnTo>
                <a:close/>
              </a:path>
              <a:path w="3833495" h="908050">
                <a:moveTo>
                  <a:pt x="679627" y="498132"/>
                </a:moveTo>
                <a:lnTo>
                  <a:pt x="660357" y="494248"/>
                </a:lnTo>
                <a:lnTo>
                  <a:pt x="679678" y="490651"/>
                </a:lnTo>
                <a:lnTo>
                  <a:pt x="679627" y="498132"/>
                </a:lnTo>
                <a:close/>
              </a:path>
              <a:path w="3833495" h="908050">
                <a:moveTo>
                  <a:pt x="681151" y="498132"/>
                </a:moveTo>
                <a:lnTo>
                  <a:pt x="679627" y="498132"/>
                </a:lnTo>
                <a:lnTo>
                  <a:pt x="679678" y="490651"/>
                </a:lnTo>
                <a:lnTo>
                  <a:pt x="681049" y="490651"/>
                </a:lnTo>
                <a:lnTo>
                  <a:pt x="700392" y="494550"/>
                </a:lnTo>
                <a:lnTo>
                  <a:pt x="681151" y="498132"/>
                </a:lnTo>
                <a:close/>
              </a:path>
              <a:path w="3833495" h="908050">
                <a:moveTo>
                  <a:pt x="23812" y="615645"/>
                </a:moveTo>
                <a:lnTo>
                  <a:pt x="23507" y="612787"/>
                </a:lnTo>
                <a:lnTo>
                  <a:pt x="660357" y="494248"/>
                </a:lnTo>
                <a:lnTo>
                  <a:pt x="679627" y="498132"/>
                </a:lnTo>
                <a:lnTo>
                  <a:pt x="681151" y="498132"/>
                </a:lnTo>
                <a:lnTo>
                  <a:pt x="102571" y="605827"/>
                </a:lnTo>
                <a:lnTo>
                  <a:pt x="53860" y="607187"/>
                </a:lnTo>
                <a:lnTo>
                  <a:pt x="54673" y="614743"/>
                </a:lnTo>
                <a:lnTo>
                  <a:pt x="56128" y="614743"/>
                </a:lnTo>
                <a:lnTo>
                  <a:pt x="23812" y="615645"/>
                </a:lnTo>
                <a:close/>
              </a:path>
              <a:path w="3833495" h="908050">
                <a:moveTo>
                  <a:pt x="3207646" y="759218"/>
                </a:moveTo>
                <a:lnTo>
                  <a:pt x="3196501" y="759218"/>
                </a:lnTo>
                <a:lnTo>
                  <a:pt x="3199879" y="752716"/>
                </a:lnTo>
                <a:lnTo>
                  <a:pt x="3186569" y="749929"/>
                </a:lnTo>
                <a:lnTo>
                  <a:pt x="2960852" y="538810"/>
                </a:lnTo>
                <a:lnTo>
                  <a:pt x="3029709" y="540003"/>
                </a:lnTo>
                <a:lnTo>
                  <a:pt x="2973285" y="540003"/>
                </a:lnTo>
                <a:lnTo>
                  <a:pt x="2970618" y="546595"/>
                </a:lnTo>
                <a:lnTo>
                  <a:pt x="2980516" y="546767"/>
                </a:lnTo>
                <a:lnTo>
                  <a:pt x="3207646" y="759218"/>
                </a:lnTo>
                <a:close/>
              </a:path>
              <a:path w="3833495" h="908050">
                <a:moveTo>
                  <a:pt x="2980516" y="546767"/>
                </a:moveTo>
                <a:lnTo>
                  <a:pt x="2970618" y="546595"/>
                </a:lnTo>
                <a:lnTo>
                  <a:pt x="2973285" y="540003"/>
                </a:lnTo>
                <a:lnTo>
                  <a:pt x="2980516" y="546767"/>
                </a:lnTo>
                <a:close/>
              </a:path>
              <a:path w="3833495" h="908050">
                <a:moveTo>
                  <a:pt x="3832669" y="561555"/>
                </a:moveTo>
                <a:lnTo>
                  <a:pt x="2980516" y="546767"/>
                </a:lnTo>
                <a:lnTo>
                  <a:pt x="2973285" y="540003"/>
                </a:lnTo>
                <a:lnTo>
                  <a:pt x="3029709" y="540003"/>
                </a:lnTo>
                <a:lnTo>
                  <a:pt x="3751289" y="552514"/>
                </a:lnTo>
                <a:lnTo>
                  <a:pt x="3801821" y="560971"/>
                </a:lnTo>
                <a:lnTo>
                  <a:pt x="3832722" y="560971"/>
                </a:lnTo>
                <a:lnTo>
                  <a:pt x="3832669" y="561555"/>
                </a:lnTo>
                <a:close/>
              </a:path>
              <a:path w="3833495" h="908050">
                <a:moveTo>
                  <a:pt x="3801821" y="560971"/>
                </a:moveTo>
                <a:lnTo>
                  <a:pt x="3751289" y="552514"/>
                </a:lnTo>
                <a:lnTo>
                  <a:pt x="3802519" y="553402"/>
                </a:lnTo>
                <a:lnTo>
                  <a:pt x="3801821" y="560971"/>
                </a:lnTo>
                <a:close/>
              </a:path>
              <a:path w="3833495" h="908050">
                <a:moveTo>
                  <a:pt x="56128" y="614743"/>
                </a:moveTo>
                <a:lnTo>
                  <a:pt x="54673" y="614743"/>
                </a:lnTo>
                <a:lnTo>
                  <a:pt x="102571" y="605827"/>
                </a:lnTo>
                <a:lnTo>
                  <a:pt x="1029754" y="579958"/>
                </a:lnTo>
                <a:lnTo>
                  <a:pt x="1028359" y="581304"/>
                </a:lnTo>
                <a:lnTo>
                  <a:pt x="1017397" y="581304"/>
                </a:lnTo>
                <a:lnTo>
                  <a:pt x="1010338" y="588118"/>
                </a:lnTo>
                <a:lnTo>
                  <a:pt x="56128" y="614743"/>
                </a:lnTo>
                <a:close/>
              </a:path>
              <a:path w="3833495" h="908050">
                <a:moveTo>
                  <a:pt x="1010338" y="588118"/>
                </a:moveTo>
                <a:lnTo>
                  <a:pt x="1017397" y="581304"/>
                </a:lnTo>
                <a:lnTo>
                  <a:pt x="1020140" y="587844"/>
                </a:lnTo>
                <a:lnTo>
                  <a:pt x="1010338" y="588118"/>
                </a:lnTo>
                <a:close/>
              </a:path>
              <a:path w="3833495" h="908050">
                <a:moveTo>
                  <a:pt x="850633" y="742302"/>
                </a:moveTo>
                <a:lnTo>
                  <a:pt x="1010338" y="588118"/>
                </a:lnTo>
                <a:lnTo>
                  <a:pt x="1020140" y="587844"/>
                </a:lnTo>
                <a:lnTo>
                  <a:pt x="1017397" y="581304"/>
                </a:lnTo>
                <a:lnTo>
                  <a:pt x="1028359" y="581304"/>
                </a:lnTo>
                <a:lnTo>
                  <a:pt x="873360" y="730938"/>
                </a:lnTo>
                <a:lnTo>
                  <a:pt x="861390" y="732853"/>
                </a:lnTo>
                <a:lnTo>
                  <a:pt x="864641" y="739355"/>
                </a:lnTo>
                <a:lnTo>
                  <a:pt x="869046" y="739355"/>
                </a:lnTo>
                <a:lnTo>
                  <a:pt x="850633" y="742302"/>
                </a:lnTo>
                <a:close/>
              </a:path>
              <a:path w="3833495" h="908050">
                <a:moveTo>
                  <a:pt x="2349465" y="822515"/>
                </a:moveTo>
                <a:lnTo>
                  <a:pt x="2340508" y="822515"/>
                </a:lnTo>
                <a:lnTo>
                  <a:pt x="2345220" y="821004"/>
                </a:lnTo>
                <a:lnTo>
                  <a:pt x="2342217" y="819743"/>
                </a:lnTo>
                <a:lnTo>
                  <a:pt x="2476906" y="601319"/>
                </a:lnTo>
                <a:lnTo>
                  <a:pt x="2506926" y="607606"/>
                </a:lnTo>
                <a:lnTo>
                  <a:pt x="2481986" y="607606"/>
                </a:lnTo>
                <a:lnTo>
                  <a:pt x="2477960" y="609333"/>
                </a:lnTo>
                <a:lnTo>
                  <a:pt x="2480582" y="609882"/>
                </a:lnTo>
                <a:lnTo>
                  <a:pt x="2349465" y="822515"/>
                </a:lnTo>
                <a:close/>
              </a:path>
              <a:path w="3833495" h="908050">
                <a:moveTo>
                  <a:pt x="54673" y="614743"/>
                </a:moveTo>
                <a:lnTo>
                  <a:pt x="53860" y="607187"/>
                </a:lnTo>
                <a:lnTo>
                  <a:pt x="102571" y="605827"/>
                </a:lnTo>
                <a:lnTo>
                  <a:pt x="54673" y="614743"/>
                </a:lnTo>
                <a:close/>
              </a:path>
              <a:path w="3833495" h="908050">
                <a:moveTo>
                  <a:pt x="2480582" y="609882"/>
                </a:moveTo>
                <a:lnTo>
                  <a:pt x="2477960" y="609333"/>
                </a:lnTo>
                <a:lnTo>
                  <a:pt x="2481986" y="607606"/>
                </a:lnTo>
                <a:lnTo>
                  <a:pt x="2480582" y="609882"/>
                </a:lnTo>
                <a:close/>
              </a:path>
              <a:path w="3833495" h="908050">
                <a:moveTo>
                  <a:pt x="3211652" y="762965"/>
                </a:moveTo>
                <a:lnTo>
                  <a:pt x="2480582" y="609882"/>
                </a:lnTo>
                <a:lnTo>
                  <a:pt x="2481986" y="607606"/>
                </a:lnTo>
                <a:lnTo>
                  <a:pt x="2506926" y="607606"/>
                </a:lnTo>
                <a:lnTo>
                  <a:pt x="3186569" y="749929"/>
                </a:lnTo>
                <a:lnTo>
                  <a:pt x="3196501" y="759218"/>
                </a:lnTo>
                <a:lnTo>
                  <a:pt x="3207646" y="759218"/>
                </a:lnTo>
                <a:lnTo>
                  <a:pt x="3211652" y="762965"/>
                </a:lnTo>
                <a:close/>
              </a:path>
              <a:path w="3833495" h="908050">
                <a:moveTo>
                  <a:pt x="1520735" y="899947"/>
                </a:moveTo>
                <a:lnTo>
                  <a:pt x="1515503" y="899947"/>
                </a:lnTo>
                <a:lnTo>
                  <a:pt x="1513363" y="896006"/>
                </a:lnTo>
                <a:lnTo>
                  <a:pt x="1869046" y="621042"/>
                </a:lnTo>
                <a:lnTo>
                  <a:pt x="1886647" y="628434"/>
                </a:lnTo>
                <a:lnTo>
                  <a:pt x="1871954" y="628434"/>
                </a:lnTo>
                <a:lnTo>
                  <a:pt x="1868144" y="628929"/>
                </a:lnTo>
                <a:lnTo>
                  <a:pt x="1870198" y="629791"/>
                </a:lnTo>
                <a:lnTo>
                  <a:pt x="1520735" y="899947"/>
                </a:lnTo>
                <a:close/>
              </a:path>
              <a:path w="3833495" h="908050">
                <a:moveTo>
                  <a:pt x="1870198" y="629791"/>
                </a:moveTo>
                <a:lnTo>
                  <a:pt x="1868144" y="628929"/>
                </a:lnTo>
                <a:lnTo>
                  <a:pt x="1871954" y="628434"/>
                </a:lnTo>
                <a:lnTo>
                  <a:pt x="1870198" y="629791"/>
                </a:lnTo>
                <a:close/>
              </a:path>
              <a:path w="3833495" h="908050">
                <a:moveTo>
                  <a:pt x="2345283" y="829297"/>
                </a:moveTo>
                <a:lnTo>
                  <a:pt x="1870198" y="629791"/>
                </a:lnTo>
                <a:lnTo>
                  <a:pt x="1871954" y="628434"/>
                </a:lnTo>
                <a:lnTo>
                  <a:pt x="1886647" y="628434"/>
                </a:lnTo>
                <a:lnTo>
                  <a:pt x="2342217" y="819743"/>
                </a:lnTo>
                <a:lnTo>
                  <a:pt x="2340508" y="822515"/>
                </a:lnTo>
                <a:lnTo>
                  <a:pt x="2349465" y="822515"/>
                </a:lnTo>
                <a:lnTo>
                  <a:pt x="2345283" y="829297"/>
                </a:lnTo>
                <a:close/>
              </a:path>
              <a:path w="3833495" h="908050">
                <a:moveTo>
                  <a:pt x="869046" y="739355"/>
                </a:moveTo>
                <a:lnTo>
                  <a:pt x="864641" y="739355"/>
                </a:lnTo>
                <a:lnTo>
                  <a:pt x="873360" y="730938"/>
                </a:lnTo>
                <a:lnTo>
                  <a:pt x="1379740" y="649922"/>
                </a:lnTo>
                <a:lnTo>
                  <a:pt x="1383002" y="655929"/>
                </a:lnTo>
                <a:lnTo>
                  <a:pt x="1374330" y="655929"/>
                </a:lnTo>
                <a:lnTo>
                  <a:pt x="1375617" y="658298"/>
                </a:lnTo>
                <a:lnTo>
                  <a:pt x="869046" y="739355"/>
                </a:lnTo>
                <a:close/>
              </a:path>
              <a:path w="3833495" h="908050">
                <a:moveTo>
                  <a:pt x="1375617" y="658298"/>
                </a:moveTo>
                <a:lnTo>
                  <a:pt x="1374330" y="655929"/>
                </a:lnTo>
                <a:lnTo>
                  <a:pt x="1378280" y="657872"/>
                </a:lnTo>
                <a:lnTo>
                  <a:pt x="1375617" y="658298"/>
                </a:lnTo>
                <a:close/>
              </a:path>
              <a:path w="3833495" h="908050">
                <a:moveTo>
                  <a:pt x="1510944" y="907516"/>
                </a:moveTo>
                <a:lnTo>
                  <a:pt x="1375617" y="658298"/>
                </a:lnTo>
                <a:lnTo>
                  <a:pt x="1378280" y="657872"/>
                </a:lnTo>
                <a:lnTo>
                  <a:pt x="1374330" y="655929"/>
                </a:lnTo>
                <a:lnTo>
                  <a:pt x="1383002" y="655929"/>
                </a:lnTo>
                <a:lnTo>
                  <a:pt x="1513363" y="896006"/>
                </a:lnTo>
                <a:lnTo>
                  <a:pt x="1509826" y="898740"/>
                </a:lnTo>
                <a:lnTo>
                  <a:pt x="1515503" y="899947"/>
                </a:lnTo>
                <a:lnTo>
                  <a:pt x="1520735" y="899947"/>
                </a:lnTo>
                <a:lnTo>
                  <a:pt x="1510944" y="907516"/>
                </a:lnTo>
                <a:close/>
              </a:path>
              <a:path w="3833495" h="908050">
                <a:moveTo>
                  <a:pt x="864641" y="739355"/>
                </a:moveTo>
                <a:lnTo>
                  <a:pt x="861390" y="732853"/>
                </a:lnTo>
                <a:lnTo>
                  <a:pt x="873360" y="730938"/>
                </a:lnTo>
                <a:lnTo>
                  <a:pt x="864641" y="739355"/>
                </a:lnTo>
                <a:close/>
              </a:path>
              <a:path w="3833495" h="908050">
                <a:moveTo>
                  <a:pt x="3196501" y="759218"/>
                </a:moveTo>
                <a:lnTo>
                  <a:pt x="3186569" y="749929"/>
                </a:lnTo>
                <a:lnTo>
                  <a:pt x="3199879" y="752716"/>
                </a:lnTo>
                <a:lnTo>
                  <a:pt x="3196501" y="759218"/>
                </a:lnTo>
                <a:close/>
              </a:path>
              <a:path w="3833495" h="908050">
                <a:moveTo>
                  <a:pt x="2340508" y="822515"/>
                </a:moveTo>
                <a:lnTo>
                  <a:pt x="2342217" y="819743"/>
                </a:lnTo>
                <a:lnTo>
                  <a:pt x="2345220" y="821004"/>
                </a:lnTo>
                <a:lnTo>
                  <a:pt x="2340508" y="822515"/>
                </a:lnTo>
                <a:close/>
              </a:path>
              <a:path w="3833495" h="908050">
                <a:moveTo>
                  <a:pt x="1515503" y="899947"/>
                </a:moveTo>
                <a:lnTo>
                  <a:pt x="1509826" y="898740"/>
                </a:lnTo>
                <a:lnTo>
                  <a:pt x="1513363" y="896006"/>
                </a:lnTo>
                <a:lnTo>
                  <a:pt x="1515503" y="899947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509905" y="1093469"/>
            <a:ext cx="7919084" cy="2018664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84150" marR="5080" indent="-171450" algn="just">
              <a:lnSpc>
                <a:spcPct val="89700"/>
              </a:lnSpc>
              <a:spcBef>
                <a:spcPts val="500"/>
              </a:spcBef>
              <a:buFont typeface="Arial"/>
              <a:buChar char="•"/>
              <a:tabLst>
                <a:tab pos="184150" algn="l"/>
              </a:tabLst>
            </a:pPr>
            <a:r>
              <a:rPr sz="3200" dirty="0">
                <a:latin typeface="宋体"/>
                <a:cs typeface="宋体"/>
              </a:rPr>
              <a:t>抽奖过程中生成随机数代表开奖球在数组中 的编号，如果该球尚未被选出，则将其选中 标记置为</a:t>
            </a:r>
            <a:r>
              <a:rPr sz="3200" spc="-5" dirty="0">
                <a:latin typeface="宋体"/>
                <a:cs typeface="宋体"/>
              </a:rPr>
              <a:t>true</a:t>
            </a:r>
            <a:r>
              <a:rPr sz="3500" spc="5" dirty="0">
                <a:latin typeface="宋体"/>
                <a:cs typeface="宋体"/>
              </a:rPr>
              <a:t>。</a:t>
            </a:r>
            <a:endParaRPr sz="3500">
              <a:latin typeface="宋体"/>
              <a:cs typeface="宋体"/>
            </a:endParaRPr>
          </a:p>
          <a:p>
            <a:pPr marR="52705" algn="ctr">
              <a:lnSpc>
                <a:spcPct val="100000"/>
              </a:lnSpc>
              <a:spcBef>
                <a:spcPts val="2470"/>
              </a:spcBef>
            </a:pPr>
            <a:r>
              <a:rPr sz="1800" b="1" dirty="0">
                <a:solidFill>
                  <a:srgbClr val="FFFF00"/>
                </a:solidFill>
                <a:latin typeface="微软雅黑"/>
                <a:cs typeface="微软雅黑"/>
              </a:rPr>
              <a:t>随机数选球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4067555" y="5280659"/>
            <a:ext cx="4600956" cy="145389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045102" y="5273535"/>
            <a:ext cx="4653915" cy="1467485"/>
          </a:xfrm>
          <a:custGeom>
            <a:avLst/>
            <a:gdLst/>
            <a:ahLst/>
            <a:cxnLst/>
            <a:rect l="l" t="t" r="r" b="b"/>
            <a:pathLst>
              <a:path w="4653915" h="1467484">
                <a:moveTo>
                  <a:pt x="2338697" y="393839"/>
                </a:moveTo>
                <a:lnTo>
                  <a:pt x="2321471" y="393839"/>
                </a:lnTo>
                <a:lnTo>
                  <a:pt x="2324722" y="393776"/>
                </a:lnTo>
                <a:lnTo>
                  <a:pt x="2323095" y="393039"/>
                </a:lnTo>
                <a:lnTo>
                  <a:pt x="3121228" y="0"/>
                </a:lnTo>
                <a:lnTo>
                  <a:pt x="3119898" y="6096"/>
                </a:lnTo>
                <a:lnTo>
                  <a:pt x="3112096" y="6096"/>
                </a:lnTo>
                <a:lnTo>
                  <a:pt x="3110412" y="13818"/>
                </a:lnTo>
                <a:lnTo>
                  <a:pt x="2338697" y="393839"/>
                </a:lnTo>
                <a:close/>
              </a:path>
              <a:path w="4653915" h="1467484">
                <a:moveTo>
                  <a:pt x="3110412" y="13818"/>
                </a:moveTo>
                <a:lnTo>
                  <a:pt x="3112096" y="6096"/>
                </a:lnTo>
                <a:lnTo>
                  <a:pt x="3117507" y="10325"/>
                </a:lnTo>
                <a:lnTo>
                  <a:pt x="3110412" y="13818"/>
                </a:lnTo>
                <a:close/>
              </a:path>
              <a:path w="4653915" h="1467484">
                <a:moveTo>
                  <a:pt x="3032861" y="369417"/>
                </a:moveTo>
                <a:lnTo>
                  <a:pt x="3110412" y="13818"/>
                </a:lnTo>
                <a:lnTo>
                  <a:pt x="3117507" y="10325"/>
                </a:lnTo>
                <a:lnTo>
                  <a:pt x="3112096" y="6096"/>
                </a:lnTo>
                <a:lnTo>
                  <a:pt x="3119898" y="6096"/>
                </a:lnTo>
                <a:lnTo>
                  <a:pt x="3042460" y="361152"/>
                </a:lnTo>
                <a:lnTo>
                  <a:pt x="3037420" y="361480"/>
                </a:lnTo>
                <a:lnTo>
                  <a:pt x="3041383" y="366090"/>
                </a:lnTo>
                <a:lnTo>
                  <a:pt x="3084109" y="366090"/>
                </a:lnTo>
                <a:lnTo>
                  <a:pt x="3032861" y="369417"/>
                </a:lnTo>
                <a:close/>
              </a:path>
              <a:path w="4653915" h="1467484">
                <a:moveTo>
                  <a:pt x="991405" y="516880"/>
                </a:moveTo>
                <a:lnTo>
                  <a:pt x="72339" y="153797"/>
                </a:lnTo>
                <a:lnTo>
                  <a:pt x="72796" y="152158"/>
                </a:lnTo>
                <a:lnTo>
                  <a:pt x="103710" y="157822"/>
                </a:lnTo>
                <a:lnTo>
                  <a:pt x="103276" y="157822"/>
                </a:lnTo>
                <a:lnTo>
                  <a:pt x="101180" y="165112"/>
                </a:lnTo>
                <a:lnTo>
                  <a:pt x="139500" y="172133"/>
                </a:lnTo>
                <a:lnTo>
                  <a:pt x="1009245" y="515734"/>
                </a:lnTo>
                <a:lnTo>
                  <a:pt x="1008227" y="515734"/>
                </a:lnTo>
                <a:lnTo>
                  <a:pt x="991405" y="516880"/>
                </a:lnTo>
                <a:close/>
              </a:path>
              <a:path w="4653915" h="1467484">
                <a:moveTo>
                  <a:pt x="1587204" y="429831"/>
                </a:moveTo>
                <a:lnTo>
                  <a:pt x="1577365" y="429831"/>
                </a:lnTo>
                <a:lnTo>
                  <a:pt x="1580997" y="428498"/>
                </a:lnTo>
                <a:lnTo>
                  <a:pt x="1578786" y="428092"/>
                </a:lnTo>
                <a:lnTo>
                  <a:pt x="1800707" y="156679"/>
                </a:lnTo>
                <a:lnTo>
                  <a:pt x="1816398" y="163779"/>
                </a:lnTo>
                <a:lnTo>
                  <a:pt x="1804746" y="163779"/>
                </a:lnTo>
                <a:lnTo>
                  <a:pt x="1800225" y="164833"/>
                </a:lnTo>
                <a:lnTo>
                  <a:pt x="1802896" y="166041"/>
                </a:lnTo>
                <a:lnTo>
                  <a:pt x="1587204" y="429831"/>
                </a:lnTo>
                <a:close/>
              </a:path>
              <a:path w="4653915" h="1467484">
                <a:moveTo>
                  <a:pt x="139500" y="172133"/>
                </a:moveTo>
                <a:lnTo>
                  <a:pt x="101180" y="165112"/>
                </a:lnTo>
                <a:lnTo>
                  <a:pt x="103276" y="157822"/>
                </a:lnTo>
                <a:lnTo>
                  <a:pt x="139500" y="172133"/>
                </a:lnTo>
                <a:close/>
              </a:path>
              <a:path w="4653915" h="1467484">
                <a:moveTo>
                  <a:pt x="1581835" y="436397"/>
                </a:moveTo>
                <a:lnTo>
                  <a:pt x="139500" y="172133"/>
                </a:lnTo>
                <a:lnTo>
                  <a:pt x="103276" y="157822"/>
                </a:lnTo>
                <a:lnTo>
                  <a:pt x="103710" y="157822"/>
                </a:lnTo>
                <a:lnTo>
                  <a:pt x="1578786" y="428092"/>
                </a:lnTo>
                <a:lnTo>
                  <a:pt x="1577365" y="429831"/>
                </a:lnTo>
                <a:lnTo>
                  <a:pt x="1587204" y="429831"/>
                </a:lnTo>
                <a:lnTo>
                  <a:pt x="1581835" y="436397"/>
                </a:lnTo>
                <a:close/>
              </a:path>
              <a:path w="4653915" h="1467484">
                <a:moveTo>
                  <a:pt x="1802896" y="166041"/>
                </a:moveTo>
                <a:lnTo>
                  <a:pt x="1800225" y="164833"/>
                </a:lnTo>
                <a:lnTo>
                  <a:pt x="1804746" y="163779"/>
                </a:lnTo>
                <a:lnTo>
                  <a:pt x="1802896" y="166041"/>
                </a:lnTo>
                <a:close/>
              </a:path>
              <a:path w="4653915" h="1467484">
                <a:moveTo>
                  <a:pt x="2323223" y="401459"/>
                </a:moveTo>
                <a:lnTo>
                  <a:pt x="1802896" y="166041"/>
                </a:lnTo>
                <a:lnTo>
                  <a:pt x="1804746" y="163779"/>
                </a:lnTo>
                <a:lnTo>
                  <a:pt x="1816398" y="163779"/>
                </a:lnTo>
                <a:lnTo>
                  <a:pt x="2323095" y="393039"/>
                </a:lnTo>
                <a:lnTo>
                  <a:pt x="2321471" y="393839"/>
                </a:lnTo>
                <a:lnTo>
                  <a:pt x="2338697" y="393839"/>
                </a:lnTo>
                <a:lnTo>
                  <a:pt x="2323223" y="401459"/>
                </a:lnTo>
                <a:close/>
              </a:path>
              <a:path w="4653915" h="1467484">
                <a:moveTo>
                  <a:pt x="3084109" y="366090"/>
                </a:moveTo>
                <a:lnTo>
                  <a:pt x="3041383" y="366090"/>
                </a:lnTo>
                <a:lnTo>
                  <a:pt x="3042460" y="361152"/>
                </a:lnTo>
                <a:lnTo>
                  <a:pt x="3954665" y="301929"/>
                </a:lnTo>
                <a:lnTo>
                  <a:pt x="3951716" y="303517"/>
                </a:lnTo>
                <a:lnTo>
                  <a:pt x="3935653" y="303517"/>
                </a:lnTo>
                <a:lnTo>
                  <a:pt x="3920264" y="311800"/>
                </a:lnTo>
                <a:lnTo>
                  <a:pt x="3084109" y="366090"/>
                </a:lnTo>
                <a:close/>
              </a:path>
              <a:path w="4653915" h="1467484">
                <a:moveTo>
                  <a:pt x="3920264" y="311800"/>
                </a:moveTo>
                <a:lnTo>
                  <a:pt x="3935653" y="303517"/>
                </a:lnTo>
                <a:lnTo>
                  <a:pt x="3937711" y="310667"/>
                </a:lnTo>
                <a:lnTo>
                  <a:pt x="3920264" y="311800"/>
                </a:lnTo>
                <a:close/>
              </a:path>
              <a:path w="4653915" h="1467484">
                <a:moveTo>
                  <a:pt x="4487621" y="556672"/>
                </a:moveTo>
                <a:lnTo>
                  <a:pt x="3566464" y="502221"/>
                </a:lnTo>
                <a:lnTo>
                  <a:pt x="3920264" y="311800"/>
                </a:lnTo>
                <a:lnTo>
                  <a:pt x="3937711" y="310667"/>
                </a:lnTo>
                <a:lnTo>
                  <a:pt x="3935653" y="303517"/>
                </a:lnTo>
                <a:lnTo>
                  <a:pt x="3951716" y="303517"/>
                </a:lnTo>
                <a:lnTo>
                  <a:pt x="3595192" y="495414"/>
                </a:lnTo>
                <a:lnTo>
                  <a:pt x="3580320" y="495414"/>
                </a:lnTo>
                <a:lnTo>
                  <a:pt x="3581908" y="502564"/>
                </a:lnTo>
                <a:lnTo>
                  <a:pt x="3701309" y="502564"/>
                </a:lnTo>
                <a:lnTo>
                  <a:pt x="4517718" y="550811"/>
                </a:lnTo>
                <a:lnTo>
                  <a:pt x="4515307" y="550811"/>
                </a:lnTo>
                <a:lnTo>
                  <a:pt x="4487621" y="556672"/>
                </a:lnTo>
                <a:close/>
              </a:path>
              <a:path w="4653915" h="1467484">
                <a:moveTo>
                  <a:pt x="3041383" y="366090"/>
                </a:moveTo>
                <a:lnTo>
                  <a:pt x="3037420" y="361480"/>
                </a:lnTo>
                <a:lnTo>
                  <a:pt x="3042460" y="361152"/>
                </a:lnTo>
                <a:lnTo>
                  <a:pt x="3041383" y="366090"/>
                </a:lnTo>
                <a:close/>
              </a:path>
              <a:path w="4653915" h="1467484">
                <a:moveTo>
                  <a:pt x="2321471" y="393839"/>
                </a:moveTo>
                <a:lnTo>
                  <a:pt x="2323095" y="393039"/>
                </a:lnTo>
                <a:lnTo>
                  <a:pt x="2324722" y="393776"/>
                </a:lnTo>
                <a:lnTo>
                  <a:pt x="2321471" y="393839"/>
                </a:lnTo>
                <a:close/>
              </a:path>
              <a:path w="4653915" h="1467484">
                <a:moveTo>
                  <a:pt x="1577365" y="429831"/>
                </a:moveTo>
                <a:lnTo>
                  <a:pt x="1578786" y="428092"/>
                </a:lnTo>
                <a:lnTo>
                  <a:pt x="1580997" y="428498"/>
                </a:lnTo>
                <a:lnTo>
                  <a:pt x="1577365" y="429831"/>
                </a:lnTo>
                <a:close/>
              </a:path>
              <a:path w="4653915" h="1467484">
                <a:moveTo>
                  <a:pt x="3581908" y="502564"/>
                </a:moveTo>
                <a:lnTo>
                  <a:pt x="3580320" y="495414"/>
                </a:lnTo>
                <a:lnTo>
                  <a:pt x="3593720" y="496206"/>
                </a:lnTo>
                <a:lnTo>
                  <a:pt x="3581908" y="502564"/>
                </a:lnTo>
                <a:close/>
              </a:path>
              <a:path w="4653915" h="1467484">
                <a:moveTo>
                  <a:pt x="3593720" y="496206"/>
                </a:moveTo>
                <a:lnTo>
                  <a:pt x="3580320" y="495414"/>
                </a:lnTo>
                <a:lnTo>
                  <a:pt x="3595192" y="495414"/>
                </a:lnTo>
                <a:lnTo>
                  <a:pt x="3593720" y="496206"/>
                </a:lnTo>
                <a:close/>
              </a:path>
              <a:path w="4653915" h="1467484">
                <a:moveTo>
                  <a:pt x="3701309" y="502564"/>
                </a:moveTo>
                <a:lnTo>
                  <a:pt x="3581908" y="502564"/>
                </a:lnTo>
                <a:lnTo>
                  <a:pt x="3593720" y="496206"/>
                </a:lnTo>
                <a:lnTo>
                  <a:pt x="3701309" y="502564"/>
                </a:lnTo>
                <a:close/>
              </a:path>
              <a:path w="4653915" h="1467484">
                <a:moveTo>
                  <a:pt x="1007084" y="523074"/>
                </a:moveTo>
                <a:lnTo>
                  <a:pt x="991405" y="516880"/>
                </a:lnTo>
                <a:lnTo>
                  <a:pt x="1008227" y="515734"/>
                </a:lnTo>
                <a:lnTo>
                  <a:pt x="1007084" y="523074"/>
                </a:lnTo>
                <a:close/>
              </a:path>
              <a:path w="4653915" h="1467484">
                <a:moveTo>
                  <a:pt x="1012533" y="523074"/>
                </a:moveTo>
                <a:lnTo>
                  <a:pt x="1007084" y="523074"/>
                </a:lnTo>
                <a:lnTo>
                  <a:pt x="1008227" y="515734"/>
                </a:lnTo>
                <a:lnTo>
                  <a:pt x="1009245" y="515734"/>
                </a:lnTo>
                <a:lnTo>
                  <a:pt x="1025575" y="522185"/>
                </a:lnTo>
                <a:lnTo>
                  <a:pt x="1012533" y="523074"/>
                </a:lnTo>
                <a:close/>
              </a:path>
              <a:path w="4653915" h="1467484">
                <a:moveTo>
                  <a:pt x="800517" y="799226"/>
                </a:moveTo>
                <a:lnTo>
                  <a:pt x="0" y="584454"/>
                </a:lnTo>
                <a:lnTo>
                  <a:pt x="991405" y="516880"/>
                </a:lnTo>
                <a:lnTo>
                  <a:pt x="1007084" y="523074"/>
                </a:lnTo>
                <a:lnTo>
                  <a:pt x="1012533" y="523074"/>
                </a:lnTo>
                <a:lnTo>
                  <a:pt x="133075" y="583018"/>
                </a:lnTo>
                <a:lnTo>
                  <a:pt x="24066" y="583018"/>
                </a:lnTo>
                <a:lnTo>
                  <a:pt x="23329" y="590499"/>
                </a:lnTo>
                <a:lnTo>
                  <a:pt x="51947" y="590499"/>
                </a:lnTo>
                <a:lnTo>
                  <a:pt x="816703" y="795680"/>
                </a:lnTo>
                <a:lnTo>
                  <a:pt x="814832" y="795680"/>
                </a:lnTo>
                <a:lnTo>
                  <a:pt x="800517" y="799226"/>
                </a:lnTo>
                <a:close/>
              </a:path>
              <a:path w="4653915" h="1467484">
                <a:moveTo>
                  <a:pt x="4515878" y="558342"/>
                </a:moveTo>
                <a:lnTo>
                  <a:pt x="4487621" y="556672"/>
                </a:lnTo>
                <a:lnTo>
                  <a:pt x="4515307" y="550811"/>
                </a:lnTo>
                <a:lnTo>
                  <a:pt x="4515878" y="558342"/>
                </a:lnTo>
                <a:close/>
              </a:path>
              <a:path w="4653915" h="1467484">
                <a:moveTo>
                  <a:pt x="4516504" y="558342"/>
                </a:moveTo>
                <a:lnTo>
                  <a:pt x="4515878" y="558342"/>
                </a:lnTo>
                <a:lnTo>
                  <a:pt x="4515307" y="550811"/>
                </a:lnTo>
                <a:lnTo>
                  <a:pt x="4517718" y="550811"/>
                </a:lnTo>
                <a:lnTo>
                  <a:pt x="4544580" y="552399"/>
                </a:lnTo>
                <a:lnTo>
                  <a:pt x="4516504" y="558342"/>
                </a:lnTo>
                <a:close/>
              </a:path>
              <a:path w="4653915" h="1467484">
                <a:moveTo>
                  <a:pt x="4653478" y="905052"/>
                </a:moveTo>
                <a:lnTo>
                  <a:pt x="4622393" y="905052"/>
                </a:lnTo>
                <a:lnTo>
                  <a:pt x="4623308" y="897521"/>
                </a:lnTo>
                <a:lnTo>
                  <a:pt x="4584575" y="896627"/>
                </a:lnTo>
                <a:lnTo>
                  <a:pt x="3754894" y="711784"/>
                </a:lnTo>
                <a:lnTo>
                  <a:pt x="4487621" y="556672"/>
                </a:lnTo>
                <a:lnTo>
                  <a:pt x="4515878" y="558342"/>
                </a:lnTo>
                <a:lnTo>
                  <a:pt x="4516504" y="558342"/>
                </a:lnTo>
                <a:lnTo>
                  <a:pt x="3808782" y="708164"/>
                </a:lnTo>
                <a:lnTo>
                  <a:pt x="3773665" y="708164"/>
                </a:lnTo>
                <a:lnTo>
                  <a:pt x="3773627" y="715606"/>
                </a:lnTo>
                <a:lnTo>
                  <a:pt x="3807072" y="715606"/>
                </a:lnTo>
                <a:lnTo>
                  <a:pt x="4653584" y="904189"/>
                </a:lnTo>
                <a:lnTo>
                  <a:pt x="4653478" y="905052"/>
                </a:lnTo>
                <a:close/>
              </a:path>
              <a:path w="4653915" h="1467484">
                <a:moveTo>
                  <a:pt x="23329" y="590499"/>
                </a:moveTo>
                <a:lnTo>
                  <a:pt x="24066" y="583018"/>
                </a:lnTo>
                <a:lnTo>
                  <a:pt x="46149" y="588943"/>
                </a:lnTo>
                <a:lnTo>
                  <a:pt x="23329" y="590499"/>
                </a:lnTo>
                <a:close/>
              </a:path>
              <a:path w="4653915" h="1467484">
                <a:moveTo>
                  <a:pt x="46149" y="588943"/>
                </a:moveTo>
                <a:lnTo>
                  <a:pt x="24066" y="583018"/>
                </a:lnTo>
                <a:lnTo>
                  <a:pt x="133075" y="583018"/>
                </a:lnTo>
                <a:lnTo>
                  <a:pt x="46149" y="588943"/>
                </a:lnTo>
                <a:close/>
              </a:path>
              <a:path w="4653915" h="1467484">
                <a:moveTo>
                  <a:pt x="51947" y="590499"/>
                </a:moveTo>
                <a:lnTo>
                  <a:pt x="23329" y="590499"/>
                </a:lnTo>
                <a:lnTo>
                  <a:pt x="46149" y="588943"/>
                </a:lnTo>
                <a:lnTo>
                  <a:pt x="51947" y="590499"/>
                </a:lnTo>
                <a:close/>
              </a:path>
              <a:path w="4653915" h="1467484">
                <a:moveTo>
                  <a:pt x="3773627" y="715606"/>
                </a:moveTo>
                <a:lnTo>
                  <a:pt x="3773665" y="708164"/>
                </a:lnTo>
                <a:lnTo>
                  <a:pt x="3790776" y="711976"/>
                </a:lnTo>
                <a:lnTo>
                  <a:pt x="3773627" y="715606"/>
                </a:lnTo>
                <a:close/>
              </a:path>
              <a:path w="4653915" h="1467484">
                <a:moveTo>
                  <a:pt x="3790776" y="711976"/>
                </a:moveTo>
                <a:lnTo>
                  <a:pt x="3773665" y="708164"/>
                </a:lnTo>
                <a:lnTo>
                  <a:pt x="3808782" y="708164"/>
                </a:lnTo>
                <a:lnTo>
                  <a:pt x="3790776" y="711976"/>
                </a:lnTo>
                <a:close/>
              </a:path>
              <a:path w="4653915" h="1467484">
                <a:moveTo>
                  <a:pt x="3807072" y="715606"/>
                </a:moveTo>
                <a:lnTo>
                  <a:pt x="3773627" y="715606"/>
                </a:lnTo>
                <a:lnTo>
                  <a:pt x="3790776" y="711976"/>
                </a:lnTo>
                <a:lnTo>
                  <a:pt x="3807072" y="715606"/>
                </a:lnTo>
                <a:close/>
              </a:path>
              <a:path w="4653915" h="1467484">
                <a:moveTo>
                  <a:pt x="814755" y="803046"/>
                </a:moveTo>
                <a:lnTo>
                  <a:pt x="800517" y="799226"/>
                </a:lnTo>
                <a:lnTo>
                  <a:pt x="814832" y="795680"/>
                </a:lnTo>
                <a:lnTo>
                  <a:pt x="814755" y="803046"/>
                </a:lnTo>
                <a:close/>
              </a:path>
              <a:path w="4653915" h="1467484">
                <a:moveTo>
                  <a:pt x="816747" y="803046"/>
                </a:moveTo>
                <a:lnTo>
                  <a:pt x="814755" y="803046"/>
                </a:lnTo>
                <a:lnTo>
                  <a:pt x="814832" y="795680"/>
                </a:lnTo>
                <a:lnTo>
                  <a:pt x="816703" y="795680"/>
                </a:lnTo>
                <a:lnTo>
                  <a:pt x="830999" y="799515"/>
                </a:lnTo>
                <a:lnTo>
                  <a:pt x="816747" y="803046"/>
                </a:lnTo>
                <a:close/>
              </a:path>
              <a:path w="4653915" h="1467484">
                <a:moveTo>
                  <a:pt x="21742" y="993546"/>
                </a:moveTo>
                <a:lnTo>
                  <a:pt x="21551" y="992200"/>
                </a:lnTo>
                <a:lnTo>
                  <a:pt x="800517" y="799226"/>
                </a:lnTo>
                <a:lnTo>
                  <a:pt x="814755" y="803046"/>
                </a:lnTo>
                <a:lnTo>
                  <a:pt x="816747" y="803046"/>
                </a:lnTo>
                <a:lnTo>
                  <a:pt x="88567" y="983439"/>
                </a:lnTo>
                <a:lnTo>
                  <a:pt x="51688" y="984808"/>
                </a:lnTo>
                <a:lnTo>
                  <a:pt x="52743" y="992314"/>
                </a:lnTo>
                <a:lnTo>
                  <a:pt x="54928" y="992314"/>
                </a:lnTo>
                <a:lnTo>
                  <a:pt x="21742" y="993546"/>
                </a:lnTo>
                <a:close/>
              </a:path>
              <a:path w="4653915" h="1467484">
                <a:moveTo>
                  <a:pt x="3894216" y="1227099"/>
                </a:moveTo>
                <a:lnTo>
                  <a:pt x="3884447" y="1227099"/>
                </a:lnTo>
                <a:lnTo>
                  <a:pt x="3888435" y="1221041"/>
                </a:lnTo>
                <a:lnTo>
                  <a:pt x="3877027" y="1217862"/>
                </a:lnTo>
                <a:lnTo>
                  <a:pt x="3600754" y="873912"/>
                </a:lnTo>
                <a:lnTo>
                  <a:pt x="3670611" y="875525"/>
                </a:lnTo>
                <a:lnTo>
                  <a:pt x="3611816" y="875525"/>
                </a:lnTo>
                <a:lnTo>
                  <a:pt x="3608768" y="881722"/>
                </a:lnTo>
                <a:lnTo>
                  <a:pt x="3616946" y="881911"/>
                </a:lnTo>
                <a:lnTo>
                  <a:pt x="3894216" y="1227099"/>
                </a:lnTo>
                <a:close/>
              </a:path>
              <a:path w="4653915" h="1467484">
                <a:moveTo>
                  <a:pt x="3616946" y="881911"/>
                </a:moveTo>
                <a:lnTo>
                  <a:pt x="3608768" y="881722"/>
                </a:lnTo>
                <a:lnTo>
                  <a:pt x="3611816" y="875525"/>
                </a:lnTo>
                <a:lnTo>
                  <a:pt x="3616946" y="881911"/>
                </a:lnTo>
                <a:close/>
              </a:path>
              <a:path w="4653915" h="1467484">
                <a:moveTo>
                  <a:pt x="4653381" y="905840"/>
                </a:moveTo>
                <a:lnTo>
                  <a:pt x="3616946" y="881911"/>
                </a:lnTo>
                <a:lnTo>
                  <a:pt x="3611816" y="875525"/>
                </a:lnTo>
                <a:lnTo>
                  <a:pt x="3670611" y="875525"/>
                </a:lnTo>
                <a:lnTo>
                  <a:pt x="4584575" y="896627"/>
                </a:lnTo>
                <a:lnTo>
                  <a:pt x="4622393" y="905052"/>
                </a:lnTo>
                <a:lnTo>
                  <a:pt x="4653478" y="905052"/>
                </a:lnTo>
                <a:lnTo>
                  <a:pt x="4653381" y="905840"/>
                </a:lnTo>
                <a:close/>
              </a:path>
              <a:path w="4653915" h="1467484">
                <a:moveTo>
                  <a:pt x="4622393" y="905052"/>
                </a:moveTo>
                <a:lnTo>
                  <a:pt x="4584575" y="896627"/>
                </a:lnTo>
                <a:lnTo>
                  <a:pt x="4623308" y="897521"/>
                </a:lnTo>
                <a:lnTo>
                  <a:pt x="4622393" y="905052"/>
                </a:lnTo>
                <a:close/>
              </a:path>
              <a:path w="4653915" h="1467484">
                <a:moveTo>
                  <a:pt x="54928" y="992314"/>
                </a:moveTo>
                <a:lnTo>
                  <a:pt x="52743" y="992314"/>
                </a:lnTo>
                <a:lnTo>
                  <a:pt x="88567" y="983439"/>
                </a:lnTo>
                <a:lnTo>
                  <a:pt x="1237996" y="940765"/>
                </a:lnTo>
                <a:lnTo>
                  <a:pt x="1236622" y="942530"/>
                </a:lnTo>
                <a:lnTo>
                  <a:pt x="1226972" y="942530"/>
                </a:lnTo>
                <a:lnTo>
                  <a:pt x="1221942" y="948993"/>
                </a:lnTo>
                <a:lnTo>
                  <a:pt x="54928" y="992314"/>
                </a:lnTo>
                <a:close/>
              </a:path>
              <a:path w="4653915" h="1467484">
                <a:moveTo>
                  <a:pt x="1221942" y="948993"/>
                </a:moveTo>
                <a:lnTo>
                  <a:pt x="1226972" y="942530"/>
                </a:lnTo>
                <a:lnTo>
                  <a:pt x="1230122" y="948690"/>
                </a:lnTo>
                <a:lnTo>
                  <a:pt x="1221942" y="948993"/>
                </a:lnTo>
                <a:close/>
              </a:path>
              <a:path w="4653915" h="1467484">
                <a:moveTo>
                  <a:pt x="1027811" y="1198448"/>
                </a:moveTo>
                <a:lnTo>
                  <a:pt x="1221942" y="948993"/>
                </a:lnTo>
                <a:lnTo>
                  <a:pt x="1230122" y="948690"/>
                </a:lnTo>
                <a:lnTo>
                  <a:pt x="1226972" y="942530"/>
                </a:lnTo>
                <a:lnTo>
                  <a:pt x="1236622" y="942530"/>
                </a:lnTo>
                <a:lnTo>
                  <a:pt x="1046649" y="1186648"/>
                </a:lnTo>
                <a:lnTo>
                  <a:pt x="1036447" y="1188821"/>
                </a:lnTo>
                <a:lnTo>
                  <a:pt x="1040244" y="1194879"/>
                </a:lnTo>
                <a:lnTo>
                  <a:pt x="1044568" y="1194879"/>
                </a:lnTo>
                <a:lnTo>
                  <a:pt x="1027811" y="1198448"/>
                </a:lnTo>
                <a:close/>
              </a:path>
              <a:path w="4653915" h="1467484">
                <a:moveTo>
                  <a:pt x="2849231" y="1333614"/>
                </a:moveTo>
                <a:lnTo>
                  <a:pt x="2840824" y="1333614"/>
                </a:lnTo>
                <a:lnTo>
                  <a:pt x="2846146" y="1331899"/>
                </a:lnTo>
                <a:lnTo>
                  <a:pt x="2842550" y="1329889"/>
                </a:lnTo>
                <a:lnTo>
                  <a:pt x="3006813" y="975334"/>
                </a:lnTo>
                <a:lnTo>
                  <a:pt x="3028823" y="981468"/>
                </a:lnTo>
                <a:lnTo>
                  <a:pt x="3012376" y="981468"/>
                </a:lnTo>
                <a:lnTo>
                  <a:pt x="3007893" y="983538"/>
                </a:lnTo>
                <a:lnTo>
                  <a:pt x="3011014" y="984408"/>
                </a:lnTo>
                <a:lnTo>
                  <a:pt x="2849231" y="1333614"/>
                </a:lnTo>
                <a:close/>
              </a:path>
              <a:path w="4653915" h="1467484">
                <a:moveTo>
                  <a:pt x="3011014" y="984408"/>
                </a:moveTo>
                <a:lnTo>
                  <a:pt x="3007893" y="983538"/>
                </a:lnTo>
                <a:lnTo>
                  <a:pt x="3012376" y="981468"/>
                </a:lnTo>
                <a:lnTo>
                  <a:pt x="3011014" y="984408"/>
                </a:lnTo>
                <a:close/>
              </a:path>
              <a:path w="4653915" h="1467484">
                <a:moveTo>
                  <a:pt x="3897807" y="1231569"/>
                </a:moveTo>
                <a:lnTo>
                  <a:pt x="3011014" y="984408"/>
                </a:lnTo>
                <a:lnTo>
                  <a:pt x="3012376" y="981468"/>
                </a:lnTo>
                <a:lnTo>
                  <a:pt x="3028823" y="981468"/>
                </a:lnTo>
                <a:lnTo>
                  <a:pt x="3877027" y="1217862"/>
                </a:lnTo>
                <a:lnTo>
                  <a:pt x="3884447" y="1227099"/>
                </a:lnTo>
                <a:lnTo>
                  <a:pt x="3894216" y="1227099"/>
                </a:lnTo>
                <a:lnTo>
                  <a:pt x="3897807" y="1231569"/>
                </a:lnTo>
                <a:close/>
              </a:path>
              <a:path w="4653915" h="1467484">
                <a:moveTo>
                  <a:pt x="52743" y="992314"/>
                </a:moveTo>
                <a:lnTo>
                  <a:pt x="51688" y="984808"/>
                </a:lnTo>
                <a:lnTo>
                  <a:pt x="88567" y="983439"/>
                </a:lnTo>
                <a:lnTo>
                  <a:pt x="52743" y="992314"/>
                </a:lnTo>
                <a:close/>
              </a:path>
              <a:path w="4653915" h="1467484">
                <a:moveTo>
                  <a:pt x="1836835" y="1459166"/>
                </a:moveTo>
                <a:lnTo>
                  <a:pt x="1833651" y="1459166"/>
                </a:lnTo>
                <a:lnTo>
                  <a:pt x="1831450" y="1453770"/>
                </a:lnTo>
                <a:lnTo>
                  <a:pt x="2265375" y="1007287"/>
                </a:lnTo>
                <a:lnTo>
                  <a:pt x="2278622" y="1014691"/>
                </a:lnTo>
                <a:lnTo>
                  <a:pt x="2268804" y="1014691"/>
                </a:lnTo>
                <a:lnTo>
                  <a:pt x="2264219" y="1015365"/>
                </a:lnTo>
                <a:lnTo>
                  <a:pt x="2266766" y="1016788"/>
                </a:lnTo>
                <a:lnTo>
                  <a:pt x="1836835" y="1459166"/>
                </a:lnTo>
                <a:close/>
              </a:path>
              <a:path w="4653915" h="1467484">
                <a:moveTo>
                  <a:pt x="2266766" y="1016788"/>
                </a:moveTo>
                <a:lnTo>
                  <a:pt x="2264219" y="1015365"/>
                </a:lnTo>
                <a:lnTo>
                  <a:pt x="2268804" y="1014691"/>
                </a:lnTo>
                <a:lnTo>
                  <a:pt x="2266766" y="1016788"/>
                </a:lnTo>
                <a:close/>
              </a:path>
              <a:path w="4653915" h="1467484">
                <a:moveTo>
                  <a:pt x="2846019" y="1340548"/>
                </a:moveTo>
                <a:lnTo>
                  <a:pt x="2266766" y="1016788"/>
                </a:lnTo>
                <a:lnTo>
                  <a:pt x="2268804" y="1014691"/>
                </a:lnTo>
                <a:lnTo>
                  <a:pt x="2278622" y="1014691"/>
                </a:lnTo>
                <a:lnTo>
                  <a:pt x="2842550" y="1329889"/>
                </a:lnTo>
                <a:lnTo>
                  <a:pt x="2840824" y="1333614"/>
                </a:lnTo>
                <a:lnTo>
                  <a:pt x="2849231" y="1333614"/>
                </a:lnTo>
                <a:lnTo>
                  <a:pt x="2846019" y="1340548"/>
                </a:lnTo>
                <a:close/>
              </a:path>
              <a:path w="4653915" h="1467484">
                <a:moveTo>
                  <a:pt x="1044568" y="1194879"/>
                </a:moveTo>
                <a:lnTo>
                  <a:pt x="1040244" y="1194879"/>
                </a:lnTo>
                <a:lnTo>
                  <a:pt x="1046649" y="1186648"/>
                </a:lnTo>
                <a:lnTo>
                  <a:pt x="1668462" y="1054227"/>
                </a:lnTo>
                <a:lnTo>
                  <a:pt x="1670840" y="1060056"/>
                </a:lnTo>
                <a:lnTo>
                  <a:pt x="1662607" y="1060056"/>
                </a:lnTo>
                <a:lnTo>
                  <a:pt x="1663810" y="1063005"/>
                </a:lnTo>
                <a:lnTo>
                  <a:pt x="1044568" y="1194879"/>
                </a:lnTo>
                <a:close/>
              </a:path>
              <a:path w="4653915" h="1467484">
                <a:moveTo>
                  <a:pt x="1663810" y="1063005"/>
                </a:moveTo>
                <a:lnTo>
                  <a:pt x="1662607" y="1060056"/>
                </a:lnTo>
                <a:lnTo>
                  <a:pt x="1666925" y="1062342"/>
                </a:lnTo>
                <a:lnTo>
                  <a:pt x="1663810" y="1063005"/>
                </a:lnTo>
                <a:close/>
              </a:path>
              <a:path w="4653915" h="1467484">
                <a:moveTo>
                  <a:pt x="1828800" y="1467434"/>
                </a:moveTo>
                <a:lnTo>
                  <a:pt x="1663810" y="1063005"/>
                </a:lnTo>
                <a:lnTo>
                  <a:pt x="1666925" y="1062342"/>
                </a:lnTo>
                <a:lnTo>
                  <a:pt x="1662607" y="1060056"/>
                </a:lnTo>
                <a:lnTo>
                  <a:pt x="1670840" y="1060056"/>
                </a:lnTo>
                <a:lnTo>
                  <a:pt x="1831450" y="1453770"/>
                </a:lnTo>
                <a:lnTo>
                  <a:pt x="1827390" y="1457947"/>
                </a:lnTo>
                <a:lnTo>
                  <a:pt x="1833651" y="1459166"/>
                </a:lnTo>
                <a:lnTo>
                  <a:pt x="1836835" y="1459166"/>
                </a:lnTo>
                <a:lnTo>
                  <a:pt x="1828800" y="1467434"/>
                </a:lnTo>
                <a:close/>
              </a:path>
              <a:path w="4653915" h="1467484">
                <a:moveTo>
                  <a:pt x="1040244" y="1194879"/>
                </a:moveTo>
                <a:lnTo>
                  <a:pt x="1036447" y="1188821"/>
                </a:lnTo>
                <a:lnTo>
                  <a:pt x="1046649" y="1186648"/>
                </a:lnTo>
                <a:lnTo>
                  <a:pt x="1040244" y="1194879"/>
                </a:lnTo>
                <a:close/>
              </a:path>
              <a:path w="4653915" h="1467484">
                <a:moveTo>
                  <a:pt x="3884447" y="1227099"/>
                </a:moveTo>
                <a:lnTo>
                  <a:pt x="3877027" y="1217862"/>
                </a:lnTo>
                <a:lnTo>
                  <a:pt x="3888435" y="1221041"/>
                </a:lnTo>
                <a:lnTo>
                  <a:pt x="3884447" y="1227099"/>
                </a:lnTo>
                <a:close/>
              </a:path>
              <a:path w="4653915" h="1467484">
                <a:moveTo>
                  <a:pt x="2840824" y="1333614"/>
                </a:moveTo>
                <a:lnTo>
                  <a:pt x="2842550" y="1329889"/>
                </a:lnTo>
                <a:lnTo>
                  <a:pt x="2846146" y="1331899"/>
                </a:lnTo>
                <a:lnTo>
                  <a:pt x="2840824" y="1333614"/>
                </a:lnTo>
                <a:close/>
              </a:path>
              <a:path w="4653915" h="1467484">
                <a:moveTo>
                  <a:pt x="1833651" y="1459166"/>
                </a:moveTo>
                <a:lnTo>
                  <a:pt x="1827390" y="1457947"/>
                </a:lnTo>
                <a:lnTo>
                  <a:pt x="1831450" y="1453770"/>
                </a:lnTo>
                <a:lnTo>
                  <a:pt x="1833651" y="1459166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5208523" y="5693714"/>
            <a:ext cx="225996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19100" marR="5080" indent="-4064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FFFF00"/>
                </a:solidFill>
                <a:latin typeface="微软雅黑"/>
                <a:cs typeface="微软雅黑"/>
              </a:rPr>
              <a:t>再次选球时，依据数组</a:t>
            </a:r>
            <a:r>
              <a:rPr sz="1600" b="1" spc="-5" dirty="0">
                <a:solidFill>
                  <a:srgbClr val="FFFF00"/>
                </a:solidFill>
                <a:latin typeface="微软雅黑"/>
                <a:cs typeface="微软雅黑"/>
              </a:rPr>
              <a:t>元 </a:t>
            </a:r>
            <a:r>
              <a:rPr sz="1600" b="1" dirty="0">
                <a:solidFill>
                  <a:srgbClr val="FFFF00"/>
                </a:solidFill>
                <a:latin typeface="微软雅黑"/>
                <a:cs typeface="微软雅黑"/>
              </a:rPr>
              <a:t>素判断是否已</a:t>
            </a:r>
            <a:r>
              <a:rPr sz="1600" b="1" spc="-5" dirty="0">
                <a:solidFill>
                  <a:srgbClr val="FFFF00"/>
                </a:solidFill>
                <a:latin typeface="微软雅黑"/>
                <a:cs typeface="微软雅黑"/>
              </a:rPr>
              <a:t>选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>
                <a:solidFill>
                  <a:srgbClr val="F1F1F1"/>
                </a:solidFill>
              </a:rPr>
              <a:t>21</a:t>
            </a:fld>
            <a:endParaRPr dirty="0">
              <a:solidFill>
                <a:srgbClr val="F1F1F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257327"/>
            <a:ext cx="4934585" cy="560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500" dirty="0">
                <a:solidFill>
                  <a:srgbClr val="000000"/>
                </a:solidFill>
                <a:latin typeface="宋体"/>
                <a:cs typeface="宋体"/>
              </a:rPr>
              <a:t>中国福利彩票双色球抽</a:t>
            </a:r>
            <a:r>
              <a:rPr sz="3500" spc="-10" dirty="0">
                <a:solidFill>
                  <a:srgbClr val="000000"/>
                </a:solidFill>
                <a:latin typeface="宋体"/>
                <a:cs typeface="宋体"/>
              </a:rPr>
              <a:t>奖</a:t>
            </a:r>
            <a:endParaRPr sz="35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23392" y="1557502"/>
            <a:ext cx="503694" cy="406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8708" y="1655635"/>
            <a:ext cx="2044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/>
                <a:cs typeface="微软雅黑"/>
              </a:rPr>
              <a:t>01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99451" y="1557502"/>
            <a:ext cx="503694" cy="406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264767" y="1655635"/>
            <a:ext cx="2044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/>
                <a:cs typeface="微软雅黑"/>
              </a:rPr>
              <a:t>02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675523" y="1557502"/>
            <a:ext cx="503694" cy="4064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840839" y="1655635"/>
            <a:ext cx="2044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/>
                <a:cs typeface="微软雅黑"/>
              </a:rPr>
              <a:t>03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51582" y="1557502"/>
            <a:ext cx="503694" cy="4064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416898" y="1655635"/>
            <a:ext cx="2044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/>
                <a:cs typeface="微软雅黑"/>
              </a:rPr>
              <a:t>04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403714" y="1557502"/>
            <a:ext cx="503694" cy="4064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569030" y="1655635"/>
            <a:ext cx="2044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/>
                <a:cs typeface="微软雅黑"/>
              </a:rPr>
              <a:t>06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051782" y="1557502"/>
            <a:ext cx="503694" cy="4064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217098" y="1655635"/>
            <a:ext cx="2044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/>
                <a:cs typeface="微软雅黑"/>
              </a:rPr>
              <a:t>07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627841" y="1557502"/>
            <a:ext cx="503707" cy="4064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793157" y="1655635"/>
            <a:ext cx="2044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/>
                <a:cs typeface="微软雅黑"/>
              </a:rPr>
              <a:t>08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203913" y="1557502"/>
            <a:ext cx="503694" cy="4064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369229" y="1655635"/>
            <a:ext cx="2044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/>
                <a:cs typeface="微软雅黑"/>
              </a:rPr>
              <a:t>09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779973" y="1557502"/>
            <a:ext cx="503694" cy="40640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945289" y="1655635"/>
            <a:ext cx="2044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/>
                <a:cs typeface="微软雅黑"/>
              </a:rPr>
              <a:t>10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428041" y="1557502"/>
            <a:ext cx="503707" cy="40640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827642" y="1556740"/>
            <a:ext cx="503694" cy="40716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6623418" y="1655635"/>
            <a:ext cx="1498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/>
                <a:cs typeface="微软雅黑"/>
              </a:rPr>
              <a:t>…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156244" y="1557502"/>
            <a:ext cx="503694" cy="40640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8321561" y="1655635"/>
            <a:ext cx="2044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/>
                <a:cs typeface="微软雅黑"/>
              </a:rPr>
              <a:t>33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004113" y="1557502"/>
            <a:ext cx="503694" cy="40640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199477" y="1655635"/>
            <a:ext cx="1498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/>
                <a:cs typeface="微软雅黑"/>
              </a:rPr>
              <a:t>…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580172" y="1557502"/>
            <a:ext cx="503694" cy="40640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7775537" y="1655635"/>
            <a:ext cx="1498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/>
                <a:cs typeface="微软雅黑"/>
              </a:rPr>
              <a:t>…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>
                <a:solidFill>
                  <a:srgbClr val="F1F1F1"/>
                </a:solidFill>
              </a:rPr>
              <a:t>22</a:t>
            </a:fld>
            <a:endParaRPr dirty="0">
              <a:solidFill>
                <a:srgbClr val="F1F1F1"/>
              </a:solidFill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960877" y="1655635"/>
            <a:ext cx="23685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735" baseline="2314" dirty="0">
                <a:solidFill>
                  <a:srgbClr val="FFFFFF"/>
                </a:solidFill>
                <a:latin typeface="微软雅黑"/>
                <a:cs typeface="微软雅黑"/>
              </a:rPr>
              <a:t>0</a:t>
            </a:r>
            <a:r>
              <a:rPr sz="1200" spc="-220" dirty="0">
                <a:latin typeface="微软雅黑"/>
                <a:cs typeface="微软雅黑"/>
              </a:rPr>
              <a:t>0</a:t>
            </a:r>
            <a:r>
              <a:rPr sz="1800" b="1" spc="-787" baseline="2314" dirty="0">
                <a:solidFill>
                  <a:srgbClr val="FFFFFF"/>
                </a:solidFill>
                <a:latin typeface="微软雅黑"/>
                <a:cs typeface="微软雅黑"/>
              </a:rPr>
              <a:t>5</a:t>
            </a:r>
            <a:r>
              <a:rPr sz="1200" dirty="0">
                <a:latin typeface="微软雅黑"/>
                <a:cs typeface="微软雅黑"/>
              </a:rPr>
              <a:t>5</a:t>
            </a:r>
            <a:endParaRPr sz="1200">
              <a:latin typeface="微软雅黑"/>
              <a:cs typeface="微软雅黑"/>
            </a:endParaRPr>
          </a:p>
        </p:txBody>
      </p:sp>
      <p:graphicFrame>
        <p:nvGraphicFramePr>
          <p:cNvPr id="31" name="object 31"/>
          <p:cNvGraphicFramePr>
            <a:graphicFrameLocks noGrp="1"/>
          </p:cNvGraphicFramePr>
          <p:nvPr/>
        </p:nvGraphicFramePr>
        <p:xfrm>
          <a:off x="450850" y="2198509"/>
          <a:ext cx="8214356" cy="5467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6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50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50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59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5917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5917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467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115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2000" b="1" spc="-5" dirty="0">
                          <a:latin typeface="微软雅黑"/>
                          <a:cs typeface="微软雅黑"/>
                        </a:rPr>
                        <a:t>false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2000" b="1" spc="-5" dirty="0">
                          <a:latin typeface="微软雅黑"/>
                          <a:cs typeface="微软雅黑"/>
                        </a:rPr>
                        <a:t>false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2000" b="1" spc="-5" dirty="0">
                          <a:latin typeface="微软雅黑"/>
                          <a:cs typeface="微软雅黑"/>
                        </a:rPr>
                        <a:t>false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2000" b="1" spc="-5" dirty="0">
                          <a:latin typeface="微软雅黑"/>
                          <a:cs typeface="微软雅黑"/>
                        </a:rPr>
                        <a:t>false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4310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2000" b="1" dirty="0">
                          <a:solidFill>
                            <a:srgbClr val="C00000"/>
                          </a:solidFill>
                          <a:latin typeface="微软雅黑"/>
                          <a:cs typeface="微软雅黑"/>
                        </a:rPr>
                        <a:t>true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9870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2000" b="1" spc="-5" dirty="0">
                          <a:latin typeface="微软雅黑"/>
                          <a:cs typeface="微软雅黑"/>
                        </a:rPr>
                        <a:t>false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9870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2000" b="1" spc="-5" dirty="0">
                          <a:latin typeface="微软雅黑"/>
                          <a:cs typeface="微软雅黑"/>
                        </a:rPr>
                        <a:t>false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2" name="object 32"/>
          <p:cNvSpPr txBox="1"/>
          <p:nvPr/>
        </p:nvSpPr>
        <p:spPr>
          <a:xfrm>
            <a:off x="1377314" y="2769374"/>
            <a:ext cx="64770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5" dirty="0">
                <a:latin typeface="微软雅黑"/>
                <a:cs typeface="微软雅黑"/>
              </a:rPr>
              <a:t>r</a:t>
            </a:r>
            <a:r>
              <a:rPr sz="1600" b="1" spc="-5" dirty="0">
                <a:latin typeface="微软雅黑"/>
                <a:cs typeface="微软雅黑"/>
              </a:rPr>
              <a:t>e</a:t>
            </a:r>
            <a:r>
              <a:rPr sz="1600" b="1" dirty="0">
                <a:latin typeface="微软雅黑"/>
                <a:cs typeface="微软雅黑"/>
              </a:rPr>
              <a:t>d</a:t>
            </a:r>
            <a:r>
              <a:rPr sz="1600" b="1" spc="-5" dirty="0">
                <a:latin typeface="微软雅黑"/>
                <a:cs typeface="微软雅黑"/>
              </a:rPr>
              <a:t>[1]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291714" y="2769374"/>
            <a:ext cx="64770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5" dirty="0">
                <a:latin typeface="微软雅黑"/>
                <a:cs typeface="微软雅黑"/>
              </a:rPr>
              <a:t>r</a:t>
            </a:r>
            <a:r>
              <a:rPr sz="1600" b="1" spc="-5" dirty="0">
                <a:latin typeface="微软雅黑"/>
                <a:cs typeface="微软雅黑"/>
              </a:rPr>
              <a:t>e</a:t>
            </a:r>
            <a:r>
              <a:rPr sz="1600" b="1" dirty="0">
                <a:latin typeface="微软雅黑"/>
                <a:cs typeface="微软雅黑"/>
              </a:rPr>
              <a:t>d</a:t>
            </a:r>
            <a:r>
              <a:rPr sz="1600" b="1" spc="-5" dirty="0">
                <a:latin typeface="微软雅黑"/>
                <a:cs typeface="微软雅黑"/>
              </a:rPr>
              <a:t>[2]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206750" y="2769374"/>
            <a:ext cx="64770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5" dirty="0">
                <a:latin typeface="微软雅黑"/>
                <a:cs typeface="微软雅黑"/>
              </a:rPr>
              <a:t>r</a:t>
            </a:r>
            <a:r>
              <a:rPr sz="1600" b="1" spc="-5" dirty="0">
                <a:latin typeface="微软雅黑"/>
                <a:cs typeface="微软雅黑"/>
              </a:rPr>
              <a:t>e</a:t>
            </a:r>
            <a:r>
              <a:rPr sz="1600" b="1" dirty="0">
                <a:latin typeface="微软雅黑"/>
                <a:cs typeface="微软雅黑"/>
              </a:rPr>
              <a:t>d</a:t>
            </a:r>
            <a:r>
              <a:rPr sz="1600" b="1" spc="-5" dirty="0">
                <a:latin typeface="微软雅黑"/>
                <a:cs typeface="微软雅黑"/>
              </a:rPr>
              <a:t>[3]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121150" y="2769374"/>
            <a:ext cx="64770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5" dirty="0">
                <a:latin typeface="微软雅黑"/>
                <a:cs typeface="微软雅黑"/>
              </a:rPr>
              <a:t>r</a:t>
            </a:r>
            <a:r>
              <a:rPr sz="1600" b="1" spc="-5" dirty="0">
                <a:latin typeface="微软雅黑"/>
                <a:cs typeface="微软雅黑"/>
              </a:rPr>
              <a:t>e</a:t>
            </a:r>
            <a:r>
              <a:rPr sz="1600" b="1" dirty="0">
                <a:latin typeface="微软雅黑"/>
                <a:cs typeface="微软雅黑"/>
              </a:rPr>
              <a:t>d</a:t>
            </a:r>
            <a:r>
              <a:rPr sz="1600" b="1" spc="-5" dirty="0">
                <a:latin typeface="微软雅黑"/>
                <a:cs typeface="微软雅黑"/>
              </a:rPr>
              <a:t>[4]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036184" y="2769374"/>
            <a:ext cx="3491865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52500" algn="l"/>
                <a:tab pos="1671955" algn="l"/>
                <a:tab pos="2731135" algn="l"/>
              </a:tabLst>
            </a:pPr>
            <a:r>
              <a:rPr sz="1600" b="1" spc="-15" dirty="0">
                <a:latin typeface="微软雅黑"/>
                <a:cs typeface="微软雅黑"/>
              </a:rPr>
              <a:t>r</a:t>
            </a:r>
            <a:r>
              <a:rPr sz="1600" b="1" spc="-5" dirty="0">
                <a:latin typeface="微软雅黑"/>
                <a:cs typeface="微软雅黑"/>
              </a:rPr>
              <a:t>e</a:t>
            </a:r>
            <a:r>
              <a:rPr sz="1600" b="1" dirty="0">
                <a:latin typeface="微软雅黑"/>
                <a:cs typeface="微软雅黑"/>
              </a:rPr>
              <a:t>d</a:t>
            </a:r>
            <a:r>
              <a:rPr sz="1600" b="1" spc="-5" dirty="0">
                <a:latin typeface="微软雅黑"/>
                <a:cs typeface="微软雅黑"/>
              </a:rPr>
              <a:t>[5]</a:t>
            </a:r>
            <a:r>
              <a:rPr sz="1600" b="1" dirty="0">
                <a:latin typeface="微软雅黑"/>
                <a:cs typeface="微软雅黑"/>
              </a:rPr>
              <a:t>	</a:t>
            </a:r>
            <a:r>
              <a:rPr sz="1600" b="1" spc="-5" dirty="0">
                <a:latin typeface="微软雅黑"/>
                <a:cs typeface="微软雅黑"/>
              </a:rPr>
              <a:t>……</a:t>
            </a:r>
            <a:r>
              <a:rPr sz="1600" b="1" dirty="0">
                <a:latin typeface="微软雅黑"/>
                <a:cs typeface="微软雅黑"/>
              </a:rPr>
              <a:t>	</a:t>
            </a:r>
            <a:r>
              <a:rPr sz="1600" b="1" spc="-15" dirty="0">
                <a:latin typeface="微软雅黑"/>
                <a:cs typeface="微软雅黑"/>
              </a:rPr>
              <a:t>r</a:t>
            </a:r>
            <a:r>
              <a:rPr sz="1600" b="1" spc="-5" dirty="0">
                <a:latin typeface="微软雅黑"/>
                <a:cs typeface="微软雅黑"/>
              </a:rPr>
              <a:t>e</a:t>
            </a:r>
            <a:r>
              <a:rPr sz="1600" b="1" dirty="0">
                <a:latin typeface="微软雅黑"/>
                <a:cs typeface="微软雅黑"/>
              </a:rPr>
              <a:t>d</a:t>
            </a:r>
            <a:r>
              <a:rPr sz="1600" b="1" spc="-5" dirty="0">
                <a:latin typeface="微软雅黑"/>
                <a:cs typeface="微软雅黑"/>
              </a:rPr>
              <a:t>[32]</a:t>
            </a:r>
            <a:r>
              <a:rPr sz="1600" b="1" dirty="0">
                <a:latin typeface="微软雅黑"/>
                <a:cs typeface="微软雅黑"/>
              </a:rPr>
              <a:t>	</a:t>
            </a:r>
            <a:r>
              <a:rPr sz="1600" b="1" spc="-15" dirty="0">
                <a:latin typeface="微软雅黑"/>
                <a:cs typeface="微软雅黑"/>
              </a:rPr>
              <a:t>r</a:t>
            </a:r>
            <a:r>
              <a:rPr sz="1600" b="1" spc="-5" dirty="0">
                <a:latin typeface="微软雅黑"/>
                <a:cs typeface="微软雅黑"/>
              </a:rPr>
              <a:t>e</a:t>
            </a:r>
            <a:r>
              <a:rPr sz="1600" b="1" dirty="0">
                <a:latin typeface="微软雅黑"/>
                <a:cs typeface="微软雅黑"/>
              </a:rPr>
              <a:t>d</a:t>
            </a:r>
            <a:r>
              <a:rPr sz="1600" b="1" spc="-5" dirty="0">
                <a:latin typeface="微软雅黑"/>
                <a:cs typeface="微软雅黑"/>
              </a:rPr>
              <a:t>[33]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89407" y="3401059"/>
            <a:ext cx="6014720" cy="98044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800" b="1" dirty="0">
                <a:solidFill>
                  <a:srgbClr val="7E0054"/>
                </a:solidFill>
                <a:latin typeface="Consolas"/>
                <a:cs typeface="Consolas"/>
              </a:rPr>
              <a:t>int</a:t>
            </a:r>
            <a:r>
              <a:rPr sz="1800" b="1" spc="-5" dirty="0">
                <a:solidFill>
                  <a:srgbClr val="7E0054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6A3D3D"/>
                </a:solidFill>
                <a:latin typeface="Consolas"/>
                <a:cs typeface="Consolas"/>
              </a:rPr>
              <a:t>count</a:t>
            </a:r>
            <a:r>
              <a:rPr sz="1800" b="1" dirty="0">
                <a:latin typeface="Consolas"/>
                <a:cs typeface="Consolas"/>
              </a:rPr>
              <a:t>=0;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  <a:tabLst>
                <a:tab pos="2149475" algn="l"/>
              </a:tabLst>
            </a:pPr>
            <a:r>
              <a:rPr sz="1800" b="1" dirty="0">
                <a:solidFill>
                  <a:srgbClr val="7E0054"/>
                </a:solidFill>
                <a:latin typeface="Consolas"/>
                <a:cs typeface="Consolas"/>
              </a:rPr>
              <a:t>while</a:t>
            </a:r>
            <a:r>
              <a:rPr sz="1800" b="1" dirty="0">
                <a:latin typeface="Consolas"/>
                <a:cs typeface="Consolas"/>
              </a:rPr>
              <a:t>(</a:t>
            </a:r>
            <a:r>
              <a:rPr sz="1800" b="1" dirty="0">
                <a:solidFill>
                  <a:srgbClr val="6A3D3D"/>
                </a:solidFill>
                <a:latin typeface="Consolas"/>
                <a:cs typeface="Consolas"/>
              </a:rPr>
              <a:t>count</a:t>
            </a:r>
            <a:r>
              <a:rPr sz="1800" b="1" dirty="0">
                <a:latin typeface="Consolas"/>
                <a:cs typeface="Consolas"/>
              </a:rPr>
              <a:t>&lt;6){	</a:t>
            </a:r>
            <a:r>
              <a:rPr sz="1800" b="1" dirty="0">
                <a:solidFill>
                  <a:srgbClr val="3E7E5F"/>
                </a:solidFill>
                <a:latin typeface="Consolas"/>
                <a:cs typeface="Consolas"/>
              </a:rPr>
              <a:t>//</a:t>
            </a:r>
            <a:r>
              <a:rPr sz="1800" b="1" dirty="0">
                <a:solidFill>
                  <a:srgbClr val="3E7E5F"/>
                </a:solidFill>
                <a:latin typeface="微软雅黑"/>
                <a:cs typeface="微软雅黑"/>
              </a:rPr>
              <a:t>不足</a:t>
            </a:r>
            <a:r>
              <a:rPr sz="1800" b="1" dirty="0">
                <a:solidFill>
                  <a:srgbClr val="3E7E5F"/>
                </a:solidFill>
                <a:latin typeface="Consolas"/>
                <a:cs typeface="Consolas"/>
              </a:rPr>
              <a:t>6</a:t>
            </a:r>
            <a:r>
              <a:rPr sz="1800" b="1" dirty="0">
                <a:solidFill>
                  <a:srgbClr val="3E7E5F"/>
                </a:solidFill>
                <a:latin typeface="微软雅黑"/>
                <a:cs typeface="微软雅黑"/>
              </a:rPr>
              <a:t>个时继续选择红球</a:t>
            </a:r>
            <a:endParaRPr sz="1800">
              <a:latin typeface="微软雅黑"/>
              <a:cs typeface="微软雅黑"/>
            </a:endParaRPr>
          </a:p>
          <a:p>
            <a:pPr marL="469900">
              <a:lnSpc>
                <a:spcPct val="100000"/>
              </a:lnSpc>
              <a:spcBef>
                <a:spcPts val="300"/>
              </a:spcBef>
            </a:pPr>
            <a:r>
              <a:rPr sz="1800" b="1" dirty="0">
                <a:solidFill>
                  <a:srgbClr val="7E0054"/>
                </a:solidFill>
                <a:latin typeface="Consolas"/>
                <a:cs typeface="Consolas"/>
              </a:rPr>
              <a:t>int </a:t>
            </a:r>
            <a:r>
              <a:rPr sz="1800" b="1" dirty="0">
                <a:solidFill>
                  <a:srgbClr val="6A3D3D"/>
                </a:solidFill>
                <a:latin typeface="Consolas"/>
                <a:cs typeface="Consolas"/>
              </a:rPr>
              <a:t>selectedPos </a:t>
            </a:r>
            <a:r>
              <a:rPr sz="1800" b="1" dirty="0">
                <a:latin typeface="Consolas"/>
                <a:cs typeface="Consolas"/>
              </a:rPr>
              <a:t>=</a:t>
            </a:r>
            <a:r>
              <a:rPr sz="1800" b="1" spc="-100" dirty="0">
                <a:latin typeface="Consolas"/>
                <a:cs typeface="Consolas"/>
              </a:rPr>
              <a:t> </a:t>
            </a:r>
            <a:r>
              <a:rPr sz="1800" b="1" dirty="0">
                <a:latin typeface="Consolas"/>
                <a:cs typeface="Consolas"/>
              </a:rPr>
              <a:t>(</a:t>
            </a:r>
            <a:r>
              <a:rPr sz="1800" b="1" dirty="0">
                <a:solidFill>
                  <a:srgbClr val="7E0054"/>
                </a:solidFill>
                <a:latin typeface="Consolas"/>
                <a:cs typeface="Consolas"/>
              </a:rPr>
              <a:t>int</a:t>
            </a:r>
            <a:r>
              <a:rPr sz="1800" b="1" dirty="0">
                <a:latin typeface="Consolas"/>
                <a:cs typeface="Consolas"/>
              </a:rPr>
              <a:t>)(Math.random()*33)+1;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630187" y="4081779"/>
            <a:ext cx="2174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3E7E5F"/>
                </a:solidFill>
                <a:latin typeface="Consolas"/>
                <a:cs typeface="Consolas"/>
              </a:rPr>
              <a:t>//</a:t>
            </a:r>
            <a:r>
              <a:rPr sz="1800" b="1" dirty="0">
                <a:solidFill>
                  <a:srgbClr val="3E7E5F"/>
                </a:solidFill>
                <a:latin typeface="微软雅黑"/>
                <a:cs typeface="微软雅黑"/>
              </a:rPr>
              <a:t>生成随机数</a:t>
            </a:r>
            <a:r>
              <a:rPr sz="1800" b="1" dirty="0">
                <a:solidFill>
                  <a:srgbClr val="3E7E5F"/>
                </a:solidFill>
                <a:latin typeface="Consolas"/>
                <a:cs typeface="Consolas"/>
              </a:rPr>
              <a:t>[1,33]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89407" y="4356100"/>
            <a:ext cx="6791959" cy="157861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400"/>
              </a:spcBef>
              <a:tabLst>
                <a:tab pos="4241165" algn="l"/>
              </a:tabLst>
            </a:pPr>
            <a:r>
              <a:rPr sz="1800" b="1" dirty="0">
                <a:solidFill>
                  <a:srgbClr val="7E0054"/>
                </a:solidFill>
                <a:latin typeface="Consolas"/>
                <a:cs typeface="Consolas"/>
              </a:rPr>
              <a:t>if</a:t>
            </a:r>
            <a:r>
              <a:rPr sz="1800" b="1" dirty="0">
                <a:latin typeface="Consolas"/>
                <a:cs typeface="Consolas"/>
              </a:rPr>
              <a:t>(</a:t>
            </a:r>
            <a:r>
              <a:rPr sz="1800" b="1" dirty="0">
                <a:solidFill>
                  <a:srgbClr val="6A3D3D"/>
                </a:solidFill>
                <a:latin typeface="Consolas"/>
                <a:cs typeface="Consolas"/>
              </a:rPr>
              <a:t>red</a:t>
            </a:r>
            <a:r>
              <a:rPr sz="1800" b="1" dirty="0">
                <a:latin typeface="Consolas"/>
                <a:cs typeface="Consolas"/>
              </a:rPr>
              <a:t>[</a:t>
            </a:r>
            <a:r>
              <a:rPr sz="1800" b="1" dirty="0">
                <a:solidFill>
                  <a:srgbClr val="6A3D3D"/>
                </a:solidFill>
                <a:latin typeface="Consolas"/>
                <a:cs typeface="Consolas"/>
              </a:rPr>
              <a:t>selectedPos</a:t>
            </a:r>
            <a:r>
              <a:rPr sz="1800" b="1" dirty="0">
                <a:latin typeface="Consolas"/>
                <a:cs typeface="Consolas"/>
              </a:rPr>
              <a:t>]==</a:t>
            </a:r>
            <a:r>
              <a:rPr sz="1800" b="1" dirty="0">
                <a:solidFill>
                  <a:srgbClr val="7E0054"/>
                </a:solidFill>
                <a:latin typeface="Consolas"/>
                <a:cs typeface="Consolas"/>
              </a:rPr>
              <a:t>false</a:t>
            </a:r>
            <a:r>
              <a:rPr sz="1800" b="1" dirty="0">
                <a:latin typeface="Consolas"/>
                <a:cs typeface="Consolas"/>
              </a:rPr>
              <a:t>){	</a:t>
            </a:r>
            <a:r>
              <a:rPr sz="1800" b="1" dirty="0">
                <a:solidFill>
                  <a:srgbClr val="3E7E5F"/>
                </a:solidFill>
                <a:latin typeface="Consolas"/>
                <a:cs typeface="Consolas"/>
              </a:rPr>
              <a:t>//</a:t>
            </a:r>
            <a:r>
              <a:rPr sz="1800" b="1" dirty="0">
                <a:solidFill>
                  <a:srgbClr val="3E7E5F"/>
                </a:solidFill>
                <a:latin typeface="微软雅黑"/>
                <a:cs typeface="微软雅黑"/>
              </a:rPr>
              <a:t>未选过的红球可以被选</a:t>
            </a:r>
            <a:endParaRPr sz="1800">
              <a:latin typeface="微软雅黑"/>
              <a:cs typeface="微软雅黑"/>
            </a:endParaRPr>
          </a:p>
          <a:p>
            <a:pPr marL="927100">
              <a:lnSpc>
                <a:spcPct val="100000"/>
              </a:lnSpc>
              <a:spcBef>
                <a:spcPts val="300"/>
              </a:spcBef>
              <a:tabLst>
                <a:tab pos="4069715" algn="l"/>
              </a:tabLst>
            </a:pPr>
            <a:r>
              <a:rPr sz="1800" dirty="0">
                <a:solidFill>
                  <a:srgbClr val="6A3D3D"/>
                </a:solidFill>
                <a:latin typeface="Consolas"/>
                <a:cs typeface="Consolas"/>
              </a:rPr>
              <a:t>red</a:t>
            </a:r>
            <a:r>
              <a:rPr sz="1800" dirty="0">
                <a:latin typeface="Consolas"/>
                <a:cs typeface="Consolas"/>
              </a:rPr>
              <a:t>[</a:t>
            </a:r>
            <a:r>
              <a:rPr sz="1800" dirty="0">
                <a:solidFill>
                  <a:srgbClr val="6A3D3D"/>
                </a:solidFill>
                <a:latin typeface="Consolas"/>
                <a:cs typeface="Consolas"/>
              </a:rPr>
              <a:t>selectedPos</a:t>
            </a:r>
            <a:r>
              <a:rPr sz="1800" dirty="0">
                <a:latin typeface="Consolas"/>
                <a:cs typeface="Consolas"/>
              </a:rPr>
              <a:t>]=</a:t>
            </a:r>
            <a:r>
              <a:rPr sz="1800" b="1" dirty="0">
                <a:solidFill>
                  <a:srgbClr val="7E0054"/>
                </a:solidFill>
                <a:latin typeface="Consolas"/>
                <a:cs typeface="Consolas"/>
              </a:rPr>
              <a:t>true</a:t>
            </a:r>
            <a:r>
              <a:rPr sz="1800" b="1" dirty="0">
                <a:latin typeface="Consolas"/>
                <a:cs typeface="Consolas"/>
              </a:rPr>
              <a:t>;	</a:t>
            </a:r>
            <a:r>
              <a:rPr sz="1800" b="1" dirty="0">
                <a:solidFill>
                  <a:srgbClr val="3E7E5F"/>
                </a:solidFill>
                <a:latin typeface="Consolas"/>
                <a:cs typeface="Consolas"/>
              </a:rPr>
              <a:t>//</a:t>
            </a:r>
            <a:r>
              <a:rPr sz="1800" b="1" dirty="0">
                <a:solidFill>
                  <a:srgbClr val="3E7E5F"/>
                </a:solidFill>
                <a:latin typeface="微软雅黑"/>
                <a:cs typeface="微软雅黑"/>
              </a:rPr>
              <a:t>置已被选标记</a:t>
            </a:r>
            <a:endParaRPr sz="1800">
              <a:latin typeface="微软雅黑"/>
              <a:cs typeface="微软雅黑"/>
            </a:endParaRPr>
          </a:p>
          <a:p>
            <a:pPr marL="927100">
              <a:lnSpc>
                <a:spcPct val="100000"/>
              </a:lnSpc>
              <a:spcBef>
                <a:spcPts val="229"/>
              </a:spcBef>
            </a:pPr>
            <a:r>
              <a:rPr sz="1800" dirty="0">
                <a:solidFill>
                  <a:srgbClr val="6A3D3D"/>
                </a:solidFill>
                <a:latin typeface="Consolas"/>
                <a:cs typeface="Consolas"/>
              </a:rPr>
              <a:t>count</a:t>
            </a:r>
            <a:r>
              <a:rPr sz="1800" dirty="0">
                <a:latin typeface="Consolas"/>
                <a:cs typeface="Consolas"/>
              </a:rPr>
              <a:t>++;</a:t>
            </a:r>
            <a:endParaRPr sz="180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300"/>
              </a:spcBef>
            </a:pPr>
            <a:r>
              <a:rPr sz="1800" dirty="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800" dirty="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257327"/>
            <a:ext cx="4934585" cy="560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500" dirty="0">
                <a:solidFill>
                  <a:srgbClr val="000000"/>
                </a:solidFill>
                <a:latin typeface="宋体"/>
                <a:cs typeface="宋体"/>
              </a:rPr>
              <a:t>中国福利彩票双色球抽</a:t>
            </a:r>
            <a:r>
              <a:rPr sz="3500" spc="-10" dirty="0">
                <a:solidFill>
                  <a:srgbClr val="000000"/>
                </a:solidFill>
                <a:latin typeface="宋体"/>
                <a:cs typeface="宋体"/>
              </a:rPr>
              <a:t>奖</a:t>
            </a:r>
            <a:endParaRPr sz="35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23392" y="1557502"/>
            <a:ext cx="503694" cy="406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4263" y="1655635"/>
            <a:ext cx="2133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微软雅黑"/>
                <a:cs typeface="微软雅黑"/>
              </a:rPr>
              <a:t>01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99451" y="1557502"/>
            <a:ext cx="503694" cy="406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264767" y="1655635"/>
            <a:ext cx="2044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/>
                <a:cs typeface="微软雅黑"/>
              </a:rPr>
              <a:t>02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675523" y="1557502"/>
            <a:ext cx="503694" cy="4064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840839" y="1655635"/>
            <a:ext cx="2044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/>
                <a:cs typeface="微软雅黑"/>
              </a:rPr>
              <a:t>03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51582" y="1557502"/>
            <a:ext cx="503694" cy="4064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416898" y="1655635"/>
            <a:ext cx="2044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/>
                <a:cs typeface="微软雅黑"/>
              </a:rPr>
              <a:t>04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403714" y="1557502"/>
            <a:ext cx="503694" cy="4064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569030" y="1655635"/>
            <a:ext cx="2044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/>
                <a:cs typeface="微软雅黑"/>
              </a:rPr>
              <a:t>06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051782" y="1557502"/>
            <a:ext cx="503694" cy="4064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217098" y="1655635"/>
            <a:ext cx="2044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/>
                <a:cs typeface="微软雅黑"/>
              </a:rPr>
              <a:t>07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627841" y="1557502"/>
            <a:ext cx="503707" cy="4064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788712" y="1655635"/>
            <a:ext cx="2133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微软雅黑"/>
                <a:cs typeface="微软雅黑"/>
              </a:rPr>
              <a:t>08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203913" y="1557502"/>
            <a:ext cx="503694" cy="4064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369229" y="1655635"/>
            <a:ext cx="2044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/>
                <a:cs typeface="微软雅黑"/>
              </a:rPr>
              <a:t>09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779973" y="1557502"/>
            <a:ext cx="503694" cy="40640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945289" y="1655635"/>
            <a:ext cx="2044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/>
                <a:cs typeface="微软雅黑"/>
              </a:rPr>
              <a:t>10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428041" y="1557502"/>
            <a:ext cx="503707" cy="40640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827642" y="1556740"/>
            <a:ext cx="503694" cy="40716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6623418" y="1655635"/>
            <a:ext cx="1498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/>
                <a:cs typeface="微软雅黑"/>
              </a:rPr>
              <a:t>…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156244" y="1557502"/>
            <a:ext cx="503694" cy="40640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8321561" y="1655635"/>
            <a:ext cx="2044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/>
                <a:cs typeface="微软雅黑"/>
              </a:rPr>
              <a:t>33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004113" y="1557502"/>
            <a:ext cx="503694" cy="40640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199477" y="1655635"/>
            <a:ext cx="1498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/>
                <a:cs typeface="微软雅黑"/>
              </a:rPr>
              <a:t>…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580172" y="1557502"/>
            <a:ext cx="503694" cy="40640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7775537" y="1655635"/>
            <a:ext cx="1498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/>
                <a:cs typeface="微软雅黑"/>
              </a:rPr>
              <a:t>…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960877" y="1655635"/>
            <a:ext cx="23685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735" baseline="2314" dirty="0">
                <a:solidFill>
                  <a:srgbClr val="FFFFFF"/>
                </a:solidFill>
                <a:latin typeface="微软雅黑"/>
                <a:cs typeface="微软雅黑"/>
              </a:rPr>
              <a:t>0</a:t>
            </a:r>
            <a:r>
              <a:rPr sz="1200" spc="-220" dirty="0">
                <a:latin typeface="微软雅黑"/>
                <a:cs typeface="微软雅黑"/>
              </a:rPr>
              <a:t>0</a:t>
            </a:r>
            <a:r>
              <a:rPr sz="1800" b="1" spc="-787" baseline="2314" dirty="0">
                <a:solidFill>
                  <a:srgbClr val="FFFFFF"/>
                </a:solidFill>
                <a:latin typeface="微软雅黑"/>
                <a:cs typeface="微软雅黑"/>
              </a:rPr>
              <a:t>5</a:t>
            </a:r>
            <a:r>
              <a:rPr sz="1200" dirty="0">
                <a:latin typeface="微软雅黑"/>
                <a:cs typeface="微软雅黑"/>
              </a:rPr>
              <a:t>5</a:t>
            </a:r>
            <a:endParaRPr sz="1200">
              <a:latin typeface="微软雅黑"/>
              <a:cs typeface="微软雅黑"/>
            </a:endParaRPr>
          </a:p>
        </p:txBody>
      </p:sp>
      <p:graphicFrame>
        <p:nvGraphicFramePr>
          <p:cNvPr id="31" name="object 31"/>
          <p:cNvGraphicFramePr>
            <a:graphicFrameLocks noGrp="1"/>
          </p:cNvGraphicFramePr>
          <p:nvPr/>
        </p:nvGraphicFramePr>
        <p:xfrm>
          <a:off x="450850" y="2198509"/>
          <a:ext cx="8214356" cy="5467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6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50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50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59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5917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5917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467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3675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2000" b="1" dirty="0">
                          <a:solidFill>
                            <a:srgbClr val="C00000"/>
                          </a:solidFill>
                          <a:latin typeface="微软雅黑"/>
                          <a:cs typeface="微软雅黑"/>
                        </a:rPr>
                        <a:t>true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2000" b="1" spc="-5" dirty="0">
                          <a:latin typeface="微软雅黑"/>
                          <a:cs typeface="微软雅黑"/>
                        </a:rPr>
                        <a:t>false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2000" b="1" spc="-5" dirty="0">
                          <a:latin typeface="微软雅黑"/>
                          <a:cs typeface="微软雅黑"/>
                        </a:rPr>
                        <a:t>false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2000" b="1" spc="-5" dirty="0">
                          <a:latin typeface="微软雅黑"/>
                          <a:cs typeface="微软雅黑"/>
                        </a:rPr>
                        <a:t>false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4310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2000" b="1" dirty="0">
                          <a:solidFill>
                            <a:srgbClr val="C00000"/>
                          </a:solidFill>
                          <a:latin typeface="微软雅黑"/>
                          <a:cs typeface="微软雅黑"/>
                        </a:rPr>
                        <a:t>true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9870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2000" b="1" spc="-5" dirty="0">
                          <a:latin typeface="微软雅黑"/>
                          <a:cs typeface="微软雅黑"/>
                        </a:rPr>
                        <a:t>false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9870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2000" b="1" spc="-5" dirty="0">
                          <a:latin typeface="微软雅黑"/>
                          <a:cs typeface="微软雅黑"/>
                        </a:rPr>
                        <a:t>false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2" name="object 32"/>
          <p:cNvSpPr txBox="1"/>
          <p:nvPr/>
        </p:nvSpPr>
        <p:spPr>
          <a:xfrm>
            <a:off x="5976620" y="2769374"/>
            <a:ext cx="255143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1520" algn="l"/>
                <a:tab pos="1790700" algn="l"/>
              </a:tabLst>
            </a:pPr>
            <a:r>
              <a:rPr sz="1600" b="1" spc="-5" dirty="0">
                <a:latin typeface="微软雅黑"/>
                <a:cs typeface="微软雅黑"/>
              </a:rPr>
              <a:t>……	</a:t>
            </a:r>
            <a:r>
              <a:rPr sz="1600" b="1" spc="-15" dirty="0">
                <a:latin typeface="微软雅黑"/>
                <a:cs typeface="微软雅黑"/>
              </a:rPr>
              <a:t>r</a:t>
            </a:r>
            <a:r>
              <a:rPr sz="1600" b="1" spc="-5" dirty="0">
                <a:latin typeface="微软雅黑"/>
                <a:cs typeface="微软雅黑"/>
              </a:rPr>
              <a:t>e</a:t>
            </a:r>
            <a:r>
              <a:rPr sz="1600" b="1" dirty="0">
                <a:latin typeface="微软雅黑"/>
                <a:cs typeface="微软雅黑"/>
              </a:rPr>
              <a:t>d</a:t>
            </a:r>
            <a:r>
              <a:rPr sz="1600" b="1" spc="-5" dirty="0">
                <a:latin typeface="微软雅黑"/>
                <a:cs typeface="微软雅黑"/>
              </a:rPr>
              <a:t>[32]</a:t>
            </a:r>
            <a:r>
              <a:rPr sz="1600" b="1" dirty="0">
                <a:latin typeface="微软雅黑"/>
                <a:cs typeface="微软雅黑"/>
              </a:rPr>
              <a:t>	</a:t>
            </a:r>
            <a:r>
              <a:rPr sz="1600" b="1" spc="-15" dirty="0">
                <a:latin typeface="微软雅黑"/>
                <a:cs typeface="微软雅黑"/>
              </a:rPr>
              <a:t>r</a:t>
            </a:r>
            <a:r>
              <a:rPr sz="1600" b="1" spc="-5" dirty="0">
                <a:latin typeface="微软雅黑"/>
                <a:cs typeface="微软雅黑"/>
              </a:rPr>
              <a:t>e</a:t>
            </a:r>
            <a:r>
              <a:rPr sz="1600" b="1" dirty="0">
                <a:latin typeface="微软雅黑"/>
                <a:cs typeface="微软雅黑"/>
              </a:rPr>
              <a:t>d</a:t>
            </a:r>
            <a:r>
              <a:rPr sz="1600" b="1" spc="-5" dirty="0">
                <a:latin typeface="微软雅黑"/>
                <a:cs typeface="微软雅黑"/>
              </a:rPr>
              <a:t>[33]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595755" y="5078729"/>
            <a:ext cx="6656070" cy="996315"/>
          </a:xfrm>
          <a:custGeom>
            <a:avLst/>
            <a:gdLst/>
            <a:ahLst/>
            <a:cxnLst/>
            <a:rect l="l" t="t" r="r" b="b"/>
            <a:pathLst>
              <a:path w="6656070" h="996314">
                <a:moveTo>
                  <a:pt x="6656070" y="996315"/>
                </a:moveTo>
                <a:lnTo>
                  <a:pt x="0" y="996315"/>
                </a:lnTo>
                <a:lnTo>
                  <a:pt x="0" y="0"/>
                </a:lnTo>
                <a:lnTo>
                  <a:pt x="6656070" y="0"/>
                </a:lnTo>
                <a:lnTo>
                  <a:pt x="6656070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983615"/>
                </a:lnTo>
                <a:lnTo>
                  <a:pt x="6350" y="983615"/>
                </a:lnTo>
                <a:lnTo>
                  <a:pt x="12700" y="989965"/>
                </a:lnTo>
                <a:lnTo>
                  <a:pt x="6656070" y="989965"/>
                </a:lnTo>
                <a:lnTo>
                  <a:pt x="6656070" y="996315"/>
                </a:lnTo>
                <a:close/>
              </a:path>
              <a:path w="6656070" h="996314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6656070" h="996314">
                <a:moveTo>
                  <a:pt x="6643370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6643370" y="6350"/>
                </a:lnTo>
                <a:lnTo>
                  <a:pt x="6643370" y="12700"/>
                </a:lnTo>
                <a:close/>
              </a:path>
              <a:path w="6656070" h="996314">
                <a:moveTo>
                  <a:pt x="6643370" y="989965"/>
                </a:moveTo>
                <a:lnTo>
                  <a:pt x="6643370" y="6350"/>
                </a:lnTo>
                <a:lnTo>
                  <a:pt x="6649720" y="12700"/>
                </a:lnTo>
                <a:lnTo>
                  <a:pt x="6656070" y="12700"/>
                </a:lnTo>
                <a:lnTo>
                  <a:pt x="6656070" y="983615"/>
                </a:lnTo>
                <a:lnTo>
                  <a:pt x="6649720" y="983615"/>
                </a:lnTo>
                <a:lnTo>
                  <a:pt x="6643370" y="989965"/>
                </a:lnTo>
                <a:close/>
              </a:path>
              <a:path w="6656070" h="996314">
                <a:moveTo>
                  <a:pt x="6656070" y="12700"/>
                </a:moveTo>
                <a:lnTo>
                  <a:pt x="6649720" y="12700"/>
                </a:lnTo>
                <a:lnTo>
                  <a:pt x="6643370" y="6350"/>
                </a:lnTo>
                <a:lnTo>
                  <a:pt x="6656070" y="6350"/>
                </a:lnTo>
                <a:lnTo>
                  <a:pt x="6656070" y="12700"/>
                </a:lnTo>
                <a:close/>
              </a:path>
              <a:path w="6656070" h="996314">
                <a:moveTo>
                  <a:pt x="12700" y="989965"/>
                </a:moveTo>
                <a:lnTo>
                  <a:pt x="6350" y="983615"/>
                </a:lnTo>
                <a:lnTo>
                  <a:pt x="12700" y="983615"/>
                </a:lnTo>
                <a:lnTo>
                  <a:pt x="12700" y="989965"/>
                </a:lnTo>
                <a:close/>
              </a:path>
              <a:path w="6656070" h="996314">
                <a:moveTo>
                  <a:pt x="6643370" y="989965"/>
                </a:moveTo>
                <a:lnTo>
                  <a:pt x="12700" y="989965"/>
                </a:lnTo>
                <a:lnTo>
                  <a:pt x="12700" y="983615"/>
                </a:lnTo>
                <a:lnTo>
                  <a:pt x="6643370" y="983615"/>
                </a:lnTo>
                <a:lnTo>
                  <a:pt x="6643370" y="989965"/>
                </a:lnTo>
                <a:close/>
              </a:path>
              <a:path w="6656070" h="996314">
                <a:moveTo>
                  <a:pt x="6656070" y="989965"/>
                </a:moveTo>
                <a:lnTo>
                  <a:pt x="6643370" y="989965"/>
                </a:lnTo>
                <a:lnTo>
                  <a:pt x="6649720" y="983615"/>
                </a:lnTo>
                <a:lnTo>
                  <a:pt x="6656070" y="983615"/>
                </a:lnTo>
                <a:lnTo>
                  <a:pt x="6656070" y="9899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456730" y="2769374"/>
            <a:ext cx="5717540" cy="3253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32815">
              <a:lnSpc>
                <a:spcPct val="100000"/>
              </a:lnSpc>
              <a:spcBef>
                <a:spcPts val="95"/>
              </a:spcBef>
              <a:tabLst>
                <a:tab pos="1847214" algn="l"/>
                <a:tab pos="2762250" algn="l"/>
                <a:tab pos="3676650" algn="l"/>
                <a:tab pos="4591685" algn="l"/>
              </a:tabLst>
            </a:pPr>
            <a:r>
              <a:rPr sz="1600" b="1" spc="-5" dirty="0">
                <a:latin typeface="微软雅黑"/>
                <a:cs typeface="微软雅黑"/>
              </a:rPr>
              <a:t>red[1]	red[2]	red[3]	red[4]	red[5]</a:t>
            </a:r>
            <a:endParaRPr sz="16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50">
              <a:latin typeface="微软雅黑"/>
              <a:cs typeface="微软雅黑"/>
            </a:endParaRPr>
          </a:p>
          <a:p>
            <a:pPr marL="12700" marR="1456690">
              <a:lnSpc>
                <a:spcPct val="110600"/>
              </a:lnSpc>
            </a:pPr>
            <a:r>
              <a:rPr sz="1800" dirty="0">
                <a:latin typeface="Consolas"/>
                <a:cs typeface="Consolas"/>
              </a:rPr>
              <a:t>System.</a:t>
            </a:r>
            <a:r>
              <a:rPr sz="1800" b="1" dirty="0">
                <a:solidFill>
                  <a:srgbClr val="0000C0"/>
                </a:solidFill>
                <a:latin typeface="Consolas"/>
                <a:cs typeface="Consolas"/>
              </a:rPr>
              <a:t>out</a:t>
            </a:r>
            <a:r>
              <a:rPr sz="1800" b="1" dirty="0">
                <a:latin typeface="Consolas"/>
                <a:cs typeface="Consolas"/>
              </a:rPr>
              <a:t>.print(</a:t>
            </a:r>
            <a:r>
              <a:rPr sz="1800" b="1" dirty="0">
                <a:solidFill>
                  <a:srgbClr val="2A00FF"/>
                </a:solidFill>
                <a:latin typeface="Consolas"/>
                <a:cs typeface="Consolas"/>
              </a:rPr>
              <a:t>"</a:t>
            </a:r>
            <a:r>
              <a:rPr sz="1800" b="1" dirty="0">
                <a:solidFill>
                  <a:srgbClr val="2A00FF"/>
                </a:solidFill>
                <a:latin typeface="微软雅黑"/>
                <a:cs typeface="微软雅黑"/>
              </a:rPr>
              <a:t>红色球编号为：</a:t>
            </a:r>
            <a:r>
              <a:rPr sz="1800" b="1" dirty="0">
                <a:solidFill>
                  <a:srgbClr val="2A00FF"/>
                </a:solidFill>
                <a:latin typeface="Consolas"/>
                <a:cs typeface="Consolas"/>
              </a:rPr>
              <a:t>"</a:t>
            </a:r>
            <a:r>
              <a:rPr sz="1800" b="1" dirty="0">
                <a:latin typeface="Consolas"/>
                <a:cs typeface="Consolas"/>
              </a:rPr>
              <a:t>);  </a:t>
            </a:r>
            <a:r>
              <a:rPr sz="1800" b="1" dirty="0">
                <a:solidFill>
                  <a:srgbClr val="7E0054"/>
                </a:solidFill>
                <a:latin typeface="Consolas"/>
                <a:cs typeface="Consolas"/>
              </a:rPr>
              <a:t>for</a:t>
            </a:r>
            <a:r>
              <a:rPr sz="1800" b="1" dirty="0">
                <a:latin typeface="Consolas"/>
                <a:cs typeface="Consolas"/>
              </a:rPr>
              <a:t>(</a:t>
            </a:r>
            <a:r>
              <a:rPr sz="1800" b="1" dirty="0">
                <a:solidFill>
                  <a:srgbClr val="7E0054"/>
                </a:solidFill>
                <a:latin typeface="Consolas"/>
                <a:cs typeface="Consolas"/>
              </a:rPr>
              <a:t>int </a:t>
            </a:r>
            <a:r>
              <a:rPr sz="1800" b="1" dirty="0">
                <a:solidFill>
                  <a:srgbClr val="6A3D3D"/>
                </a:solidFill>
                <a:latin typeface="Consolas"/>
                <a:cs typeface="Consolas"/>
              </a:rPr>
              <a:t>i</a:t>
            </a:r>
            <a:r>
              <a:rPr sz="1800" b="1" dirty="0">
                <a:latin typeface="Consolas"/>
                <a:cs typeface="Consolas"/>
              </a:rPr>
              <a:t>=1; </a:t>
            </a:r>
            <a:r>
              <a:rPr sz="1800" b="1" dirty="0">
                <a:solidFill>
                  <a:srgbClr val="6A3D3D"/>
                </a:solidFill>
                <a:latin typeface="Consolas"/>
                <a:cs typeface="Consolas"/>
              </a:rPr>
              <a:t>i</a:t>
            </a:r>
            <a:r>
              <a:rPr sz="1800" b="1" dirty="0">
                <a:latin typeface="Consolas"/>
                <a:cs typeface="Consolas"/>
              </a:rPr>
              <a:t>&lt;</a:t>
            </a:r>
            <a:r>
              <a:rPr sz="1800" b="1" dirty="0">
                <a:solidFill>
                  <a:srgbClr val="6A3D3D"/>
                </a:solidFill>
                <a:latin typeface="Consolas"/>
                <a:cs typeface="Consolas"/>
              </a:rPr>
              <a:t>red</a:t>
            </a:r>
            <a:r>
              <a:rPr sz="1800" b="1" dirty="0">
                <a:latin typeface="Consolas"/>
                <a:cs typeface="Consolas"/>
              </a:rPr>
              <a:t>.</a:t>
            </a:r>
            <a:r>
              <a:rPr sz="1800" b="1" dirty="0">
                <a:solidFill>
                  <a:srgbClr val="0000C0"/>
                </a:solidFill>
                <a:latin typeface="Consolas"/>
                <a:cs typeface="Consolas"/>
              </a:rPr>
              <a:t>length</a:t>
            </a:r>
            <a:r>
              <a:rPr sz="1800" b="1" dirty="0">
                <a:latin typeface="Consolas"/>
                <a:cs typeface="Consolas"/>
              </a:rPr>
              <a:t>;</a:t>
            </a:r>
            <a:r>
              <a:rPr sz="1800" b="1" spc="-65" dirty="0"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6A3D3D"/>
                </a:solidFill>
                <a:latin typeface="Consolas"/>
                <a:cs typeface="Consolas"/>
              </a:rPr>
              <a:t>i</a:t>
            </a:r>
            <a:r>
              <a:rPr sz="1800" b="1" dirty="0">
                <a:latin typeface="Consolas"/>
                <a:cs typeface="Consolas"/>
              </a:rPr>
              <a:t>++){</a:t>
            </a:r>
            <a:endParaRPr sz="1800">
              <a:latin typeface="Consolas"/>
              <a:cs typeface="Consolas"/>
            </a:endParaRPr>
          </a:p>
          <a:p>
            <a:pPr marL="469265">
              <a:lnSpc>
                <a:spcPct val="100000"/>
              </a:lnSpc>
              <a:spcBef>
                <a:spcPts val="300"/>
              </a:spcBef>
            </a:pPr>
            <a:r>
              <a:rPr sz="1800" b="1" dirty="0">
                <a:solidFill>
                  <a:srgbClr val="7E0054"/>
                </a:solidFill>
                <a:latin typeface="Consolas"/>
                <a:cs typeface="Consolas"/>
              </a:rPr>
              <a:t>if</a:t>
            </a:r>
            <a:r>
              <a:rPr sz="1800" b="1" dirty="0">
                <a:latin typeface="Consolas"/>
                <a:cs typeface="Consolas"/>
              </a:rPr>
              <a:t>(</a:t>
            </a:r>
            <a:r>
              <a:rPr sz="1800" b="1" dirty="0">
                <a:solidFill>
                  <a:srgbClr val="6A3D3D"/>
                </a:solidFill>
                <a:latin typeface="Consolas"/>
                <a:cs typeface="Consolas"/>
              </a:rPr>
              <a:t>red</a:t>
            </a:r>
            <a:r>
              <a:rPr sz="1800" b="1" dirty="0">
                <a:latin typeface="Consolas"/>
                <a:cs typeface="Consolas"/>
              </a:rPr>
              <a:t>[</a:t>
            </a:r>
            <a:r>
              <a:rPr sz="1800" b="1" dirty="0">
                <a:solidFill>
                  <a:srgbClr val="6A3D3D"/>
                </a:solidFill>
                <a:latin typeface="Consolas"/>
                <a:cs typeface="Consolas"/>
              </a:rPr>
              <a:t>i</a:t>
            </a:r>
            <a:r>
              <a:rPr sz="1800" b="1" dirty="0">
                <a:latin typeface="Consolas"/>
                <a:cs typeface="Consolas"/>
              </a:rPr>
              <a:t>]==</a:t>
            </a:r>
            <a:r>
              <a:rPr sz="1800" b="1" dirty="0">
                <a:solidFill>
                  <a:srgbClr val="7E0054"/>
                </a:solidFill>
                <a:latin typeface="Consolas"/>
                <a:cs typeface="Consolas"/>
              </a:rPr>
              <a:t>true</a:t>
            </a:r>
            <a:r>
              <a:rPr sz="1800" b="1" dirty="0">
                <a:latin typeface="Consolas"/>
                <a:cs typeface="Consolas"/>
              </a:rPr>
              <a:t>){</a:t>
            </a:r>
            <a:endParaRPr sz="1800">
              <a:latin typeface="Consolas"/>
              <a:cs typeface="Consolas"/>
            </a:endParaRPr>
          </a:p>
          <a:p>
            <a:pPr marL="927100">
              <a:lnSpc>
                <a:spcPct val="100000"/>
              </a:lnSpc>
              <a:spcBef>
                <a:spcPts val="300"/>
              </a:spcBef>
              <a:tabLst>
                <a:tab pos="5327015" algn="l"/>
              </a:tabLst>
            </a:pPr>
            <a:r>
              <a:rPr sz="1800" dirty="0">
                <a:latin typeface="Consolas"/>
                <a:cs typeface="Consolas"/>
              </a:rPr>
              <a:t>System.</a:t>
            </a:r>
            <a:r>
              <a:rPr sz="1800" b="1" dirty="0">
                <a:solidFill>
                  <a:srgbClr val="0000C0"/>
                </a:solidFill>
                <a:latin typeface="Consolas"/>
                <a:cs typeface="Consolas"/>
              </a:rPr>
              <a:t>out</a:t>
            </a:r>
            <a:r>
              <a:rPr sz="1800" b="1" dirty="0">
                <a:latin typeface="Consolas"/>
                <a:cs typeface="Consolas"/>
              </a:rPr>
              <a:t>.print((</a:t>
            </a:r>
            <a:r>
              <a:rPr sz="1800" b="1" dirty="0">
                <a:solidFill>
                  <a:srgbClr val="6A3D3D"/>
                </a:solidFill>
                <a:latin typeface="Consolas"/>
                <a:cs typeface="Consolas"/>
              </a:rPr>
              <a:t>i</a:t>
            </a:r>
            <a:r>
              <a:rPr sz="1800" b="1" dirty="0">
                <a:latin typeface="Consolas"/>
                <a:cs typeface="Consolas"/>
              </a:rPr>
              <a:t>&lt;10?</a:t>
            </a:r>
            <a:r>
              <a:rPr sz="1800" b="1" dirty="0">
                <a:solidFill>
                  <a:srgbClr val="2A00FF"/>
                </a:solidFill>
                <a:latin typeface="Consolas"/>
                <a:cs typeface="Consolas"/>
              </a:rPr>
              <a:t>"0"</a:t>
            </a:r>
            <a:r>
              <a:rPr sz="1800" b="1" dirty="0">
                <a:latin typeface="Consolas"/>
                <a:cs typeface="Consolas"/>
              </a:rPr>
              <a:t>+</a:t>
            </a:r>
            <a:r>
              <a:rPr sz="1800" b="1" dirty="0">
                <a:solidFill>
                  <a:srgbClr val="6A3D3D"/>
                </a:solidFill>
                <a:latin typeface="Consolas"/>
                <a:cs typeface="Consolas"/>
              </a:rPr>
              <a:t>i</a:t>
            </a:r>
            <a:r>
              <a:rPr sz="1800" b="1" dirty="0">
                <a:latin typeface="Consolas"/>
                <a:cs typeface="Consolas"/>
              </a:rPr>
              <a:t>:</a:t>
            </a:r>
            <a:r>
              <a:rPr sz="1800" b="1" dirty="0">
                <a:solidFill>
                  <a:srgbClr val="6A3D3D"/>
                </a:solidFill>
                <a:latin typeface="Consolas"/>
                <a:cs typeface="Consolas"/>
              </a:rPr>
              <a:t>i</a:t>
            </a:r>
            <a:r>
              <a:rPr sz="1800" b="1" dirty="0">
                <a:latin typeface="Consolas"/>
                <a:cs typeface="Consolas"/>
              </a:rPr>
              <a:t>)+</a:t>
            </a:r>
            <a:r>
              <a:rPr sz="1800" b="1" dirty="0">
                <a:solidFill>
                  <a:srgbClr val="2A00FF"/>
                </a:solidFill>
                <a:latin typeface="Consolas"/>
                <a:cs typeface="Consolas"/>
              </a:rPr>
              <a:t>"	"</a:t>
            </a:r>
            <a:r>
              <a:rPr sz="1800" b="1" dirty="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469265">
              <a:lnSpc>
                <a:spcPct val="100000"/>
              </a:lnSpc>
              <a:spcBef>
                <a:spcPts val="300"/>
              </a:spcBef>
            </a:pPr>
            <a:r>
              <a:rPr sz="1800" dirty="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ts val="2050"/>
              </a:lnSpc>
              <a:spcBef>
                <a:spcPts val="300"/>
              </a:spcBef>
            </a:pPr>
            <a:r>
              <a:rPr sz="1800" dirty="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1236345">
              <a:lnSpc>
                <a:spcPts val="1810"/>
              </a:lnSpc>
            </a:pPr>
            <a:r>
              <a:rPr sz="1600" dirty="0">
                <a:latin typeface="微软雅黑"/>
                <a:cs typeface="微软雅黑"/>
              </a:rPr>
              <a:t>准备开奖</a:t>
            </a:r>
            <a:r>
              <a:rPr sz="1600" spc="-5" dirty="0">
                <a:latin typeface="微软雅黑"/>
                <a:cs typeface="微软雅黑"/>
              </a:rPr>
              <a:t>......</a:t>
            </a:r>
            <a:endParaRPr sz="1600">
              <a:latin typeface="微软雅黑"/>
              <a:cs typeface="微软雅黑"/>
            </a:endParaRPr>
          </a:p>
          <a:p>
            <a:pPr marL="1236345" marR="1015365">
              <a:lnSpc>
                <a:spcPct val="131300"/>
              </a:lnSpc>
            </a:pPr>
            <a:r>
              <a:rPr sz="1600" dirty="0">
                <a:latin typeface="微软雅黑"/>
                <a:cs typeface="微软雅黑"/>
              </a:rPr>
              <a:t>红色球编号为</a:t>
            </a:r>
            <a:r>
              <a:rPr sz="1600" spc="-5" dirty="0">
                <a:latin typeface="微软雅黑"/>
                <a:cs typeface="微软雅黑"/>
              </a:rPr>
              <a:t>：04 23 24 28 32</a:t>
            </a:r>
            <a:r>
              <a:rPr sz="1600" dirty="0">
                <a:latin typeface="微软雅黑"/>
                <a:cs typeface="微软雅黑"/>
              </a:rPr>
              <a:t> </a:t>
            </a:r>
            <a:r>
              <a:rPr sz="1600" spc="-5" dirty="0">
                <a:latin typeface="微软雅黑"/>
                <a:cs typeface="微软雅黑"/>
              </a:rPr>
              <a:t>33  </a:t>
            </a:r>
            <a:r>
              <a:rPr sz="1600" dirty="0">
                <a:latin typeface="微软雅黑"/>
                <a:cs typeface="微软雅黑"/>
              </a:rPr>
              <a:t>蓝色球编号为</a:t>
            </a:r>
            <a:r>
              <a:rPr sz="1600" spc="-5" dirty="0">
                <a:latin typeface="微软雅黑"/>
                <a:cs typeface="微软雅黑"/>
              </a:rPr>
              <a:t>：01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>
                <a:solidFill>
                  <a:srgbClr val="F1F1F1"/>
                </a:solidFill>
              </a:rPr>
              <a:t>23</a:t>
            </a:fld>
            <a:endParaRPr dirty="0">
              <a:solidFill>
                <a:srgbClr val="F1F1F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14450" y="491172"/>
            <a:ext cx="734694" cy="21145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284095" y="423862"/>
            <a:ext cx="801369" cy="3238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103397" y="451167"/>
            <a:ext cx="3648837" cy="2832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8739" y="1459230"/>
            <a:ext cx="8019415" cy="83502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84150" marR="5080" indent="-171450">
              <a:lnSpc>
                <a:spcPts val="3020"/>
              </a:lnSpc>
              <a:spcBef>
                <a:spcPts val="475"/>
              </a:spcBef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latin typeface="宋体"/>
                <a:cs typeface="宋体"/>
              </a:rPr>
              <a:t>在调用某个方法时，有时会出现方法的参数个数</a:t>
            </a:r>
            <a:r>
              <a:rPr sz="2800" spc="-5" dirty="0">
                <a:latin typeface="宋体"/>
                <a:cs typeface="宋体"/>
              </a:rPr>
              <a:t>事 </a:t>
            </a:r>
            <a:r>
              <a:rPr sz="2800" dirty="0">
                <a:latin typeface="宋体"/>
                <a:cs typeface="宋体"/>
              </a:rPr>
              <a:t>先无法确定的情况，比如</a:t>
            </a:r>
            <a:r>
              <a:rPr sz="2800" spc="-5" dirty="0">
                <a:latin typeface="宋体"/>
                <a:cs typeface="宋体"/>
              </a:rPr>
              <a:t>printf</a:t>
            </a:r>
            <a:r>
              <a:rPr sz="2800" dirty="0">
                <a:latin typeface="宋体"/>
                <a:cs typeface="宋体"/>
              </a:rPr>
              <a:t>方法</a:t>
            </a:r>
            <a:r>
              <a:rPr sz="2800" spc="-5" dirty="0">
                <a:latin typeface="宋体"/>
                <a:cs typeface="宋体"/>
              </a:rPr>
              <a:t>：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>
                <a:solidFill>
                  <a:srgbClr val="F1F1F1"/>
                </a:solidFill>
              </a:rPr>
              <a:t>24</a:t>
            </a:fld>
            <a:endParaRPr dirty="0">
              <a:solidFill>
                <a:srgbClr val="F1F1F1"/>
              </a:solidFill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>
              <a:lnSpc>
                <a:spcPct val="96500"/>
              </a:lnSpc>
              <a:spcBef>
                <a:spcPts val="240"/>
              </a:spcBef>
            </a:pPr>
            <a:r>
              <a:rPr spc="-5" dirty="0"/>
              <a:t>System.out.printf("%d",a);  System.out.printf("%d %d",a, b);  System.out.printf("%d %d %d",a, b,  c);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88595" y="4690745"/>
            <a:ext cx="6769734" cy="560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宋体"/>
                <a:cs typeface="宋体"/>
              </a:rPr>
              <a:t>   定义时无法事先决定参数的个数</a:t>
            </a:r>
            <a:r>
              <a:rPr sz="3500" spc="5" dirty="0">
                <a:latin typeface="宋体"/>
                <a:cs typeface="宋体"/>
              </a:rPr>
              <a:t>。</a:t>
            </a:r>
            <a:endParaRPr sz="35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20164" y="200977"/>
            <a:ext cx="2227580" cy="3270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569957" y="147637"/>
            <a:ext cx="3229343" cy="37528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315364" y="588327"/>
            <a:ext cx="1599234" cy="37528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8739" y="2019299"/>
            <a:ext cx="7753984" cy="157226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84150" marR="5080" indent="-171450">
              <a:lnSpc>
                <a:spcPts val="3779"/>
              </a:lnSpc>
              <a:spcBef>
                <a:spcPts val="580"/>
              </a:spcBef>
              <a:buFont typeface="Arial"/>
              <a:buChar char="•"/>
              <a:tabLst>
                <a:tab pos="184150" algn="l"/>
              </a:tabLst>
            </a:pPr>
            <a:r>
              <a:rPr sz="3500" dirty="0">
                <a:latin typeface="宋体"/>
                <a:cs typeface="宋体"/>
              </a:rPr>
              <a:t>不定长度的形参实为一个数组参数，不 定长参数定义的语法格式为</a:t>
            </a:r>
            <a:r>
              <a:rPr sz="3500" spc="5" dirty="0">
                <a:latin typeface="宋体"/>
                <a:cs typeface="宋体"/>
              </a:rPr>
              <a:t>：</a:t>
            </a:r>
            <a:endParaRPr sz="3500">
              <a:latin typeface="宋体"/>
              <a:cs typeface="宋体"/>
            </a:endParaRPr>
          </a:p>
          <a:p>
            <a:pPr marL="449580">
              <a:lnSpc>
                <a:spcPts val="4130"/>
              </a:lnSpc>
            </a:pPr>
            <a:r>
              <a:rPr sz="3650" b="1" i="1" spc="-1275" dirty="0">
                <a:latin typeface="宋体"/>
                <a:cs typeface="宋体"/>
              </a:rPr>
              <a:t>数据类型</a:t>
            </a:r>
            <a:r>
              <a:rPr sz="3650" b="1" i="1" spc="-1275" dirty="0">
                <a:solidFill>
                  <a:srgbClr val="C00000"/>
                </a:solidFill>
                <a:latin typeface="宋体"/>
                <a:cs typeface="宋体"/>
              </a:rPr>
              <a:t>…</a:t>
            </a:r>
            <a:r>
              <a:rPr sz="3650" b="1" i="1" spc="-1050" dirty="0">
                <a:latin typeface="宋体"/>
                <a:cs typeface="宋体"/>
              </a:rPr>
              <a:t> </a:t>
            </a:r>
            <a:r>
              <a:rPr sz="3650" b="1" i="1" spc="-1275" dirty="0">
                <a:latin typeface="宋体"/>
                <a:cs typeface="宋体"/>
              </a:rPr>
              <a:t>参数</a:t>
            </a:r>
            <a:r>
              <a:rPr sz="3650" b="1" i="1" spc="-160" dirty="0">
                <a:latin typeface="宋体"/>
                <a:cs typeface="宋体"/>
              </a:rPr>
              <a:t>名</a:t>
            </a:r>
            <a:endParaRPr sz="365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41019" y="4082796"/>
            <a:ext cx="862584" cy="69037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28444" y="4077334"/>
            <a:ext cx="7323455" cy="934719"/>
          </a:xfrm>
          <a:custGeom>
            <a:avLst/>
            <a:gdLst/>
            <a:ahLst/>
            <a:cxnLst/>
            <a:rect l="l" t="t" r="r" b="b"/>
            <a:pathLst>
              <a:path w="7323455" h="934720">
                <a:moveTo>
                  <a:pt x="7323455" y="934719"/>
                </a:moveTo>
                <a:lnTo>
                  <a:pt x="0" y="934719"/>
                </a:lnTo>
                <a:lnTo>
                  <a:pt x="0" y="0"/>
                </a:lnTo>
                <a:lnTo>
                  <a:pt x="7323455" y="0"/>
                </a:lnTo>
                <a:lnTo>
                  <a:pt x="7323455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922019"/>
                </a:lnTo>
                <a:lnTo>
                  <a:pt x="6350" y="922019"/>
                </a:lnTo>
                <a:lnTo>
                  <a:pt x="12700" y="928369"/>
                </a:lnTo>
                <a:lnTo>
                  <a:pt x="7323455" y="928369"/>
                </a:lnTo>
                <a:lnTo>
                  <a:pt x="7323455" y="934719"/>
                </a:lnTo>
                <a:close/>
              </a:path>
              <a:path w="7323455" h="934720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7323455" h="934720">
                <a:moveTo>
                  <a:pt x="7310755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7310755" y="6350"/>
                </a:lnTo>
                <a:lnTo>
                  <a:pt x="7310755" y="12700"/>
                </a:lnTo>
                <a:close/>
              </a:path>
              <a:path w="7323455" h="934720">
                <a:moveTo>
                  <a:pt x="7310755" y="928369"/>
                </a:moveTo>
                <a:lnTo>
                  <a:pt x="7310755" y="6350"/>
                </a:lnTo>
                <a:lnTo>
                  <a:pt x="7317105" y="12700"/>
                </a:lnTo>
                <a:lnTo>
                  <a:pt x="7323455" y="12700"/>
                </a:lnTo>
                <a:lnTo>
                  <a:pt x="7323455" y="922019"/>
                </a:lnTo>
                <a:lnTo>
                  <a:pt x="7317105" y="922019"/>
                </a:lnTo>
                <a:lnTo>
                  <a:pt x="7310755" y="928369"/>
                </a:lnTo>
                <a:close/>
              </a:path>
              <a:path w="7323455" h="934720">
                <a:moveTo>
                  <a:pt x="7323455" y="12700"/>
                </a:moveTo>
                <a:lnTo>
                  <a:pt x="7317105" y="12700"/>
                </a:lnTo>
                <a:lnTo>
                  <a:pt x="7310755" y="6350"/>
                </a:lnTo>
                <a:lnTo>
                  <a:pt x="7323455" y="6350"/>
                </a:lnTo>
                <a:lnTo>
                  <a:pt x="7323455" y="12700"/>
                </a:lnTo>
                <a:close/>
              </a:path>
              <a:path w="7323455" h="934720">
                <a:moveTo>
                  <a:pt x="12700" y="928369"/>
                </a:moveTo>
                <a:lnTo>
                  <a:pt x="6350" y="922019"/>
                </a:lnTo>
                <a:lnTo>
                  <a:pt x="12700" y="922019"/>
                </a:lnTo>
                <a:lnTo>
                  <a:pt x="12700" y="928369"/>
                </a:lnTo>
                <a:close/>
              </a:path>
              <a:path w="7323455" h="934720">
                <a:moveTo>
                  <a:pt x="7310755" y="928369"/>
                </a:moveTo>
                <a:lnTo>
                  <a:pt x="12700" y="928369"/>
                </a:lnTo>
                <a:lnTo>
                  <a:pt x="12700" y="922019"/>
                </a:lnTo>
                <a:lnTo>
                  <a:pt x="7310755" y="922019"/>
                </a:lnTo>
                <a:lnTo>
                  <a:pt x="7310755" y="928369"/>
                </a:lnTo>
                <a:close/>
              </a:path>
              <a:path w="7323455" h="934720">
                <a:moveTo>
                  <a:pt x="7323455" y="928369"/>
                </a:moveTo>
                <a:lnTo>
                  <a:pt x="7310755" y="928369"/>
                </a:lnTo>
                <a:lnTo>
                  <a:pt x="7317105" y="922019"/>
                </a:lnTo>
                <a:lnTo>
                  <a:pt x="7323455" y="922019"/>
                </a:lnTo>
                <a:lnTo>
                  <a:pt x="7323455" y="92836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613535" y="4107815"/>
            <a:ext cx="71501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69875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宋体"/>
                <a:cs typeface="宋体"/>
              </a:rPr>
              <a:t>不定长的形参只能处于形参列表的最后。一个方法中最多只能包</a:t>
            </a:r>
            <a:r>
              <a:rPr sz="1800" b="1" spc="-10" dirty="0">
                <a:latin typeface="宋体"/>
                <a:cs typeface="宋体"/>
              </a:rPr>
              <a:t>含 </a:t>
            </a:r>
            <a:r>
              <a:rPr sz="1800" b="1" dirty="0">
                <a:latin typeface="宋体"/>
                <a:cs typeface="宋体"/>
              </a:rPr>
              <a:t>一个不定长参数。调用包含不定长参数的方法时，既可以向其传入多</a:t>
            </a:r>
            <a:r>
              <a:rPr sz="1800" b="1" spc="-10" dirty="0">
                <a:latin typeface="宋体"/>
                <a:cs typeface="宋体"/>
              </a:rPr>
              <a:t>个 </a:t>
            </a:r>
            <a:r>
              <a:rPr sz="1800" b="1" dirty="0">
                <a:latin typeface="宋体"/>
                <a:cs typeface="宋体"/>
              </a:rPr>
              <a:t>参数，也可以传入一个数组</a:t>
            </a:r>
            <a:r>
              <a:rPr sz="1800" b="1" spc="-10" dirty="0">
                <a:latin typeface="宋体"/>
                <a:cs typeface="宋体"/>
              </a:rPr>
              <a:t>。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>
                <a:solidFill>
                  <a:srgbClr val="F1F1F1"/>
                </a:solidFill>
              </a:rPr>
              <a:t>25</a:t>
            </a:fld>
            <a:endParaRPr dirty="0">
              <a:solidFill>
                <a:srgbClr val="F1F1F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16672" y="440550"/>
            <a:ext cx="1772285" cy="2863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108388" y="393560"/>
            <a:ext cx="4261548" cy="3308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8739" y="1443989"/>
            <a:ext cx="7804784" cy="267081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 marR="5080">
              <a:lnSpc>
                <a:spcPts val="3779"/>
              </a:lnSpc>
              <a:spcBef>
                <a:spcPts val="580"/>
              </a:spcBef>
            </a:pPr>
            <a:r>
              <a:rPr sz="3500" spc="-5" dirty="0">
                <a:latin typeface="宋体"/>
                <a:cs typeface="宋体"/>
              </a:rPr>
              <a:t>【例3-5】定义一个对不定个数的一组</a:t>
            </a:r>
            <a:r>
              <a:rPr sz="3500" dirty="0">
                <a:latin typeface="宋体"/>
                <a:cs typeface="宋体"/>
              </a:rPr>
              <a:t>数 进行求和的方法</a:t>
            </a:r>
            <a:r>
              <a:rPr sz="3500" spc="5" dirty="0">
                <a:latin typeface="宋体"/>
                <a:cs typeface="宋体"/>
              </a:rPr>
              <a:t>。</a:t>
            </a:r>
            <a:endParaRPr sz="35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3750">
              <a:latin typeface="宋体"/>
              <a:cs typeface="宋体"/>
            </a:endParaRPr>
          </a:p>
          <a:p>
            <a:pPr marL="184150" indent="-171450">
              <a:lnSpc>
                <a:spcPts val="3990"/>
              </a:lnSpc>
              <a:buFont typeface="Arial"/>
              <a:buChar char="•"/>
              <a:tabLst>
                <a:tab pos="184150" algn="l"/>
              </a:tabLst>
            </a:pPr>
            <a:r>
              <a:rPr sz="3500" dirty="0">
                <a:latin typeface="宋体"/>
                <a:cs typeface="宋体"/>
              </a:rPr>
              <a:t>分析：因为不确定被求和的数字的个</a:t>
            </a:r>
            <a:r>
              <a:rPr sz="3500" spc="5" dirty="0">
                <a:latin typeface="宋体"/>
                <a:cs typeface="宋体"/>
              </a:rPr>
              <a:t>数</a:t>
            </a:r>
            <a:endParaRPr sz="3500">
              <a:latin typeface="宋体"/>
              <a:cs typeface="宋体"/>
            </a:endParaRPr>
          </a:p>
          <a:p>
            <a:pPr marL="184150">
              <a:lnSpc>
                <a:spcPts val="3990"/>
              </a:lnSpc>
            </a:pPr>
            <a:r>
              <a:rPr sz="3500" dirty="0">
                <a:latin typeface="宋体"/>
                <a:cs typeface="宋体"/>
              </a:rPr>
              <a:t>，所以使用不定长形参</a:t>
            </a:r>
            <a:r>
              <a:rPr sz="3500" spc="5" dirty="0">
                <a:latin typeface="宋体"/>
                <a:cs typeface="宋体"/>
              </a:rPr>
              <a:t>。</a:t>
            </a:r>
            <a:endParaRPr sz="35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>
                <a:solidFill>
                  <a:srgbClr val="F1F1F1"/>
                </a:solidFill>
              </a:rPr>
              <a:t>26</a:t>
            </a:fld>
            <a:endParaRPr dirty="0">
              <a:solidFill>
                <a:srgbClr val="F1F1F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21752" y="404647"/>
            <a:ext cx="634657" cy="307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454617" y="347497"/>
            <a:ext cx="1731517" cy="40736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69339" y="1410335"/>
            <a:ext cx="7753984" cy="20955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150" indent="-171450">
              <a:lnSpc>
                <a:spcPts val="3990"/>
              </a:lnSpc>
              <a:spcBef>
                <a:spcPts val="105"/>
              </a:spcBef>
              <a:buFont typeface="Arial"/>
              <a:buChar char="•"/>
              <a:tabLst>
                <a:tab pos="184150" algn="l"/>
              </a:tabLst>
            </a:pPr>
            <a:r>
              <a:rPr sz="3500" dirty="0">
                <a:latin typeface="宋体"/>
                <a:cs typeface="宋体"/>
              </a:rPr>
              <a:t>带有两个以上下标的数组称为多维数</a:t>
            </a:r>
            <a:r>
              <a:rPr sz="3500" spc="5" dirty="0">
                <a:latin typeface="宋体"/>
                <a:cs typeface="宋体"/>
              </a:rPr>
              <a:t>组</a:t>
            </a:r>
            <a:endParaRPr sz="3500">
              <a:latin typeface="宋体"/>
              <a:cs typeface="宋体"/>
            </a:endParaRPr>
          </a:p>
          <a:p>
            <a:pPr marL="184150">
              <a:lnSpc>
                <a:spcPts val="3990"/>
              </a:lnSpc>
            </a:pPr>
            <a:r>
              <a:rPr sz="3500" spc="5" dirty="0">
                <a:latin typeface="宋体"/>
                <a:cs typeface="宋体"/>
              </a:rPr>
              <a:t>。</a:t>
            </a:r>
            <a:endParaRPr sz="3500">
              <a:latin typeface="宋体"/>
              <a:cs typeface="宋体"/>
            </a:endParaRPr>
          </a:p>
          <a:p>
            <a:pPr marL="184150" marR="5080" indent="-171450">
              <a:lnSpc>
                <a:spcPts val="3779"/>
              </a:lnSpc>
              <a:spcBef>
                <a:spcPts val="805"/>
              </a:spcBef>
              <a:buFont typeface="Arial"/>
              <a:buChar char="•"/>
              <a:tabLst>
                <a:tab pos="184150" algn="l"/>
              </a:tabLst>
            </a:pPr>
            <a:r>
              <a:rPr sz="3500" spc="-5" dirty="0">
                <a:latin typeface="宋体"/>
                <a:cs typeface="宋体"/>
              </a:rPr>
              <a:t>在Java语言中，多维数组被看做是</a:t>
            </a:r>
            <a:r>
              <a:rPr sz="3500" dirty="0">
                <a:solidFill>
                  <a:srgbClr val="FF0000"/>
                </a:solidFill>
                <a:latin typeface="宋体"/>
                <a:cs typeface="宋体"/>
              </a:rPr>
              <a:t>数组 的数组</a:t>
            </a:r>
            <a:r>
              <a:rPr sz="3500" spc="5" dirty="0">
                <a:latin typeface="宋体"/>
                <a:cs typeface="宋体"/>
              </a:rPr>
              <a:t>。</a:t>
            </a:r>
            <a:endParaRPr sz="35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05038" y="3573779"/>
            <a:ext cx="3891289" cy="197255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>
                <a:solidFill>
                  <a:srgbClr val="F1F1F1"/>
                </a:solidFill>
              </a:rPr>
              <a:t>27</a:t>
            </a:fld>
            <a:endParaRPr dirty="0">
              <a:solidFill>
                <a:srgbClr val="F1F1F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21752" y="402742"/>
            <a:ext cx="1053985" cy="309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889300" y="347497"/>
            <a:ext cx="4420171" cy="40736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34389" y="1120013"/>
            <a:ext cx="7472680" cy="448373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525"/>
              </a:spcBef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latin typeface="宋体"/>
                <a:cs typeface="宋体"/>
              </a:rPr>
              <a:t>二维数组声</a:t>
            </a:r>
            <a:r>
              <a:rPr sz="2800" spc="-5" dirty="0">
                <a:latin typeface="宋体"/>
                <a:cs typeface="宋体"/>
              </a:rPr>
              <a:t>明</a:t>
            </a:r>
            <a:endParaRPr sz="2800">
              <a:latin typeface="宋体"/>
              <a:cs typeface="宋体"/>
            </a:endParaRPr>
          </a:p>
          <a:p>
            <a:pPr marL="926465">
              <a:lnSpc>
                <a:spcPct val="100000"/>
              </a:lnSpc>
              <a:spcBef>
                <a:spcPts val="425"/>
              </a:spcBef>
            </a:pPr>
            <a:r>
              <a:rPr sz="2800" dirty="0">
                <a:latin typeface="宋体"/>
                <a:cs typeface="宋体"/>
              </a:rPr>
              <a:t>数据类型</a:t>
            </a:r>
            <a:r>
              <a:rPr sz="2800" spc="-10" dirty="0">
                <a:latin typeface="宋体"/>
                <a:cs typeface="宋体"/>
              </a:rPr>
              <a:t> </a:t>
            </a:r>
            <a:r>
              <a:rPr sz="2800" dirty="0">
                <a:latin typeface="宋体"/>
                <a:cs typeface="宋体"/>
              </a:rPr>
              <a:t>数组引用名</a:t>
            </a:r>
            <a:r>
              <a:rPr sz="2800" spc="-5" dirty="0">
                <a:latin typeface="宋体"/>
                <a:cs typeface="宋体"/>
              </a:rPr>
              <a:t>[][];</a:t>
            </a:r>
            <a:endParaRPr sz="2800">
              <a:latin typeface="宋体"/>
              <a:cs typeface="宋体"/>
            </a:endParaRPr>
          </a:p>
          <a:p>
            <a:pPr marL="926465">
              <a:lnSpc>
                <a:spcPct val="100000"/>
              </a:lnSpc>
              <a:spcBef>
                <a:spcPts val="35"/>
              </a:spcBef>
            </a:pPr>
            <a:r>
              <a:rPr sz="2800" b="1" spc="-5" dirty="0">
                <a:latin typeface="宋体"/>
                <a:cs typeface="宋体"/>
              </a:rPr>
              <a:t>int</a:t>
            </a:r>
            <a:r>
              <a:rPr sz="2800" spc="-5" dirty="0">
                <a:latin typeface="宋体"/>
                <a:cs typeface="宋体"/>
              </a:rPr>
              <a:t>[][] array;</a:t>
            </a:r>
            <a:endParaRPr sz="2800">
              <a:latin typeface="宋体"/>
              <a:cs typeface="宋体"/>
            </a:endParaRPr>
          </a:p>
          <a:p>
            <a:pPr marL="184150" indent="-171450">
              <a:lnSpc>
                <a:spcPct val="100000"/>
              </a:lnSpc>
              <a:spcBef>
                <a:spcPts val="395"/>
              </a:spcBef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latin typeface="宋体"/>
                <a:cs typeface="宋体"/>
              </a:rPr>
              <a:t>二维数组的创</a:t>
            </a:r>
            <a:r>
              <a:rPr sz="2800" spc="-5" dirty="0">
                <a:latin typeface="宋体"/>
                <a:cs typeface="宋体"/>
              </a:rPr>
              <a:t>建</a:t>
            </a:r>
            <a:endParaRPr sz="2800">
              <a:latin typeface="宋体"/>
              <a:cs typeface="宋体"/>
            </a:endParaRPr>
          </a:p>
          <a:p>
            <a:pPr marL="527050" lvl="1" indent="-171450">
              <a:lnSpc>
                <a:spcPct val="100000"/>
              </a:lnSpc>
              <a:spcBef>
                <a:spcPts val="35"/>
              </a:spcBef>
              <a:buFont typeface="Arial"/>
              <a:buChar char="•"/>
              <a:tabLst>
                <a:tab pos="527050" algn="l"/>
              </a:tabLst>
            </a:pPr>
            <a:r>
              <a:rPr sz="2800" b="1" spc="-5" dirty="0">
                <a:latin typeface="宋体"/>
                <a:cs typeface="宋体"/>
              </a:rPr>
              <a:t>new</a:t>
            </a:r>
            <a:endParaRPr sz="2800">
              <a:latin typeface="宋体"/>
              <a:cs typeface="宋体"/>
            </a:endParaRPr>
          </a:p>
          <a:p>
            <a:pPr marL="869315" marR="2672715">
              <a:lnSpc>
                <a:spcPct val="101000"/>
              </a:lnSpc>
            </a:pPr>
            <a:r>
              <a:rPr sz="2800" spc="-5" dirty="0">
                <a:latin typeface="宋体"/>
                <a:cs typeface="宋体"/>
              </a:rPr>
              <a:t>array = </a:t>
            </a:r>
            <a:r>
              <a:rPr sz="2800" b="1" dirty="0">
                <a:latin typeface="宋体"/>
                <a:cs typeface="宋体"/>
              </a:rPr>
              <a:t>new </a:t>
            </a:r>
            <a:r>
              <a:rPr sz="2800" b="1" spc="-5" dirty="0">
                <a:latin typeface="宋体"/>
                <a:cs typeface="宋体"/>
              </a:rPr>
              <a:t>int</a:t>
            </a:r>
            <a:r>
              <a:rPr sz="2800" spc="-5" dirty="0">
                <a:latin typeface="宋体"/>
                <a:cs typeface="宋体"/>
              </a:rPr>
              <a:t>[2][3];  </a:t>
            </a:r>
            <a:r>
              <a:rPr sz="2800" dirty="0">
                <a:latin typeface="宋体"/>
                <a:cs typeface="宋体"/>
              </a:rPr>
              <a:t>或者</a:t>
            </a:r>
            <a:r>
              <a:rPr sz="2800" spc="-5" dirty="0">
                <a:latin typeface="宋体"/>
                <a:cs typeface="宋体"/>
              </a:rPr>
              <a:t>：</a:t>
            </a:r>
            <a:endParaRPr sz="2800">
              <a:latin typeface="宋体"/>
              <a:cs typeface="宋体"/>
            </a:endParaRPr>
          </a:p>
          <a:p>
            <a:pPr marL="869315">
              <a:lnSpc>
                <a:spcPct val="100000"/>
              </a:lnSpc>
              <a:spcBef>
                <a:spcPts val="35"/>
              </a:spcBef>
            </a:pPr>
            <a:r>
              <a:rPr sz="2800" spc="-5" dirty="0">
                <a:latin typeface="宋体"/>
                <a:cs typeface="宋体"/>
              </a:rPr>
              <a:t>array = </a:t>
            </a:r>
            <a:r>
              <a:rPr sz="2800" b="1" dirty="0">
                <a:latin typeface="宋体"/>
                <a:cs typeface="宋体"/>
              </a:rPr>
              <a:t>new</a:t>
            </a:r>
            <a:r>
              <a:rPr sz="2800" b="1" spc="-15" dirty="0">
                <a:latin typeface="宋体"/>
                <a:cs typeface="宋体"/>
              </a:rPr>
              <a:t> </a:t>
            </a:r>
            <a:r>
              <a:rPr sz="2800" b="1" spc="-5" dirty="0">
                <a:latin typeface="宋体"/>
                <a:cs typeface="宋体"/>
              </a:rPr>
              <a:t>int</a:t>
            </a:r>
            <a:r>
              <a:rPr sz="2800" spc="-5" dirty="0">
                <a:latin typeface="宋体"/>
                <a:cs typeface="宋体"/>
              </a:rPr>
              <a:t>[][]{{1,2,3},{4,5,6}};</a:t>
            </a:r>
            <a:endParaRPr sz="2800">
              <a:latin typeface="宋体"/>
              <a:cs typeface="宋体"/>
            </a:endParaRPr>
          </a:p>
          <a:p>
            <a:pPr marL="527050" lvl="1" indent="-171450">
              <a:lnSpc>
                <a:spcPct val="100000"/>
              </a:lnSpc>
              <a:spcBef>
                <a:spcPts val="35"/>
              </a:spcBef>
              <a:buFont typeface="Arial"/>
              <a:buChar char="•"/>
              <a:tabLst>
                <a:tab pos="527050" algn="l"/>
              </a:tabLst>
            </a:pPr>
            <a:r>
              <a:rPr sz="2800" dirty="0">
                <a:latin typeface="宋体"/>
                <a:cs typeface="宋体"/>
              </a:rPr>
              <a:t>通过赋初值的形式创</a:t>
            </a:r>
            <a:r>
              <a:rPr sz="2800" spc="-5" dirty="0">
                <a:latin typeface="宋体"/>
                <a:cs typeface="宋体"/>
              </a:rPr>
              <a:t>建</a:t>
            </a:r>
            <a:endParaRPr sz="2800">
              <a:latin typeface="宋体"/>
              <a:cs typeface="宋体"/>
            </a:endParaRPr>
          </a:p>
          <a:p>
            <a:pPr marL="831215">
              <a:lnSpc>
                <a:spcPct val="100000"/>
              </a:lnSpc>
              <a:spcBef>
                <a:spcPts val="50"/>
              </a:spcBef>
            </a:pPr>
            <a:r>
              <a:rPr sz="2800" spc="-5" dirty="0">
                <a:latin typeface="宋体"/>
                <a:cs typeface="宋体"/>
              </a:rPr>
              <a:t>array</a:t>
            </a:r>
            <a:r>
              <a:rPr sz="2800" spc="-10" dirty="0">
                <a:latin typeface="宋体"/>
                <a:cs typeface="宋体"/>
              </a:rPr>
              <a:t> </a:t>
            </a:r>
            <a:r>
              <a:rPr sz="2800" spc="-5" dirty="0">
                <a:latin typeface="宋体"/>
                <a:cs typeface="宋体"/>
              </a:rPr>
              <a:t>={{1,2,3},{4,5,6}};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>
                <a:solidFill>
                  <a:srgbClr val="F1F1F1"/>
                </a:solidFill>
              </a:rPr>
              <a:t>28</a:t>
            </a:fld>
            <a:endParaRPr dirty="0">
              <a:solidFill>
                <a:srgbClr val="F1F1F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21752" y="404647"/>
            <a:ext cx="1071245" cy="307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889300" y="347497"/>
            <a:ext cx="3084360" cy="40736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50289" y="1102994"/>
            <a:ext cx="5885815" cy="174498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84150" marR="5080" indent="-184150">
              <a:lnSpc>
                <a:spcPct val="101000"/>
              </a:lnSpc>
              <a:spcBef>
                <a:spcPts val="60"/>
              </a:spcBef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latin typeface="宋体"/>
                <a:cs typeface="宋体"/>
              </a:rPr>
              <a:t>创建二维数组对象可以进行动态分</a:t>
            </a:r>
            <a:r>
              <a:rPr sz="2800" spc="-5" dirty="0">
                <a:latin typeface="宋体"/>
                <a:cs typeface="宋体"/>
              </a:rPr>
              <a:t>配  int[][] b= new int[2][];  b[0]= new</a:t>
            </a:r>
            <a:r>
              <a:rPr sz="2800" spc="-10" dirty="0">
                <a:latin typeface="宋体"/>
                <a:cs typeface="宋体"/>
              </a:rPr>
              <a:t> </a:t>
            </a:r>
            <a:r>
              <a:rPr sz="2800" spc="-5" dirty="0">
                <a:latin typeface="宋体"/>
                <a:cs typeface="宋体"/>
              </a:rPr>
              <a:t>int[3];</a:t>
            </a:r>
            <a:endParaRPr sz="2800">
              <a:latin typeface="宋体"/>
              <a:cs typeface="宋体"/>
            </a:endParaRPr>
          </a:p>
          <a:p>
            <a:pPr marL="469900">
              <a:lnSpc>
                <a:spcPct val="100000"/>
              </a:lnSpc>
              <a:spcBef>
                <a:spcPts val="35"/>
              </a:spcBef>
            </a:pPr>
            <a:r>
              <a:rPr sz="2800" spc="-5" dirty="0">
                <a:latin typeface="宋体"/>
                <a:cs typeface="宋体"/>
              </a:rPr>
              <a:t>b[1] = new</a:t>
            </a:r>
            <a:r>
              <a:rPr sz="2800" spc="-10" dirty="0">
                <a:latin typeface="宋体"/>
                <a:cs typeface="宋体"/>
              </a:rPr>
              <a:t> </a:t>
            </a:r>
            <a:r>
              <a:rPr sz="2800" spc="-5" dirty="0">
                <a:latin typeface="宋体"/>
                <a:cs typeface="宋体"/>
              </a:rPr>
              <a:t>int[5];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920922" y="3191255"/>
            <a:ext cx="5360749" cy="258653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>
                <a:solidFill>
                  <a:srgbClr val="F1F1F1"/>
                </a:solidFill>
              </a:rPr>
              <a:t>29</a:t>
            </a:fld>
            <a:endParaRPr dirty="0">
              <a:solidFill>
                <a:srgbClr val="F1F1F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21752" y="404647"/>
            <a:ext cx="1071245" cy="307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889300" y="347497"/>
            <a:ext cx="3939692" cy="40736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69339" y="1410335"/>
            <a:ext cx="7582534" cy="560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500" b="0" spc="-5" dirty="0">
                <a:solidFill>
                  <a:srgbClr val="000000"/>
                </a:solidFill>
                <a:latin typeface="宋体"/>
                <a:cs typeface="宋体"/>
              </a:rPr>
              <a:t>【例3-6】存储并打印杨辉三角形的前</a:t>
            </a:r>
            <a:r>
              <a:rPr sz="3500" b="0" dirty="0">
                <a:solidFill>
                  <a:srgbClr val="000000"/>
                </a:solidFill>
                <a:latin typeface="宋体"/>
                <a:cs typeface="宋体"/>
              </a:rPr>
              <a:t>n</a:t>
            </a:r>
            <a:endParaRPr sz="35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69339" y="1890394"/>
            <a:ext cx="915035" cy="560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500" dirty="0">
                <a:latin typeface="宋体"/>
                <a:cs typeface="宋体"/>
              </a:rPr>
              <a:t>行</a:t>
            </a:r>
            <a:r>
              <a:rPr sz="3500" spc="5" dirty="0">
                <a:latin typeface="宋体"/>
                <a:cs typeface="宋体"/>
              </a:rPr>
              <a:t>。</a:t>
            </a:r>
            <a:endParaRPr sz="35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55904" y="2493264"/>
            <a:ext cx="3240405" cy="2030095"/>
          </a:xfrm>
          <a:custGeom>
            <a:avLst/>
            <a:gdLst/>
            <a:ahLst/>
            <a:cxnLst/>
            <a:rect l="l" t="t" r="r" b="b"/>
            <a:pathLst>
              <a:path w="3240404" h="2030095">
                <a:moveTo>
                  <a:pt x="0" y="0"/>
                </a:moveTo>
                <a:lnTo>
                  <a:pt x="3240023" y="0"/>
                </a:lnTo>
                <a:lnTo>
                  <a:pt x="3240023" y="2029967"/>
                </a:lnTo>
                <a:lnTo>
                  <a:pt x="0" y="202996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49477" y="2486405"/>
            <a:ext cx="3253104" cy="2042795"/>
          </a:xfrm>
          <a:custGeom>
            <a:avLst/>
            <a:gdLst/>
            <a:ahLst/>
            <a:cxnLst/>
            <a:rect l="l" t="t" r="r" b="b"/>
            <a:pathLst>
              <a:path w="3253104" h="2042795">
                <a:moveTo>
                  <a:pt x="3253066" y="2042795"/>
                </a:moveTo>
                <a:lnTo>
                  <a:pt x="0" y="2042795"/>
                </a:lnTo>
                <a:lnTo>
                  <a:pt x="0" y="0"/>
                </a:lnTo>
                <a:lnTo>
                  <a:pt x="3253066" y="0"/>
                </a:lnTo>
                <a:lnTo>
                  <a:pt x="3253066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2030095"/>
                </a:lnTo>
                <a:lnTo>
                  <a:pt x="6350" y="2030095"/>
                </a:lnTo>
                <a:lnTo>
                  <a:pt x="12700" y="2036445"/>
                </a:lnTo>
                <a:lnTo>
                  <a:pt x="3253066" y="2036445"/>
                </a:lnTo>
                <a:lnTo>
                  <a:pt x="3253066" y="2042795"/>
                </a:lnTo>
                <a:close/>
              </a:path>
              <a:path w="3253104" h="2042795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3253104" h="2042795">
                <a:moveTo>
                  <a:pt x="3240366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3240366" y="6350"/>
                </a:lnTo>
                <a:lnTo>
                  <a:pt x="3240366" y="12700"/>
                </a:lnTo>
                <a:close/>
              </a:path>
              <a:path w="3253104" h="2042795">
                <a:moveTo>
                  <a:pt x="3240366" y="2036445"/>
                </a:moveTo>
                <a:lnTo>
                  <a:pt x="3240366" y="6350"/>
                </a:lnTo>
                <a:lnTo>
                  <a:pt x="3246716" y="12700"/>
                </a:lnTo>
                <a:lnTo>
                  <a:pt x="3253066" y="12700"/>
                </a:lnTo>
                <a:lnTo>
                  <a:pt x="3253066" y="2030095"/>
                </a:lnTo>
                <a:lnTo>
                  <a:pt x="3246716" y="2030095"/>
                </a:lnTo>
                <a:lnTo>
                  <a:pt x="3240366" y="2036445"/>
                </a:lnTo>
                <a:close/>
              </a:path>
              <a:path w="3253104" h="2042795">
                <a:moveTo>
                  <a:pt x="3253066" y="12700"/>
                </a:moveTo>
                <a:lnTo>
                  <a:pt x="3246716" y="12700"/>
                </a:lnTo>
                <a:lnTo>
                  <a:pt x="3240366" y="6350"/>
                </a:lnTo>
                <a:lnTo>
                  <a:pt x="3253066" y="6350"/>
                </a:lnTo>
                <a:lnTo>
                  <a:pt x="3253066" y="12700"/>
                </a:lnTo>
                <a:close/>
              </a:path>
              <a:path w="3253104" h="2042795">
                <a:moveTo>
                  <a:pt x="12700" y="2036445"/>
                </a:moveTo>
                <a:lnTo>
                  <a:pt x="6350" y="2030095"/>
                </a:lnTo>
                <a:lnTo>
                  <a:pt x="12700" y="2030095"/>
                </a:lnTo>
                <a:lnTo>
                  <a:pt x="12700" y="2036445"/>
                </a:lnTo>
                <a:close/>
              </a:path>
              <a:path w="3253104" h="2042795">
                <a:moveTo>
                  <a:pt x="3240366" y="2036445"/>
                </a:moveTo>
                <a:lnTo>
                  <a:pt x="12700" y="2036445"/>
                </a:lnTo>
                <a:lnTo>
                  <a:pt x="12700" y="2030095"/>
                </a:lnTo>
                <a:lnTo>
                  <a:pt x="3240366" y="2030095"/>
                </a:lnTo>
                <a:lnTo>
                  <a:pt x="3240366" y="2036445"/>
                </a:lnTo>
                <a:close/>
              </a:path>
              <a:path w="3253104" h="2042795">
                <a:moveTo>
                  <a:pt x="3253066" y="2036445"/>
                </a:moveTo>
                <a:lnTo>
                  <a:pt x="3240366" y="2036445"/>
                </a:lnTo>
                <a:lnTo>
                  <a:pt x="3246716" y="2030095"/>
                </a:lnTo>
                <a:lnTo>
                  <a:pt x="3253066" y="2030095"/>
                </a:lnTo>
                <a:lnTo>
                  <a:pt x="3253066" y="20364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34567" y="2520696"/>
            <a:ext cx="137731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微软雅黑"/>
                <a:cs typeface="微软雅黑"/>
              </a:rPr>
              <a:t>1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tabLst>
                <a:tab pos="417830" algn="l"/>
              </a:tabLst>
            </a:pPr>
            <a:r>
              <a:rPr sz="1800" dirty="0">
                <a:solidFill>
                  <a:srgbClr val="FFFFFF"/>
                </a:solidFill>
                <a:latin typeface="微软雅黑"/>
                <a:cs typeface="微软雅黑"/>
              </a:rPr>
              <a:t>1	1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tabLst>
                <a:tab pos="417830" algn="l"/>
                <a:tab pos="823594" algn="l"/>
              </a:tabLst>
            </a:pPr>
            <a:r>
              <a:rPr sz="1800" dirty="0">
                <a:solidFill>
                  <a:srgbClr val="FFFFFF"/>
                </a:solidFill>
                <a:latin typeface="微软雅黑"/>
                <a:cs typeface="微软雅黑"/>
              </a:rPr>
              <a:t>1	2	1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tabLst>
                <a:tab pos="417830" algn="l"/>
                <a:tab pos="823594" algn="l"/>
                <a:tab pos="1229360" algn="l"/>
              </a:tabLst>
            </a:pPr>
            <a:r>
              <a:rPr sz="1800" dirty="0">
                <a:solidFill>
                  <a:srgbClr val="FFFFFF"/>
                </a:solidFill>
                <a:latin typeface="微软雅黑"/>
                <a:cs typeface="微软雅黑"/>
              </a:rPr>
              <a:t>1	3	3	1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>
                <a:solidFill>
                  <a:srgbClr val="F1F1F1"/>
                </a:solidFill>
              </a:rPr>
              <a:t>30</a:t>
            </a:fld>
            <a:endParaRPr dirty="0">
              <a:solidFill>
                <a:srgbClr val="F1F1F1"/>
              </a:solidFill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769835" y="3617393"/>
          <a:ext cx="2270124" cy="9058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7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43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15">
                <a:tc>
                  <a:txBody>
                    <a:bodyPr/>
                    <a:lstStyle/>
                    <a:p>
                      <a:pPr marL="76835">
                        <a:lnSpc>
                          <a:spcPts val="2065"/>
                        </a:lnSpc>
                        <a:spcBef>
                          <a:spcPts val="105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1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T="13335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93980" algn="r">
                        <a:lnSpc>
                          <a:spcPts val="2065"/>
                        </a:lnSpc>
                        <a:spcBef>
                          <a:spcPts val="105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4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T="13335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2065"/>
                        </a:lnSpc>
                        <a:spcBef>
                          <a:spcPts val="105"/>
                        </a:spcBef>
                        <a:tabLst>
                          <a:tab pos="408940" algn="l"/>
                        </a:tabLst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6	4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T="13335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ts val="2065"/>
                        </a:lnSpc>
                        <a:spcBef>
                          <a:spcPts val="105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1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T="13335" marB="0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76835">
                        <a:lnSpc>
                          <a:spcPts val="2060"/>
                        </a:lnSpc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1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93980" algn="r">
                        <a:lnSpc>
                          <a:spcPts val="2060"/>
                        </a:lnSpc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5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0"/>
                        </a:lnSpc>
                        <a:tabLst>
                          <a:tab pos="403225" algn="l"/>
                        </a:tabLst>
                      </a:pPr>
                      <a:r>
                        <a:rPr sz="1800" spc="-5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10	10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ts val="2060"/>
                        </a:lnSpc>
                        <a:tabLst>
                          <a:tab pos="507365" algn="l"/>
                        </a:tabLst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5	1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503">
                <a:tc>
                  <a:txBody>
                    <a:bodyPr/>
                    <a:lstStyle/>
                    <a:p>
                      <a:pPr marL="76835">
                        <a:lnSpc>
                          <a:spcPts val="2155"/>
                        </a:lnSpc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1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93980" algn="r">
                        <a:lnSpc>
                          <a:spcPts val="2155"/>
                        </a:lnSpc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6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55"/>
                        </a:lnSpc>
                        <a:tabLst>
                          <a:tab pos="403225" algn="l"/>
                        </a:tabLst>
                      </a:pPr>
                      <a:r>
                        <a:rPr sz="1800" spc="-5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15	20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ts val="2155"/>
                        </a:lnSpc>
                        <a:tabLst>
                          <a:tab pos="505459" algn="l"/>
                        </a:tabLst>
                      </a:pPr>
                      <a:r>
                        <a:rPr sz="1800" spc="-5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15	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6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3263442" y="4166616"/>
            <a:ext cx="1600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微软雅黑"/>
                <a:cs typeface="微软雅黑"/>
              </a:rPr>
              <a:t>1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34713" y="2115565"/>
            <a:ext cx="429260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Java</a:t>
            </a:r>
            <a:r>
              <a:rPr sz="2400" dirty="0">
                <a:latin typeface="微软雅黑"/>
                <a:cs typeface="微软雅黑"/>
              </a:rPr>
              <a:t>中的数组对象可以在程序运 行的过程中根据需求动态创建， 且可以是不规则的。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257327"/>
            <a:ext cx="4712335" cy="560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500" dirty="0">
                <a:solidFill>
                  <a:srgbClr val="000000"/>
                </a:solidFill>
                <a:latin typeface="宋体"/>
                <a:cs typeface="宋体"/>
              </a:rPr>
              <a:t>存储杨辉三角形的前</a:t>
            </a:r>
            <a:r>
              <a:rPr sz="3500" spc="-5" dirty="0">
                <a:solidFill>
                  <a:srgbClr val="000000"/>
                </a:solidFill>
                <a:latin typeface="宋体"/>
                <a:cs typeface="宋体"/>
              </a:rPr>
              <a:t>n</a:t>
            </a:r>
            <a:r>
              <a:rPr sz="3500" spc="-10" dirty="0">
                <a:solidFill>
                  <a:srgbClr val="000000"/>
                </a:solidFill>
                <a:latin typeface="宋体"/>
                <a:cs typeface="宋体"/>
              </a:rPr>
              <a:t>行</a:t>
            </a:r>
            <a:endParaRPr sz="35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620011" y="1650492"/>
            <a:ext cx="4599864" cy="22875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581911" y="1612391"/>
            <a:ext cx="4685030" cy="2364105"/>
          </a:xfrm>
          <a:custGeom>
            <a:avLst/>
            <a:gdLst/>
            <a:ahLst/>
            <a:cxnLst/>
            <a:rect l="l" t="t" r="r" b="b"/>
            <a:pathLst>
              <a:path w="4685030" h="2364104">
                <a:moveTo>
                  <a:pt x="4684776" y="2363724"/>
                </a:moveTo>
                <a:lnTo>
                  <a:pt x="0" y="2363724"/>
                </a:lnTo>
                <a:lnTo>
                  <a:pt x="0" y="0"/>
                </a:lnTo>
                <a:lnTo>
                  <a:pt x="4684776" y="0"/>
                </a:lnTo>
                <a:lnTo>
                  <a:pt x="4684776" y="19050"/>
                </a:lnTo>
                <a:lnTo>
                  <a:pt x="38100" y="19050"/>
                </a:lnTo>
                <a:lnTo>
                  <a:pt x="19050" y="38100"/>
                </a:lnTo>
                <a:lnTo>
                  <a:pt x="38100" y="38100"/>
                </a:lnTo>
                <a:lnTo>
                  <a:pt x="38100" y="2325623"/>
                </a:lnTo>
                <a:lnTo>
                  <a:pt x="19049" y="2325623"/>
                </a:lnTo>
                <a:lnTo>
                  <a:pt x="38100" y="2344674"/>
                </a:lnTo>
                <a:lnTo>
                  <a:pt x="4684776" y="2344674"/>
                </a:lnTo>
                <a:lnTo>
                  <a:pt x="4684776" y="2363724"/>
                </a:lnTo>
                <a:close/>
              </a:path>
              <a:path w="4685030" h="2364104">
                <a:moveTo>
                  <a:pt x="38100" y="38100"/>
                </a:moveTo>
                <a:lnTo>
                  <a:pt x="19050" y="38100"/>
                </a:lnTo>
                <a:lnTo>
                  <a:pt x="38100" y="19050"/>
                </a:lnTo>
                <a:lnTo>
                  <a:pt x="38100" y="38100"/>
                </a:lnTo>
                <a:close/>
              </a:path>
              <a:path w="4685030" h="2364104">
                <a:moveTo>
                  <a:pt x="4646676" y="38100"/>
                </a:moveTo>
                <a:lnTo>
                  <a:pt x="38100" y="38100"/>
                </a:lnTo>
                <a:lnTo>
                  <a:pt x="38100" y="19050"/>
                </a:lnTo>
                <a:lnTo>
                  <a:pt x="4646676" y="19050"/>
                </a:lnTo>
                <a:lnTo>
                  <a:pt x="4646676" y="38100"/>
                </a:lnTo>
                <a:close/>
              </a:path>
              <a:path w="4685030" h="2364104">
                <a:moveTo>
                  <a:pt x="4646676" y="2344674"/>
                </a:moveTo>
                <a:lnTo>
                  <a:pt x="4646676" y="19050"/>
                </a:lnTo>
                <a:lnTo>
                  <a:pt x="4665726" y="38100"/>
                </a:lnTo>
                <a:lnTo>
                  <a:pt x="4684776" y="38100"/>
                </a:lnTo>
                <a:lnTo>
                  <a:pt x="4684776" y="2325624"/>
                </a:lnTo>
                <a:lnTo>
                  <a:pt x="4665726" y="2325623"/>
                </a:lnTo>
                <a:lnTo>
                  <a:pt x="4646676" y="2344674"/>
                </a:lnTo>
                <a:close/>
              </a:path>
              <a:path w="4685030" h="2364104">
                <a:moveTo>
                  <a:pt x="4684776" y="38100"/>
                </a:moveTo>
                <a:lnTo>
                  <a:pt x="4665726" y="38100"/>
                </a:lnTo>
                <a:lnTo>
                  <a:pt x="4646676" y="19050"/>
                </a:lnTo>
                <a:lnTo>
                  <a:pt x="4684776" y="19050"/>
                </a:lnTo>
                <a:lnTo>
                  <a:pt x="4684776" y="38100"/>
                </a:lnTo>
                <a:close/>
              </a:path>
              <a:path w="4685030" h="2364104">
                <a:moveTo>
                  <a:pt x="38100" y="2344674"/>
                </a:moveTo>
                <a:lnTo>
                  <a:pt x="19049" y="2325623"/>
                </a:lnTo>
                <a:lnTo>
                  <a:pt x="38100" y="2325623"/>
                </a:lnTo>
                <a:lnTo>
                  <a:pt x="38100" y="2344674"/>
                </a:lnTo>
                <a:close/>
              </a:path>
              <a:path w="4685030" h="2364104">
                <a:moveTo>
                  <a:pt x="4646676" y="2344674"/>
                </a:moveTo>
                <a:lnTo>
                  <a:pt x="38100" y="2344674"/>
                </a:lnTo>
                <a:lnTo>
                  <a:pt x="38100" y="2325623"/>
                </a:lnTo>
                <a:lnTo>
                  <a:pt x="4646676" y="2325623"/>
                </a:lnTo>
                <a:lnTo>
                  <a:pt x="4646676" y="2344674"/>
                </a:lnTo>
                <a:close/>
              </a:path>
              <a:path w="4685030" h="2364104">
                <a:moveTo>
                  <a:pt x="4684776" y="2344674"/>
                </a:moveTo>
                <a:lnTo>
                  <a:pt x="4646676" y="2344674"/>
                </a:lnTo>
                <a:lnTo>
                  <a:pt x="4665726" y="2325623"/>
                </a:lnTo>
                <a:lnTo>
                  <a:pt x="4684776" y="2325624"/>
                </a:lnTo>
                <a:lnTo>
                  <a:pt x="4684776" y="2344674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22349" y="1733308"/>
            <a:ext cx="114935" cy="21971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200" dirty="0">
                <a:latin typeface="微软雅黑"/>
                <a:cs typeface="微软雅黑"/>
              </a:rPr>
              <a:t>0</a:t>
            </a:r>
            <a:endParaRPr sz="12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00" dirty="0">
                <a:latin typeface="微软雅黑"/>
                <a:cs typeface="微软雅黑"/>
              </a:rPr>
              <a:t>1</a:t>
            </a:r>
            <a:endParaRPr sz="12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微软雅黑"/>
                <a:cs typeface="微软雅黑"/>
              </a:rPr>
              <a:t>2</a:t>
            </a:r>
            <a:endParaRPr sz="12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微软雅黑"/>
                <a:cs typeface="微软雅黑"/>
              </a:rPr>
              <a:t>3</a:t>
            </a:r>
            <a:endParaRPr sz="12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微软雅黑"/>
                <a:cs typeface="微软雅黑"/>
              </a:rPr>
              <a:t>4</a:t>
            </a:r>
            <a:endParaRPr sz="12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200" dirty="0">
                <a:latin typeface="微软雅黑"/>
                <a:cs typeface="微软雅黑"/>
              </a:rPr>
              <a:t>5</a:t>
            </a:r>
            <a:endParaRPr sz="12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00" dirty="0">
                <a:latin typeface="微软雅黑"/>
                <a:cs typeface="微软雅黑"/>
              </a:rPr>
              <a:t>6</a:t>
            </a:r>
            <a:endParaRPr sz="12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微软雅黑"/>
                <a:cs typeface="微软雅黑"/>
              </a:rPr>
              <a:t>7</a:t>
            </a:r>
            <a:endParaRPr sz="12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200" dirty="0">
                <a:latin typeface="微软雅黑"/>
                <a:cs typeface="微软雅黑"/>
              </a:rPr>
              <a:t>8</a:t>
            </a:r>
            <a:endParaRPr sz="12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200" dirty="0">
                <a:latin typeface="微软雅黑"/>
                <a:cs typeface="微软雅黑"/>
              </a:rPr>
              <a:t>9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55573" y="2027885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39393" y="202788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69873" y="2027885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53693" y="202788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84173" y="2027885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67993" y="202788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098473" y="2027885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182293" y="202788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212773" y="2027885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296593" y="202788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327073" y="2027885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410893" y="202788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441373" y="2027885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525193" y="202788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555673" y="2027885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639493" y="202788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669973" y="2027885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753793" y="202788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784273" y="2027885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868093" y="202788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898573" y="2027885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982393" y="202788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012873" y="2027885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096693" y="202788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127173" y="2027885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210993" y="202788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241473" y="2027885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325293" y="202788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355773" y="2027885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439593" y="202788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470073" y="2027885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553893" y="2027885"/>
            <a:ext cx="1905" cy="7620"/>
          </a:xfrm>
          <a:custGeom>
            <a:avLst/>
            <a:gdLst/>
            <a:ahLst/>
            <a:cxnLst/>
            <a:rect l="l" t="t" r="r" b="b"/>
            <a:pathLst>
              <a:path w="1905" h="7619">
                <a:moveTo>
                  <a:pt x="1879" y="7620"/>
                </a:moveTo>
                <a:lnTo>
                  <a:pt x="0" y="7620"/>
                </a:lnTo>
                <a:lnTo>
                  <a:pt x="0" y="0"/>
                </a:lnTo>
                <a:lnTo>
                  <a:pt x="1879" y="0"/>
                </a:lnTo>
                <a:lnTo>
                  <a:pt x="187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55573" y="2243899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839393" y="224389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869873" y="2243899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953693" y="224389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984173" y="2243899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067993" y="224389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098473" y="2243899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182293" y="224389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212773" y="2243899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296593" y="224389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327073" y="2243899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410893" y="224389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441373" y="2243899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525193" y="224389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555673" y="2243899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639493" y="224389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669973" y="2243899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753793" y="224389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784273" y="2243899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868093" y="224389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898573" y="2243899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982393" y="224389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2012873" y="2243899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2096693" y="224389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2127173" y="2243899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2210993" y="224389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2241473" y="2243899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2325293" y="224389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2355773" y="2243899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2439593" y="224389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2470073" y="2243899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2553893" y="224389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2584373" y="2243899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2668193" y="224389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2698673" y="2243899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2782493" y="224389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2812973" y="2243899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2896793" y="224389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2927273" y="2243899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3011093" y="224389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3041573" y="2243899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3125393" y="224389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3155873" y="2243899"/>
            <a:ext cx="48260" cy="7620"/>
          </a:xfrm>
          <a:custGeom>
            <a:avLst/>
            <a:gdLst/>
            <a:ahLst/>
            <a:cxnLst/>
            <a:rect l="l" t="t" r="r" b="b"/>
            <a:pathLst>
              <a:path w="48260" h="7619">
                <a:moveTo>
                  <a:pt x="47967" y="7619"/>
                </a:moveTo>
                <a:lnTo>
                  <a:pt x="0" y="7619"/>
                </a:lnTo>
                <a:lnTo>
                  <a:pt x="0" y="0"/>
                </a:lnTo>
                <a:lnTo>
                  <a:pt x="47967" y="0"/>
                </a:lnTo>
                <a:lnTo>
                  <a:pt x="47967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755573" y="2459926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839393" y="2459926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869873" y="2459926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953693" y="2459926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984173" y="2459926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1067993" y="2459926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1098473" y="2459926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1182293" y="2459926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1212773" y="2459926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1296593" y="2459926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1327073" y="2459926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1410893" y="2459926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1441373" y="2459926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1525193" y="2459926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1555673" y="2459926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1639493" y="2459926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1669973" y="2459926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1753793" y="2459926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1784273" y="2459926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1868093" y="2459926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1898573" y="2459926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1982393" y="2459926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2012873" y="2459926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2096693" y="2459926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2127173" y="2459926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2210993" y="2459926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2241473" y="2459926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2325293" y="2459926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2355773" y="2459926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2439593" y="2459926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2470073" y="2459926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2553893" y="2459926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2584373" y="2459926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2668193" y="2459926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2698673" y="2459926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2782493" y="2459926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2812973" y="2459926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2896793" y="2459926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2927273" y="2459926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3011093" y="2459926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3041573" y="2459926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3125393" y="2459926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3155873" y="2459926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3239693" y="2459926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3270173" y="2459926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3353993" y="2459926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3384473" y="2459926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3468293" y="2459926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3498773" y="2459926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3582593" y="2459926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3613073" y="2459926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3696893" y="2459926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3727373" y="2459926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3811193" y="2459926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3841673" y="2459926"/>
            <a:ext cx="10795" cy="7620"/>
          </a:xfrm>
          <a:custGeom>
            <a:avLst/>
            <a:gdLst/>
            <a:ahLst/>
            <a:cxnLst/>
            <a:rect l="l" t="t" r="r" b="b"/>
            <a:pathLst>
              <a:path w="10795" h="7619">
                <a:moveTo>
                  <a:pt x="10248" y="7619"/>
                </a:moveTo>
                <a:lnTo>
                  <a:pt x="0" y="7619"/>
                </a:lnTo>
                <a:lnTo>
                  <a:pt x="0" y="0"/>
                </a:lnTo>
                <a:lnTo>
                  <a:pt x="10248" y="0"/>
                </a:lnTo>
                <a:lnTo>
                  <a:pt x="10248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755573" y="2675953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839393" y="2675953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869873" y="2675953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953693" y="2675953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984173" y="2675953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1067993" y="2675953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1098473" y="2675953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1182293" y="2675953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1212773" y="2675953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1296593" y="2675953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1327073" y="2675953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1410893" y="2675953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1441373" y="2675953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1525193" y="2675953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1555673" y="2675953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1639493" y="2675953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1669973" y="2675953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1753793" y="2675953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1784273" y="2675953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1868093" y="2675953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1898573" y="2675953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157"/>
          <p:cNvSpPr/>
          <p:nvPr/>
        </p:nvSpPr>
        <p:spPr>
          <a:xfrm>
            <a:off x="1982393" y="2675953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/>
          <p:nvPr/>
        </p:nvSpPr>
        <p:spPr>
          <a:xfrm>
            <a:off x="2012873" y="2675953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159"/>
          <p:cNvSpPr/>
          <p:nvPr/>
        </p:nvSpPr>
        <p:spPr>
          <a:xfrm>
            <a:off x="2096693" y="2675953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160"/>
          <p:cNvSpPr/>
          <p:nvPr/>
        </p:nvSpPr>
        <p:spPr>
          <a:xfrm>
            <a:off x="2127173" y="2675953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161"/>
          <p:cNvSpPr/>
          <p:nvPr/>
        </p:nvSpPr>
        <p:spPr>
          <a:xfrm>
            <a:off x="2210993" y="2675953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object 162"/>
          <p:cNvSpPr/>
          <p:nvPr/>
        </p:nvSpPr>
        <p:spPr>
          <a:xfrm>
            <a:off x="2241473" y="2675953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object 163"/>
          <p:cNvSpPr/>
          <p:nvPr/>
        </p:nvSpPr>
        <p:spPr>
          <a:xfrm>
            <a:off x="2325293" y="2675953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object 164"/>
          <p:cNvSpPr/>
          <p:nvPr/>
        </p:nvSpPr>
        <p:spPr>
          <a:xfrm>
            <a:off x="2355773" y="2675953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165"/>
          <p:cNvSpPr/>
          <p:nvPr/>
        </p:nvSpPr>
        <p:spPr>
          <a:xfrm>
            <a:off x="2439593" y="2675953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object 166"/>
          <p:cNvSpPr/>
          <p:nvPr/>
        </p:nvSpPr>
        <p:spPr>
          <a:xfrm>
            <a:off x="2470073" y="2675953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object 167"/>
          <p:cNvSpPr/>
          <p:nvPr/>
        </p:nvSpPr>
        <p:spPr>
          <a:xfrm>
            <a:off x="2553893" y="2675953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8"/>
          <p:cNvSpPr/>
          <p:nvPr/>
        </p:nvSpPr>
        <p:spPr>
          <a:xfrm>
            <a:off x="2584373" y="2675953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object 169"/>
          <p:cNvSpPr/>
          <p:nvPr/>
        </p:nvSpPr>
        <p:spPr>
          <a:xfrm>
            <a:off x="2668193" y="2675953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/>
          <p:nvPr/>
        </p:nvSpPr>
        <p:spPr>
          <a:xfrm>
            <a:off x="2698673" y="2675953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1"/>
          <p:cNvSpPr/>
          <p:nvPr/>
        </p:nvSpPr>
        <p:spPr>
          <a:xfrm>
            <a:off x="2782493" y="2675953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72"/>
          <p:cNvSpPr/>
          <p:nvPr/>
        </p:nvSpPr>
        <p:spPr>
          <a:xfrm>
            <a:off x="2812973" y="2675953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object 173"/>
          <p:cNvSpPr/>
          <p:nvPr/>
        </p:nvSpPr>
        <p:spPr>
          <a:xfrm>
            <a:off x="2896793" y="2675953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2927273" y="2675953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5"/>
          <p:cNvSpPr/>
          <p:nvPr/>
        </p:nvSpPr>
        <p:spPr>
          <a:xfrm>
            <a:off x="3011093" y="2675953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176"/>
          <p:cNvSpPr/>
          <p:nvPr/>
        </p:nvSpPr>
        <p:spPr>
          <a:xfrm>
            <a:off x="3041573" y="2675953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3125393" y="2675953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78"/>
          <p:cNvSpPr/>
          <p:nvPr/>
        </p:nvSpPr>
        <p:spPr>
          <a:xfrm>
            <a:off x="3155873" y="2675953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3239693" y="2675953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3270173" y="2675953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3353993" y="2675953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82"/>
          <p:cNvSpPr/>
          <p:nvPr/>
        </p:nvSpPr>
        <p:spPr>
          <a:xfrm>
            <a:off x="3384473" y="2675953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3"/>
          <p:cNvSpPr/>
          <p:nvPr/>
        </p:nvSpPr>
        <p:spPr>
          <a:xfrm>
            <a:off x="3468293" y="2675953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3498773" y="2675953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3582593" y="2675953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186"/>
          <p:cNvSpPr/>
          <p:nvPr/>
        </p:nvSpPr>
        <p:spPr>
          <a:xfrm>
            <a:off x="3613073" y="2675953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187"/>
          <p:cNvSpPr/>
          <p:nvPr/>
        </p:nvSpPr>
        <p:spPr>
          <a:xfrm>
            <a:off x="3696893" y="2675953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object 188"/>
          <p:cNvSpPr/>
          <p:nvPr/>
        </p:nvSpPr>
        <p:spPr>
          <a:xfrm>
            <a:off x="3727373" y="2675953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189"/>
          <p:cNvSpPr/>
          <p:nvPr/>
        </p:nvSpPr>
        <p:spPr>
          <a:xfrm>
            <a:off x="3811193" y="2675953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object 190"/>
          <p:cNvSpPr/>
          <p:nvPr/>
        </p:nvSpPr>
        <p:spPr>
          <a:xfrm>
            <a:off x="3841673" y="2675953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object 191"/>
          <p:cNvSpPr/>
          <p:nvPr/>
        </p:nvSpPr>
        <p:spPr>
          <a:xfrm>
            <a:off x="3925493" y="2675953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192"/>
          <p:cNvSpPr/>
          <p:nvPr/>
        </p:nvSpPr>
        <p:spPr>
          <a:xfrm>
            <a:off x="3955973" y="2675953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object 193"/>
          <p:cNvSpPr/>
          <p:nvPr/>
        </p:nvSpPr>
        <p:spPr>
          <a:xfrm>
            <a:off x="4039793" y="2675953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object 194"/>
          <p:cNvSpPr/>
          <p:nvPr/>
        </p:nvSpPr>
        <p:spPr>
          <a:xfrm>
            <a:off x="4070273" y="2675953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195"/>
          <p:cNvSpPr/>
          <p:nvPr/>
        </p:nvSpPr>
        <p:spPr>
          <a:xfrm>
            <a:off x="4154093" y="2675953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object 196"/>
          <p:cNvSpPr/>
          <p:nvPr/>
        </p:nvSpPr>
        <p:spPr>
          <a:xfrm>
            <a:off x="4184573" y="2675953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object 197"/>
          <p:cNvSpPr/>
          <p:nvPr/>
        </p:nvSpPr>
        <p:spPr>
          <a:xfrm>
            <a:off x="4268393" y="2675953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object 198"/>
          <p:cNvSpPr/>
          <p:nvPr/>
        </p:nvSpPr>
        <p:spPr>
          <a:xfrm>
            <a:off x="4298873" y="2675953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object 199"/>
          <p:cNvSpPr/>
          <p:nvPr/>
        </p:nvSpPr>
        <p:spPr>
          <a:xfrm>
            <a:off x="4382693" y="2675953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object 200"/>
          <p:cNvSpPr/>
          <p:nvPr/>
        </p:nvSpPr>
        <p:spPr>
          <a:xfrm>
            <a:off x="4413173" y="2675953"/>
            <a:ext cx="15240" cy="7620"/>
          </a:xfrm>
          <a:custGeom>
            <a:avLst/>
            <a:gdLst/>
            <a:ahLst/>
            <a:cxnLst/>
            <a:rect l="l" t="t" r="r" b="b"/>
            <a:pathLst>
              <a:path w="15239" h="7619">
                <a:moveTo>
                  <a:pt x="14808" y="7619"/>
                </a:moveTo>
                <a:lnTo>
                  <a:pt x="0" y="7619"/>
                </a:lnTo>
                <a:lnTo>
                  <a:pt x="0" y="0"/>
                </a:lnTo>
                <a:lnTo>
                  <a:pt x="14808" y="0"/>
                </a:lnTo>
                <a:lnTo>
                  <a:pt x="14808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object 201"/>
          <p:cNvSpPr/>
          <p:nvPr/>
        </p:nvSpPr>
        <p:spPr>
          <a:xfrm>
            <a:off x="755573" y="2837967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object 202"/>
          <p:cNvSpPr/>
          <p:nvPr/>
        </p:nvSpPr>
        <p:spPr>
          <a:xfrm>
            <a:off x="839393" y="2837967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object 203"/>
          <p:cNvSpPr/>
          <p:nvPr/>
        </p:nvSpPr>
        <p:spPr>
          <a:xfrm>
            <a:off x="869873" y="2837967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object 204"/>
          <p:cNvSpPr/>
          <p:nvPr/>
        </p:nvSpPr>
        <p:spPr>
          <a:xfrm>
            <a:off x="953693" y="2837967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object 205"/>
          <p:cNvSpPr/>
          <p:nvPr/>
        </p:nvSpPr>
        <p:spPr>
          <a:xfrm>
            <a:off x="984173" y="2837967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object 206"/>
          <p:cNvSpPr/>
          <p:nvPr/>
        </p:nvSpPr>
        <p:spPr>
          <a:xfrm>
            <a:off x="1067993" y="2837967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object 207"/>
          <p:cNvSpPr/>
          <p:nvPr/>
        </p:nvSpPr>
        <p:spPr>
          <a:xfrm>
            <a:off x="1098473" y="2837967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object 208"/>
          <p:cNvSpPr/>
          <p:nvPr/>
        </p:nvSpPr>
        <p:spPr>
          <a:xfrm>
            <a:off x="1182293" y="2837967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object 209"/>
          <p:cNvSpPr/>
          <p:nvPr/>
        </p:nvSpPr>
        <p:spPr>
          <a:xfrm>
            <a:off x="1212773" y="2837967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object 210"/>
          <p:cNvSpPr/>
          <p:nvPr/>
        </p:nvSpPr>
        <p:spPr>
          <a:xfrm>
            <a:off x="1296593" y="2837967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object 211"/>
          <p:cNvSpPr/>
          <p:nvPr/>
        </p:nvSpPr>
        <p:spPr>
          <a:xfrm>
            <a:off x="1327073" y="2837967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" name="object 212"/>
          <p:cNvSpPr/>
          <p:nvPr/>
        </p:nvSpPr>
        <p:spPr>
          <a:xfrm>
            <a:off x="1410893" y="2837967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" name="object 213"/>
          <p:cNvSpPr/>
          <p:nvPr/>
        </p:nvSpPr>
        <p:spPr>
          <a:xfrm>
            <a:off x="1441373" y="2837967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" name="object 214"/>
          <p:cNvSpPr/>
          <p:nvPr/>
        </p:nvSpPr>
        <p:spPr>
          <a:xfrm>
            <a:off x="1525193" y="2837967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" name="object 215"/>
          <p:cNvSpPr/>
          <p:nvPr/>
        </p:nvSpPr>
        <p:spPr>
          <a:xfrm>
            <a:off x="1555673" y="2837967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" name="object 216"/>
          <p:cNvSpPr/>
          <p:nvPr/>
        </p:nvSpPr>
        <p:spPr>
          <a:xfrm>
            <a:off x="1639493" y="2837967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" name="object 217"/>
          <p:cNvSpPr/>
          <p:nvPr/>
        </p:nvSpPr>
        <p:spPr>
          <a:xfrm>
            <a:off x="1669973" y="2837967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" name="object 218"/>
          <p:cNvSpPr/>
          <p:nvPr/>
        </p:nvSpPr>
        <p:spPr>
          <a:xfrm>
            <a:off x="1753793" y="2837967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" name="object 219"/>
          <p:cNvSpPr/>
          <p:nvPr/>
        </p:nvSpPr>
        <p:spPr>
          <a:xfrm>
            <a:off x="1784273" y="2837967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" name="object 220"/>
          <p:cNvSpPr/>
          <p:nvPr/>
        </p:nvSpPr>
        <p:spPr>
          <a:xfrm>
            <a:off x="1868093" y="2837967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" name="object 221"/>
          <p:cNvSpPr/>
          <p:nvPr/>
        </p:nvSpPr>
        <p:spPr>
          <a:xfrm>
            <a:off x="1898573" y="2837967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2" name="object 222"/>
          <p:cNvSpPr/>
          <p:nvPr/>
        </p:nvSpPr>
        <p:spPr>
          <a:xfrm>
            <a:off x="1982393" y="2837967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3" name="object 223"/>
          <p:cNvSpPr/>
          <p:nvPr/>
        </p:nvSpPr>
        <p:spPr>
          <a:xfrm>
            <a:off x="2012873" y="2837967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4" name="object 224"/>
          <p:cNvSpPr/>
          <p:nvPr/>
        </p:nvSpPr>
        <p:spPr>
          <a:xfrm>
            <a:off x="2096693" y="2837967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5" name="object 225"/>
          <p:cNvSpPr/>
          <p:nvPr/>
        </p:nvSpPr>
        <p:spPr>
          <a:xfrm>
            <a:off x="2127173" y="2837967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6" name="object 226"/>
          <p:cNvSpPr/>
          <p:nvPr/>
        </p:nvSpPr>
        <p:spPr>
          <a:xfrm>
            <a:off x="2210993" y="2837967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" name="object 227"/>
          <p:cNvSpPr/>
          <p:nvPr/>
        </p:nvSpPr>
        <p:spPr>
          <a:xfrm>
            <a:off x="2241473" y="2837967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" name="object 228"/>
          <p:cNvSpPr/>
          <p:nvPr/>
        </p:nvSpPr>
        <p:spPr>
          <a:xfrm>
            <a:off x="2325293" y="2837967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" name="object 229"/>
          <p:cNvSpPr/>
          <p:nvPr/>
        </p:nvSpPr>
        <p:spPr>
          <a:xfrm>
            <a:off x="2355773" y="2837967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" name="object 230"/>
          <p:cNvSpPr/>
          <p:nvPr/>
        </p:nvSpPr>
        <p:spPr>
          <a:xfrm>
            <a:off x="2439593" y="2837967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" name="object 231"/>
          <p:cNvSpPr/>
          <p:nvPr/>
        </p:nvSpPr>
        <p:spPr>
          <a:xfrm>
            <a:off x="2470073" y="2837967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" name="object 232"/>
          <p:cNvSpPr/>
          <p:nvPr/>
        </p:nvSpPr>
        <p:spPr>
          <a:xfrm>
            <a:off x="2553893" y="2837967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" name="object 233"/>
          <p:cNvSpPr/>
          <p:nvPr/>
        </p:nvSpPr>
        <p:spPr>
          <a:xfrm>
            <a:off x="2584373" y="2837967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4" name="object 234"/>
          <p:cNvSpPr/>
          <p:nvPr/>
        </p:nvSpPr>
        <p:spPr>
          <a:xfrm>
            <a:off x="2668193" y="2837967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5" name="object 235"/>
          <p:cNvSpPr/>
          <p:nvPr/>
        </p:nvSpPr>
        <p:spPr>
          <a:xfrm>
            <a:off x="2698673" y="2837967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" name="object 236"/>
          <p:cNvSpPr/>
          <p:nvPr/>
        </p:nvSpPr>
        <p:spPr>
          <a:xfrm>
            <a:off x="2782493" y="2837967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" name="object 237"/>
          <p:cNvSpPr/>
          <p:nvPr/>
        </p:nvSpPr>
        <p:spPr>
          <a:xfrm>
            <a:off x="2812973" y="2837967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" name="object 238"/>
          <p:cNvSpPr/>
          <p:nvPr/>
        </p:nvSpPr>
        <p:spPr>
          <a:xfrm>
            <a:off x="2896793" y="2837967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9" name="object 239"/>
          <p:cNvSpPr/>
          <p:nvPr/>
        </p:nvSpPr>
        <p:spPr>
          <a:xfrm>
            <a:off x="2927273" y="2837967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" name="object 240"/>
          <p:cNvSpPr/>
          <p:nvPr/>
        </p:nvSpPr>
        <p:spPr>
          <a:xfrm>
            <a:off x="3011093" y="2837967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1" name="object 241"/>
          <p:cNvSpPr/>
          <p:nvPr/>
        </p:nvSpPr>
        <p:spPr>
          <a:xfrm>
            <a:off x="3041573" y="2837967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2" name="object 242"/>
          <p:cNvSpPr/>
          <p:nvPr/>
        </p:nvSpPr>
        <p:spPr>
          <a:xfrm>
            <a:off x="3125393" y="2837967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3" name="object 243"/>
          <p:cNvSpPr/>
          <p:nvPr/>
        </p:nvSpPr>
        <p:spPr>
          <a:xfrm>
            <a:off x="3155873" y="2837967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4" name="object 244"/>
          <p:cNvSpPr/>
          <p:nvPr/>
        </p:nvSpPr>
        <p:spPr>
          <a:xfrm>
            <a:off x="3239693" y="2837967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5" name="object 245"/>
          <p:cNvSpPr/>
          <p:nvPr/>
        </p:nvSpPr>
        <p:spPr>
          <a:xfrm>
            <a:off x="3270173" y="2837967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6" name="object 246"/>
          <p:cNvSpPr/>
          <p:nvPr/>
        </p:nvSpPr>
        <p:spPr>
          <a:xfrm>
            <a:off x="3353993" y="2837967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7" name="object 247"/>
          <p:cNvSpPr/>
          <p:nvPr/>
        </p:nvSpPr>
        <p:spPr>
          <a:xfrm>
            <a:off x="3384473" y="2837967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8" name="object 248"/>
          <p:cNvSpPr/>
          <p:nvPr/>
        </p:nvSpPr>
        <p:spPr>
          <a:xfrm>
            <a:off x="3468293" y="2837967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9" name="object 249"/>
          <p:cNvSpPr/>
          <p:nvPr/>
        </p:nvSpPr>
        <p:spPr>
          <a:xfrm>
            <a:off x="3498773" y="2837967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0" name="object 250"/>
          <p:cNvSpPr/>
          <p:nvPr/>
        </p:nvSpPr>
        <p:spPr>
          <a:xfrm>
            <a:off x="3582593" y="2837967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1" name="object 251"/>
          <p:cNvSpPr/>
          <p:nvPr/>
        </p:nvSpPr>
        <p:spPr>
          <a:xfrm>
            <a:off x="3613073" y="2837967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2" name="object 252"/>
          <p:cNvSpPr/>
          <p:nvPr/>
        </p:nvSpPr>
        <p:spPr>
          <a:xfrm>
            <a:off x="3696893" y="2837967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3" name="object 253"/>
          <p:cNvSpPr/>
          <p:nvPr/>
        </p:nvSpPr>
        <p:spPr>
          <a:xfrm>
            <a:off x="3727373" y="2837967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4" name="object 254"/>
          <p:cNvSpPr/>
          <p:nvPr/>
        </p:nvSpPr>
        <p:spPr>
          <a:xfrm>
            <a:off x="3811193" y="2837967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5" name="object 255"/>
          <p:cNvSpPr/>
          <p:nvPr/>
        </p:nvSpPr>
        <p:spPr>
          <a:xfrm>
            <a:off x="3841673" y="2837967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6" name="object 256"/>
          <p:cNvSpPr/>
          <p:nvPr/>
        </p:nvSpPr>
        <p:spPr>
          <a:xfrm>
            <a:off x="3925493" y="2837967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7" name="object 257"/>
          <p:cNvSpPr/>
          <p:nvPr/>
        </p:nvSpPr>
        <p:spPr>
          <a:xfrm>
            <a:off x="3955973" y="2837967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8" name="object 258"/>
          <p:cNvSpPr/>
          <p:nvPr/>
        </p:nvSpPr>
        <p:spPr>
          <a:xfrm>
            <a:off x="4039793" y="2837967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9" name="object 259"/>
          <p:cNvSpPr/>
          <p:nvPr/>
        </p:nvSpPr>
        <p:spPr>
          <a:xfrm>
            <a:off x="4070273" y="2837967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0" name="object 260"/>
          <p:cNvSpPr/>
          <p:nvPr/>
        </p:nvSpPr>
        <p:spPr>
          <a:xfrm>
            <a:off x="4154093" y="2837967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1" name="object 261"/>
          <p:cNvSpPr/>
          <p:nvPr/>
        </p:nvSpPr>
        <p:spPr>
          <a:xfrm>
            <a:off x="4184573" y="2837967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2" name="object 262"/>
          <p:cNvSpPr/>
          <p:nvPr/>
        </p:nvSpPr>
        <p:spPr>
          <a:xfrm>
            <a:off x="4268393" y="2837967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3" name="object 263"/>
          <p:cNvSpPr/>
          <p:nvPr/>
        </p:nvSpPr>
        <p:spPr>
          <a:xfrm>
            <a:off x="4298873" y="2837967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4" name="object 264"/>
          <p:cNvSpPr/>
          <p:nvPr/>
        </p:nvSpPr>
        <p:spPr>
          <a:xfrm>
            <a:off x="4382693" y="2837967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5" name="object 265"/>
          <p:cNvSpPr/>
          <p:nvPr/>
        </p:nvSpPr>
        <p:spPr>
          <a:xfrm>
            <a:off x="4413173" y="2837967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6" name="object 266"/>
          <p:cNvSpPr/>
          <p:nvPr/>
        </p:nvSpPr>
        <p:spPr>
          <a:xfrm>
            <a:off x="4496993" y="2837967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7" name="object 267"/>
          <p:cNvSpPr/>
          <p:nvPr/>
        </p:nvSpPr>
        <p:spPr>
          <a:xfrm>
            <a:off x="4527473" y="2837967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8" name="object 268"/>
          <p:cNvSpPr/>
          <p:nvPr/>
        </p:nvSpPr>
        <p:spPr>
          <a:xfrm>
            <a:off x="4611293" y="2837967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9" name="object 269"/>
          <p:cNvSpPr/>
          <p:nvPr/>
        </p:nvSpPr>
        <p:spPr>
          <a:xfrm>
            <a:off x="4641773" y="2837967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0" name="object 270"/>
          <p:cNvSpPr/>
          <p:nvPr/>
        </p:nvSpPr>
        <p:spPr>
          <a:xfrm>
            <a:off x="4725593" y="2837967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1" name="object 271"/>
          <p:cNvSpPr/>
          <p:nvPr/>
        </p:nvSpPr>
        <p:spPr>
          <a:xfrm>
            <a:off x="4756073" y="2837967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2" name="object 272"/>
          <p:cNvSpPr/>
          <p:nvPr/>
        </p:nvSpPr>
        <p:spPr>
          <a:xfrm>
            <a:off x="4839893" y="2837967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3" name="object 273"/>
          <p:cNvSpPr/>
          <p:nvPr/>
        </p:nvSpPr>
        <p:spPr>
          <a:xfrm>
            <a:off x="4870373" y="2837967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4" name="object 274"/>
          <p:cNvSpPr/>
          <p:nvPr/>
        </p:nvSpPr>
        <p:spPr>
          <a:xfrm>
            <a:off x="7555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5" name="object 275"/>
          <p:cNvSpPr/>
          <p:nvPr/>
        </p:nvSpPr>
        <p:spPr>
          <a:xfrm>
            <a:off x="8393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6" name="object 276"/>
          <p:cNvSpPr/>
          <p:nvPr/>
        </p:nvSpPr>
        <p:spPr>
          <a:xfrm>
            <a:off x="8698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7" name="object 277"/>
          <p:cNvSpPr/>
          <p:nvPr/>
        </p:nvSpPr>
        <p:spPr>
          <a:xfrm>
            <a:off x="9536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8" name="object 278"/>
          <p:cNvSpPr/>
          <p:nvPr/>
        </p:nvSpPr>
        <p:spPr>
          <a:xfrm>
            <a:off x="9841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9" name="object 279"/>
          <p:cNvSpPr/>
          <p:nvPr/>
        </p:nvSpPr>
        <p:spPr>
          <a:xfrm>
            <a:off x="10679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0" name="object 280"/>
          <p:cNvSpPr/>
          <p:nvPr/>
        </p:nvSpPr>
        <p:spPr>
          <a:xfrm>
            <a:off x="10984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1" name="object 281"/>
          <p:cNvSpPr/>
          <p:nvPr/>
        </p:nvSpPr>
        <p:spPr>
          <a:xfrm>
            <a:off x="11822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2" name="object 282"/>
          <p:cNvSpPr/>
          <p:nvPr/>
        </p:nvSpPr>
        <p:spPr>
          <a:xfrm>
            <a:off x="12127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3" name="object 283"/>
          <p:cNvSpPr/>
          <p:nvPr/>
        </p:nvSpPr>
        <p:spPr>
          <a:xfrm>
            <a:off x="12965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4" name="object 284"/>
          <p:cNvSpPr/>
          <p:nvPr/>
        </p:nvSpPr>
        <p:spPr>
          <a:xfrm>
            <a:off x="13270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5" name="object 285"/>
          <p:cNvSpPr/>
          <p:nvPr/>
        </p:nvSpPr>
        <p:spPr>
          <a:xfrm>
            <a:off x="14108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6" name="object 286"/>
          <p:cNvSpPr/>
          <p:nvPr/>
        </p:nvSpPr>
        <p:spPr>
          <a:xfrm>
            <a:off x="14413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7" name="object 287"/>
          <p:cNvSpPr/>
          <p:nvPr/>
        </p:nvSpPr>
        <p:spPr>
          <a:xfrm>
            <a:off x="15251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8" name="object 288"/>
          <p:cNvSpPr/>
          <p:nvPr/>
        </p:nvSpPr>
        <p:spPr>
          <a:xfrm>
            <a:off x="15556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9" name="object 289"/>
          <p:cNvSpPr/>
          <p:nvPr/>
        </p:nvSpPr>
        <p:spPr>
          <a:xfrm>
            <a:off x="16394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0" name="object 290"/>
          <p:cNvSpPr/>
          <p:nvPr/>
        </p:nvSpPr>
        <p:spPr>
          <a:xfrm>
            <a:off x="16699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1" name="object 291"/>
          <p:cNvSpPr/>
          <p:nvPr/>
        </p:nvSpPr>
        <p:spPr>
          <a:xfrm>
            <a:off x="17537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2" name="object 292"/>
          <p:cNvSpPr/>
          <p:nvPr/>
        </p:nvSpPr>
        <p:spPr>
          <a:xfrm>
            <a:off x="17842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3" name="object 293"/>
          <p:cNvSpPr/>
          <p:nvPr/>
        </p:nvSpPr>
        <p:spPr>
          <a:xfrm>
            <a:off x="18680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4" name="object 294"/>
          <p:cNvSpPr/>
          <p:nvPr/>
        </p:nvSpPr>
        <p:spPr>
          <a:xfrm>
            <a:off x="18985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5" name="object 295"/>
          <p:cNvSpPr/>
          <p:nvPr/>
        </p:nvSpPr>
        <p:spPr>
          <a:xfrm>
            <a:off x="19823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6" name="object 296"/>
          <p:cNvSpPr/>
          <p:nvPr/>
        </p:nvSpPr>
        <p:spPr>
          <a:xfrm>
            <a:off x="20128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7" name="object 297"/>
          <p:cNvSpPr/>
          <p:nvPr/>
        </p:nvSpPr>
        <p:spPr>
          <a:xfrm>
            <a:off x="20966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8" name="object 298"/>
          <p:cNvSpPr/>
          <p:nvPr/>
        </p:nvSpPr>
        <p:spPr>
          <a:xfrm>
            <a:off x="21271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9" name="object 299"/>
          <p:cNvSpPr/>
          <p:nvPr/>
        </p:nvSpPr>
        <p:spPr>
          <a:xfrm>
            <a:off x="22109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0" name="object 300"/>
          <p:cNvSpPr/>
          <p:nvPr/>
        </p:nvSpPr>
        <p:spPr>
          <a:xfrm>
            <a:off x="22414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1" name="object 301"/>
          <p:cNvSpPr/>
          <p:nvPr/>
        </p:nvSpPr>
        <p:spPr>
          <a:xfrm>
            <a:off x="23252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2" name="object 302"/>
          <p:cNvSpPr/>
          <p:nvPr/>
        </p:nvSpPr>
        <p:spPr>
          <a:xfrm>
            <a:off x="23557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3" name="object 303"/>
          <p:cNvSpPr/>
          <p:nvPr/>
        </p:nvSpPr>
        <p:spPr>
          <a:xfrm>
            <a:off x="24395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4" name="object 304"/>
          <p:cNvSpPr/>
          <p:nvPr/>
        </p:nvSpPr>
        <p:spPr>
          <a:xfrm>
            <a:off x="24700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5" name="object 305"/>
          <p:cNvSpPr/>
          <p:nvPr/>
        </p:nvSpPr>
        <p:spPr>
          <a:xfrm>
            <a:off x="25538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6" name="object 306"/>
          <p:cNvSpPr/>
          <p:nvPr/>
        </p:nvSpPr>
        <p:spPr>
          <a:xfrm>
            <a:off x="25843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7" name="object 307"/>
          <p:cNvSpPr/>
          <p:nvPr/>
        </p:nvSpPr>
        <p:spPr>
          <a:xfrm>
            <a:off x="26681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8" name="object 308"/>
          <p:cNvSpPr/>
          <p:nvPr/>
        </p:nvSpPr>
        <p:spPr>
          <a:xfrm>
            <a:off x="26986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9" name="object 309"/>
          <p:cNvSpPr/>
          <p:nvPr/>
        </p:nvSpPr>
        <p:spPr>
          <a:xfrm>
            <a:off x="27824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0" name="object 310"/>
          <p:cNvSpPr/>
          <p:nvPr/>
        </p:nvSpPr>
        <p:spPr>
          <a:xfrm>
            <a:off x="28129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1" name="object 311"/>
          <p:cNvSpPr/>
          <p:nvPr/>
        </p:nvSpPr>
        <p:spPr>
          <a:xfrm>
            <a:off x="28967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2" name="object 312"/>
          <p:cNvSpPr/>
          <p:nvPr/>
        </p:nvSpPr>
        <p:spPr>
          <a:xfrm>
            <a:off x="29272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3" name="object 313"/>
          <p:cNvSpPr/>
          <p:nvPr/>
        </p:nvSpPr>
        <p:spPr>
          <a:xfrm>
            <a:off x="30110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4" name="object 314"/>
          <p:cNvSpPr/>
          <p:nvPr/>
        </p:nvSpPr>
        <p:spPr>
          <a:xfrm>
            <a:off x="30415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5" name="object 315"/>
          <p:cNvSpPr/>
          <p:nvPr/>
        </p:nvSpPr>
        <p:spPr>
          <a:xfrm>
            <a:off x="31253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6" name="object 316"/>
          <p:cNvSpPr/>
          <p:nvPr/>
        </p:nvSpPr>
        <p:spPr>
          <a:xfrm>
            <a:off x="31558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7" name="object 317"/>
          <p:cNvSpPr/>
          <p:nvPr/>
        </p:nvSpPr>
        <p:spPr>
          <a:xfrm>
            <a:off x="32396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8" name="object 318"/>
          <p:cNvSpPr/>
          <p:nvPr/>
        </p:nvSpPr>
        <p:spPr>
          <a:xfrm>
            <a:off x="32701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9" name="object 319"/>
          <p:cNvSpPr/>
          <p:nvPr/>
        </p:nvSpPr>
        <p:spPr>
          <a:xfrm>
            <a:off x="33539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0" name="object 320"/>
          <p:cNvSpPr/>
          <p:nvPr/>
        </p:nvSpPr>
        <p:spPr>
          <a:xfrm>
            <a:off x="33844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1" name="object 321"/>
          <p:cNvSpPr/>
          <p:nvPr/>
        </p:nvSpPr>
        <p:spPr>
          <a:xfrm>
            <a:off x="34682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2" name="object 322"/>
          <p:cNvSpPr/>
          <p:nvPr/>
        </p:nvSpPr>
        <p:spPr>
          <a:xfrm>
            <a:off x="34987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3" name="object 323"/>
          <p:cNvSpPr/>
          <p:nvPr/>
        </p:nvSpPr>
        <p:spPr>
          <a:xfrm>
            <a:off x="35825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4" name="object 324"/>
          <p:cNvSpPr/>
          <p:nvPr/>
        </p:nvSpPr>
        <p:spPr>
          <a:xfrm>
            <a:off x="36130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5" name="object 325"/>
          <p:cNvSpPr/>
          <p:nvPr/>
        </p:nvSpPr>
        <p:spPr>
          <a:xfrm>
            <a:off x="36968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6" name="object 326"/>
          <p:cNvSpPr/>
          <p:nvPr/>
        </p:nvSpPr>
        <p:spPr>
          <a:xfrm>
            <a:off x="37273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7" name="object 327"/>
          <p:cNvSpPr/>
          <p:nvPr/>
        </p:nvSpPr>
        <p:spPr>
          <a:xfrm>
            <a:off x="38111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8" name="object 328"/>
          <p:cNvSpPr/>
          <p:nvPr/>
        </p:nvSpPr>
        <p:spPr>
          <a:xfrm>
            <a:off x="38416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9" name="object 329"/>
          <p:cNvSpPr/>
          <p:nvPr/>
        </p:nvSpPr>
        <p:spPr>
          <a:xfrm>
            <a:off x="39254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0" name="object 330"/>
          <p:cNvSpPr/>
          <p:nvPr/>
        </p:nvSpPr>
        <p:spPr>
          <a:xfrm>
            <a:off x="39559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1" name="object 331"/>
          <p:cNvSpPr/>
          <p:nvPr/>
        </p:nvSpPr>
        <p:spPr>
          <a:xfrm>
            <a:off x="40397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2" name="object 332"/>
          <p:cNvSpPr/>
          <p:nvPr/>
        </p:nvSpPr>
        <p:spPr>
          <a:xfrm>
            <a:off x="40702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3" name="object 333"/>
          <p:cNvSpPr/>
          <p:nvPr/>
        </p:nvSpPr>
        <p:spPr>
          <a:xfrm>
            <a:off x="41540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4" name="object 334"/>
          <p:cNvSpPr/>
          <p:nvPr/>
        </p:nvSpPr>
        <p:spPr>
          <a:xfrm>
            <a:off x="41845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5" name="object 335"/>
          <p:cNvSpPr/>
          <p:nvPr/>
        </p:nvSpPr>
        <p:spPr>
          <a:xfrm>
            <a:off x="42683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6" name="object 336"/>
          <p:cNvSpPr/>
          <p:nvPr/>
        </p:nvSpPr>
        <p:spPr>
          <a:xfrm>
            <a:off x="42988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7" name="object 337"/>
          <p:cNvSpPr/>
          <p:nvPr/>
        </p:nvSpPr>
        <p:spPr>
          <a:xfrm>
            <a:off x="43826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8" name="object 338"/>
          <p:cNvSpPr/>
          <p:nvPr/>
        </p:nvSpPr>
        <p:spPr>
          <a:xfrm>
            <a:off x="44131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9" name="object 339"/>
          <p:cNvSpPr/>
          <p:nvPr/>
        </p:nvSpPr>
        <p:spPr>
          <a:xfrm>
            <a:off x="44969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0" name="object 340"/>
          <p:cNvSpPr/>
          <p:nvPr/>
        </p:nvSpPr>
        <p:spPr>
          <a:xfrm>
            <a:off x="45274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1" name="object 341"/>
          <p:cNvSpPr/>
          <p:nvPr/>
        </p:nvSpPr>
        <p:spPr>
          <a:xfrm>
            <a:off x="46112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2" name="object 342"/>
          <p:cNvSpPr/>
          <p:nvPr/>
        </p:nvSpPr>
        <p:spPr>
          <a:xfrm>
            <a:off x="46417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3" name="object 343"/>
          <p:cNvSpPr/>
          <p:nvPr/>
        </p:nvSpPr>
        <p:spPr>
          <a:xfrm>
            <a:off x="47255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4" name="object 344"/>
          <p:cNvSpPr/>
          <p:nvPr/>
        </p:nvSpPr>
        <p:spPr>
          <a:xfrm>
            <a:off x="47560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5" name="object 345"/>
          <p:cNvSpPr/>
          <p:nvPr/>
        </p:nvSpPr>
        <p:spPr>
          <a:xfrm>
            <a:off x="48398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6" name="object 346"/>
          <p:cNvSpPr/>
          <p:nvPr/>
        </p:nvSpPr>
        <p:spPr>
          <a:xfrm>
            <a:off x="48703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7" name="object 347"/>
          <p:cNvSpPr/>
          <p:nvPr/>
        </p:nvSpPr>
        <p:spPr>
          <a:xfrm>
            <a:off x="49541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8" name="object 348"/>
          <p:cNvSpPr/>
          <p:nvPr/>
        </p:nvSpPr>
        <p:spPr>
          <a:xfrm>
            <a:off x="49846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9" name="object 349"/>
          <p:cNvSpPr/>
          <p:nvPr/>
        </p:nvSpPr>
        <p:spPr>
          <a:xfrm>
            <a:off x="50684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0" name="object 350"/>
          <p:cNvSpPr/>
          <p:nvPr/>
        </p:nvSpPr>
        <p:spPr>
          <a:xfrm>
            <a:off x="50989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1" name="object 351"/>
          <p:cNvSpPr/>
          <p:nvPr/>
        </p:nvSpPr>
        <p:spPr>
          <a:xfrm>
            <a:off x="51827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2" name="object 352"/>
          <p:cNvSpPr/>
          <p:nvPr/>
        </p:nvSpPr>
        <p:spPr>
          <a:xfrm>
            <a:off x="52132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3" name="object 353"/>
          <p:cNvSpPr/>
          <p:nvPr/>
        </p:nvSpPr>
        <p:spPr>
          <a:xfrm>
            <a:off x="52970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4" name="object 354"/>
          <p:cNvSpPr/>
          <p:nvPr/>
        </p:nvSpPr>
        <p:spPr>
          <a:xfrm>
            <a:off x="53275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5" name="object 355"/>
          <p:cNvSpPr/>
          <p:nvPr/>
        </p:nvSpPr>
        <p:spPr>
          <a:xfrm>
            <a:off x="54113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6" name="object 356"/>
          <p:cNvSpPr/>
          <p:nvPr/>
        </p:nvSpPr>
        <p:spPr>
          <a:xfrm>
            <a:off x="54418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7" name="object 357"/>
          <p:cNvSpPr/>
          <p:nvPr/>
        </p:nvSpPr>
        <p:spPr>
          <a:xfrm>
            <a:off x="7555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20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8" name="object 358"/>
          <p:cNvSpPr/>
          <p:nvPr/>
        </p:nvSpPr>
        <p:spPr>
          <a:xfrm>
            <a:off x="8393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9" name="object 359"/>
          <p:cNvSpPr/>
          <p:nvPr/>
        </p:nvSpPr>
        <p:spPr>
          <a:xfrm>
            <a:off x="8698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20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0" name="object 360"/>
          <p:cNvSpPr/>
          <p:nvPr/>
        </p:nvSpPr>
        <p:spPr>
          <a:xfrm>
            <a:off x="9536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1" name="object 361"/>
          <p:cNvSpPr/>
          <p:nvPr/>
        </p:nvSpPr>
        <p:spPr>
          <a:xfrm>
            <a:off x="9841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20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2" name="object 362"/>
          <p:cNvSpPr/>
          <p:nvPr/>
        </p:nvSpPr>
        <p:spPr>
          <a:xfrm>
            <a:off x="10679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3" name="object 363"/>
          <p:cNvSpPr/>
          <p:nvPr/>
        </p:nvSpPr>
        <p:spPr>
          <a:xfrm>
            <a:off x="10984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20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4" name="object 364"/>
          <p:cNvSpPr/>
          <p:nvPr/>
        </p:nvSpPr>
        <p:spPr>
          <a:xfrm>
            <a:off x="11822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5" name="object 365"/>
          <p:cNvSpPr/>
          <p:nvPr/>
        </p:nvSpPr>
        <p:spPr>
          <a:xfrm>
            <a:off x="12127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20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6" name="object 366"/>
          <p:cNvSpPr/>
          <p:nvPr/>
        </p:nvSpPr>
        <p:spPr>
          <a:xfrm>
            <a:off x="12965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7" name="object 367"/>
          <p:cNvSpPr/>
          <p:nvPr/>
        </p:nvSpPr>
        <p:spPr>
          <a:xfrm>
            <a:off x="13270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20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8" name="object 368"/>
          <p:cNvSpPr/>
          <p:nvPr/>
        </p:nvSpPr>
        <p:spPr>
          <a:xfrm>
            <a:off x="14108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9" name="object 369"/>
          <p:cNvSpPr/>
          <p:nvPr/>
        </p:nvSpPr>
        <p:spPr>
          <a:xfrm>
            <a:off x="14413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20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0" name="object 370"/>
          <p:cNvSpPr/>
          <p:nvPr/>
        </p:nvSpPr>
        <p:spPr>
          <a:xfrm>
            <a:off x="15251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1" name="object 371"/>
          <p:cNvSpPr/>
          <p:nvPr/>
        </p:nvSpPr>
        <p:spPr>
          <a:xfrm>
            <a:off x="15556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20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2" name="object 372"/>
          <p:cNvSpPr/>
          <p:nvPr/>
        </p:nvSpPr>
        <p:spPr>
          <a:xfrm>
            <a:off x="16394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3" name="object 373"/>
          <p:cNvSpPr/>
          <p:nvPr/>
        </p:nvSpPr>
        <p:spPr>
          <a:xfrm>
            <a:off x="16699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4" name="object 374"/>
          <p:cNvSpPr/>
          <p:nvPr/>
        </p:nvSpPr>
        <p:spPr>
          <a:xfrm>
            <a:off x="17537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5" name="object 375"/>
          <p:cNvSpPr/>
          <p:nvPr/>
        </p:nvSpPr>
        <p:spPr>
          <a:xfrm>
            <a:off x="17842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6" name="object 376"/>
          <p:cNvSpPr/>
          <p:nvPr/>
        </p:nvSpPr>
        <p:spPr>
          <a:xfrm>
            <a:off x="18680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7" name="object 377"/>
          <p:cNvSpPr/>
          <p:nvPr/>
        </p:nvSpPr>
        <p:spPr>
          <a:xfrm>
            <a:off x="18985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8" name="object 378"/>
          <p:cNvSpPr/>
          <p:nvPr/>
        </p:nvSpPr>
        <p:spPr>
          <a:xfrm>
            <a:off x="19823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9" name="object 379"/>
          <p:cNvSpPr/>
          <p:nvPr/>
        </p:nvSpPr>
        <p:spPr>
          <a:xfrm>
            <a:off x="20128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0" name="object 380"/>
          <p:cNvSpPr/>
          <p:nvPr/>
        </p:nvSpPr>
        <p:spPr>
          <a:xfrm>
            <a:off x="20966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1" name="object 381"/>
          <p:cNvSpPr/>
          <p:nvPr/>
        </p:nvSpPr>
        <p:spPr>
          <a:xfrm>
            <a:off x="21271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2" name="object 382"/>
          <p:cNvSpPr/>
          <p:nvPr/>
        </p:nvSpPr>
        <p:spPr>
          <a:xfrm>
            <a:off x="22109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3" name="object 383"/>
          <p:cNvSpPr/>
          <p:nvPr/>
        </p:nvSpPr>
        <p:spPr>
          <a:xfrm>
            <a:off x="22414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4" name="object 384"/>
          <p:cNvSpPr/>
          <p:nvPr/>
        </p:nvSpPr>
        <p:spPr>
          <a:xfrm>
            <a:off x="23252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5" name="object 385"/>
          <p:cNvSpPr/>
          <p:nvPr/>
        </p:nvSpPr>
        <p:spPr>
          <a:xfrm>
            <a:off x="23557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6" name="object 386"/>
          <p:cNvSpPr/>
          <p:nvPr/>
        </p:nvSpPr>
        <p:spPr>
          <a:xfrm>
            <a:off x="24395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7" name="object 387"/>
          <p:cNvSpPr/>
          <p:nvPr/>
        </p:nvSpPr>
        <p:spPr>
          <a:xfrm>
            <a:off x="24700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8" name="object 388"/>
          <p:cNvSpPr/>
          <p:nvPr/>
        </p:nvSpPr>
        <p:spPr>
          <a:xfrm>
            <a:off x="25538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9" name="object 389"/>
          <p:cNvSpPr/>
          <p:nvPr/>
        </p:nvSpPr>
        <p:spPr>
          <a:xfrm>
            <a:off x="25843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0" name="object 390"/>
          <p:cNvSpPr/>
          <p:nvPr/>
        </p:nvSpPr>
        <p:spPr>
          <a:xfrm>
            <a:off x="26681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1" name="object 391"/>
          <p:cNvSpPr/>
          <p:nvPr/>
        </p:nvSpPr>
        <p:spPr>
          <a:xfrm>
            <a:off x="26986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2" name="object 392"/>
          <p:cNvSpPr/>
          <p:nvPr/>
        </p:nvSpPr>
        <p:spPr>
          <a:xfrm>
            <a:off x="27824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3" name="object 393"/>
          <p:cNvSpPr/>
          <p:nvPr/>
        </p:nvSpPr>
        <p:spPr>
          <a:xfrm>
            <a:off x="28129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4" name="object 394"/>
          <p:cNvSpPr/>
          <p:nvPr/>
        </p:nvSpPr>
        <p:spPr>
          <a:xfrm>
            <a:off x="28967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5" name="object 395"/>
          <p:cNvSpPr/>
          <p:nvPr/>
        </p:nvSpPr>
        <p:spPr>
          <a:xfrm>
            <a:off x="29272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6" name="object 396"/>
          <p:cNvSpPr/>
          <p:nvPr/>
        </p:nvSpPr>
        <p:spPr>
          <a:xfrm>
            <a:off x="30110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7" name="object 397"/>
          <p:cNvSpPr/>
          <p:nvPr/>
        </p:nvSpPr>
        <p:spPr>
          <a:xfrm>
            <a:off x="30415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8" name="object 398"/>
          <p:cNvSpPr/>
          <p:nvPr/>
        </p:nvSpPr>
        <p:spPr>
          <a:xfrm>
            <a:off x="31253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9" name="object 399"/>
          <p:cNvSpPr/>
          <p:nvPr/>
        </p:nvSpPr>
        <p:spPr>
          <a:xfrm>
            <a:off x="31558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0" name="object 400"/>
          <p:cNvSpPr/>
          <p:nvPr/>
        </p:nvSpPr>
        <p:spPr>
          <a:xfrm>
            <a:off x="32396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1" name="object 401"/>
          <p:cNvSpPr/>
          <p:nvPr/>
        </p:nvSpPr>
        <p:spPr>
          <a:xfrm>
            <a:off x="32701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2" name="object 402"/>
          <p:cNvSpPr/>
          <p:nvPr/>
        </p:nvSpPr>
        <p:spPr>
          <a:xfrm>
            <a:off x="33539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3" name="object 403"/>
          <p:cNvSpPr/>
          <p:nvPr/>
        </p:nvSpPr>
        <p:spPr>
          <a:xfrm>
            <a:off x="33844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4" name="object 404"/>
          <p:cNvSpPr/>
          <p:nvPr/>
        </p:nvSpPr>
        <p:spPr>
          <a:xfrm>
            <a:off x="34682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5" name="object 405"/>
          <p:cNvSpPr/>
          <p:nvPr/>
        </p:nvSpPr>
        <p:spPr>
          <a:xfrm>
            <a:off x="34987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6" name="object 406"/>
          <p:cNvSpPr/>
          <p:nvPr/>
        </p:nvSpPr>
        <p:spPr>
          <a:xfrm>
            <a:off x="35825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7" name="object 407"/>
          <p:cNvSpPr/>
          <p:nvPr/>
        </p:nvSpPr>
        <p:spPr>
          <a:xfrm>
            <a:off x="36130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8" name="object 408"/>
          <p:cNvSpPr/>
          <p:nvPr/>
        </p:nvSpPr>
        <p:spPr>
          <a:xfrm>
            <a:off x="36968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9" name="object 409"/>
          <p:cNvSpPr/>
          <p:nvPr/>
        </p:nvSpPr>
        <p:spPr>
          <a:xfrm>
            <a:off x="37273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0" name="object 410"/>
          <p:cNvSpPr/>
          <p:nvPr/>
        </p:nvSpPr>
        <p:spPr>
          <a:xfrm>
            <a:off x="38111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1" name="object 411"/>
          <p:cNvSpPr/>
          <p:nvPr/>
        </p:nvSpPr>
        <p:spPr>
          <a:xfrm>
            <a:off x="38416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2" name="object 412"/>
          <p:cNvSpPr/>
          <p:nvPr/>
        </p:nvSpPr>
        <p:spPr>
          <a:xfrm>
            <a:off x="39254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3" name="object 413"/>
          <p:cNvSpPr/>
          <p:nvPr/>
        </p:nvSpPr>
        <p:spPr>
          <a:xfrm>
            <a:off x="39559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4" name="object 414"/>
          <p:cNvSpPr/>
          <p:nvPr/>
        </p:nvSpPr>
        <p:spPr>
          <a:xfrm>
            <a:off x="40397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5" name="object 415"/>
          <p:cNvSpPr/>
          <p:nvPr/>
        </p:nvSpPr>
        <p:spPr>
          <a:xfrm>
            <a:off x="40702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6" name="object 416"/>
          <p:cNvSpPr/>
          <p:nvPr/>
        </p:nvSpPr>
        <p:spPr>
          <a:xfrm>
            <a:off x="41540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7" name="object 417"/>
          <p:cNvSpPr/>
          <p:nvPr/>
        </p:nvSpPr>
        <p:spPr>
          <a:xfrm>
            <a:off x="41845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8" name="object 418"/>
          <p:cNvSpPr/>
          <p:nvPr/>
        </p:nvSpPr>
        <p:spPr>
          <a:xfrm>
            <a:off x="42683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9" name="object 419"/>
          <p:cNvSpPr/>
          <p:nvPr/>
        </p:nvSpPr>
        <p:spPr>
          <a:xfrm>
            <a:off x="42988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0" name="object 420"/>
          <p:cNvSpPr/>
          <p:nvPr/>
        </p:nvSpPr>
        <p:spPr>
          <a:xfrm>
            <a:off x="43826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1" name="object 421"/>
          <p:cNvSpPr/>
          <p:nvPr/>
        </p:nvSpPr>
        <p:spPr>
          <a:xfrm>
            <a:off x="44131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2" name="object 422"/>
          <p:cNvSpPr/>
          <p:nvPr/>
        </p:nvSpPr>
        <p:spPr>
          <a:xfrm>
            <a:off x="44969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3" name="object 423"/>
          <p:cNvSpPr/>
          <p:nvPr/>
        </p:nvSpPr>
        <p:spPr>
          <a:xfrm>
            <a:off x="45274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4" name="object 424"/>
          <p:cNvSpPr/>
          <p:nvPr/>
        </p:nvSpPr>
        <p:spPr>
          <a:xfrm>
            <a:off x="46112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5" name="object 425"/>
          <p:cNvSpPr/>
          <p:nvPr/>
        </p:nvSpPr>
        <p:spPr>
          <a:xfrm>
            <a:off x="46417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6" name="object 426"/>
          <p:cNvSpPr/>
          <p:nvPr/>
        </p:nvSpPr>
        <p:spPr>
          <a:xfrm>
            <a:off x="47255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7" name="object 427"/>
          <p:cNvSpPr/>
          <p:nvPr/>
        </p:nvSpPr>
        <p:spPr>
          <a:xfrm>
            <a:off x="47560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8" name="object 428"/>
          <p:cNvSpPr/>
          <p:nvPr/>
        </p:nvSpPr>
        <p:spPr>
          <a:xfrm>
            <a:off x="48398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9" name="object 429"/>
          <p:cNvSpPr/>
          <p:nvPr/>
        </p:nvSpPr>
        <p:spPr>
          <a:xfrm>
            <a:off x="48703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0" name="object 430"/>
          <p:cNvSpPr/>
          <p:nvPr/>
        </p:nvSpPr>
        <p:spPr>
          <a:xfrm>
            <a:off x="49541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1" name="object 431"/>
          <p:cNvSpPr/>
          <p:nvPr/>
        </p:nvSpPr>
        <p:spPr>
          <a:xfrm>
            <a:off x="49846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2" name="object 432"/>
          <p:cNvSpPr/>
          <p:nvPr/>
        </p:nvSpPr>
        <p:spPr>
          <a:xfrm>
            <a:off x="50684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3" name="object 433"/>
          <p:cNvSpPr/>
          <p:nvPr/>
        </p:nvSpPr>
        <p:spPr>
          <a:xfrm>
            <a:off x="50989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4" name="object 434"/>
          <p:cNvSpPr/>
          <p:nvPr/>
        </p:nvSpPr>
        <p:spPr>
          <a:xfrm>
            <a:off x="51827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5" name="object 435"/>
          <p:cNvSpPr/>
          <p:nvPr/>
        </p:nvSpPr>
        <p:spPr>
          <a:xfrm>
            <a:off x="52132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6" name="object 436"/>
          <p:cNvSpPr/>
          <p:nvPr/>
        </p:nvSpPr>
        <p:spPr>
          <a:xfrm>
            <a:off x="52970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7" name="object 437"/>
          <p:cNvSpPr/>
          <p:nvPr/>
        </p:nvSpPr>
        <p:spPr>
          <a:xfrm>
            <a:off x="53275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8" name="object 438"/>
          <p:cNvSpPr/>
          <p:nvPr/>
        </p:nvSpPr>
        <p:spPr>
          <a:xfrm>
            <a:off x="54113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9" name="object 439"/>
          <p:cNvSpPr/>
          <p:nvPr/>
        </p:nvSpPr>
        <p:spPr>
          <a:xfrm>
            <a:off x="54418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0" name="object 440"/>
          <p:cNvSpPr/>
          <p:nvPr/>
        </p:nvSpPr>
        <p:spPr>
          <a:xfrm>
            <a:off x="55256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1" name="object 441"/>
          <p:cNvSpPr/>
          <p:nvPr/>
        </p:nvSpPr>
        <p:spPr>
          <a:xfrm>
            <a:off x="55561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2" name="object 442"/>
          <p:cNvSpPr/>
          <p:nvPr/>
        </p:nvSpPr>
        <p:spPr>
          <a:xfrm>
            <a:off x="56399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3" name="object 443"/>
          <p:cNvSpPr/>
          <p:nvPr/>
        </p:nvSpPr>
        <p:spPr>
          <a:xfrm>
            <a:off x="56704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4" name="object 444"/>
          <p:cNvSpPr/>
          <p:nvPr/>
        </p:nvSpPr>
        <p:spPr>
          <a:xfrm>
            <a:off x="57542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5" name="object 445"/>
          <p:cNvSpPr/>
          <p:nvPr/>
        </p:nvSpPr>
        <p:spPr>
          <a:xfrm>
            <a:off x="57847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6" name="object 446"/>
          <p:cNvSpPr/>
          <p:nvPr/>
        </p:nvSpPr>
        <p:spPr>
          <a:xfrm>
            <a:off x="58685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7" name="object 447"/>
          <p:cNvSpPr/>
          <p:nvPr/>
        </p:nvSpPr>
        <p:spPr>
          <a:xfrm>
            <a:off x="58990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8" name="object 448"/>
          <p:cNvSpPr/>
          <p:nvPr/>
        </p:nvSpPr>
        <p:spPr>
          <a:xfrm>
            <a:off x="59828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9" name="object 449"/>
          <p:cNvSpPr/>
          <p:nvPr/>
        </p:nvSpPr>
        <p:spPr>
          <a:xfrm>
            <a:off x="60133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0" name="object 450"/>
          <p:cNvSpPr/>
          <p:nvPr/>
        </p:nvSpPr>
        <p:spPr>
          <a:xfrm>
            <a:off x="7555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20">
                <a:moveTo>
                  <a:pt x="60959" y="7607"/>
                </a:moveTo>
                <a:lnTo>
                  <a:pt x="0" y="7607"/>
                </a:lnTo>
                <a:lnTo>
                  <a:pt x="0" y="0"/>
                </a:lnTo>
                <a:lnTo>
                  <a:pt x="60959" y="0"/>
                </a:lnTo>
                <a:lnTo>
                  <a:pt x="6095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1" name="object 451"/>
          <p:cNvSpPr/>
          <p:nvPr/>
        </p:nvSpPr>
        <p:spPr>
          <a:xfrm>
            <a:off x="8393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07"/>
                </a:moveTo>
                <a:lnTo>
                  <a:pt x="0" y="7607"/>
                </a:lnTo>
                <a:lnTo>
                  <a:pt x="0" y="0"/>
                </a:lnTo>
                <a:lnTo>
                  <a:pt x="7620" y="0"/>
                </a:lnTo>
                <a:lnTo>
                  <a:pt x="762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2" name="object 452"/>
          <p:cNvSpPr/>
          <p:nvPr/>
        </p:nvSpPr>
        <p:spPr>
          <a:xfrm>
            <a:off x="8698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20">
                <a:moveTo>
                  <a:pt x="60959" y="7607"/>
                </a:moveTo>
                <a:lnTo>
                  <a:pt x="0" y="7607"/>
                </a:lnTo>
                <a:lnTo>
                  <a:pt x="0" y="0"/>
                </a:lnTo>
                <a:lnTo>
                  <a:pt x="60959" y="0"/>
                </a:lnTo>
                <a:lnTo>
                  <a:pt x="6095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3" name="object 453"/>
          <p:cNvSpPr/>
          <p:nvPr/>
        </p:nvSpPr>
        <p:spPr>
          <a:xfrm>
            <a:off x="9536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07"/>
                </a:moveTo>
                <a:lnTo>
                  <a:pt x="0" y="7607"/>
                </a:lnTo>
                <a:lnTo>
                  <a:pt x="0" y="0"/>
                </a:lnTo>
                <a:lnTo>
                  <a:pt x="7620" y="0"/>
                </a:lnTo>
                <a:lnTo>
                  <a:pt x="762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4" name="object 454"/>
          <p:cNvSpPr/>
          <p:nvPr/>
        </p:nvSpPr>
        <p:spPr>
          <a:xfrm>
            <a:off x="9841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20">
                <a:moveTo>
                  <a:pt x="60959" y="7607"/>
                </a:moveTo>
                <a:lnTo>
                  <a:pt x="0" y="7607"/>
                </a:lnTo>
                <a:lnTo>
                  <a:pt x="0" y="0"/>
                </a:lnTo>
                <a:lnTo>
                  <a:pt x="60959" y="0"/>
                </a:lnTo>
                <a:lnTo>
                  <a:pt x="6095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5" name="object 455"/>
          <p:cNvSpPr/>
          <p:nvPr/>
        </p:nvSpPr>
        <p:spPr>
          <a:xfrm>
            <a:off x="10679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07"/>
                </a:moveTo>
                <a:lnTo>
                  <a:pt x="0" y="7607"/>
                </a:lnTo>
                <a:lnTo>
                  <a:pt x="0" y="0"/>
                </a:lnTo>
                <a:lnTo>
                  <a:pt x="7620" y="0"/>
                </a:lnTo>
                <a:lnTo>
                  <a:pt x="762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6" name="object 456"/>
          <p:cNvSpPr/>
          <p:nvPr/>
        </p:nvSpPr>
        <p:spPr>
          <a:xfrm>
            <a:off x="10984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20">
                <a:moveTo>
                  <a:pt x="60959" y="7607"/>
                </a:moveTo>
                <a:lnTo>
                  <a:pt x="0" y="7607"/>
                </a:lnTo>
                <a:lnTo>
                  <a:pt x="0" y="0"/>
                </a:lnTo>
                <a:lnTo>
                  <a:pt x="60959" y="0"/>
                </a:lnTo>
                <a:lnTo>
                  <a:pt x="6095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7" name="object 457"/>
          <p:cNvSpPr/>
          <p:nvPr/>
        </p:nvSpPr>
        <p:spPr>
          <a:xfrm>
            <a:off x="11822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07"/>
                </a:moveTo>
                <a:lnTo>
                  <a:pt x="0" y="7607"/>
                </a:lnTo>
                <a:lnTo>
                  <a:pt x="0" y="0"/>
                </a:lnTo>
                <a:lnTo>
                  <a:pt x="7620" y="0"/>
                </a:lnTo>
                <a:lnTo>
                  <a:pt x="762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8" name="object 458"/>
          <p:cNvSpPr/>
          <p:nvPr/>
        </p:nvSpPr>
        <p:spPr>
          <a:xfrm>
            <a:off x="12127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20">
                <a:moveTo>
                  <a:pt x="60959" y="7607"/>
                </a:moveTo>
                <a:lnTo>
                  <a:pt x="0" y="7607"/>
                </a:lnTo>
                <a:lnTo>
                  <a:pt x="0" y="0"/>
                </a:lnTo>
                <a:lnTo>
                  <a:pt x="60959" y="0"/>
                </a:lnTo>
                <a:lnTo>
                  <a:pt x="6095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9" name="object 459"/>
          <p:cNvSpPr/>
          <p:nvPr/>
        </p:nvSpPr>
        <p:spPr>
          <a:xfrm>
            <a:off x="12965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07"/>
                </a:moveTo>
                <a:lnTo>
                  <a:pt x="0" y="7607"/>
                </a:lnTo>
                <a:lnTo>
                  <a:pt x="0" y="0"/>
                </a:lnTo>
                <a:lnTo>
                  <a:pt x="7620" y="0"/>
                </a:lnTo>
                <a:lnTo>
                  <a:pt x="762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0" name="object 460"/>
          <p:cNvSpPr/>
          <p:nvPr/>
        </p:nvSpPr>
        <p:spPr>
          <a:xfrm>
            <a:off x="13270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20">
                <a:moveTo>
                  <a:pt x="60959" y="7607"/>
                </a:moveTo>
                <a:lnTo>
                  <a:pt x="0" y="7607"/>
                </a:lnTo>
                <a:lnTo>
                  <a:pt x="0" y="0"/>
                </a:lnTo>
                <a:lnTo>
                  <a:pt x="60959" y="0"/>
                </a:lnTo>
                <a:lnTo>
                  <a:pt x="6095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1" name="object 461"/>
          <p:cNvSpPr/>
          <p:nvPr/>
        </p:nvSpPr>
        <p:spPr>
          <a:xfrm>
            <a:off x="14108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07"/>
                </a:moveTo>
                <a:lnTo>
                  <a:pt x="0" y="7607"/>
                </a:lnTo>
                <a:lnTo>
                  <a:pt x="0" y="0"/>
                </a:lnTo>
                <a:lnTo>
                  <a:pt x="7620" y="0"/>
                </a:lnTo>
                <a:lnTo>
                  <a:pt x="762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2" name="object 462"/>
          <p:cNvSpPr/>
          <p:nvPr/>
        </p:nvSpPr>
        <p:spPr>
          <a:xfrm>
            <a:off x="14413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20">
                <a:moveTo>
                  <a:pt x="60959" y="7607"/>
                </a:moveTo>
                <a:lnTo>
                  <a:pt x="0" y="7607"/>
                </a:lnTo>
                <a:lnTo>
                  <a:pt x="0" y="0"/>
                </a:lnTo>
                <a:lnTo>
                  <a:pt x="60959" y="0"/>
                </a:lnTo>
                <a:lnTo>
                  <a:pt x="6095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3" name="object 463"/>
          <p:cNvSpPr/>
          <p:nvPr/>
        </p:nvSpPr>
        <p:spPr>
          <a:xfrm>
            <a:off x="15251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07"/>
                </a:moveTo>
                <a:lnTo>
                  <a:pt x="0" y="7607"/>
                </a:lnTo>
                <a:lnTo>
                  <a:pt x="0" y="0"/>
                </a:lnTo>
                <a:lnTo>
                  <a:pt x="7620" y="0"/>
                </a:lnTo>
                <a:lnTo>
                  <a:pt x="762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4" name="object 464"/>
          <p:cNvSpPr/>
          <p:nvPr/>
        </p:nvSpPr>
        <p:spPr>
          <a:xfrm>
            <a:off x="15556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20">
                <a:moveTo>
                  <a:pt x="60959" y="7607"/>
                </a:moveTo>
                <a:lnTo>
                  <a:pt x="0" y="7607"/>
                </a:lnTo>
                <a:lnTo>
                  <a:pt x="0" y="0"/>
                </a:lnTo>
                <a:lnTo>
                  <a:pt x="60959" y="0"/>
                </a:lnTo>
                <a:lnTo>
                  <a:pt x="6095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5" name="object 465"/>
          <p:cNvSpPr/>
          <p:nvPr/>
        </p:nvSpPr>
        <p:spPr>
          <a:xfrm>
            <a:off x="16394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07"/>
                </a:moveTo>
                <a:lnTo>
                  <a:pt x="0" y="7607"/>
                </a:lnTo>
                <a:lnTo>
                  <a:pt x="0" y="0"/>
                </a:lnTo>
                <a:lnTo>
                  <a:pt x="7619" y="0"/>
                </a:lnTo>
                <a:lnTo>
                  <a:pt x="761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6" name="object 466"/>
          <p:cNvSpPr/>
          <p:nvPr/>
        </p:nvSpPr>
        <p:spPr>
          <a:xfrm>
            <a:off x="16699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07"/>
                </a:moveTo>
                <a:lnTo>
                  <a:pt x="0" y="7607"/>
                </a:lnTo>
                <a:lnTo>
                  <a:pt x="0" y="0"/>
                </a:lnTo>
                <a:lnTo>
                  <a:pt x="60960" y="0"/>
                </a:lnTo>
                <a:lnTo>
                  <a:pt x="6096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7" name="object 467"/>
          <p:cNvSpPr/>
          <p:nvPr/>
        </p:nvSpPr>
        <p:spPr>
          <a:xfrm>
            <a:off x="17537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07"/>
                </a:moveTo>
                <a:lnTo>
                  <a:pt x="0" y="7607"/>
                </a:lnTo>
                <a:lnTo>
                  <a:pt x="0" y="0"/>
                </a:lnTo>
                <a:lnTo>
                  <a:pt x="7619" y="0"/>
                </a:lnTo>
                <a:lnTo>
                  <a:pt x="761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8" name="object 468"/>
          <p:cNvSpPr/>
          <p:nvPr/>
        </p:nvSpPr>
        <p:spPr>
          <a:xfrm>
            <a:off x="17842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07"/>
                </a:moveTo>
                <a:lnTo>
                  <a:pt x="0" y="7607"/>
                </a:lnTo>
                <a:lnTo>
                  <a:pt x="0" y="0"/>
                </a:lnTo>
                <a:lnTo>
                  <a:pt x="60960" y="0"/>
                </a:lnTo>
                <a:lnTo>
                  <a:pt x="6096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9" name="object 469"/>
          <p:cNvSpPr/>
          <p:nvPr/>
        </p:nvSpPr>
        <p:spPr>
          <a:xfrm>
            <a:off x="18680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07"/>
                </a:moveTo>
                <a:lnTo>
                  <a:pt x="0" y="7607"/>
                </a:lnTo>
                <a:lnTo>
                  <a:pt x="0" y="0"/>
                </a:lnTo>
                <a:lnTo>
                  <a:pt x="7619" y="0"/>
                </a:lnTo>
                <a:lnTo>
                  <a:pt x="761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0" name="object 470"/>
          <p:cNvSpPr/>
          <p:nvPr/>
        </p:nvSpPr>
        <p:spPr>
          <a:xfrm>
            <a:off x="18985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07"/>
                </a:moveTo>
                <a:lnTo>
                  <a:pt x="0" y="7607"/>
                </a:lnTo>
                <a:lnTo>
                  <a:pt x="0" y="0"/>
                </a:lnTo>
                <a:lnTo>
                  <a:pt x="60960" y="0"/>
                </a:lnTo>
                <a:lnTo>
                  <a:pt x="6096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1" name="object 471"/>
          <p:cNvSpPr/>
          <p:nvPr/>
        </p:nvSpPr>
        <p:spPr>
          <a:xfrm>
            <a:off x="19823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07"/>
                </a:moveTo>
                <a:lnTo>
                  <a:pt x="0" y="7607"/>
                </a:lnTo>
                <a:lnTo>
                  <a:pt x="0" y="0"/>
                </a:lnTo>
                <a:lnTo>
                  <a:pt x="7619" y="0"/>
                </a:lnTo>
                <a:lnTo>
                  <a:pt x="761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2" name="object 472"/>
          <p:cNvSpPr/>
          <p:nvPr/>
        </p:nvSpPr>
        <p:spPr>
          <a:xfrm>
            <a:off x="20128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07"/>
                </a:moveTo>
                <a:lnTo>
                  <a:pt x="0" y="7607"/>
                </a:lnTo>
                <a:lnTo>
                  <a:pt x="0" y="0"/>
                </a:lnTo>
                <a:lnTo>
                  <a:pt x="60960" y="0"/>
                </a:lnTo>
                <a:lnTo>
                  <a:pt x="6096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3" name="object 473"/>
          <p:cNvSpPr/>
          <p:nvPr/>
        </p:nvSpPr>
        <p:spPr>
          <a:xfrm>
            <a:off x="20966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07"/>
                </a:moveTo>
                <a:lnTo>
                  <a:pt x="0" y="7607"/>
                </a:lnTo>
                <a:lnTo>
                  <a:pt x="0" y="0"/>
                </a:lnTo>
                <a:lnTo>
                  <a:pt x="7619" y="0"/>
                </a:lnTo>
                <a:lnTo>
                  <a:pt x="761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4" name="object 474"/>
          <p:cNvSpPr/>
          <p:nvPr/>
        </p:nvSpPr>
        <p:spPr>
          <a:xfrm>
            <a:off x="21271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07"/>
                </a:moveTo>
                <a:lnTo>
                  <a:pt x="0" y="7607"/>
                </a:lnTo>
                <a:lnTo>
                  <a:pt x="0" y="0"/>
                </a:lnTo>
                <a:lnTo>
                  <a:pt x="60960" y="0"/>
                </a:lnTo>
                <a:lnTo>
                  <a:pt x="6096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5" name="object 475"/>
          <p:cNvSpPr/>
          <p:nvPr/>
        </p:nvSpPr>
        <p:spPr>
          <a:xfrm>
            <a:off x="22109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07"/>
                </a:moveTo>
                <a:lnTo>
                  <a:pt x="0" y="7607"/>
                </a:lnTo>
                <a:lnTo>
                  <a:pt x="0" y="0"/>
                </a:lnTo>
                <a:lnTo>
                  <a:pt x="7619" y="0"/>
                </a:lnTo>
                <a:lnTo>
                  <a:pt x="761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6" name="object 476"/>
          <p:cNvSpPr/>
          <p:nvPr/>
        </p:nvSpPr>
        <p:spPr>
          <a:xfrm>
            <a:off x="22414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07"/>
                </a:moveTo>
                <a:lnTo>
                  <a:pt x="0" y="7607"/>
                </a:lnTo>
                <a:lnTo>
                  <a:pt x="0" y="0"/>
                </a:lnTo>
                <a:lnTo>
                  <a:pt x="60960" y="0"/>
                </a:lnTo>
                <a:lnTo>
                  <a:pt x="6096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7" name="object 477"/>
          <p:cNvSpPr/>
          <p:nvPr/>
        </p:nvSpPr>
        <p:spPr>
          <a:xfrm>
            <a:off x="23252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07"/>
                </a:moveTo>
                <a:lnTo>
                  <a:pt x="0" y="7607"/>
                </a:lnTo>
                <a:lnTo>
                  <a:pt x="0" y="0"/>
                </a:lnTo>
                <a:lnTo>
                  <a:pt x="7619" y="0"/>
                </a:lnTo>
                <a:lnTo>
                  <a:pt x="761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8" name="object 478"/>
          <p:cNvSpPr/>
          <p:nvPr/>
        </p:nvSpPr>
        <p:spPr>
          <a:xfrm>
            <a:off x="23557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07"/>
                </a:moveTo>
                <a:lnTo>
                  <a:pt x="0" y="7607"/>
                </a:lnTo>
                <a:lnTo>
                  <a:pt x="0" y="0"/>
                </a:lnTo>
                <a:lnTo>
                  <a:pt x="60960" y="0"/>
                </a:lnTo>
                <a:lnTo>
                  <a:pt x="6096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9" name="object 479"/>
          <p:cNvSpPr/>
          <p:nvPr/>
        </p:nvSpPr>
        <p:spPr>
          <a:xfrm>
            <a:off x="24395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07"/>
                </a:moveTo>
                <a:lnTo>
                  <a:pt x="0" y="7607"/>
                </a:lnTo>
                <a:lnTo>
                  <a:pt x="0" y="0"/>
                </a:lnTo>
                <a:lnTo>
                  <a:pt x="7619" y="0"/>
                </a:lnTo>
                <a:lnTo>
                  <a:pt x="761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0" name="object 480"/>
          <p:cNvSpPr/>
          <p:nvPr/>
        </p:nvSpPr>
        <p:spPr>
          <a:xfrm>
            <a:off x="24700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07"/>
                </a:moveTo>
                <a:lnTo>
                  <a:pt x="0" y="7607"/>
                </a:lnTo>
                <a:lnTo>
                  <a:pt x="0" y="0"/>
                </a:lnTo>
                <a:lnTo>
                  <a:pt x="60960" y="0"/>
                </a:lnTo>
                <a:lnTo>
                  <a:pt x="6096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1" name="object 481"/>
          <p:cNvSpPr/>
          <p:nvPr/>
        </p:nvSpPr>
        <p:spPr>
          <a:xfrm>
            <a:off x="25538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07"/>
                </a:moveTo>
                <a:lnTo>
                  <a:pt x="0" y="7607"/>
                </a:lnTo>
                <a:lnTo>
                  <a:pt x="0" y="0"/>
                </a:lnTo>
                <a:lnTo>
                  <a:pt x="7619" y="0"/>
                </a:lnTo>
                <a:lnTo>
                  <a:pt x="761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2" name="object 482"/>
          <p:cNvSpPr/>
          <p:nvPr/>
        </p:nvSpPr>
        <p:spPr>
          <a:xfrm>
            <a:off x="25843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07"/>
                </a:moveTo>
                <a:lnTo>
                  <a:pt x="0" y="7607"/>
                </a:lnTo>
                <a:lnTo>
                  <a:pt x="0" y="0"/>
                </a:lnTo>
                <a:lnTo>
                  <a:pt x="60960" y="0"/>
                </a:lnTo>
                <a:lnTo>
                  <a:pt x="6096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3" name="object 483"/>
          <p:cNvSpPr/>
          <p:nvPr/>
        </p:nvSpPr>
        <p:spPr>
          <a:xfrm>
            <a:off x="26681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07"/>
                </a:moveTo>
                <a:lnTo>
                  <a:pt x="0" y="7607"/>
                </a:lnTo>
                <a:lnTo>
                  <a:pt x="0" y="0"/>
                </a:lnTo>
                <a:lnTo>
                  <a:pt x="7619" y="0"/>
                </a:lnTo>
                <a:lnTo>
                  <a:pt x="761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4" name="object 484"/>
          <p:cNvSpPr/>
          <p:nvPr/>
        </p:nvSpPr>
        <p:spPr>
          <a:xfrm>
            <a:off x="26986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07"/>
                </a:moveTo>
                <a:lnTo>
                  <a:pt x="0" y="7607"/>
                </a:lnTo>
                <a:lnTo>
                  <a:pt x="0" y="0"/>
                </a:lnTo>
                <a:lnTo>
                  <a:pt x="60960" y="0"/>
                </a:lnTo>
                <a:lnTo>
                  <a:pt x="6096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5" name="object 485"/>
          <p:cNvSpPr/>
          <p:nvPr/>
        </p:nvSpPr>
        <p:spPr>
          <a:xfrm>
            <a:off x="27824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07"/>
                </a:moveTo>
                <a:lnTo>
                  <a:pt x="0" y="7607"/>
                </a:lnTo>
                <a:lnTo>
                  <a:pt x="0" y="0"/>
                </a:lnTo>
                <a:lnTo>
                  <a:pt x="7619" y="0"/>
                </a:lnTo>
                <a:lnTo>
                  <a:pt x="761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6" name="object 486"/>
          <p:cNvSpPr/>
          <p:nvPr/>
        </p:nvSpPr>
        <p:spPr>
          <a:xfrm>
            <a:off x="28129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07"/>
                </a:moveTo>
                <a:lnTo>
                  <a:pt x="0" y="7607"/>
                </a:lnTo>
                <a:lnTo>
                  <a:pt x="0" y="0"/>
                </a:lnTo>
                <a:lnTo>
                  <a:pt x="60960" y="0"/>
                </a:lnTo>
                <a:lnTo>
                  <a:pt x="6096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7" name="object 487"/>
          <p:cNvSpPr/>
          <p:nvPr/>
        </p:nvSpPr>
        <p:spPr>
          <a:xfrm>
            <a:off x="28967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07"/>
                </a:moveTo>
                <a:lnTo>
                  <a:pt x="0" y="7607"/>
                </a:lnTo>
                <a:lnTo>
                  <a:pt x="0" y="0"/>
                </a:lnTo>
                <a:lnTo>
                  <a:pt x="7619" y="0"/>
                </a:lnTo>
                <a:lnTo>
                  <a:pt x="761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8" name="object 488"/>
          <p:cNvSpPr/>
          <p:nvPr/>
        </p:nvSpPr>
        <p:spPr>
          <a:xfrm>
            <a:off x="29272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07"/>
                </a:moveTo>
                <a:lnTo>
                  <a:pt x="0" y="7607"/>
                </a:lnTo>
                <a:lnTo>
                  <a:pt x="0" y="0"/>
                </a:lnTo>
                <a:lnTo>
                  <a:pt x="60960" y="0"/>
                </a:lnTo>
                <a:lnTo>
                  <a:pt x="6096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9" name="object 489"/>
          <p:cNvSpPr/>
          <p:nvPr/>
        </p:nvSpPr>
        <p:spPr>
          <a:xfrm>
            <a:off x="30110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07"/>
                </a:moveTo>
                <a:lnTo>
                  <a:pt x="0" y="7607"/>
                </a:lnTo>
                <a:lnTo>
                  <a:pt x="0" y="0"/>
                </a:lnTo>
                <a:lnTo>
                  <a:pt x="7619" y="0"/>
                </a:lnTo>
                <a:lnTo>
                  <a:pt x="761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0" name="object 490"/>
          <p:cNvSpPr/>
          <p:nvPr/>
        </p:nvSpPr>
        <p:spPr>
          <a:xfrm>
            <a:off x="30415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07"/>
                </a:moveTo>
                <a:lnTo>
                  <a:pt x="0" y="7607"/>
                </a:lnTo>
                <a:lnTo>
                  <a:pt x="0" y="0"/>
                </a:lnTo>
                <a:lnTo>
                  <a:pt x="60960" y="0"/>
                </a:lnTo>
                <a:lnTo>
                  <a:pt x="6096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1" name="object 491"/>
          <p:cNvSpPr/>
          <p:nvPr/>
        </p:nvSpPr>
        <p:spPr>
          <a:xfrm>
            <a:off x="31253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07"/>
                </a:moveTo>
                <a:lnTo>
                  <a:pt x="0" y="7607"/>
                </a:lnTo>
                <a:lnTo>
                  <a:pt x="0" y="0"/>
                </a:lnTo>
                <a:lnTo>
                  <a:pt x="7619" y="0"/>
                </a:lnTo>
                <a:lnTo>
                  <a:pt x="761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2" name="object 492"/>
          <p:cNvSpPr/>
          <p:nvPr/>
        </p:nvSpPr>
        <p:spPr>
          <a:xfrm>
            <a:off x="31558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07"/>
                </a:moveTo>
                <a:lnTo>
                  <a:pt x="0" y="7607"/>
                </a:lnTo>
                <a:lnTo>
                  <a:pt x="0" y="0"/>
                </a:lnTo>
                <a:lnTo>
                  <a:pt x="60960" y="0"/>
                </a:lnTo>
                <a:lnTo>
                  <a:pt x="6096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3" name="object 493"/>
          <p:cNvSpPr/>
          <p:nvPr/>
        </p:nvSpPr>
        <p:spPr>
          <a:xfrm>
            <a:off x="32396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07"/>
                </a:moveTo>
                <a:lnTo>
                  <a:pt x="0" y="7607"/>
                </a:lnTo>
                <a:lnTo>
                  <a:pt x="0" y="0"/>
                </a:lnTo>
                <a:lnTo>
                  <a:pt x="7619" y="0"/>
                </a:lnTo>
                <a:lnTo>
                  <a:pt x="761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4" name="object 494"/>
          <p:cNvSpPr/>
          <p:nvPr/>
        </p:nvSpPr>
        <p:spPr>
          <a:xfrm>
            <a:off x="32701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07"/>
                </a:moveTo>
                <a:lnTo>
                  <a:pt x="0" y="7607"/>
                </a:lnTo>
                <a:lnTo>
                  <a:pt x="0" y="0"/>
                </a:lnTo>
                <a:lnTo>
                  <a:pt x="60959" y="0"/>
                </a:lnTo>
                <a:lnTo>
                  <a:pt x="6095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5" name="object 495"/>
          <p:cNvSpPr/>
          <p:nvPr/>
        </p:nvSpPr>
        <p:spPr>
          <a:xfrm>
            <a:off x="33539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07"/>
                </a:moveTo>
                <a:lnTo>
                  <a:pt x="0" y="7607"/>
                </a:lnTo>
                <a:lnTo>
                  <a:pt x="0" y="0"/>
                </a:lnTo>
                <a:lnTo>
                  <a:pt x="7620" y="0"/>
                </a:lnTo>
                <a:lnTo>
                  <a:pt x="762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6" name="object 496"/>
          <p:cNvSpPr/>
          <p:nvPr/>
        </p:nvSpPr>
        <p:spPr>
          <a:xfrm>
            <a:off x="33844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07"/>
                </a:moveTo>
                <a:lnTo>
                  <a:pt x="0" y="7607"/>
                </a:lnTo>
                <a:lnTo>
                  <a:pt x="0" y="0"/>
                </a:lnTo>
                <a:lnTo>
                  <a:pt x="60959" y="0"/>
                </a:lnTo>
                <a:lnTo>
                  <a:pt x="6095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7" name="object 497"/>
          <p:cNvSpPr/>
          <p:nvPr/>
        </p:nvSpPr>
        <p:spPr>
          <a:xfrm>
            <a:off x="34682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07"/>
                </a:moveTo>
                <a:lnTo>
                  <a:pt x="0" y="7607"/>
                </a:lnTo>
                <a:lnTo>
                  <a:pt x="0" y="0"/>
                </a:lnTo>
                <a:lnTo>
                  <a:pt x="7620" y="0"/>
                </a:lnTo>
                <a:lnTo>
                  <a:pt x="762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8" name="object 498"/>
          <p:cNvSpPr/>
          <p:nvPr/>
        </p:nvSpPr>
        <p:spPr>
          <a:xfrm>
            <a:off x="34987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07"/>
                </a:moveTo>
                <a:lnTo>
                  <a:pt x="0" y="7607"/>
                </a:lnTo>
                <a:lnTo>
                  <a:pt x="0" y="0"/>
                </a:lnTo>
                <a:lnTo>
                  <a:pt x="60959" y="0"/>
                </a:lnTo>
                <a:lnTo>
                  <a:pt x="6095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9" name="object 499"/>
          <p:cNvSpPr/>
          <p:nvPr/>
        </p:nvSpPr>
        <p:spPr>
          <a:xfrm>
            <a:off x="35825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07"/>
                </a:moveTo>
                <a:lnTo>
                  <a:pt x="0" y="7607"/>
                </a:lnTo>
                <a:lnTo>
                  <a:pt x="0" y="0"/>
                </a:lnTo>
                <a:lnTo>
                  <a:pt x="7620" y="0"/>
                </a:lnTo>
                <a:lnTo>
                  <a:pt x="762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0" name="object 500"/>
          <p:cNvSpPr/>
          <p:nvPr/>
        </p:nvSpPr>
        <p:spPr>
          <a:xfrm>
            <a:off x="36130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07"/>
                </a:moveTo>
                <a:lnTo>
                  <a:pt x="0" y="7607"/>
                </a:lnTo>
                <a:lnTo>
                  <a:pt x="0" y="0"/>
                </a:lnTo>
                <a:lnTo>
                  <a:pt x="60959" y="0"/>
                </a:lnTo>
                <a:lnTo>
                  <a:pt x="6095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1" name="object 501"/>
          <p:cNvSpPr/>
          <p:nvPr/>
        </p:nvSpPr>
        <p:spPr>
          <a:xfrm>
            <a:off x="36968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07"/>
                </a:moveTo>
                <a:lnTo>
                  <a:pt x="0" y="7607"/>
                </a:lnTo>
                <a:lnTo>
                  <a:pt x="0" y="0"/>
                </a:lnTo>
                <a:lnTo>
                  <a:pt x="7620" y="0"/>
                </a:lnTo>
                <a:lnTo>
                  <a:pt x="762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2" name="object 502"/>
          <p:cNvSpPr/>
          <p:nvPr/>
        </p:nvSpPr>
        <p:spPr>
          <a:xfrm>
            <a:off x="37273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07"/>
                </a:moveTo>
                <a:lnTo>
                  <a:pt x="0" y="7607"/>
                </a:lnTo>
                <a:lnTo>
                  <a:pt x="0" y="0"/>
                </a:lnTo>
                <a:lnTo>
                  <a:pt x="60959" y="0"/>
                </a:lnTo>
                <a:lnTo>
                  <a:pt x="6095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3" name="object 503"/>
          <p:cNvSpPr/>
          <p:nvPr/>
        </p:nvSpPr>
        <p:spPr>
          <a:xfrm>
            <a:off x="38111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07"/>
                </a:moveTo>
                <a:lnTo>
                  <a:pt x="0" y="7607"/>
                </a:lnTo>
                <a:lnTo>
                  <a:pt x="0" y="0"/>
                </a:lnTo>
                <a:lnTo>
                  <a:pt x="7620" y="0"/>
                </a:lnTo>
                <a:lnTo>
                  <a:pt x="762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4" name="object 504"/>
          <p:cNvSpPr/>
          <p:nvPr/>
        </p:nvSpPr>
        <p:spPr>
          <a:xfrm>
            <a:off x="38416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07"/>
                </a:moveTo>
                <a:lnTo>
                  <a:pt x="0" y="7607"/>
                </a:lnTo>
                <a:lnTo>
                  <a:pt x="0" y="0"/>
                </a:lnTo>
                <a:lnTo>
                  <a:pt x="60959" y="0"/>
                </a:lnTo>
                <a:lnTo>
                  <a:pt x="6095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5" name="object 505"/>
          <p:cNvSpPr/>
          <p:nvPr/>
        </p:nvSpPr>
        <p:spPr>
          <a:xfrm>
            <a:off x="39254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07"/>
                </a:moveTo>
                <a:lnTo>
                  <a:pt x="0" y="7607"/>
                </a:lnTo>
                <a:lnTo>
                  <a:pt x="0" y="0"/>
                </a:lnTo>
                <a:lnTo>
                  <a:pt x="7620" y="0"/>
                </a:lnTo>
                <a:lnTo>
                  <a:pt x="762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6" name="object 506"/>
          <p:cNvSpPr/>
          <p:nvPr/>
        </p:nvSpPr>
        <p:spPr>
          <a:xfrm>
            <a:off x="39559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07"/>
                </a:moveTo>
                <a:lnTo>
                  <a:pt x="0" y="7607"/>
                </a:lnTo>
                <a:lnTo>
                  <a:pt x="0" y="0"/>
                </a:lnTo>
                <a:lnTo>
                  <a:pt x="60959" y="0"/>
                </a:lnTo>
                <a:lnTo>
                  <a:pt x="6095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7" name="object 507"/>
          <p:cNvSpPr/>
          <p:nvPr/>
        </p:nvSpPr>
        <p:spPr>
          <a:xfrm>
            <a:off x="40397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07"/>
                </a:moveTo>
                <a:lnTo>
                  <a:pt x="0" y="7607"/>
                </a:lnTo>
                <a:lnTo>
                  <a:pt x="0" y="0"/>
                </a:lnTo>
                <a:lnTo>
                  <a:pt x="7620" y="0"/>
                </a:lnTo>
                <a:lnTo>
                  <a:pt x="762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8" name="object 508"/>
          <p:cNvSpPr/>
          <p:nvPr/>
        </p:nvSpPr>
        <p:spPr>
          <a:xfrm>
            <a:off x="40702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07"/>
                </a:moveTo>
                <a:lnTo>
                  <a:pt x="0" y="7607"/>
                </a:lnTo>
                <a:lnTo>
                  <a:pt x="0" y="0"/>
                </a:lnTo>
                <a:lnTo>
                  <a:pt x="60959" y="0"/>
                </a:lnTo>
                <a:lnTo>
                  <a:pt x="6095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9" name="object 509"/>
          <p:cNvSpPr/>
          <p:nvPr/>
        </p:nvSpPr>
        <p:spPr>
          <a:xfrm>
            <a:off x="41540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07"/>
                </a:moveTo>
                <a:lnTo>
                  <a:pt x="0" y="7607"/>
                </a:lnTo>
                <a:lnTo>
                  <a:pt x="0" y="0"/>
                </a:lnTo>
                <a:lnTo>
                  <a:pt x="7620" y="0"/>
                </a:lnTo>
                <a:lnTo>
                  <a:pt x="762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0" name="object 510"/>
          <p:cNvSpPr/>
          <p:nvPr/>
        </p:nvSpPr>
        <p:spPr>
          <a:xfrm>
            <a:off x="41845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07"/>
                </a:moveTo>
                <a:lnTo>
                  <a:pt x="0" y="7607"/>
                </a:lnTo>
                <a:lnTo>
                  <a:pt x="0" y="0"/>
                </a:lnTo>
                <a:lnTo>
                  <a:pt x="60959" y="0"/>
                </a:lnTo>
                <a:lnTo>
                  <a:pt x="6095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1" name="object 511"/>
          <p:cNvSpPr/>
          <p:nvPr/>
        </p:nvSpPr>
        <p:spPr>
          <a:xfrm>
            <a:off x="42683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07"/>
                </a:moveTo>
                <a:lnTo>
                  <a:pt x="0" y="7607"/>
                </a:lnTo>
                <a:lnTo>
                  <a:pt x="0" y="0"/>
                </a:lnTo>
                <a:lnTo>
                  <a:pt x="7620" y="0"/>
                </a:lnTo>
                <a:lnTo>
                  <a:pt x="762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2" name="object 512"/>
          <p:cNvSpPr/>
          <p:nvPr/>
        </p:nvSpPr>
        <p:spPr>
          <a:xfrm>
            <a:off x="42988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07"/>
                </a:moveTo>
                <a:lnTo>
                  <a:pt x="0" y="7607"/>
                </a:lnTo>
                <a:lnTo>
                  <a:pt x="0" y="0"/>
                </a:lnTo>
                <a:lnTo>
                  <a:pt x="60959" y="0"/>
                </a:lnTo>
                <a:lnTo>
                  <a:pt x="6095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3" name="object 513"/>
          <p:cNvSpPr/>
          <p:nvPr/>
        </p:nvSpPr>
        <p:spPr>
          <a:xfrm>
            <a:off x="43826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07"/>
                </a:moveTo>
                <a:lnTo>
                  <a:pt x="0" y="7607"/>
                </a:lnTo>
                <a:lnTo>
                  <a:pt x="0" y="0"/>
                </a:lnTo>
                <a:lnTo>
                  <a:pt x="7620" y="0"/>
                </a:lnTo>
                <a:lnTo>
                  <a:pt x="762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4" name="object 514"/>
          <p:cNvSpPr/>
          <p:nvPr/>
        </p:nvSpPr>
        <p:spPr>
          <a:xfrm>
            <a:off x="44131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07"/>
                </a:moveTo>
                <a:lnTo>
                  <a:pt x="0" y="7607"/>
                </a:lnTo>
                <a:lnTo>
                  <a:pt x="0" y="0"/>
                </a:lnTo>
                <a:lnTo>
                  <a:pt x="60959" y="0"/>
                </a:lnTo>
                <a:lnTo>
                  <a:pt x="6095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5" name="object 515"/>
          <p:cNvSpPr/>
          <p:nvPr/>
        </p:nvSpPr>
        <p:spPr>
          <a:xfrm>
            <a:off x="44969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07"/>
                </a:moveTo>
                <a:lnTo>
                  <a:pt x="0" y="7607"/>
                </a:lnTo>
                <a:lnTo>
                  <a:pt x="0" y="0"/>
                </a:lnTo>
                <a:lnTo>
                  <a:pt x="7620" y="0"/>
                </a:lnTo>
                <a:lnTo>
                  <a:pt x="762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6" name="object 516"/>
          <p:cNvSpPr/>
          <p:nvPr/>
        </p:nvSpPr>
        <p:spPr>
          <a:xfrm>
            <a:off x="45274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07"/>
                </a:moveTo>
                <a:lnTo>
                  <a:pt x="0" y="7607"/>
                </a:lnTo>
                <a:lnTo>
                  <a:pt x="0" y="0"/>
                </a:lnTo>
                <a:lnTo>
                  <a:pt x="60959" y="0"/>
                </a:lnTo>
                <a:lnTo>
                  <a:pt x="6095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7" name="object 517"/>
          <p:cNvSpPr/>
          <p:nvPr/>
        </p:nvSpPr>
        <p:spPr>
          <a:xfrm>
            <a:off x="46112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07"/>
                </a:moveTo>
                <a:lnTo>
                  <a:pt x="0" y="7607"/>
                </a:lnTo>
                <a:lnTo>
                  <a:pt x="0" y="0"/>
                </a:lnTo>
                <a:lnTo>
                  <a:pt x="7620" y="0"/>
                </a:lnTo>
                <a:lnTo>
                  <a:pt x="762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8" name="object 518"/>
          <p:cNvSpPr/>
          <p:nvPr/>
        </p:nvSpPr>
        <p:spPr>
          <a:xfrm>
            <a:off x="46417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07"/>
                </a:moveTo>
                <a:lnTo>
                  <a:pt x="0" y="7607"/>
                </a:lnTo>
                <a:lnTo>
                  <a:pt x="0" y="0"/>
                </a:lnTo>
                <a:lnTo>
                  <a:pt x="60959" y="0"/>
                </a:lnTo>
                <a:lnTo>
                  <a:pt x="6095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9" name="object 519"/>
          <p:cNvSpPr/>
          <p:nvPr/>
        </p:nvSpPr>
        <p:spPr>
          <a:xfrm>
            <a:off x="47255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07"/>
                </a:moveTo>
                <a:lnTo>
                  <a:pt x="0" y="7607"/>
                </a:lnTo>
                <a:lnTo>
                  <a:pt x="0" y="0"/>
                </a:lnTo>
                <a:lnTo>
                  <a:pt x="7620" y="0"/>
                </a:lnTo>
                <a:lnTo>
                  <a:pt x="762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0" name="object 520"/>
          <p:cNvSpPr/>
          <p:nvPr/>
        </p:nvSpPr>
        <p:spPr>
          <a:xfrm>
            <a:off x="47560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07"/>
                </a:moveTo>
                <a:lnTo>
                  <a:pt x="0" y="7607"/>
                </a:lnTo>
                <a:lnTo>
                  <a:pt x="0" y="0"/>
                </a:lnTo>
                <a:lnTo>
                  <a:pt x="60959" y="0"/>
                </a:lnTo>
                <a:lnTo>
                  <a:pt x="6095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1" name="object 521"/>
          <p:cNvSpPr/>
          <p:nvPr/>
        </p:nvSpPr>
        <p:spPr>
          <a:xfrm>
            <a:off x="48398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07"/>
                </a:moveTo>
                <a:lnTo>
                  <a:pt x="0" y="7607"/>
                </a:lnTo>
                <a:lnTo>
                  <a:pt x="0" y="0"/>
                </a:lnTo>
                <a:lnTo>
                  <a:pt x="7620" y="0"/>
                </a:lnTo>
                <a:lnTo>
                  <a:pt x="762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2" name="object 522"/>
          <p:cNvSpPr/>
          <p:nvPr/>
        </p:nvSpPr>
        <p:spPr>
          <a:xfrm>
            <a:off x="48703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07"/>
                </a:moveTo>
                <a:lnTo>
                  <a:pt x="0" y="7607"/>
                </a:lnTo>
                <a:lnTo>
                  <a:pt x="0" y="0"/>
                </a:lnTo>
                <a:lnTo>
                  <a:pt x="60959" y="0"/>
                </a:lnTo>
                <a:lnTo>
                  <a:pt x="6095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3" name="object 523"/>
          <p:cNvSpPr/>
          <p:nvPr/>
        </p:nvSpPr>
        <p:spPr>
          <a:xfrm>
            <a:off x="49541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07"/>
                </a:moveTo>
                <a:lnTo>
                  <a:pt x="0" y="7607"/>
                </a:lnTo>
                <a:lnTo>
                  <a:pt x="0" y="0"/>
                </a:lnTo>
                <a:lnTo>
                  <a:pt x="7620" y="0"/>
                </a:lnTo>
                <a:lnTo>
                  <a:pt x="762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4" name="object 524"/>
          <p:cNvSpPr/>
          <p:nvPr/>
        </p:nvSpPr>
        <p:spPr>
          <a:xfrm>
            <a:off x="49846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07"/>
                </a:moveTo>
                <a:lnTo>
                  <a:pt x="0" y="7607"/>
                </a:lnTo>
                <a:lnTo>
                  <a:pt x="0" y="0"/>
                </a:lnTo>
                <a:lnTo>
                  <a:pt x="60959" y="0"/>
                </a:lnTo>
                <a:lnTo>
                  <a:pt x="6095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5" name="object 525"/>
          <p:cNvSpPr/>
          <p:nvPr/>
        </p:nvSpPr>
        <p:spPr>
          <a:xfrm>
            <a:off x="50684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07"/>
                </a:moveTo>
                <a:lnTo>
                  <a:pt x="0" y="7607"/>
                </a:lnTo>
                <a:lnTo>
                  <a:pt x="0" y="0"/>
                </a:lnTo>
                <a:lnTo>
                  <a:pt x="7620" y="0"/>
                </a:lnTo>
                <a:lnTo>
                  <a:pt x="762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6" name="object 526"/>
          <p:cNvSpPr/>
          <p:nvPr/>
        </p:nvSpPr>
        <p:spPr>
          <a:xfrm>
            <a:off x="50989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07"/>
                </a:moveTo>
                <a:lnTo>
                  <a:pt x="0" y="7607"/>
                </a:lnTo>
                <a:lnTo>
                  <a:pt x="0" y="0"/>
                </a:lnTo>
                <a:lnTo>
                  <a:pt x="60959" y="0"/>
                </a:lnTo>
                <a:lnTo>
                  <a:pt x="6095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7" name="object 527"/>
          <p:cNvSpPr/>
          <p:nvPr/>
        </p:nvSpPr>
        <p:spPr>
          <a:xfrm>
            <a:off x="51827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07"/>
                </a:moveTo>
                <a:lnTo>
                  <a:pt x="0" y="7607"/>
                </a:lnTo>
                <a:lnTo>
                  <a:pt x="0" y="0"/>
                </a:lnTo>
                <a:lnTo>
                  <a:pt x="7620" y="0"/>
                </a:lnTo>
                <a:lnTo>
                  <a:pt x="762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8" name="object 528"/>
          <p:cNvSpPr/>
          <p:nvPr/>
        </p:nvSpPr>
        <p:spPr>
          <a:xfrm>
            <a:off x="52132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07"/>
                </a:moveTo>
                <a:lnTo>
                  <a:pt x="0" y="7607"/>
                </a:lnTo>
                <a:lnTo>
                  <a:pt x="0" y="0"/>
                </a:lnTo>
                <a:lnTo>
                  <a:pt x="60959" y="0"/>
                </a:lnTo>
                <a:lnTo>
                  <a:pt x="6095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9" name="object 529"/>
          <p:cNvSpPr/>
          <p:nvPr/>
        </p:nvSpPr>
        <p:spPr>
          <a:xfrm>
            <a:off x="52970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07"/>
                </a:moveTo>
                <a:lnTo>
                  <a:pt x="0" y="7607"/>
                </a:lnTo>
                <a:lnTo>
                  <a:pt x="0" y="0"/>
                </a:lnTo>
                <a:lnTo>
                  <a:pt x="7620" y="0"/>
                </a:lnTo>
                <a:lnTo>
                  <a:pt x="762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0" name="object 530"/>
          <p:cNvSpPr/>
          <p:nvPr/>
        </p:nvSpPr>
        <p:spPr>
          <a:xfrm>
            <a:off x="53275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07"/>
                </a:moveTo>
                <a:lnTo>
                  <a:pt x="0" y="7607"/>
                </a:lnTo>
                <a:lnTo>
                  <a:pt x="0" y="0"/>
                </a:lnTo>
                <a:lnTo>
                  <a:pt x="60959" y="0"/>
                </a:lnTo>
                <a:lnTo>
                  <a:pt x="6095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1" name="object 531"/>
          <p:cNvSpPr/>
          <p:nvPr/>
        </p:nvSpPr>
        <p:spPr>
          <a:xfrm>
            <a:off x="54113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07"/>
                </a:moveTo>
                <a:lnTo>
                  <a:pt x="0" y="7607"/>
                </a:lnTo>
                <a:lnTo>
                  <a:pt x="0" y="0"/>
                </a:lnTo>
                <a:lnTo>
                  <a:pt x="7620" y="0"/>
                </a:lnTo>
                <a:lnTo>
                  <a:pt x="762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2" name="object 532"/>
          <p:cNvSpPr/>
          <p:nvPr/>
        </p:nvSpPr>
        <p:spPr>
          <a:xfrm>
            <a:off x="54418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07"/>
                </a:moveTo>
                <a:lnTo>
                  <a:pt x="0" y="7607"/>
                </a:lnTo>
                <a:lnTo>
                  <a:pt x="0" y="0"/>
                </a:lnTo>
                <a:lnTo>
                  <a:pt x="60959" y="0"/>
                </a:lnTo>
                <a:lnTo>
                  <a:pt x="6095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3" name="object 533"/>
          <p:cNvSpPr/>
          <p:nvPr/>
        </p:nvSpPr>
        <p:spPr>
          <a:xfrm>
            <a:off x="55256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07"/>
                </a:moveTo>
                <a:lnTo>
                  <a:pt x="0" y="7607"/>
                </a:lnTo>
                <a:lnTo>
                  <a:pt x="0" y="0"/>
                </a:lnTo>
                <a:lnTo>
                  <a:pt x="7620" y="0"/>
                </a:lnTo>
                <a:lnTo>
                  <a:pt x="762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4" name="object 534"/>
          <p:cNvSpPr/>
          <p:nvPr/>
        </p:nvSpPr>
        <p:spPr>
          <a:xfrm>
            <a:off x="55561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07"/>
                </a:moveTo>
                <a:lnTo>
                  <a:pt x="0" y="7607"/>
                </a:lnTo>
                <a:lnTo>
                  <a:pt x="0" y="0"/>
                </a:lnTo>
                <a:lnTo>
                  <a:pt x="60959" y="0"/>
                </a:lnTo>
                <a:lnTo>
                  <a:pt x="6095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5" name="object 535"/>
          <p:cNvSpPr/>
          <p:nvPr/>
        </p:nvSpPr>
        <p:spPr>
          <a:xfrm>
            <a:off x="56399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07"/>
                </a:moveTo>
                <a:lnTo>
                  <a:pt x="0" y="7607"/>
                </a:lnTo>
                <a:lnTo>
                  <a:pt x="0" y="0"/>
                </a:lnTo>
                <a:lnTo>
                  <a:pt x="7620" y="0"/>
                </a:lnTo>
                <a:lnTo>
                  <a:pt x="762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6" name="object 536"/>
          <p:cNvSpPr/>
          <p:nvPr/>
        </p:nvSpPr>
        <p:spPr>
          <a:xfrm>
            <a:off x="56704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07"/>
                </a:moveTo>
                <a:lnTo>
                  <a:pt x="0" y="7607"/>
                </a:lnTo>
                <a:lnTo>
                  <a:pt x="0" y="0"/>
                </a:lnTo>
                <a:lnTo>
                  <a:pt x="60959" y="0"/>
                </a:lnTo>
                <a:lnTo>
                  <a:pt x="6095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7" name="object 537"/>
          <p:cNvSpPr/>
          <p:nvPr/>
        </p:nvSpPr>
        <p:spPr>
          <a:xfrm>
            <a:off x="57542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07"/>
                </a:moveTo>
                <a:lnTo>
                  <a:pt x="0" y="7607"/>
                </a:lnTo>
                <a:lnTo>
                  <a:pt x="0" y="0"/>
                </a:lnTo>
                <a:lnTo>
                  <a:pt x="7620" y="0"/>
                </a:lnTo>
                <a:lnTo>
                  <a:pt x="762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8" name="object 538"/>
          <p:cNvSpPr/>
          <p:nvPr/>
        </p:nvSpPr>
        <p:spPr>
          <a:xfrm>
            <a:off x="57847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07"/>
                </a:moveTo>
                <a:lnTo>
                  <a:pt x="0" y="7607"/>
                </a:lnTo>
                <a:lnTo>
                  <a:pt x="0" y="0"/>
                </a:lnTo>
                <a:lnTo>
                  <a:pt x="60959" y="0"/>
                </a:lnTo>
                <a:lnTo>
                  <a:pt x="6095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9" name="object 539"/>
          <p:cNvSpPr/>
          <p:nvPr/>
        </p:nvSpPr>
        <p:spPr>
          <a:xfrm>
            <a:off x="58685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07"/>
                </a:moveTo>
                <a:lnTo>
                  <a:pt x="0" y="7607"/>
                </a:lnTo>
                <a:lnTo>
                  <a:pt x="0" y="0"/>
                </a:lnTo>
                <a:lnTo>
                  <a:pt x="7620" y="0"/>
                </a:lnTo>
                <a:lnTo>
                  <a:pt x="762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0" name="object 540"/>
          <p:cNvSpPr/>
          <p:nvPr/>
        </p:nvSpPr>
        <p:spPr>
          <a:xfrm>
            <a:off x="58990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07"/>
                </a:moveTo>
                <a:lnTo>
                  <a:pt x="0" y="7607"/>
                </a:lnTo>
                <a:lnTo>
                  <a:pt x="0" y="0"/>
                </a:lnTo>
                <a:lnTo>
                  <a:pt x="60959" y="0"/>
                </a:lnTo>
                <a:lnTo>
                  <a:pt x="6095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1" name="object 541"/>
          <p:cNvSpPr/>
          <p:nvPr/>
        </p:nvSpPr>
        <p:spPr>
          <a:xfrm>
            <a:off x="59828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07"/>
                </a:moveTo>
                <a:lnTo>
                  <a:pt x="0" y="7607"/>
                </a:lnTo>
                <a:lnTo>
                  <a:pt x="0" y="0"/>
                </a:lnTo>
                <a:lnTo>
                  <a:pt x="7620" y="0"/>
                </a:lnTo>
                <a:lnTo>
                  <a:pt x="762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2" name="object 542"/>
          <p:cNvSpPr/>
          <p:nvPr/>
        </p:nvSpPr>
        <p:spPr>
          <a:xfrm>
            <a:off x="60133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07"/>
                </a:moveTo>
                <a:lnTo>
                  <a:pt x="0" y="7607"/>
                </a:lnTo>
                <a:lnTo>
                  <a:pt x="0" y="0"/>
                </a:lnTo>
                <a:lnTo>
                  <a:pt x="60959" y="0"/>
                </a:lnTo>
                <a:lnTo>
                  <a:pt x="6095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3" name="object 543"/>
          <p:cNvSpPr/>
          <p:nvPr/>
        </p:nvSpPr>
        <p:spPr>
          <a:xfrm>
            <a:off x="7555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20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4" name="object 544"/>
          <p:cNvSpPr/>
          <p:nvPr/>
        </p:nvSpPr>
        <p:spPr>
          <a:xfrm>
            <a:off x="8393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5" name="object 545"/>
          <p:cNvSpPr/>
          <p:nvPr/>
        </p:nvSpPr>
        <p:spPr>
          <a:xfrm>
            <a:off x="8698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20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6" name="object 546"/>
          <p:cNvSpPr/>
          <p:nvPr/>
        </p:nvSpPr>
        <p:spPr>
          <a:xfrm>
            <a:off x="9536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7" name="object 547"/>
          <p:cNvSpPr/>
          <p:nvPr/>
        </p:nvSpPr>
        <p:spPr>
          <a:xfrm>
            <a:off x="9841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20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8" name="object 548"/>
          <p:cNvSpPr/>
          <p:nvPr/>
        </p:nvSpPr>
        <p:spPr>
          <a:xfrm>
            <a:off x="10679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9" name="object 549"/>
          <p:cNvSpPr/>
          <p:nvPr/>
        </p:nvSpPr>
        <p:spPr>
          <a:xfrm>
            <a:off x="10984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20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0" name="object 550"/>
          <p:cNvSpPr/>
          <p:nvPr/>
        </p:nvSpPr>
        <p:spPr>
          <a:xfrm>
            <a:off x="11822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1" name="object 551"/>
          <p:cNvSpPr/>
          <p:nvPr/>
        </p:nvSpPr>
        <p:spPr>
          <a:xfrm>
            <a:off x="12127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20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2" name="object 552"/>
          <p:cNvSpPr/>
          <p:nvPr/>
        </p:nvSpPr>
        <p:spPr>
          <a:xfrm>
            <a:off x="12965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3" name="object 553"/>
          <p:cNvSpPr/>
          <p:nvPr/>
        </p:nvSpPr>
        <p:spPr>
          <a:xfrm>
            <a:off x="13270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20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4" name="object 554"/>
          <p:cNvSpPr/>
          <p:nvPr/>
        </p:nvSpPr>
        <p:spPr>
          <a:xfrm>
            <a:off x="14108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5" name="object 555"/>
          <p:cNvSpPr/>
          <p:nvPr/>
        </p:nvSpPr>
        <p:spPr>
          <a:xfrm>
            <a:off x="14413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20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6" name="object 556"/>
          <p:cNvSpPr/>
          <p:nvPr/>
        </p:nvSpPr>
        <p:spPr>
          <a:xfrm>
            <a:off x="15251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7" name="object 557"/>
          <p:cNvSpPr/>
          <p:nvPr/>
        </p:nvSpPr>
        <p:spPr>
          <a:xfrm>
            <a:off x="15556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20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8" name="object 558"/>
          <p:cNvSpPr/>
          <p:nvPr/>
        </p:nvSpPr>
        <p:spPr>
          <a:xfrm>
            <a:off x="16394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9" name="object 559"/>
          <p:cNvSpPr/>
          <p:nvPr/>
        </p:nvSpPr>
        <p:spPr>
          <a:xfrm>
            <a:off x="16699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0" name="object 560"/>
          <p:cNvSpPr/>
          <p:nvPr/>
        </p:nvSpPr>
        <p:spPr>
          <a:xfrm>
            <a:off x="17537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1" name="object 561"/>
          <p:cNvSpPr/>
          <p:nvPr/>
        </p:nvSpPr>
        <p:spPr>
          <a:xfrm>
            <a:off x="17842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2" name="object 562"/>
          <p:cNvSpPr/>
          <p:nvPr/>
        </p:nvSpPr>
        <p:spPr>
          <a:xfrm>
            <a:off x="18680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3" name="object 563"/>
          <p:cNvSpPr/>
          <p:nvPr/>
        </p:nvSpPr>
        <p:spPr>
          <a:xfrm>
            <a:off x="18985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4" name="object 564"/>
          <p:cNvSpPr/>
          <p:nvPr/>
        </p:nvSpPr>
        <p:spPr>
          <a:xfrm>
            <a:off x="19823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5" name="object 565"/>
          <p:cNvSpPr/>
          <p:nvPr/>
        </p:nvSpPr>
        <p:spPr>
          <a:xfrm>
            <a:off x="20128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6" name="object 566"/>
          <p:cNvSpPr/>
          <p:nvPr/>
        </p:nvSpPr>
        <p:spPr>
          <a:xfrm>
            <a:off x="20966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7" name="object 567"/>
          <p:cNvSpPr/>
          <p:nvPr/>
        </p:nvSpPr>
        <p:spPr>
          <a:xfrm>
            <a:off x="21271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8" name="object 568"/>
          <p:cNvSpPr/>
          <p:nvPr/>
        </p:nvSpPr>
        <p:spPr>
          <a:xfrm>
            <a:off x="22109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9" name="object 569"/>
          <p:cNvSpPr/>
          <p:nvPr/>
        </p:nvSpPr>
        <p:spPr>
          <a:xfrm>
            <a:off x="22414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0" name="object 570"/>
          <p:cNvSpPr/>
          <p:nvPr/>
        </p:nvSpPr>
        <p:spPr>
          <a:xfrm>
            <a:off x="23252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1" name="object 571"/>
          <p:cNvSpPr/>
          <p:nvPr/>
        </p:nvSpPr>
        <p:spPr>
          <a:xfrm>
            <a:off x="23557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2" name="object 572"/>
          <p:cNvSpPr/>
          <p:nvPr/>
        </p:nvSpPr>
        <p:spPr>
          <a:xfrm>
            <a:off x="24395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3" name="object 573"/>
          <p:cNvSpPr/>
          <p:nvPr/>
        </p:nvSpPr>
        <p:spPr>
          <a:xfrm>
            <a:off x="24700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4" name="object 574"/>
          <p:cNvSpPr/>
          <p:nvPr/>
        </p:nvSpPr>
        <p:spPr>
          <a:xfrm>
            <a:off x="25538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5" name="object 575"/>
          <p:cNvSpPr/>
          <p:nvPr/>
        </p:nvSpPr>
        <p:spPr>
          <a:xfrm>
            <a:off x="25843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6" name="object 576"/>
          <p:cNvSpPr/>
          <p:nvPr/>
        </p:nvSpPr>
        <p:spPr>
          <a:xfrm>
            <a:off x="26681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7" name="object 577"/>
          <p:cNvSpPr/>
          <p:nvPr/>
        </p:nvSpPr>
        <p:spPr>
          <a:xfrm>
            <a:off x="26986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8" name="object 578"/>
          <p:cNvSpPr/>
          <p:nvPr/>
        </p:nvSpPr>
        <p:spPr>
          <a:xfrm>
            <a:off x="27824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9" name="object 579"/>
          <p:cNvSpPr/>
          <p:nvPr/>
        </p:nvSpPr>
        <p:spPr>
          <a:xfrm>
            <a:off x="28129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0" name="object 580"/>
          <p:cNvSpPr/>
          <p:nvPr/>
        </p:nvSpPr>
        <p:spPr>
          <a:xfrm>
            <a:off x="28967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1" name="object 581"/>
          <p:cNvSpPr/>
          <p:nvPr/>
        </p:nvSpPr>
        <p:spPr>
          <a:xfrm>
            <a:off x="29272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2" name="object 582"/>
          <p:cNvSpPr/>
          <p:nvPr/>
        </p:nvSpPr>
        <p:spPr>
          <a:xfrm>
            <a:off x="30110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3" name="object 583"/>
          <p:cNvSpPr/>
          <p:nvPr/>
        </p:nvSpPr>
        <p:spPr>
          <a:xfrm>
            <a:off x="30415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4" name="object 584"/>
          <p:cNvSpPr/>
          <p:nvPr/>
        </p:nvSpPr>
        <p:spPr>
          <a:xfrm>
            <a:off x="31253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5" name="object 585"/>
          <p:cNvSpPr/>
          <p:nvPr/>
        </p:nvSpPr>
        <p:spPr>
          <a:xfrm>
            <a:off x="31558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6" name="object 586"/>
          <p:cNvSpPr/>
          <p:nvPr/>
        </p:nvSpPr>
        <p:spPr>
          <a:xfrm>
            <a:off x="32396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7" name="object 587"/>
          <p:cNvSpPr/>
          <p:nvPr/>
        </p:nvSpPr>
        <p:spPr>
          <a:xfrm>
            <a:off x="32701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8" name="object 588"/>
          <p:cNvSpPr/>
          <p:nvPr/>
        </p:nvSpPr>
        <p:spPr>
          <a:xfrm>
            <a:off x="33539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9" name="object 589"/>
          <p:cNvSpPr/>
          <p:nvPr/>
        </p:nvSpPr>
        <p:spPr>
          <a:xfrm>
            <a:off x="33844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0" name="object 590"/>
          <p:cNvSpPr/>
          <p:nvPr/>
        </p:nvSpPr>
        <p:spPr>
          <a:xfrm>
            <a:off x="34682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1" name="object 591"/>
          <p:cNvSpPr/>
          <p:nvPr/>
        </p:nvSpPr>
        <p:spPr>
          <a:xfrm>
            <a:off x="34987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2" name="object 592"/>
          <p:cNvSpPr/>
          <p:nvPr/>
        </p:nvSpPr>
        <p:spPr>
          <a:xfrm>
            <a:off x="35825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3" name="object 593"/>
          <p:cNvSpPr/>
          <p:nvPr/>
        </p:nvSpPr>
        <p:spPr>
          <a:xfrm>
            <a:off x="36130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4" name="object 594"/>
          <p:cNvSpPr/>
          <p:nvPr/>
        </p:nvSpPr>
        <p:spPr>
          <a:xfrm>
            <a:off x="36968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5" name="object 595"/>
          <p:cNvSpPr/>
          <p:nvPr/>
        </p:nvSpPr>
        <p:spPr>
          <a:xfrm>
            <a:off x="37273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6" name="object 596"/>
          <p:cNvSpPr/>
          <p:nvPr/>
        </p:nvSpPr>
        <p:spPr>
          <a:xfrm>
            <a:off x="38111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7" name="object 597"/>
          <p:cNvSpPr/>
          <p:nvPr/>
        </p:nvSpPr>
        <p:spPr>
          <a:xfrm>
            <a:off x="38416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8" name="object 598"/>
          <p:cNvSpPr/>
          <p:nvPr/>
        </p:nvSpPr>
        <p:spPr>
          <a:xfrm>
            <a:off x="39254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9" name="object 599"/>
          <p:cNvSpPr/>
          <p:nvPr/>
        </p:nvSpPr>
        <p:spPr>
          <a:xfrm>
            <a:off x="39559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0" name="object 600"/>
          <p:cNvSpPr/>
          <p:nvPr/>
        </p:nvSpPr>
        <p:spPr>
          <a:xfrm>
            <a:off x="40397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1" name="object 601"/>
          <p:cNvSpPr/>
          <p:nvPr/>
        </p:nvSpPr>
        <p:spPr>
          <a:xfrm>
            <a:off x="40702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2" name="object 602"/>
          <p:cNvSpPr/>
          <p:nvPr/>
        </p:nvSpPr>
        <p:spPr>
          <a:xfrm>
            <a:off x="41540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3" name="object 603"/>
          <p:cNvSpPr/>
          <p:nvPr/>
        </p:nvSpPr>
        <p:spPr>
          <a:xfrm>
            <a:off x="41845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4" name="object 604"/>
          <p:cNvSpPr/>
          <p:nvPr/>
        </p:nvSpPr>
        <p:spPr>
          <a:xfrm>
            <a:off x="42683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5" name="object 605"/>
          <p:cNvSpPr/>
          <p:nvPr/>
        </p:nvSpPr>
        <p:spPr>
          <a:xfrm>
            <a:off x="42988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6" name="object 606"/>
          <p:cNvSpPr/>
          <p:nvPr/>
        </p:nvSpPr>
        <p:spPr>
          <a:xfrm>
            <a:off x="43826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7" name="object 607"/>
          <p:cNvSpPr/>
          <p:nvPr/>
        </p:nvSpPr>
        <p:spPr>
          <a:xfrm>
            <a:off x="44131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8" name="object 608"/>
          <p:cNvSpPr/>
          <p:nvPr/>
        </p:nvSpPr>
        <p:spPr>
          <a:xfrm>
            <a:off x="44969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9" name="object 609"/>
          <p:cNvSpPr/>
          <p:nvPr/>
        </p:nvSpPr>
        <p:spPr>
          <a:xfrm>
            <a:off x="45274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0" name="object 610"/>
          <p:cNvSpPr/>
          <p:nvPr/>
        </p:nvSpPr>
        <p:spPr>
          <a:xfrm>
            <a:off x="46112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1" name="object 611"/>
          <p:cNvSpPr/>
          <p:nvPr/>
        </p:nvSpPr>
        <p:spPr>
          <a:xfrm>
            <a:off x="46417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2" name="object 612"/>
          <p:cNvSpPr/>
          <p:nvPr/>
        </p:nvSpPr>
        <p:spPr>
          <a:xfrm>
            <a:off x="47255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3" name="object 613"/>
          <p:cNvSpPr/>
          <p:nvPr/>
        </p:nvSpPr>
        <p:spPr>
          <a:xfrm>
            <a:off x="47560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4" name="object 614"/>
          <p:cNvSpPr/>
          <p:nvPr/>
        </p:nvSpPr>
        <p:spPr>
          <a:xfrm>
            <a:off x="48398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5" name="object 615"/>
          <p:cNvSpPr/>
          <p:nvPr/>
        </p:nvSpPr>
        <p:spPr>
          <a:xfrm>
            <a:off x="48703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6" name="object 616"/>
          <p:cNvSpPr/>
          <p:nvPr/>
        </p:nvSpPr>
        <p:spPr>
          <a:xfrm>
            <a:off x="49541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7" name="object 617"/>
          <p:cNvSpPr/>
          <p:nvPr/>
        </p:nvSpPr>
        <p:spPr>
          <a:xfrm>
            <a:off x="49846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8" name="object 618"/>
          <p:cNvSpPr/>
          <p:nvPr/>
        </p:nvSpPr>
        <p:spPr>
          <a:xfrm>
            <a:off x="50684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9" name="object 619"/>
          <p:cNvSpPr/>
          <p:nvPr/>
        </p:nvSpPr>
        <p:spPr>
          <a:xfrm>
            <a:off x="50989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0" name="object 620"/>
          <p:cNvSpPr/>
          <p:nvPr/>
        </p:nvSpPr>
        <p:spPr>
          <a:xfrm>
            <a:off x="51827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1" name="object 621"/>
          <p:cNvSpPr/>
          <p:nvPr/>
        </p:nvSpPr>
        <p:spPr>
          <a:xfrm>
            <a:off x="52132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2" name="object 622"/>
          <p:cNvSpPr/>
          <p:nvPr/>
        </p:nvSpPr>
        <p:spPr>
          <a:xfrm>
            <a:off x="52970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3" name="object 623"/>
          <p:cNvSpPr/>
          <p:nvPr/>
        </p:nvSpPr>
        <p:spPr>
          <a:xfrm>
            <a:off x="53275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4" name="object 624"/>
          <p:cNvSpPr/>
          <p:nvPr/>
        </p:nvSpPr>
        <p:spPr>
          <a:xfrm>
            <a:off x="54113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5" name="object 625"/>
          <p:cNvSpPr/>
          <p:nvPr/>
        </p:nvSpPr>
        <p:spPr>
          <a:xfrm>
            <a:off x="54418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6" name="object 626"/>
          <p:cNvSpPr/>
          <p:nvPr/>
        </p:nvSpPr>
        <p:spPr>
          <a:xfrm>
            <a:off x="55256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7" name="object 627"/>
          <p:cNvSpPr/>
          <p:nvPr/>
        </p:nvSpPr>
        <p:spPr>
          <a:xfrm>
            <a:off x="55561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8" name="object 628"/>
          <p:cNvSpPr/>
          <p:nvPr/>
        </p:nvSpPr>
        <p:spPr>
          <a:xfrm>
            <a:off x="56399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9" name="object 629"/>
          <p:cNvSpPr/>
          <p:nvPr/>
        </p:nvSpPr>
        <p:spPr>
          <a:xfrm>
            <a:off x="56704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0" name="object 630"/>
          <p:cNvSpPr/>
          <p:nvPr/>
        </p:nvSpPr>
        <p:spPr>
          <a:xfrm>
            <a:off x="57542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1" name="object 631"/>
          <p:cNvSpPr/>
          <p:nvPr/>
        </p:nvSpPr>
        <p:spPr>
          <a:xfrm>
            <a:off x="57847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2" name="object 632"/>
          <p:cNvSpPr/>
          <p:nvPr/>
        </p:nvSpPr>
        <p:spPr>
          <a:xfrm>
            <a:off x="58685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3" name="object 633"/>
          <p:cNvSpPr/>
          <p:nvPr/>
        </p:nvSpPr>
        <p:spPr>
          <a:xfrm>
            <a:off x="58990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4" name="object 634"/>
          <p:cNvSpPr/>
          <p:nvPr/>
        </p:nvSpPr>
        <p:spPr>
          <a:xfrm>
            <a:off x="59828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5" name="object 635"/>
          <p:cNvSpPr/>
          <p:nvPr/>
        </p:nvSpPr>
        <p:spPr>
          <a:xfrm>
            <a:off x="60133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6" name="object 636"/>
          <p:cNvSpPr txBox="1"/>
          <p:nvPr/>
        </p:nvSpPr>
        <p:spPr>
          <a:xfrm>
            <a:off x="1122349" y="4109948"/>
            <a:ext cx="933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微软雅黑"/>
                <a:cs typeface="微软雅黑"/>
              </a:rPr>
              <a:t>i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638" name="object 63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>
                <a:solidFill>
                  <a:srgbClr val="F1F1F1"/>
                </a:solidFill>
              </a:rPr>
              <a:t>31</a:t>
            </a:fld>
            <a:endParaRPr dirty="0">
              <a:solidFill>
                <a:srgbClr val="F1F1F1"/>
              </a:solidFill>
            </a:endParaRPr>
          </a:p>
        </p:txBody>
      </p:sp>
      <p:sp>
        <p:nvSpPr>
          <p:cNvPr id="637" name="object 637"/>
          <p:cNvSpPr txBox="1"/>
          <p:nvPr/>
        </p:nvSpPr>
        <p:spPr>
          <a:xfrm>
            <a:off x="1482382" y="4137533"/>
            <a:ext cx="4148454" cy="1751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微软雅黑"/>
                <a:cs typeface="微软雅黑"/>
              </a:rPr>
              <a:t>设行数为</a:t>
            </a:r>
            <a:r>
              <a:rPr sz="2000" spc="-10" dirty="0">
                <a:latin typeface="微软雅黑"/>
                <a:cs typeface="微软雅黑"/>
              </a:rPr>
              <a:t>n</a:t>
            </a:r>
            <a:r>
              <a:rPr sz="2000" dirty="0">
                <a:latin typeface="微软雅黑"/>
                <a:cs typeface="微软雅黑"/>
              </a:rPr>
              <a:t>，则杨辉三角形一共有</a:t>
            </a:r>
            <a:r>
              <a:rPr sz="2000" spc="-10" dirty="0">
                <a:latin typeface="微软雅黑"/>
                <a:cs typeface="微软雅黑"/>
              </a:rPr>
              <a:t>n</a:t>
            </a:r>
            <a:r>
              <a:rPr sz="2000" spc="5" dirty="0">
                <a:latin typeface="微软雅黑"/>
                <a:cs typeface="微软雅黑"/>
              </a:rPr>
              <a:t>行</a:t>
            </a:r>
            <a:endParaRPr sz="2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610"/>
              </a:spcBef>
            </a:pPr>
            <a:r>
              <a:rPr sz="1800" b="1" dirty="0">
                <a:solidFill>
                  <a:srgbClr val="7E0054"/>
                </a:solidFill>
                <a:latin typeface="Consolas"/>
                <a:cs typeface="Consolas"/>
              </a:rPr>
              <a:t>int</a:t>
            </a:r>
            <a:r>
              <a:rPr sz="1800" b="1" dirty="0">
                <a:latin typeface="Consolas"/>
                <a:cs typeface="Consolas"/>
              </a:rPr>
              <a:t>[][] </a:t>
            </a:r>
            <a:r>
              <a:rPr sz="1800" b="1" dirty="0">
                <a:solidFill>
                  <a:srgbClr val="6A3D3D"/>
                </a:solidFill>
                <a:latin typeface="Consolas"/>
                <a:cs typeface="Consolas"/>
              </a:rPr>
              <a:t>tri </a:t>
            </a:r>
            <a:r>
              <a:rPr sz="1800" b="1" dirty="0">
                <a:latin typeface="Consolas"/>
                <a:cs typeface="Consolas"/>
              </a:rPr>
              <a:t>= </a:t>
            </a:r>
            <a:r>
              <a:rPr sz="1800" b="1" dirty="0">
                <a:solidFill>
                  <a:srgbClr val="7E0054"/>
                </a:solidFill>
                <a:latin typeface="Consolas"/>
                <a:cs typeface="Consolas"/>
              </a:rPr>
              <a:t>new</a:t>
            </a:r>
            <a:r>
              <a:rPr sz="1800" b="1" spc="-45" dirty="0">
                <a:solidFill>
                  <a:srgbClr val="7E0054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7E0054"/>
                </a:solidFill>
                <a:latin typeface="Consolas"/>
                <a:cs typeface="Consolas"/>
              </a:rPr>
              <a:t>int</a:t>
            </a:r>
            <a:r>
              <a:rPr sz="1800" b="1" dirty="0">
                <a:latin typeface="Consolas"/>
                <a:cs typeface="Consolas"/>
              </a:rPr>
              <a:t>[</a:t>
            </a:r>
            <a:r>
              <a:rPr sz="1800" b="1" dirty="0">
                <a:solidFill>
                  <a:srgbClr val="6A3D3D"/>
                </a:solidFill>
                <a:latin typeface="Consolas"/>
                <a:cs typeface="Consolas"/>
              </a:rPr>
              <a:t>n</a:t>
            </a:r>
            <a:r>
              <a:rPr sz="1800" b="1" dirty="0">
                <a:latin typeface="Consolas"/>
                <a:cs typeface="Consolas"/>
              </a:rPr>
              <a:t>][];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400">
              <a:latin typeface="Consolas"/>
              <a:cs typeface="Consolas"/>
            </a:endParaRPr>
          </a:p>
          <a:p>
            <a:pPr marL="17145">
              <a:lnSpc>
                <a:spcPct val="100000"/>
              </a:lnSpc>
            </a:pPr>
            <a:r>
              <a:rPr sz="2000" dirty="0">
                <a:latin typeface="微软雅黑"/>
                <a:cs typeface="微软雅黑"/>
              </a:rPr>
              <a:t>第</a:t>
            </a:r>
            <a:r>
              <a:rPr sz="2000" spc="-5" dirty="0">
                <a:latin typeface="微软雅黑"/>
                <a:cs typeface="微软雅黑"/>
              </a:rPr>
              <a:t>i</a:t>
            </a:r>
            <a:r>
              <a:rPr sz="2000" dirty="0">
                <a:latin typeface="微软雅黑"/>
                <a:cs typeface="微软雅黑"/>
              </a:rPr>
              <a:t>行有</a:t>
            </a:r>
            <a:r>
              <a:rPr sz="2000" spc="-5" dirty="0">
                <a:latin typeface="微软雅黑"/>
                <a:cs typeface="微软雅黑"/>
              </a:rPr>
              <a:t>i+1</a:t>
            </a:r>
            <a:r>
              <a:rPr sz="2000" dirty="0">
                <a:latin typeface="微软雅黑"/>
                <a:cs typeface="微软雅黑"/>
              </a:rPr>
              <a:t>个元</a:t>
            </a:r>
            <a:r>
              <a:rPr sz="2000" spc="5" dirty="0">
                <a:latin typeface="微软雅黑"/>
                <a:cs typeface="微软雅黑"/>
              </a:rPr>
              <a:t>素</a:t>
            </a:r>
            <a:endParaRPr sz="2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sz="1800" dirty="0">
                <a:solidFill>
                  <a:srgbClr val="6A3D3D"/>
                </a:solidFill>
                <a:latin typeface="Consolas"/>
                <a:cs typeface="Consolas"/>
              </a:rPr>
              <a:t>tri</a:t>
            </a:r>
            <a:r>
              <a:rPr sz="1800" dirty="0">
                <a:latin typeface="Consolas"/>
                <a:cs typeface="Consolas"/>
              </a:rPr>
              <a:t>[</a:t>
            </a:r>
            <a:r>
              <a:rPr sz="1800" dirty="0">
                <a:solidFill>
                  <a:srgbClr val="6A3D3D"/>
                </a:solidFill>
                <a:latin typeface="Consolas"/>
                <a:cs typeface="Consolas"/>
              </a:rPr>
              <a:t>i</a:t>
            </a:r>
            <a:r>
              <a:rPr sz="1800" dirty="0">
                <a:latin typeface="Consolas"/>
                <a:cs typeface="Consolas"/>
              </a:rPr>
              <a:t>] = </a:t>
            </a:r>
            <a:r>
              <a:rPr sz="1800" b="1" dirty="0">
                <a:solidFill>
                  <a:srgbClr val="7E0054"/>
                </a:solidFill>
                <a:latin typeface="Consolas"/>
                <a:cs typeface="Consolas"/>
              </a:rPr>
              <a:t>new</a:t>
            </a:r>
            <a:r>
              <a:rPr sz="1800" b="1" spc="-25" dirty="0">
                <a:solidFill>
                  <a:srgbClr val="7E0054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7E0054"/>
                </a:solidFill>
                <a:latin typeface="Consolas"/>
                <a:cs typeface="Consolas"/>
              </a:rPr>
              <a:t>int</a:t>
            </a:r>
            <a:r>
              <a:rPr sz="1800" b="1" dirty="0">
                <a:latin typeface="Consolas"/>
                <a:cs typeface="Consolas"/>
              </a:rPr>
              <a:t>[</a:t>
            </a:r>
            <a:r>
              <a:rPr sz="1800" b="1" dirty="0">
                <a:solidFill>
                  <a:srgbClr val="6A3D3D"/>
                </a:solidFill>
                <a:latin typeface="Consolas"/>
                <a:cs typeface="Consolas"/>
              </a:rPr>
              <a:t>i</a:t>
            </a:r>
            <a:r>
              <a:rPr sz="1800" b="1" dirty="0">
                <a:latin typeface="Consolas"/>
                <a:cs typeface="Consolas"/>
              </a:rPr>
              <a:t>+1];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257327"/>
            <a:ext cx="4712335" cy="560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500" dirty="0">
                <a:solidFill>
                  <a:srgbClr val="000000"/>
                </a:solidFill>
                <a:latin typeface="宋体"/>
                <a:cs typeface="宋体"/>
              </a:rPr>
              <a:t>存储杨辉三角形的前</a:t>
            </a:r>
            <a:r>
              <a:rPr sz="3500" spc="-5" dirty="0">
                <a:solidFill>
                  <a:srgbClr val="000000"/>
                </a:solidFill>
                <a:latin typeface="宋体"/>
                <a:cs typeface="宋体"/>
              </a:rPr>
              <a:t>n</a:t>
            </a:r>
            <a:r>
              <a:rPr sz="3500" spc="-10" dirty="0">
                <a:solidFill>
                  <a:srgbClr val="000000"/>
                </a:solidFill>
                <a:latin typeface="宋体"/>
                <a:cs typeface="宋体"/>
              </a:rPr>
              <a:t>行</a:t>
            </a:r>
            <a:endParaRPr sz="35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75232" y="1653539"/>
            <a:ext cx="4599864" cy="22875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437132" y="1615439"/>
            <a:ext cx="4685030" cy="2364105"/>
          </a:xfrm>
          <a:custGeom>
            <a:avLst/>
            <a:gdLst/>
            <a:ahLst/>
            <a:cxnLst/>
            <a:rect l="l" t="t" r="r" b="b"/>
            <a:pathLst>
              <a:path w="4685030" h="2364104">
                <a:moveTo>
                  <a:pt x="4684776" y="2363724"/>
                </a:moveTo>
                <a:lnTo>
                  <a:pt x="0" y="2363724"/>
                </a:lnTo>
                <a:lnTo>
                  <a:pt x="0" y="0"/>
                </a:lnTo>
                <a:lnTo>
                  <a:pt x="4684776" y="0"/>
                </a:lnTo>
                <a:lnTo>
                  <a:pt x="4684776" y="19050"/>
                </a:lnTo>
                <a:lnTo>
                  <a:pt x="38100" y="19050"/>
                </a:lnTo>
                <a:lnTo>
                  <a:pt x="19050" y="38100"/>
                </a:lnTo>
                <a:lnTo>
                  <a:pt x="38100" y="38100"/>
                </a:lnTo>
                <a:lnTo>
                  <a:pt x="38100" y="2325623"/>
                </a:lnTo>
                <a:lnTo>
                  <a:pt x="19049" y="2325623"/>
                </a:lnTo>
                <a:lnTo>
                  <a:pt x="38100" y="2344674"/>
                </a:lnTo>
                <a:lnTo>
                  <a:pt x="4684776" y="2344674"/>
                </a:lnTo>
                <a:lnTo>
                  <a:pt x="4684776" y="2363724"/>
                </a:lnTo>
                <a:close/>
              </a:path>
              <a:path w="4685030" h="2364104">
                <a:moveTo>
                  <a:pt x="38100" y="38100"/>
                </a:moveTo>
                <a:lnTo>
                  <a:pt x="19050" y="38100"/>
                </a:lnTo>
                <a:lnTo>
                  <a:pt x="38100" y="19050"/>
                </a:lnTo>
                <a:lnTo>
                  <a:pt x="38100" y="38100"/>
                </a:lnTo>
                <a:close/>
              </a:path>
              <a:path w="4685030" h="2364104">
                <a:moveTo>
                  <a:pt x="4646676" y="38100"/>
                </a:moveTo>
                <a:lnTo>
                  <a:pt x="38100" y="38100"/>
                </a:lnTo>
                <a:lnTo>
                  <a:pt x="38100" y="19050"/>
                </a:lnTo>
                <a:lnTo>
                  <a:pt x="4646676" y="19050"/>
                </a:lnTo>
                <a:lnTo>
                  <a:pt x="4646676" y="38100"/>
                </a:lnTo>
                <a:close/>
              </a:path>
              <a:path w="4685030" h="2364104">
                <a:moveTo>
                  <a:pt x="4646676" y="2344674"/>
                </a:moveTo>
                <a:lnTo>
                  <a:pt x="4646676" y="19050"/>
                </a:lnTo>
                <a:lnTo>
                  <a:pt x="4665726" y="38100"/>
                </a:lnTo>
                <a:lnTo>
                  <a:pt x="4684776" y="38100"/>
                </a:lnTo>
                <a:lnTo>
                  <a:pt x="4684776" y="2325623"/>
                </a:lnTo>
                <a:lnTo>
                  <a:pt x="4665726" y="2325623"/>
                </a:lnTo>
                <a:lnTo>
                  <a:pt x="4646676" y="2344674"/>
                </a:lnTo>
                <a:close/>
              </a:path>
              <a:path w="4685030" h="2364104">
                <a:moveTo>
                  <a:pt x="4684776" y="38100"/>
                </a:moveTo>
                <a:lnTo>
                  <a:pt x="4665726" y="38100"/>
                </a:lnTo>
                <a:lnTo>
                  <a:pt x="4646676" y="19050"/>
                </a:lnTo>
                <a:lnTo>
                  <a:pt x="4684776" y="19050"/>
                </a:lnTo>
                <a:lnTo>
                  <a:pt x="4684776" y="38100"/>
                </a:lnTo>
                <a:close/>
              </a:path>
              <a:path w="4685030" h="2364104">
                <a:moveTo>
                  <a:pt x="38100" y="2344674"/>
                </a:moveTo>
                <a:lnTo>
                  <a:pt x="19049" y="2325623"/>
                </a:lnTo>
                <a:lnTo>
                  <a:pt x="38100" y="2325623"/>
                </a:lnTo>
                <a:lnTo>
                  <a:pt x="38100" y="2344674"/>
                </a:lnTo>
                <a:close/>
              </a:path>
              <a:path w="4685030" h="2364104">
                <a:moveTo>
                  <a:pt x="4646676" y="2344674"/>
                </a:moveTo>
                <a:lnTo>
                  <a:pt x="38100" y="2344674"/>
                </a:lnTo>
                <a:lnTo>
                  <a:pt x="38100" y="2325623"/>
                </a:lnTo>
                <a:lnTo>
                  <a:pt x="4646676" y="2325623"/>
                </a:lnTo>
                <a:lnTo>
                  <a:pt x="4646676" y="2344674"/>
                </a:lnTo>
                <a:close/>
              </a:path>
              <a:path w="4685030" h="2364104">
                <a:moveTo>
                  <a:pt x="4684776" y="2344674"/>
                </a:moveTo>
                <a:lnTo>
                  <a:pt x="4646676" y="2344674"/>
                </a:lnTo>
                <a:lnTo>
                  <a:pt x="4665726" y="2325623"/>
                </a:lnTo>
                <a:lnTo>
                  <a:pt x="4684776" y="2325623"/>
                </a:lnTo>
                <a:lnTo>
                  <a:pt x="4684776" y="2344674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22349" y="1809508"/>
            <a:ext cx="1149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/>
                <a:cs typeface="微软雅黑"/>
              </a:rPr>
              <a:t>0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2873" y="2068588"/>
            <a:ext cx="312229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1795" algn="l"/>
                <a:tab pos="2460625" algn="l"/>
              </a:tabLst>
            </a:pPr>
            <a:r>
              <a:rPr sz="1200" u="sng" dirty="0">
                <a:uFill>
                  <a:solidFill>
                    <a:srgbClr val="006C39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1200" u="sng" dirty="0">
                <a:uFill>
                  <a:solidFill>
                    <a:srgbClr val="006C39"/>
                  </a:solidFill>
                </a:uFill>
                <a:latin typeface="微软雅黑"/>
                <a:cs typeface="微软雅黑"/>
              </a:rPr>
              <a:t>1	</a:t>
            </a:r>
            <a:endParaRPr sz="12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tabLst>
                <a:tab pos="391795" algn="l"/>
                <a:tab pos="3108960" algn="l"/>
              </a:tabLst>
            </a:pPr>
            <a:r>
              <a:rPr sz="1200" u="sng" dirty="0">
                <a:uFill>
                  <a:solidFill>
                    <a:srgbClr val="006C39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1200" u="sng" dirty="0">
                <a:uFill>
                  <a:solidFill>
                    <a:srgbClr val="006C39"/>
                  </a:solidFill>
                </a:uFill>
                <a:latin typeface="微软雅黑"/>
                <a:cs typeface="微软雅黑"/>
              </a:rPr>
              <a:t>2	</a:t>
            </a:r>
            <a:endParaRPr sz="1200">
              <a:latin typeface="微软雅黑"/>
              <a:cs typeface="微软雅黑"/>
            </a:endParaRPr>
          </a:p>
          <a:p>
            <a:pPr marL="391795">
              <a:lnSpc>
                <a:spcPct val="100000"/>
              </a:lnSpc>
            </a:pPr>
            <a:r>
              <a:rPr sz="1200" dirty="0">
                <a:latin typeface="微软雅黑"/>
                <a:cs typeface="微软雅黑"/>
              </a:rPr>
              <a:t>3</a:t>
            </a:r>
            <a:endParaRPr sz="1200">
              <a:latin typeface="微软雅黑"/>
              <a:cs typeface="微软雅黑"/>
            </a:endParaRPr>
          </a:p>
          <a:p>
            <a:pPr marL="391795">
              <a:lnSpc>
                <a:spcPct val="100000"/>
              </a:lnSpc>
            </a:pPr>
            <a:r>
              <a:rPr sz="1200" dirty="0">
                <a:latin typeface="微软雅黑"/>
                <a:cs typeface="微软雅黑"/>
              </a:rPr>
              <a:t>4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22349" y="2762008"/>
            <a:ext cx="114935" cy="11303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200" dirty="0">
                <a:latin typeface="微软雅黑"/>
                <a:cs typeface="微软雅黑"/>
              </a:rPr>
              <a:t>5</a:t>
            </a:r>
            <a:endParaRPr sz="12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00" dirty="0">
                <a:latin typeface="微软雅黑"/>
                <a:cs typeface="微软雅黑"/>
              </a:rPr>
              <a:t>6</a:t>
            </a:r>
            <a:endParaRPr sz="12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微软雅黑"/>
                <a:cs typeface="微软雅黑"/>
              </a:rPr>
              <a:t>7</a:t>
            </a:r>
            <a:endParaRPr sz="12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200" dirty="0">
                <a:latin typeface="微软雅黑"/>
                <a:cs typeface="微软雅黑"/>
              </a:rPr>
              <a:t>8</a:t>
            </a:r>
            <a:endParaRPr sz="12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微软雅黑"/>
                <a:cs typeface="微软雅黑"/>
              </a:rPr>
              <a:t>9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55573" y="2027885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39393" y="202788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69873" y="2027885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53693" y="202788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84173" y="2027885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067993" y="202788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098473" y="2027885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182293" y="202788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212773" y="2027885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296593" y="202788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327073" y="2027885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410893" y="202788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441373" y="2027885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525193" y="202788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555673" y="2027885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639493" y="202788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669973" y="2027885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753793" y="202788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784273" y="2027885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868093" y="202788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898573" y="2027885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982393" y="202788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012873" y="2027885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096693" y="202788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127173" y="2027885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210993" y="202788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241473" y="2027885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325293" y="202788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355773" y="2027885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439593" y="202788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470073" y="2027885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553893" y="2027885"/>
            <a:ext cx="1905" cy="7620"/>
          </a:xfrm>
          <a:custGeom>
            <a:avLst/>
            <a:gdLst/>
            <a:ahLst/>
            <a:cxnLst/>
            <a:rect l="l" t="t" r="r" b="b"/>
            <a:pathLst>
              <a:path w="1905" h="7619">
                <a:moveTo>
                  <a:pt x="1879" y="7620"/>
                </a:moveTo>
                <a:lnTo>
                  <a:pt x="0" y="7620"/>
                </a:lnTo>
                <a:lnTo>
                  <a:pt x="0" y="0"/>
                </a:lnTo>
                <a:lnTo>
                  <a:pt x="1879" y="0"/>
                </a:lnTo>
                <a:lnTo>
                  <a:pt x="187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55573" y="2675953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839393" y="2675953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869873" y="2675953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953693" y="2675953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984173" y="2675953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067993" y="2675953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098473" y="2675953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182293" y="2675953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212773" y="2675953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296593" y="2675953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327073" y="2675953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410893" y="2675953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441373" y="2675953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525193" y="2675953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555673" y="2675953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639493" y="2675953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669973" y="2675953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753793" y="2675953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784273" y="2675953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868093" y="2675953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898573" y="2675953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982393" y="2675953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2012873" y="2675953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2096693" y="2675953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2127173" y="2675953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2210993" y="2675953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2241473" y="2675953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2325293" y="2675953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2355773" y="2675953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2439593" y="2675953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2470073" y="2675953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2553893" y="2675953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2584373" y="2675953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2668193" y="2675953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2698673" y="2675953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2782493" y="2675953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2812973" y="2675953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2896793" y="2675953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2927273" y="2675953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3011093" y="2675953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3041573" y="2675953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3125393" y="2675953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3155873" y="2675953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3239693" y="2675953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3270173" y="2675953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3353993" y="2675953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3384473" y="2675953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3468293" y="2675953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3498773" y="2675953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3582593" y="2675953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3613073" y="2675953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3696893" y="2675953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3727373" y="2675953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3811193" y="2675953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3841673" y="2675953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3925493" y="2675953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3955973" y="2675953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4039793" y="2675953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4070273" y="2675953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4154093" y="2675953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4184573" y="2675953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4268393" y="2675953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4298873" y="2675953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4382693" y="2675953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4413173" y="2675953"/>
            <a:ext cx="15240" cy="7620"/>
          </a:xfrm>
          <a:custGeom>
            <a:avLst/>
            <a:gdLst/>
            <a:ahLst/>
            <a:cxnLst/>
            <a:rect l="l" t="t" r="r" b="b"/>
            <a:pathLst>
              <a:path w="15239" h="7619">
                <a:moveTo>
                  <a:pt x="14808" y="7619"/>
                </a:moveTo>
                <a:lnTo>
                  <a:pt x="0" y="7619"/>
                </a:lnTo>
                <a:lnTo>
                  <a:pt x="0" y="0"/>
                </a:lnTo>
                <a:lnTo>
                  <a:pt x="14808" y="0"/>
                </a:lnTo>
                <a:lnTo>
                  <a:pt x="14808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755573" y="2837967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839393" y="2837967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869873" y="2837967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953693" y="2837967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984173" y="2837967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1067993" y="2837967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1098473" y="2837967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1182293" y="2837967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1212773" y="2837967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1296593" y="2837967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1327073" y="2837967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1410893" y="2837967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1441373" y="2837967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1525193" y="2837967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1555673" y="2837967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1639493" y="2837967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1669973" y="2837967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1753793" y="2837967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1784273" y="2837967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1868093" y="2837967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1898573" y="2837967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1982393" y="2837967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2012873" y="2837967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2096693" y="2837967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2127173" y="2837967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2210993" y="2837967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2241473" y="2837967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2325293" y="2837967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2355773" y="2837967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2439593" y="2837967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2470073" y="2837967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2553893" y="2837967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2584373" y="2837967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2668193" y="2837967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2698673" y="2837967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2782493" y="2837967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2812973" y="2837967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2896793" y="2837967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2927273" y="2837967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3011093" y="2837967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3041573" y="2837967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3125393" y="2837967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3155873" y="2837967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3239693" y="2837967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3270173" y="2837967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3353993" y="2837967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3384473" y="2837967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3468293" y="2837967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3498773" y="2837967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3582593" y="2837967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3613073" y="2837967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3696893" y="2837967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157"/>
          <p:cNvSpPr/>
          <p:nvPr/>
        </p:nvSpPr>
        <p:spPr>
          <a:xfrm>
            <a:off x="3727373" y="2837967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/>
          <p:nvPr/>
        </p:nvSpPr>
        <p:spPr>
          <a:xfrm>
            <a:off x="3811193" y="2837967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159"/>
          <p:cNvSpPr/>
          <p:nvPr/>
        </p:nvSpPr>
        <p:spPr>
          <a:xfrm>
            <a:off x="3841673" y="2837967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160"/>
          <p:cNvSpPr/>
          <p:nvPr/>
        </p:nvSpPr>
        <p:spPr>
          <a:xfrm>
            <a:off x="3925493" y="2837967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161"/>
          <p:cNvSpPr/>
          <p:nvPr/>
        </p:nvSpPr>
        <p:spPr>
          <a:xfrm>
            <a:off x="3955973" y="2837967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object 162"/>
          <p:cNvSpPr/>
          <p:nvPr/>
        </p:nvSpPr>
        <p:spPr>
          <a:xfrm>
            <a:off x="4039793" y="2837967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object 163"/>
          <p:cNvSpPr/>
          <p:nvPr/>
        </p:nvSpPr>
        <p:spPr>
          <a:xfrm>
            <a:off x="4070273" y="2837967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object 164"/>
          <p:cNvSpPr/>
          <p:nvPr/>
        </p:nvSpPr>
        <p:spPr>
          <a:xfrm>
            <a:off x="4154093" y="2837967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165"/>
          <p:cNvSpPr/>
          <p:nvPr/>
        </p:nvSpPr>
        <p:spPr>
          <a:xfrm>
            <a:off x="4184573" y="2837967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object 166"/>
          <p:cNvSpPr/>
          <p:nvPr/>
        </p:nvSpPr>
        <p:spPr>
          <a:xfrm>
            <a:off x="4268393" y="2837967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object 167"/>
          <p:cNvSpPr/>
          <p:nvPr/>
        </p:nvSpPr>
        <p:spPr>
          <a:xfrm>
            <a:off x="4298873" y="2837967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8"/>
          <p:cNvSpPr/>
          <p:nvPr/>
        </p:nvSpPr>
        <p:spPr>
          <a:xfrm>
            <a:off x="4382693" y="2837967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object 169"/>
          <p:cNvSpPr/>
          <p:nvPr/>
        </p:nvSpPr>
        <p:spPr>
          <a:xfrm>
            <a:off x="4413173" y="2837967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/>
          <p:nvPr/>
        </p:nvSpPr>
        <p:spPr>
          <a:xfrm>
            <a:off x="4496993" y="2837967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1"/>
          <p:cNvSpPr/>
          <p:nvPr/>
        </p:nvSpPr>
        <p:spPr>
          <a:xfrm>
            <a:off x="4527473" y="2837967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72"/>
          <p:cNvSpPr/>
          <p:nvPr/>
        </p:nvSpPr>
        <p:spPr>
          <a:xfrm>
            <a:off x="4611293" y="2837967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object 173"/>
          <p:cNvSpPr/>
          <p:nvPr/>
        </p:nvSpPr>
        <p:spPr>
          <a:xfrm>
            <a:off x="4641773" y="2837967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4725593" y="2837967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5"/>
          <p:cNvSpPr/>
          <p:nvPr/>
        </p:nvSpPr>
        <p:spPr>
          <a:xfrm>
            <a:off x="4756073" y="2837967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176"/>
          <p:cNvSpPr/>
          <p:nvPr/>
        </p:nvSpPr>
        <p:spPr>
          <a:xfrm>
            <a:off x="4839893" y="2837967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4870373" y="2837967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78"/>
          <p:cNvSpPr/>
          <p:nvPr/>
        </p:nvSpPr>
        <p:spPr>
          <a:xfrm>
            <a:off x="7555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8393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8698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9536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82"/>
          <p:cNvSpPr/>
          <p:nvPr/>
        </p:nvSpPr>
        <p:spPr>
          <a:xfrm>
            <a:off x="9841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3"/>
          <p:cNvSpPr/>
          <p:nvPr/>
        </p:nvSpPr>
        <p:spPr>
          <a:xfrm>
            <a:off x="10679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10984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11822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186"/>
          <p:cNvSpPr/>
          <p:nvPr/>
        </p:nvSpPr>
        <p:spPr>
          <a:xfrm>
            <a:off x="12127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187"/>
          <p:cNvSpPr/>
          <p:nvPr/>
        </p:nvSpPr>
        <p:spPr>
          <a:xfrm>
            <a:off x="12965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object 188"/>
          <p:cNvSpPr/>
          <p:nvPr/>
        </p:nvSpPr>
        <p:spPr>
          <a:xfrm>
            <a:off x="13270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189"/>
          <p:cNvSpPr/>
          <p:nvPr/>
        </p:nvSpPr>
        <p:spPr>
          <a:xfrm>
            <a:off x="14108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object 190"/>
          <p:cNvSpPr/>
          <p:nvPr/>
        </p:nvSpPr>
        <p:spPr>
          <a:xfrm>
            <a:off x="14413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object 191"/>
          <p:cNvSpPr/>
          <p:nvPr/>
        </p:nvSpPr>
        <p:spPr>
          <a:xfrm>
            <a:off x="15251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192"/>
          <p:cNvSpPr/>
          <p:nvPr/>
        </p:nvSpPr>
        <p:spPr>
          <a:xfrm>
            <a:off x="15556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object 193"/>
          <p:cNvSpPr/>
          <p:nvPr/>
        </p:nvSpPr>
        <p:spPr>
          <a:xfrm>
            <a:off x="16394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object 194"/>
          <p:cNvSpPr/>
          <p:nvPr/>
        </p:nvSpPr>
        <p:spPr>
          <a:xfrm>
            <a:off x="16699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195"/>
          <p:cNvSpPr/>
          <p:nvPr/>
        </p:nvSpPr>
        <p:spPr>
          <a:xfrm>
            <a:off x="17537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object 196"/>
          <p:cNvSpPr/>
          <p:nvPr/>
        </p:nvSpPr>
        <p:spPr>
          <a:xfrm>
            <a:off x="17842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object 197"/>
          <p:cNvSpPr/>
          <p:nvPr/>
        </p:nvSpPr>
        <p:spPr>
          <a:xfrm>
            <a:off x="18680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object 198"/>
          <p:cNvSpPr/>
          <p:nvPr/>
        </p:nvSpPr>
        <p:spPr>
          <a:xfrm>
            <a:off x="18985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object 199"/>
          <p:cNvSpPr/>
          <p:nvPr/>
        </p:nvSpPr>
        <p:spPr>
          <a:xfrm>
            <a:off x="19823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object 200"/>
          <p:cNvSpPr/>
          <p:nvPr/>
        </p:nvSpPr>
        <p:spPr>
          <a:xfrm>
            <a:off x="20128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object 201"/>
          <p:cNvSpPr/>
          <p:nvPr/>
        </p:nvSpPr>
        <p:spPr>
          <a:xfrm>
            <a:off x="20966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object 202"/>
          <p:cNvSpPr/>
          <p:nvPr/>
        </p:nvSpPr>
        <p:spPr>
          <a:xfrm>
            <a:off x="21271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object 203"/>
          <p:cNvSpPr/>
          <p:nvPr/>
        </p:nvSpPr>
        <p:spPr>
          <a:xfrm>
            <a:off x="22109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object 204"/>
          <p:cNvSpPr/>
          <p:nvPr/>
        </p:nvSpPr>
        <p:spPr>
          <a:xfrm>
            <a:off x="22414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object 205"/>
          <p:cNvSpPr/>
          <p:nvPr/>
        </p:nvSpPr>
        <p:spPr>
          <a:xfrm>
            <a:off x="23252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object 206"/>
          <p:cNvSpPr/>
          <p:nvPr/>
        </p:nvSpPr>
        <p:spPr>
          <a:xfrm>
            <a:off x="23557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object 207"/>
          <p:cNvSpPr/>
          <p:nvPr/>
        </p:nvSpPr>
        <p:spPr>
          <a:xfrm>
            <a:off x="24395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object 208"/>
          <p:cNvSpPr/>
          <p:nvPr/>
        </p:nvSpPr>
        <p:spPr>
          <a:xfrm>
            <a:off x="24700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object 209"/>
          <p:cNvSpPr/>
          <p:nvPr/>
        </p:nvSpPr>
        <p:spPr>
          <a:xfrm>
            <a:off x="25538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object 210"/>
          <p:cNvSpPr/>
          <p:nvPr/>
        </p:nvSpPr>
        <p:spPr>
          <a:xfrm>
            <a:off x="25843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object 211"/>
          <p:cNvSpPr/>
          <p:nvPr/>
        </p:nvSpPr>
        <p:spPr>
          <a:xfrm>
            <a:off x="26681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" name="object 212"/>
          <p:cNvSpPr/>
          <p:nvPr/>
        </p:nvSpPr>
        <p:spPr>
          <a:xfrm>
            <a:off x="26986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" name="object 213"/>
          <p:cNvSpPr/>
          <p:nvPr/>
        </p:nvSpPr>
        <p:spPr>
          <a:xfrm>
            <a:off x="27824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" name="object 214"/>
          <p:cNvSpPr/>
          <p:nvPr/>
        </p:nvSpPr>
        <p:spPr>
          <a:xfrm>
            <a:off x="28129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" name="object 215"/>
          <p:cNvSpPr/>
          <p:nvPr/>
        </p:nvSpPr>
        <p:spPr>
          <a:xfrm>
            <a:off x="28967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" name="object 216"/>
          <p:cNvSpPr/>
          <p:nvPr/>
        </p:nvSpPr>
        <p:spPr>
          <a:xfrm>
            <a:off x="29272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" name="object 217"/>
          <p:cNvSpPr/>
          <p:nvPr/>
        </p:nvSpPr>
        <p:spPr>
          <a:xfrm>
            <a:off x="30110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" name="object 218"/>
          <p:cNvSpPr/>
          <p:nvPr/>
        </p:nvSpPr>
        <p:spPr>
          <a:xfrm>
            <a:off x="30415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" name="object 219"/>
          <p:cNvSpPr/>
          <p:nvPr/>
        </p:nvSpPr>
        <p:spPr>
          <a:xfrm>
            <a:off x="31253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" name="object 220"/>
          <p:cNvSpPr/>
          <p:nvPr/>
        </p:nvSpPr>
        <p:spPr>
          <a:xfrm>
            <a:off x="31558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" name="object 221"/>
          <p:cNvSpPr/>
          <p:nvPr/>
        </p:nvSpPr>
        <p:spPr>
          <a:xfrm>
            <a:off x="32396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2" name="object 222"/>
          <p:cNvSpPr/>
          <p:nvPr/>
        </p:nvSpPr>
        <p:spPr>
          <a:xfrm>
            <a:off x="32701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3" name="object 223"/>
          <p:cNvSpPr/>
          <p:nvPr/>
        </p:nvSpPr>
        <p:spPr>
          <a:xfrm>
            <a:off x="33539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4" name="object 224"/>
          <p:cNvSpPr/>
          <p:nvPr/>
        </p:nvSpPr>
        <p:spPr>
          <a:xfrm>
            <a:off x="33844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5" name="object 225"/>
          <p:cNvSpPr/>
          <p:nvPr/>
        </p:nvSpPr>
        <p:spPr>
          <a:xfrm>
            <a:off x="34682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6" name="object 226"/>
          <p:cNvSpPr/>
          <p:nvPr/>
        </p:nvSpPr>
        <p:spPr>
          <a:xfrm>
            <a:off x="34987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" name="object 227"/>
          <p:cNvSpPr/>
          <p:nvPr/>
        </p:nvSpPr>
        <p:spPr>
          <a:xfrm>
            <a:off x="35825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" name="object 228"/>
          <p:cNvSpPr/>
          <p:nvPr/>
        </p:nvSpPr>
        <p:spPr>
          <a:xfrm>
            <a:off x="36130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" name="object 229"/>
          <p:cNvSpPr/>
          <p:nvPr/>
        </p:nvSpPr>
        <p:spPr>
          <a:xfrm>
            <a:off x="36968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" name="object 230"/>
          <p:cNvSpPr/>
          <p:nvPr/>
        </p:nvSpPr>
        <p:spPr>
          <a:xfrm>
            <a:off x="37273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" name="object 231"/>
          <p:cNvSpPr/>
          <p:nvPr/>
        </p:nvSpPr>
        <p:spPr>
          <a:xfrm>
            <a:off x="38111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" name="object 232"/>
          <p:cNvSpPr/>
          <p:nvPr/>
        </p:nvSpPr>
        <p:spPr>
          <a:xfrm>
            <a:off x="38416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" name="object 233"/>
          <p:cNvSpPr/>
          <p:nvPr/>
        </p:nvSpPr>
        <p:spPr>
          <a:xfrm>
            <a:off x="39254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4" name="object 234"/>
          <p:cNvSpPr/>
          <p:nvPr/>
        </p:nvSpPr>
        <p:spPr>
          <a:xfrm>
            <a:off x="39559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5" name="object 235"/>
          <p:cNvSpPr/>
          <p:nvPr/>
        </p:nvSpPr>
        <p:spPr>
          <a:xfrm>
            <a:off x="40397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" name="object 236"/>
          <p:cNvSpPr/>
          <p:nvPr/>
        </p:nvSpPr>
        <p:spPr>
          <a:xfrm>
            <a:off x="40702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" name="object 237"/>
          <p:cNvSpPr/>
          <p:nvPr/>
        </p:nvSpPr>
        <p:spPr>
          <a:xfrm>
            <a:off x="41540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" name="object 238"/>
          <p:cNvSpPr/>
          <p:nvPr/>
        </p:nvSpPr>
        <p:spPr>
          <a:xfrm>
            <a:off x="41845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9" name="object 239"/>
          <p:cNvSpPr/>
          <p:nvPr/>
        </p:nvSpPr>
        <p:spPr>
          <a:xfrm>
            <a:off x="42683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" name="object 240"/>
          <p:cNvSpPr/>
          <p:nvPr/>
        </p:nvSpPr>
        <p:spPr>
          <a:xfrm>
            <a:off x="42988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1" name="object 241"/>
          <p:cNvSpPr/>
          <p:nvPr/>
        </p:nvSpPr>
        <p:spPr>
          <a:xfrm>
            <a:off x="43826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2" name="object 242"/>
          <p:cNvSpPr/>
          <p:nvPr/>
        </p:nvSpPr>
        <p:spPr>
          <a:xfrm>
            <a:off x="44131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3" name="object 243"/>
          <p:cNvSpPr/>
          <p:nvPr/>
        </p:nvSpPr>
        <p:spPr>
          <a:xfrm>
            <a:off x="44969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4" name="object 244"/>
          <p:cNvSpPr/>
          <p:nvPr/>
        </p:nvSpPr>
        <p:spPr>
          <a:xfrm>
            <a:off x="45274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5" name="object 245"/>
          <p:cNvSpPr/>
          <p:nvPr/>
        </p:nvSpPr>
        <p:spPr>
          <a:xfrm>
            <a:off x="46112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6" name="object 246"/>
          <p:cNvSpPr/>
          <p:nvPr/>
        </p:nvSpPr>
        <p:spPr>
          <a:xfrm>
            <a:off x="46417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7" name="object 247"/>
          <p:cNvSpPr/>
          <p:nvPr/>
        </p:nvSpPr>
        <p:spPr>
          <a:xfrm>
            <a:off x="47255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8" name="object 248"/>
          <p:cNvSpPr/>
          <p:nvPr/>
        </p:nvSpPr>
        <p:spPr>
          <a:xfrm>
            <a:off x="47560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9" name="object 249"/>
          <p:cNvSpPr/>
          <p:nvPr/>
        </p:nvSpPr>
        <p:spPr>
          <a:xfrm>
            <a:off x="48398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0" name="object 250"/>
          <p:cNvSpPr/>
          <p:nvPr/>
        </p:nvSpPr>
        <p:spPr>
          <a:xfrm>
            <a:off x="48703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1" name="object 251"/>
          <p:cNvSpPr/>
          <p:nvPr/>
        </p:nvSpPr>
        <p:spPr>
          <a:xfrm>
            <a:off x="49541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2" name="object 252"/>
          <p:cNvSpPr/>
          <p:nvPr/>
        </p:nvSpPr>
        <p:spPr>
          <a:xfrm>
            <a:off x="49846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3" name="object 253"/>
          <p:cNvSpPr/>
          <p:nvPr/>
        </p:nvSpPr>
        <p:spPr>
          <a:xfrm>
            <a:off x="50684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4" name="object 254"/>
          <p:cNvSpPr/>
          <p:nvPr/>
        </p:nvSpPr>
        <p:spPr>
          <a:xfrm>
            <a:off x="50989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5" name="object 255"/>
          <p:cNvSpPr/>
          <p:nvPr/>
        </p:nvSpPr>
        <p:spPr>
          <a:xfrm>
            <a:off x="51827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6" name="object 256"/>
          <p:cNvSpPr/>
          <p:nvPr/>
        </p:nvSpPr>
        <p:spPr>
          <a:xfrm>
            <a:off x="52132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7" name="object 257"/>
          <p:cNvSpPr/>
          <p:nvPr/>
        </p:nvSpPr>
        <p:spPr>
          <a:xfrm>
            <a:off x="52970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8" name="object 258"/>
          <p:cNvSpPr/>
          <p:nvPr/>
        </p:nvSpPr>
        <p:spPr>
          <a:xfrm>
            <a:off x="53275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9" name="object 259"/>
          <p:cNvSpPr/>
          <p:nvPr/>
        </p:nvSpPr>
        <p:spPr>
          <a:xfrm>
            <a:off x="5411393" y="305399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0" name="object 260"/>
          <p:cNvSpPr/>
          <p:nvPr/>
        </p:nvSpPr>
        <p:spPr>
          <a:xfrm>
            <a:off x="5441873" y="3053994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19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1" name="object 261"/>
          <p:cNvSpPr/>
          <p:nvPr/>
        </p:nvSpPr>
        <p:spPr>
          <a:xfrm>
            <a:off x="7555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20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2" name="object 262"/>
          <p:cNvSpPr/>
          <p:nvPr/>
        </p:nvSpPr>
        <p:spPr>
          <a:xfrm>
            <a:off x="8393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3" name="object 263"/>
          <p:cNvSpPr/>
          <p:nvPr/>
        </p:nvSpPr>
        <p:spPr>
          <a:xfrm>
            <a:off x="8698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20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4" name="object 264"/>
          <p:cNvSpPr/>
          <p:nvPr/>
        </p:nvSpPr>
        <p:spPr>
          <a:xfrm>
            <a:off x="9536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5" name="object 265"/>
          <p:cNvSpPr/>
          <p:nvPr/>
        </p:nvSpPr>
        <p:spPr>
          <a:xfrm>
            <a:off x="9841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20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6" name="object 266"/>
          <p:cNvSpPr/>
          <p:nvPr/>
        </p:nvSpPr>
        <p:spPr>
          <a:xfrm>
            <a:off x="10679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7" name="object 267"/>
          <p:cNvSpPr/>
          <p:nvPr/>
        </p:nvSpPr>
        <p:spPr>
          <a:xfrm>
            <a:off x="10984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20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8" name="object 268"/>
          <p:cNvSpPr/>
          <p:nvPr/>
        </p:nvSpPr>
        <p:spPr>
          <a:xfrm>
            <a:off x="11822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9" name="object 269"/>
          <p:cNvSpPr/>
          <p:nvPr/>
        </p:nvSpPr>
        <p:spPr>
          <a:xfrm>
            <a:off x="12127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20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0" name="object 270"/>
          <p:cNvSpPr/>
          <p:nvPr/>
        </p:nvSpPr>
        <p:spPr>
          <a:xfrm>
            <a:off x="12965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1" name="object 271"/>
          <p:cNvSpPr/>
          <p:nvPr/>
        </p:nvSpPr>
        <p:spPr>
          <a:xfrm>
            <a:off x="13270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20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2" name="object 272"/>
          <p:cNvSpPr/>
          <p:nvPr/>
        </p:nvSpPr>
        <p:spPr>
          <a:xfrm>
            <a:off x="14108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3" name="object 273"/>
          <p:cNvSpPr/>
          <p:nvPr/>
        </p:nvSpPr>
        <p:spPr>
          <a:xfrm>
            <a:off x="14413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20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4" name="object 274"/>
          <p:cNvSpPr/>
          <p:nvPr/>
        </p:nvSpPr>
        <p:spPr>
          <a:xfrm>
            <a:off x="15251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5" name="object 275"/>
          <p:cNvSpPr/>
          <p:nvPr/>
        </p:nvSpPr>
        <p:spPr>
          <a:xfrm>
            <a:off x="15556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20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6" name="object 276"/>
          <p:cNvSpPr/>
          <p:nvPr/>
        </p:nvSpPr>
        <p:spPr>
          <a:xfrm>
            <a:off x="16394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7" name="object 277"/>
          <p:cNvSpPr/>
          <p:nvPr/>
        </p:nvSpPr>
        <p:spPr>
          <a:xfrm>
            <a:off x="16699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8" name="object 278"/>
          <p:cNvSpPr/>
          <p:nvPr/>
        </p:nvSpPr>
        <p:spPr>
          <a:xfrm>
            <a:off x="17537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9" name="object 279"/>
          <p:cNvSpPr/>
          <p:nvPr/>
        </p:nvSpPr>
        <p:spPr>
          <a:xfrm>
            <a:off x="17842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0" name="object 280"/>
          <p:cNvSpPr/>
          <p:nvPr/>
        </p:nvSpPr>
        <p:spPr>
          <a:xfrm>
            <a:off x="18680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1" name="object 281"/>
          <p:cNvSpPr/>
          <p:nvPr/>
        </p:nvSpPr>
        <p:spPr>
          <a:xfrm>
            <a:off x="18985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2" name="object 282"/>
          <p:cNvSpPr/>
          <p:nvPr/>
        </p:nvSpPr>
        <p:spPr>
          <a:xfrm>
            <a:off x="19823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3" name="object 283"/>
          <p:cNvSpPr/>
          <p:nvPr/>
        </p:nvSpPr>
        <p:spPr>
          <a:xfrm>
            <a:off x="20128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4" name="object 284"/>
          <p:cNvSpPr/>
          <p:nvPr/>
        </p:nvSpPr>
        <p:spPr>
          <a:xfrm>
            <a:off x="20966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5" name="object 285"/>
          <p:cNvSpPr/>
          <p:nvPr/>
        </p:nvSpPr>
        <p:spPr>
          <a:xfrm>
            <a:off x="21271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6" name="object 286"/>
          <p:cNvSpPr/>
          <p:nvPr/>
        </p:nvSpPr>
        <p:spPr>
          <a:xfrm>
            <a:off x="22109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7" name="object 287"/>
          <p:cNvSpPr/>
          <p:nvPr/>
        </p:nvSpPr>
        <p:spPr>
          <a:xfrm>
            <a:off x="22414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8" name="object 288"/>
          <p:cNvSpPr/>
          <p:nvPr/>
        </p:nvSpPr>
        <p:spPr>
          <a:xfrm>
            <a:off x="23252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9" name="object 289"/>
          <p:cNvSpPr/>
          <p:nvPr/>
        </p:nvSpPr>
        <p:spPr>
          <a:xfrm>
            <a:off x="23557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0" name="object 290"/>
          <p:cNvSpPr/>
          <p:nvPr/>
        </p:nvSpPr>
        <p:spPr>
          <a:xfrm>
            <a:off x="24395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1" name="object 291"/>
          <p:cNvSpPr/>
          <p:nvPr/>
        </p:nvSpPr>
        <p:spPr>
          <a:xfrm>
            <a:off x="24700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2" name="object 292"/>
          <p:cNvSpPr/>
          <p:nvPr/>
        </p:nvSpPr>
        <p:spPr>
          <a:xfrm>
            <a:off x="25538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3" name="object 293"/>
          <p:cNvSpPr/>
          <p:nvPr/>
        </p:nvSpPr>
        <p:spPr>
          <a:xfrm>
            <a:off x="25843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4" name="object 294"/>
          <p:cNvSpPr/>
          <p:nvPr/>
        </p:nvSpPr>
        <p:spPr>
          <a:xfrm>
            <a:off x="26681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5" name="object 295"/>
          <p:cNvSpPr/>
          <p:nvPr/>
        </p:nvSpPr>
        <p:spPr>
          <a:xfrm>
            <a:off x="26986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6" name="object 296"/>
          <p:cNvSpPr/>
          <p:nvPr/>
        </p:nvSpPr>
        <p:spPr>
          <a:xfrm>
            <a:off x="27824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7" name="object 297"/>
          <p:cNvSpPr/>
          <p:nvPr/>
        </p:nvSpPr>
        <p:spPr>
          <a:xfrm>
            <a:off x="28129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8" name="object 298"/>
          <p:cNvSpPr/>
          <p:nvPr/>
        </p:nvSpPr>
        <p:spPr>
          <a:xfrm>
            <a:off x="28967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9" name="object 299"/>
          <p:cNvSpPr/>
          <p:nvPr/>
        </p:nvSpPr>
        <p:spPr>
          <a:xfrm>
            <a:off x="29272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0" name="object 300"/>
          <p:cNvSpPr/>
          <p:nvPr/>
        </p:nvSpPr>
        <p:spPr>
          <a:xfrm>
            <a:off x="30110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1" name="object 301"/>
          <p:cNvSpPr/>
          <p:nvPr/>
        </p:nvSpPr>
        <p:spPr>
          <a:xfrm>
            <a:off x="30415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2" name="object 302"/>
          <p:cNvSpPr/>
          <p:nvPr/>
        </p:nvSpPr>
        <p:spPr>
          <a:xfrm>
            <a:off x="31253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3" name="object 303"/>
          <p:cNvSpPr/>
          <p:nvPr/>
        </p:nvSpPr>
        <p:spPr>
          <a:xfrm>
            <a:off x="31558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19"/>
                </a:moveTo>
                <a:lnTo>
                  <a:pt x="0" y="7619"/>
                </a:lnTo>
                <a:lnTo>
                  <a:pt x="0" y="0"/>
                </a:lnTo>
                <a:lnTo>
                  <a:pt x="60960" y="0"/>
                </a:lnTo>
                <a:lnTo>
                  <a:pt x="6096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4" name="object 304"/>
          <p:cNvSpPr/>
          <p:nvPr/>
        </p:nvSpPr>
        <p:spPr>
          <a:xfrm>
            <a:off x="32396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5" name="object 305"/>
          <p:cNvSpPr/>
          <p:nvPr/>
        </p:nvSpPr>
        <p:spPr>
          <a:xfrm>
            <a:off x="32701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6" name="object 306"/>
          <p:cNvSpPr/>
          <p:nvPr/>
        </p:nvSpPr>
        <p:spPr>
          <a:xfrm>
            <a:off x="33539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7" name="object 307"/>
          <p:cNvSpPr/>
          <p:nvPr/>
        </p:nvSpPr>
        <p:spPr>
          <a:xfrm>
            <a:off x="33844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8" name="object 308"/>
          <p:cNvSpPr/>
          <p:nvPr/>
        </p:nvSpPr>
        <p:spPr>
          <a:xfrm>
            <a:off x="34682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9" name="object 309"/>
          <p:cNvSpPr/>
          <p:nvPr/>
        </p:nvSpPr>
        <p:spPr>
          <a:xfrm>
            <a:off x="34987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0" name="object 310"/>
          <p:cNvSpPr/>
          <p:nvPr/>
        </p:nvSpPr>
        <p:spPr>
          <a:xfrm>
            <a:off x="35825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1" name="object 311"/>
          <p:cNvSpPr/>
          <p:nvPr/>
        </p:nvSpPr>
        <p:spPr>
          <a:xfrm>
            <a:off x="36130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2" name="object 312"/>
          <p:cNvSpPr/>
          <p:nvPr/>
        </p:nvSpPr>
        <p:spPr>
          <a:xfrm>
            <a:off x="36968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3" name="object 313"/>
          <p:cNvSpPr/>
          <p:nvPr/>
        </p:nvSpPr>
        <p:spPr>
          <a:xfrm>
            <a:off x="37273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4" name="object 314"/>
          <p:cNvSpPr/>
          <p:nvPr/>
        </p:nvSpPr>
        <p:spPr>
          <a:xfrm>
            <a:off x="38111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5" name="object 315"/>
          <p:cNvSpPr/>
          <p:nvPr/>
        </p:nvSpPr>
        <p:spPr>
          <a:xfrm>
            <a:off x="38416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6" name="object 316"/>
          <p:cNvSpPr/>
          <p:nvPr/>
        </p:nvSpPr>
        <p:spPr>
          <a:xfrm>
            <a:off x="39254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7" name="object 317"/>
          <p:cNvSpPr/>
          <p:nvPr/>
        </p:nvSpPr>
        <p:spPr>
          <a:xfrm>
            <a:off x="39559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8" name="object 318"/>
          <p:cNvSpPr/>
          <p:nvPr/>
        </p:nvSpPr>
        <p:spPr>
          <a:xfrm>
            <a:off x="40397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9" name="object 319"/>
          <p:cNvSpPr/>
          <p:nvPr/>
        </p:nvSpPr>
        <p:spPr>
          <a:xfrm>
            <a:off x="40702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0" name="object 320"/>
          <p:cNvSpPr/>
          <p:nvPr/>
        </p:nvSpPr>
        <p:spPr>
          <a:xfrm>
            <a:off x="41540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1" name="object 321"/>
          <p:cNvSpPr/>
          <p:nvPr/>
        </p:nvSpPr>
        <p:spPr>
          <a:xfrm>
            <a:off x="41845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2" name="object 322"/>
          <p:cNvSpPr/>
          <p:nvPr/>
        </p:nvSpPr>
        <p:spPr>
          <a:xfrm>
            <a:off x="42683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3" name="object 323"/>
          <p:cNvSpPr/>
          <p:nvPr/>
        </p:nvSpPr>
        <p:spPr>
          <a:xfrm>
            <a:off x="42988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4" name="object 324"/>
          <p:cNvSpPr/>
          <p:nvPr/>
        </p:nvSpPr>
        <p:spPr>
          <a:xfrm>
            <a:off x="43826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5" name="object 325"/>
          <p:cNvSpPr/>
          <p:nvPr/>
        </p:nvSpPr>
        <p:spPr>
          <a:xfrm>
            <a:off x="44131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6" name="object 326"/>
          <p:cNvSpPr/>
          <p:nvPr/>
        </p:nvSpPr>
        <p:spPr>
          <a:xfrm>
            <a:off x="44969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7" name="object 327"/>
          <p:cNvSpPr/>
          <p:nvPr/>
        </p:nvSpPr>
        <p:spPr>
          <a:xfrm>
            <a:off x="45274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8" name="object 328"/>
          <p:cNvSpPr/>
          <p:nvPr/>
        </p:nvSpPr>
        <p:spPr>
          <a:xfrm>
            <a:off x="46112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9" name="object 329"/>
          <p:cNvSpPr/>
          <p:nvPr/>
        </p:nvSpPr>
        <p:spPr>
          <a:xfrm>
            <a:off x="46417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0" name="object 330"/>
          <p:cNvSpPr/>
          <p:nvPr/>
        </p:nvSpPr>
        <p:spPr>
          <a:xfrm>
            <a:off x="47255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1" name="object 331"/>
          <p:cNvSpPr/>
          <p:nvPr/>
        </p:nvSpPr>
        <p:spPr>
          <a:xfrm>
            <a:off x="47560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2" name="object 332"/>
          <p:cNvSpPr/>
          <p:nvPr/>
        </p:nvSpPr>
        <p:spPr>
          <a:xfrm>
            <a:off x="48398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3" name="object 333"/>
          <p:cNvSpPr/>
          <p:nvPr/>
        </p:nvSpPr>
        <p:spPr>
          <a:xfrm>
            <a:off x="48703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4" name="object 334"/>
          <p:cNvSpPr/>
          <p:nvPr/>
        </p:nvSpPr>
        <p:spPr>
          <a:xfrm>
            <a:off x="49541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5" name="object 335"/>
          <p:cNvSpPr/>
          <p:nvPr/>
        </p:nvSpPr>
        <p:spPr>
          <a:xfrm>
            <a:off x="49846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6" name="object 336"/>
          <p:cNvSpPr/>
          <p:nvPr/>
        </p:nvSpPr>
        <p:spPr>
          <a:xfrm>
            <a:off x="50684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7" name="object 337"/>
          <p:cNvSpPr/>
          <p:nvPr/>
        </p:nvSpPr>
        <p:spPr>
          <a:xfrm>
            <a:off x="50989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8" name="object 338"/>
          <p:cNvSpPr/>
          <p:nvPr/>
        </p:nvSpPr>
        <p:spPr>
          <a:xfrm>
            <a:off x="51827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9" name="object 339"/>
          <p:cNvSpPr/>
          <p:nvPr/>
        </p:nvSpPr>
        <p:spPr>
          <a:xfrm>
            <a:off x="52132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0" name="object 340"/>
          <p:cNvSpPr/>
          <p:nvPr/>
        </p:nvSpPr>
        <p:spPr>
          <a:xfrm>
            <a:off x="52970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1" name="object 341"/>
          <p:cNvSpPr/>
          <p:nvPr/>
        </p:nvSpPr>
        <p:spPr>
          <a:xfrm>
            <a:off x="53275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2" name="object 342"/>
          <p:cNvSpPr/>
          <p:nvPr/>
        </p:nvSpPr>
        <p:spPr>
          <a:xfrm>
            <a:off x="54113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3" name="object 343"/>
          <p:cNvSpPr/>
          <p:nvPr/>
        </p:nvSpPr>
        <p:spPr>
          <a:xfrm>
            <a:off x="54418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4" name="object 344"/>
          <p:cNvSpPr/>
          <p:nvPr/>
        </p:nvSpPr>
        <p:spPr>
          <a:xfrm>
            <a:off x="55256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5" name="object 345"/>
          <p:cNvSpPr/>
          <p:nvPr/>
        </p:nvSpPr>
        <p:spPr>
          <a:xfrm>
            <a:off x="55561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6" name="object 346"/>
          <p:cNvSpPr/>
          <p:nvPr/>
        </p:nvSpPr>
        <p:spPr>
          <a:xfrm>
            <a:off x="56399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7" name="object 347"/>
          <p:cNvSpPr/>
          <p:nvPr/>
        </p:nvSpPr>
        <p:spPr>
          <a:xfrm>
            <a:off x="56704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8" name="object 348"/>
          <p:cNvSpPr/>
          <p:nvPr/>
        </p:nvSpPr>
        <p:spPr>
          <a:xfrm>
            <a:off x="57542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9" name="object 349"/>
          <p:cNvSpPr/>
          <p:nvPr/>
        </p:nvSpPr>
        <p:spPr>
          <a:xfrm>
            <a:off x="57847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0" name="object 350"/>
          <p:cNvSpPr/>
          <p:nvPr/>
        </p:nvSpPr>
        <p:spPr>
          <a:xfrm>
            <a:off x="58685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1" name="object 351"/>
          <p:cNvSpPr/>
          <p:nvPr/>
        </p:nvSpPr>
        <p:spPr>
          <a:xfrm>
            <a:off x="58990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2" name="object 352"/>
          <p:cNvSpPr/>
          <p:nvPr/>
        </p:nvSpPr>
        <p:spPr>
          <a:xfrm>
            <a:off x="5982893" y="327002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3" name="object 353"/>
          <p:cNvSpPr/>
          <p:nvPr/>
        </p:nvSpPr>
        <p:spPr>
          <a:xfrm>
            <a:off x="6013373" y="327002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19"/>
                </a:moveTo>
                <a:lnTo>
                  <a:pt x="0" y="7619"/>
                </a:lnTo>
                <a:lnTo>
                  <a:pt x="0" y="0"/>
                </a:lnTo>
                <a:lnTo>
                  <a:pt x="60959" y="0"/>
                </a:lnTo>
                <a:lnTo>
                  <a:pt x="60959" y="761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4" name="object 354"/>
          <p:cNvSpPr/>
          <p:nvPr/>
        </p:nvSpPr>
        <p:spPr>
          <a:xfrm>
            <a:off x="7555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20">
                <a:moveTo>
                  <a:pt x="60959" y="7607"/>
                </a:moveTo>
                <a:lnTo>
                  <a:pt x="0" y="7607"/>
                </a:lnTo>
                <a:lnTo>
                  <a:pt x="0" y="0"/>
                </a:lnTo>
                <a:lnTo>
                  <a:pt x="60959" y="0"/>
                </a:lnTo>
                <a:lnTo>
                  <a:pt x="6095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5" name="object 355"/>
          <p:cNvSpPr/>
          <p:nvPr/>
        </p:nvSpPr>
        <p:spPr>
          <a:xfrm>
            <a:off x="8393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07"/>
                </a:moveTo>
                <a:lnTo>
                  <a:pt x="0" y="7607"/>
                </a:lnTo>
                <a:lnTo>
                  <a:pt x="0" y="0"/>
                </a:lnTo>
                <a:lnTo>
                  <a:pt x="7620" y="0"/>
                </a:lnTo>
                <a:lnTo>
                  <a:pt x="762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6" name="object 356"/>
          <p:cNvSpPr/>
          <p:nvPr/>
        </p:nvSpPr>
        <p:spPr>
          <a:xfrm>
            <a:off x="8698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20">
                <a:moveTo>
                  <a:pt x="60959" y="7607"/>
                </a:moveTo>
                <a:lnTo>
                  <a:pt x="0" y="7607"/>
                </a:lnTo>
                <a:lnTo>
                  <a:pt x="0" y="0"/>
                </a:lnTo>
                <a:lnTo>
                  <a:pt x="60959" y="0"/>
                </a:lnTo>
                <a:lnTo>
                  <a:pt x="6095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7" name="object 357"/>
          <p:cNvSpPr/>
          <p:nvPr/>
        </p:nvSpPr>
        <p:spPr>
          <a:xfrm>
            <a:off x="9536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07"/>
                </a:moveTo>
                <a:lnTo>
                  <a:pt x="0" y="7607"/>
                </a:lnTo>
                <a:lnTo>
                  <a:pt x="0" y="0"/>
                </a:lnTo>
                <a:lnTo>
                  <a:pt x="7620" y="0"/>
                </a:lnTo>
                <a:lnTo>
                  <a:pt x="762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8" name="object 358"/>
          <p:cNvSpPr/>
          <p:nvPr/>
        </p:nvSpPr>
        <p:spPr>
          <a:xfrm>
            <a:off x="9841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20">
                <a:moveTo>
                  <a:pt x="60959" y="7607"/>
                </a:moveTo>
                <a:lnTo>
                  <a:pt x="0" y="7607"/>
                </a:lnTo>
                <a:lnTo>
                  <a:pt x="0" y="0"/>
                </a:lnTo>
                <a:lnTo>
                  <a:pt x="60959" y="0"/>
                </a:lnTo>
                <a:lnTo>
                  <a:pt x="6095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9" name="object 359"/>
          <p:cNvSpPr/>
          <p:nvPr/>
        </p:nvSpPr>
        <p:spPr>
          <a:xfrm>
            <a:off x="10679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07"/>
                </a:moveTo>
                <a:lnTo>
                  <a:pt x="0" y="7607"/>
                </a:lnTo>
                <a:lnTo>
                  <a:pt x="0" y="0"/>
                </a:lnTo>
                <a:lnTo>
                  <a:pt x="7620" y="0"/>
                </a:lnTo>
                <a:lnTo>
                  <a:pt x="762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0" name="object 360"/>
          <p:cNvSpPr/>
          <p:nvPr/>
        </p:nvSpPr>
        <p:spPr>
          <a:xfrm>
            <a:off x="10984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20">
                <a:moveTo>
                  <a:pt x="60959" y="7607"/>
                </a:moveTo>
                <a:lnTo>
                  <a:pt x="0" y="7607"/>
                </a:lnTo>
                <a:lnTo>
                  <a:pt x="0" y="0"/>
                </a:lnTo>
                <a:lnTo>
                  <a:pt x="60959" y="0"/>
                </a:lnTo>
                <a:lnTo>
                  <a:pt x="6095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1" name="object 361"/>
          <p:cNvSpPr/>
          <p:nvPr/>
        </p:nvSpPr>
        <p:spPr>
          <a:xfrm>
            <a:off x="11822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07"/>
                </a:moveTo>
                <a:lnTo>
                  <a:pt x="0" y="7607"/>
                </a:lnTo>
                <a:lnTo>
                  <a:pt x="0" y="0"/>
                </a:lnTo>
                <a:lnTo>
                  <a:pt x="7620" y="0"/>
                </a:lnTo>
                <a:lnTo>
                  <a:pt x="762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2" name="object 362"/>
          <p:cNvSpPr/>
          <p:nvPr/>
        </p:nvSpPr>
        <p:spPr>
          <a:xfrm>
            <a:off x="12127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20">
                <a:moveTo>
                  <a:pt x="60959" y="7607"/>
                </a:moveTo>
                <a:lnTo>
                  <a:pt x="0" y="7607"/>
                </a:lnTo>
                <a:lnTo>
                  <a:pt x="0" y="0"/>
                </a:lnTo>
                <a:lnTo>
                  <a:pt x="60959" y="0"/>
                </a:lnTo>
                <a:lnTo>
                  <a:pt x="6095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3" name="object 363"/>
          <p:cNvSpPr/>
          <p:nvPr/>
        </p:nvSpPr>
        <p:spPr>
          <a:xfrm>
            <a:off x="12965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07"/>
                </a:moveTo>
                <a:lnTo>
                  <a:pt x="0" y="7607"/>
                </a:lnTo>
                <a:lnTo>
                  <a:pt x="0" y="0"/>
                </a:lnTo>
                <a:lnTo>
                  <a:pt x="7620" y="0"/>
                </a:lnTo>
                <a:lnTo>
                  <a:pt x="762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4" name="object 364"/>
          <p:cNvSpPr/>
          <p:nvPr/>
        </p:nvSpPr>
        <p:spPr>
          <a:xfrm>
            <a:off x="13270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20">
                <a:moveTo>
                  <a:pt x="60959" y="7607"/>
                </a:moveTo>
                <a:lnTo>
                  <a:pt x="0" y="7607"/>
                </a:lnTo>
                <a:lnTo>
                  <a:pt x="0" y="0"/>
                </a:lnTo>
                <a:lnTo>
                  <a:pt x="60959" y="0"/>
                </a:lnTo>
                <a:lnTo>
                  <a:pt x="6095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5" name="object 365"/>
          <p:cNvSpPr/>
          <p:nvPr/>
        </p:nvSpPr>
        <p:spPr>
          <a:xfrm>
            <a:off x="14108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07"/>
                </a:moveTo>
                <a:lnTo>
                  <a:pt x="0" y="7607"/>
                </a:lnTo>
                <a:lnTo>
                  <a:pt x="0" y="0"/>
                </a:lnTo>
                <a:lnTo>
                  <a:pt x="7620" y="0"/>
                </a:lnTo>
                <a:lnTo>
                  <a:pt x="762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6" name="object 366"/>
          <p:cNvSpPr/>
          <p:nvPr/>
        </p:nvSpPr>
        <p:spPr>
          <a:xfrm>
            <a:off x="14413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20">
                <a:moveTo>
                  <a:pt x="60959" y="7607"/>
                </a:moveTo>
                <a:lnTo>
                  <a:pt x="0" y="7607"/>
                </a:lnTo>
                <a:lnTo>
                  <a:pt x="0" y="0"/>
                </a:lnTo>
                <a:lnTo>
                  <a:pt x="60959" y="0"/>
                </a:lnTo>
                <a:lnTo>
                  <a:pt x="6095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7" name="object 367"/>
          <p:cNvSpPr/>
          <p:nvPr/>
        </p:nvSpPr>
        <p:spPr>
          <a:xfrm>
            <a:off x="15251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07"/>
                </a:moveTo>
                <a:lnTo>
                  <a:pt x="0" y="7607"/>
                </a:lnTo>
                <a:lnTo>
                  <a:pt x="0" y="0"/>
                </a:lnTo>
                <a:lnTo>
                  <a:pt x="7620" y="0"/>
                </a:lnTo>
                <a:lnTo>
                  <a:pt x="762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8" name="object 368"/>
          <p:cNvSpPr/>
          <p:nvPr/>
        </p:nvSpPr>
        <p:spPr>
          <a:xfrm>
            <a:off x="15556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20">
                <a:moveTo>
                  <a:pt x="60959" y="7607"/>
                </a:moveTo>
                <a:lnTo>
                  <a:pt x="0" y="7607"/>
                </a:lnTo>
                <a:lnTo>
                  <a:pt x="0" y="0"/>
                </a:lnTo>
                <a:lnTo>
                  <a:pt x="60959" y="0"/>
                </a:lnTo>
                <a:lnTo>
                  <a:pt x="6095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9" name="object 369"/>
          <p:cNvSpPr/>
          <p:nvPr/>
        </p:nvSpPr>
        <p:spPr>
          <a:xfrm>
            <a:off x="16394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07"/>
                </a:moveTo>
                <a:lnTo>
                  <a:pt x="0" y="7607"/>
                </a:lnTo>
                <a:lnTo>
                  <a:pt x="0" y="0"/>
                </a:lnTo>
                <a:lnTo>
                  <a:pt x="7619" y="0"/>
                </a:lnTo>
                <a:lnTo>
                  <a:pt x="761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0" name="object 370"/>
          <p:cNvSpPr/>
          <p:nvPr/>
        </p:nvSpPr>
        <p:spPr>
          <a:xfrm>
            <a:off x="16699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07"/>
                </a:moveTo>
                <a:lnTo>
                  <a:pt x="0" y="7607"/>
                </a:lnTo>
                <a:lnTo>
                  <a:pt x="0" y="0"/>
                </a:lnTo>
                <a:lnTo>
                  <a:pt x="60960" y="0"/>
                </a:lnTo>
                <a:lnTo>
                  <a:pt x="6096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1" name="object 371"/>
          <p:cNvSpPr/>
          <p:nvPr/>
        </p:nvSpPr>
        <p:spPr>
          <a:xfrm>
            <a:off x="17537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07"/>
                </a:moveTo>
                <a:lnTo>
                  <a:pt x="0" y="7607"/>
                </a:lnTo>
                <a:lnTo>
                  <a:pt x="0" y="0"/>
                </a:lnTo>
                <a:lnTo>
                  <a:pt x="7619" y="0"/>
                </a:lnTo>
                <a:lnTo>
                  <a:pt x="761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2" name="object 372"/>
          <p:cNvSpPr/>
          <p:nvPr/>
        </p:nvSpPr>
        <p:spPr>
          <a:xfrm>
            <a:off x="17842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07"/>
                </a:moveTo>
                <a:lnTo>
                  <a:pt x="0" y="7607"/>
                </a:lnTo>
                <a:lnTo>
                  <a:pt x="0" y="0"/>
                </a:lnTo>
                <a:lnTo>
                  <a:pt x="60960" y="0"/>
                </a:lnTo>
                <a:lnTo>
                  <a:pt x="6096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3" name="object 373"/>
          <p:cNvSpPr/>
          <p:nvPr/>
        </p:nvSpPr>
        <p:spPr>
          <a:xfrm>
            <a:off x="18680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07"/>
                </a:moveTo>
                <a:lnTo>
                  <a:pt x="0" y="7607"/>
                </a:lnTo>
                <a:lnTo>
                  <a:pt x="0" y="0"/>
                </a:lnTo>
                <a:lnTo>
                  <a:pt x="7619" y="0"/>
                </a:lnTo>
                <a:lnTo>
                  <a:pt x="761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4" name="object 374"/>
          <p:cNvSpPr/>
          <p:nvPr/>
        </p:nvSpPr>
        <p:spPr>
          <a:xfrm>
            <a:off x="18985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07"/>
                </a:moveTo>
                <a:lnTo>
                  <a:pt x="0" y="7607"/>
                </a:lnTo>
                <a:lnTo>
                  <a:pt x="0" y="0"/>
                </a:lnTo>
                <a:lnTo>
                  <a:pt x="60960" y="0"/>
                </a:lnTo>
                <a:lnTo>
                  <a:pt x="6096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5" name="object 375"/>
          <p:cNvSpPr/>
          <p:nvPr/>
        </p:nvSpPr>
        <p:spPr>
          <a:xfrm>
            <a:off x="19823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07"/>
                </a:moveTo>
                <a:lnTo>
                  <a:pt x="0" y="7607"/>
                </a:lnTo>
                <a:lnTo>
                  <a:pt x="0" y="0"/>
                </a:lnTo>
                <a:lnTo>
                  <a:pt x="7619" y="0"/>
                </a:lnTo>
                <a:lnTo>
                  <a:pt x="761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6" name="object 376"/>
          <p:cNvSpPr/>
          <p:nvPr/>
        </p:nvSpPr>
        <p:spPr>
          <a:xfrm>
            <a:off x="20128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07"/>
                </a:moveTo>
                <a:lnTo>
                  <a:pt x="0" y="7607"/>
                </a:lnTo>
                <a:lnTo>
                  <a:pt x="0" y="0"/>
                </a:lnTo>
                <a:lnTo>
                  <a:pt x="60960" y="0"/>
                </a:lnTo>
                <a:lnTo>
                  <a:pt x="6096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7" name="object 377"/>
          <p:cNvSpPr/>
          <p:nvPr/>
        </p:nvSpPr>
        <p:spPr>
          <a:xfrm>
            <a:off x="20966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07"/>
                </a:moveTo>
                <a:lnTo>
                  <a:pt x="0" y="7607"/>
                </a:lnTo>
                <a:lnTo>
                  <a:pt x="0" y="0"/>
                </a:lnTo>
                <a:lnTo>
                  <a:pt x="7619" y="0"/>
                </a:lnTo>
                <a:lnTo>
                  <a:pt x="761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8" name="object 378"/>
          <p:cNvSpPr/>
          <p:nvPr/>
        </p:nvSpPr>
        <p:spPr>
          <a:xfrm>
            <a:off x="21271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07"/>
                </a:moveTo>
                <a:lnTo>
                  <a:pt x="0" y="7607"/>
                </a:lnTo>
                <a:lnTo>
                  <a:pt x="0" y="0"/>
                </a:lnTo>
                <a:lnTo>
                  <a:pt x="60960" y="0"/>
                </a:lnTo>
                <a:lnTo>
                  <a:pt x="6096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9" name="object 379"/>
          <p:cNvSpPr/>
          <p:nvPr/>
        </p:nvSpPr>
        <p:spPr>
          <a:xfrm>
            <a:off x="22109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07"/>
                </a:moveTo>
                <a:lnTo>
                  <a:pt x="0" y="7607"/>
                </a:lnTo>
                <a:lnTo>
                  <a:pt x="0" y="0"/>
                </a:lnTo>
                <a:lnTo>
                  <a:pt x="7619" y="0"/>
                </a:lnTo>
                <a:lnTo>
                  <a:pt x="761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0" name="object 380"/>
          <p:cNvSpPr/>
          <p:nvPr/>
        </p:nvSpPr>
        <p:spPr>
          <a:xfrm>
            <a:off x="22414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07"/>
                </a:moveTo>
                <a:lnTo>
                  <a:pt x="0" y="7607"/>
                </a:lnTo>
                <a:lnTo>
                  <a:pt x="0" y="0"/>
                </a:lnTo>
                <a:lnTo>
                  <a:pt x="60960" y="0"/>
                </a:lnTo>
                <a:lnTo>
                  <a:pt x="6096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1" name="object 381"/>
          <p:cNvSpPr/>
          <p:nvPr/>
        </p:nvSpPr>
        <p:spPr>
          <a:xfrm>
            <a:off x="23252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07"/>
                </a:moveTo>
                <a:lnTo>
                  <a:pt x="0" y="7607"/>
                </a:lnTo>
                <a:lnTo>
                  <a:pt x="0" y="0"/>
                </a:lnTo>
                <a:lnTo>
                  <a:pt x="7619" y="0"/>
                </a:lnTo>
                <a:lnTo>
                  <a:pt x="761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2" name="object 382"/>
          <p:cNvSpPr/>
          <p:nvPr/>
        </p:nvSpPr>
        <p:spPr>
          <a:xfrm>
            <a:off x="23557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07"/>
                </a:moveTo>
                <a:lnTo>
                  <a:pt x="0" y="7607"/>
                </a:lnTo>
                <a:lnTo>
                  <a:pt x="0" y="0"/>
                </a:lnTo>
                <a:lnTo>
                  <a:pt x="60960" y="0"/>
                </a:lnTo>
                <a:lnTo>
                  <a:pt x="6096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3" name="object 383"/>
          <p:cNvSpPr/>
          <p:nvPr/>
        </p:nvSpPr>
        <p:spPr>
          <a:xfrm>
            <a:off x="24395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07"/>
                </a:moveTo>
                <a:lnTo>
                  <a:pt x="0" y="7607"/>
                </a:lnTo>
                <a:lnTo>
                  <a:pt x="0" y="0"/>
                </a:lnTo>
                <a:lnTo>
                  <a:pt x="7619" y="0"/>
                </a:lnTo>
                <a:lnTo>
                  <a:pt x="761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4" name="object 384"/>
          <p:cNvSpPr/>
          <p:nvPr/>
        </p:nvSpPr>
        <p:spPr>
          <a:xfrm>
            <a:off x="24700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07"/>
                </a:moveTo>
                <a:lnTo>
                  <a:pt x="0" y="7607"/>
                </a:lnTo>
                <a:lnTo>
                  <a:pt x="0" y="0"/>
                </a:lnTo>
                <a:lnTo>
                  <a:pt x="60960" y="0"/>
                </a:lnTo>
                <a:lnTo>
                  <a:pt x="6096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5" name="object 385"/>
          <p:cNvSpPr/>
          <p:nvPr/>
        </p:nvSpPr>
        <p:spPr>
          <a:xfrm>
            <a:off x="25538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07"/>
                </a:moveTo>
                <a:lnTo>
                  <a:pt x="0" y="7607"/>
                </a:lnTo>
                <a:lnTo>
                  <a:pt x="0" y="0"/>
                </a:lnTo>
                <a:lnTo>
                  <a:pt x="7619" y="0"/>
                </a:lnTo>
                <a:lnTo>
                  <a:pt x="761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6" name="object 386"/>
          <p:cNvSpPr/>
          <p:nvPr/>
        </p:nvSpPr>
        <p:spPr>
          <a:xfrm>
            <a:off x="25843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07"/>
                </a:moveTo>
                <a:lnTo>
                  <a:pt x="0" y="7607"/>
                </a:lnTo>
                <a:lnTo>
                  <a:pt x="0" y="0"/>
                </a:lnTo>
                <a:lnTo>
                  <a:pt x="60960" y="0"/>
                </a:lnTo>
                <a:lnTo>
                  <a:pt x="6096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7" name="object 387"/>
          <p:cNvSpPr/>
          <p:nvPr/>
        </p:nvSpPr>
        <p:spPr>
          <a:xfrm>
            <a:off x="26681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07"/>
                </a:moveTo>
                <a:lnTo>
                  <a:pt x="0" y="7607"/>
                </a:lnTo>
                <a:lnTo>
                  <a:pt x="0" y="0"/>
                </a:lnTo>
                <a:lnTo>
                  <a:pt x="7619" y="0"/>
                </a:lnTo>
                <a:lnTo>
                  <a:pt x="761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8" name="object 388"/>
          <p:cNvSpPr/>
          <p:nvPr/>
        </p:nvSpPr>
        <p:spPr>
          <a:xfrm>
            <a:off x="26986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07"/>
                </a:moveTo>
                <a:lnTo>
                  <a:pt x="0" y="7607"/>
                </a:lnTo>
                <a:lnTo>
                  <a:pt x="0" y="0"/>
                </a:lnTo>
                <a:lnTo>
                  <a:pt x="60960" y="0"/>
                </a:lnTo>
                <a:lnTo>
                  <a:pt x="6096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9" name="object 389"/>
          <p:cNvSpPr/>
          <p:nvPr/>
        </p:nvSpPr>
        <p:spPr>
          <a:xfrm>
            <a:off x="27824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07"/>
                </a:moveTo>
                <a:lnTo>
                  <a:pt x="0" y="7607"/>
                </a:lnTo>
                <a:lnTo>
                  <a:pt x="0" y="0"/>
                </a:lnTo>
                <a:lnTo>
                  <a:pt x="7619" y="0"/>
                </a:lnTo>
                <a:lnTo>
                  <a:pt x="761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0" name="object 390"/>
          <p:cNvSpPr/>
          <p:nvPr/>
        </p:nvSpPr>
        <p:spPr>
          <a:xfrm>
            <a:off x="28129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07"/>
                </a:moveTo>
                <a:lnTo>
                  <a:pt x="0" y="7607"/>
                </a:lnTo>
                <a:lnTo>
                  <a:pt x="0" y="0"/>
                </a:lnTo>
                <a:lnTo>
                  <a:pt x="60960" y="0"/>
                </a:lnTo>
                <a:lnTo>
                  <a:pt x="6096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1" name="object 391"/>
          <p:cNvSpPr/>
          <p:nvPr/>
        </p:nvSpPr>
        <p:spPr>
          <a:xfrm>
            <a:off x="28967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07"/>
                </a:moveTo>
                <a:lnTo>
                  <a:pt x="0" y="7607"/>
                </a:lnTo>
                <a:lnTo>
                  <a:pt x="0" y="0"/>
                </a:lnTo>
                <a:lnTo>
                  <a:pt x="7619" y="0"/>
                </a:lnTo>
                <a:lnTo>
                  <a:pt x="761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2" name="object 392"/>
          <p:cNvSpPr/>
          <p:nvPr/>
        </p:nvSpPr>
        <p:spPr>
          <a:xfrm>
            <a:off x="29272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07"/>
                </a:moveTo>
                <a:lnTo>
                  <a:pt x="0" y="7607"/>
                </a:lnTo>
                <a:lnTo>
                  <a:pt x="0" y="0"/>
                </a:lnTo>
                <a:lnTo>
                  <a:pt x="60960" y="0"/>
                </a:lnTo>
                <a:lnTo>
                  <a:pt x="6096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3" name="object 393"/>
          <p:cNvSpPr/>
          <p:nvPr/>
        </p:nvSpPr>
        <p:spPr>
          <a:xfrm>
            <a:off x="30110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07"/>
                </a:moveTo>
                <a:lnTo>
                  <a:pt x="0" y="7607"/>
                </a:lnTo>
                <a:lnTo>
                  <a:pt x="0" y="0"/>
                </a:lnTo>
                <a:lnTo>
                  <a:pt x="7619" y="0"/>
                </a:lnTo>
                <a:lnTo>
                  <a:pt x="761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4" name="object 394"/>
          <p:cNvSpPr/>
          <p:nvPr/>
        </p:nvSpPr>
        <p:spPr>
          <a:xfrm>
            <a:off x="30415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07"/>
                </a:moveTo>
                <a:lnTo>
                  <a:pt x="0" y="7607"/>
                </a:lnTo>
                <a:lnTo>
                  <a:pt x="0" y="0"/>
                </a:lnTo>
                <a:lnTo>
                  <a:pt x="60960" y="0"/>
                </a:lnTo>
                <a:lnTo>
                  <a:pt x="6096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5" name="object 395"/>
          <p:cNvSpPr/>
          <p:nvPr/>
        </p:nvSpPr>
        <p:spPr>
          <a:xfrm>
            <a:off x="31253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07"/>
                </a:moveTo>
                <a:lnTo>
                  <a:pt x="0" y="7607"/>
                </a:lnTo>
                <a:lnTo>
                  <a:pt x="0" y="0"/>
                </a:lnTo>
                <a:lnTo>
                  <a:pt x="7619" y="0"/>
                </a:lnTo>
                <a:lnTo>
                  <a:pt x="761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6" name="object 396"/>
          <p:cNvSpPr/>
          <p:nvPr/>
        </p:nvSpPr>
        <p:spPr>
          <a:xfrm>
            <a:off x="31558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07"/>
                </a:moveTo>
                <a:lnTo>
                  <a:pt x="0" y="7607"/>
                </a:lnTo>
                <a:lnTo>
                  <a:pt x="0" y="0"/>
                </a:lnTo>
                <a:lnTo>
                  <a:pt x="60960" y="0"/>
                </a:lnTo>
                <a:lnTo>
                  <a:pt x="6096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7" name="object 397"/>
          <p:cNvSpPr/>
          <p:nvPr/>
        </p:nvSpPr>
        <p:spPr>
          <a:xfrm>
            <a:off x="32396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07"/>
                </a:moveTo>
                <a:lnTo>
                  <a:pt x="0" y="7607"/>
                </a:lnTo>
                <a:lnTo>
                  <a:pt x="0" y="0"/>
                </a:lnTo>
                <a:lnTo>
                  <a:pt x="7619" y="0"/>
                </a:lnTo>
                <a:lnTo>
                  <a:pt x="761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8" name="object 398"/>
          <p:cNvSpPr/>
          <p:nvPr/>
        </p:nvSpPr>
        <p:spPr>
          <a:xfrm>
            <a:off x="32701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07"/>
                </a:moveTo>
                <a:lnTo>
                  <a:pt x="0" y="7607"/>
                </a:lnTo>
                <a:lnTo>
                  <a:pt x="0" y="0"/>
                </a:lnTo>
                <a:lnTo>
                  <a:pt x="60959" y="0"/>
                </a:lnTo>
                <a:lnTo>
                  <a:pt x="6095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9" name="object 399"/>
          <p:cNvSpPr/>
          <p:nvPr/>
        </p:nvSpPr>
        <p:spPr>
          <a:xfrm>
            <a:off x="33539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07"/>
                </a:moveTo>
                <a:lnTo>
                  <a:pt x="0" y="7607"/>
                </a:lnTo>
                <a:lnTo>
                  <a:pt x="0" y="0"/>
                </a:lnTo>
                <a:lnTo>
                  <a:pt x="7620" y="0"/>
                </a:lnTo>
                <a:lnTo>
                  <a:pt x="762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0" name="object 400"/>
          <p:cNvSpPr/>
          <p:nvPr/>
        </p:nvSpPr>
        <p:spPr>
          <a:xfrm>
            <a:off x="33844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07"/>
                </a:moveTo>
                <a:lnTo>
                  <a:pt x="0" y="7607"/>
                </a:lnTo>
                <a:lnTo>
                  <a:pt x="0" y="0"/>
                </a:lnTo>
                <a:lnTo>
                  <a:pt x="60959" y="0"/>
                </a:lnTo>
                <a:lnTo>
                  <a:pt x="6095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1" name="object 401"/>
          <p:cNvSpPr/>
          <p:nvPr/>
        </p:nvSpPr>
        <p:spPr>
          <a:xfrm>
            <a:off x="34682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07"/>
                </a:moveTo>
                <a:lnTo>
                  <a:pt x="0" y="7607"/>
                </a:lnTo>
                <a:lnTo>
                  <a:pt x="0" y="0"/>
                </a:lnTo>
                <a:lnTo>
                  <a:pt x="7620" y="0"/>
                </a:lnTo>
                <a:lnTo>
                  <a:pt x="762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2" name="object 402"/>
          <p:cNvSpPr/>
          <p:nvPr/>
        </p:nvSpPr>
        <p:spPr>
          <a:xfrm>
            <a:off x="34987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07"/>
                </a:moveTo>
                <a:lnTo>
                  <a:pt x="0" y="7607"/>
                </a:lnTo>
                <a:lnTo>
                  <a:pt x="0" y="0"/>
                </a:lnTo>
                <a:lnTo>
                  <a:pt x="60959" y="0"/>
                </a:lnTo>
                <a:lnTo>
                  <a:pt x="6095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3" name="object 403"/>
          <p:cNvSpPr/>
          <p:nvPr/>
        </p:nvSpPr>
        <p:spPr>
          <a:xfrm>
            <a:off x="35825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07"/>
                </a:moveTo>
                <a:lnTo>
                  <a:pt x="0" y="7607"/>
                </a:lnTo>
                <a:lnTo>
                  <a:pt x="0" y="0"/>
                </a:lnTo>
                <a:lnTo>
                  <a:pt x="7620" y="0"/>
                </a:lnTo>
                <a:lnTo>
                  <a:pt x="762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4" name="object 404"/>
          <p:cNvSpPr/>
          <p:nvPr/>
        </p:nvSpPr>
        <p:spPr>
          <a:xfrm>
            <a:off x="36130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07"/>
                </a:moveTo>
                <a:lnTo>
                  <a:pt x="0" y="7607"/>
                </a:lnTo>
                <a:lnTo>
                  <a:pt x="0" y="0"/>
                </a:lnTo>
                <a:lnTo>
                  <a:pt x="60959" y="0"/>
                </a:lnTo>
                <a:lnTo>
                  <a:pt x="6095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5" name="object 405"/>
          <p:cNvSpPr/>
          <p:nvPr/>
        </p:nvSpPr>
        <p:spPr>
          <a:xfrm>
            <a:off x="36968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07"/>
                </a:moveTo>
                <a:lnTo>
                  <a:pt x="0" y="7607"/>
                </a:lnTo>
                <a:lnTo>
                  <a:pt x="0" y="0"/>
                </a:lnTo>
                <a:lnTo>
                  <a:pt x="7620" y="0"/>
                </a:lnTo>
                <a:lnTo>
                  <a:pt x="762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6" name="object 406"/>
          <p:cNvSpPr/>
          <p:nvPr/>
        </p:nvSpPr>
        <p:spPr>
          <a:xfrm>
            <a:off x="37273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07"/>
                </a:moveTo>
                <a:lnTo>
                  <a:pt x="0" y="7607"/>
                </a:lnTo>
                <a:lnTo>
                  <a:pt x="0" y="0"/>
                </a:lnTo>
                <a:lnTo>
                  <a:pt x="60959" y="0"/>
                </a:lnTo>
                <a:lnTo>
                  <a:pt x="6095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7" name="object 407"/>
          <p:cNvSpPr/>
          <p:nvPr/>
        </p:nvSpPr>
        <p:spPr>
          <a:xfrm>
            <a:off x="38111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07"/>
                </a:moveTo>
                <a:lnTo>
                  <a:pt x="0" y="7607"/>
                </a:lnTo>
                <a:lnTo>
                  <a:pt x="0" y="0"/>
                </a:lnTo>
                <a:lnTo>
                  <a:pt x="7620" y="0"/>
                </a:lnTo>
                <a:lnTo>
                  <a:pt x="762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8" name="object 408"/>
          <p:cNvSpPr/>
          <p:nvPr/>
        </p:nvSpPr>
        <p:spPr>
          <a:xfrm>
            <a:off x="38416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07"/>
                </a:moveTo>
                <a:lnTo>
                  <a:pt x="0" y="7607"/>
                </a:lnTo>
                <a:lnTo>
                  <a:pt x="0" y="0"/>
                </a:lnTo>
                <a:lnTo>
                  <a:pt x="60959" y="0"/>
                </a:lnTo>
                <a:lnTo>
                  <a:pt x="6095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9" name="object 409"/>
          <p:cNvSpPr/>
          <p:nvPr/>
        </p:nvSpPr>
        <p:spPr>
          <a:xfrm>
            <a:off x="39254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07"/>
                </a:moveTo>
                <a:lnTo>
                  <a:pt x="0" y="7607"/>
                </a:lnTo>
                <a:lnTo>
                  <a:pt x="0" y="0"/>
                </a:lnTo>
                <a:lnTo>
                  <a:pt x="7620" y="0"/>
                </a:lnTo>
                <a:lnTo>
                  <a:pt x="762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0" name="object 410"/>
          <p:cNvSpPr/>
          <p:nvPr/>
        </p:nvSpPr>
        <p:spPr>
          <a:xfrm>
            <a:off x="39559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07"/>
                </a:moveTo>
                <a:lnTo>
                  <a:pt x="0" y="7607"/>
                </a:lnTo>
                <a:lnTo>
                  <a:pt x="0" y="0"/>
                </a:lnTo>
                <a:lnTo>
                  <a:pt x="60959" y="0"/>
                </a:lnTo>
                <a:lnTo>
                  <a:pt x="6095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1" name="object 411"/>
          <p:cNvSpPr/>
          <p:nvPr/>
        </p:nvSpPr>
        <p:spPr>
          <a:xfrm>
            <a:off x="40397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07"/>
                </a:moveTo>
                <a:lnTo>
                  <a:pt x="0" y="7607"/>
                </a:lnTo>
                <a:lnTo>
                  <a:pt x="0" y="0"/>
                </a:lnTo>
                <a:lnTo>
                  <a:pt x="7620" y="0"/>
                </a:lnTo>
                <a:lnTo>
                  <a:pt x="762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2" name="object 412"/>
          <p:cNvSpPr/>
          <p:nvPr/>
        </p:nvSpPr>
        <p:spPr>
          <a:xfrm>
            <a:off x="40702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07"/>
                </a:moveTo>
                <a:lnTo>
                  <a:pt x="0" y="7607"/>
                </a:lnTo>
                <a:lnTo>
                  <a:pt x="0" y="0"/>
                </a:lnTo>
                <a:lnTo>
                  <a:pt x="60959" y="0"/>
                </a:lnTo>
                <a:lnTo>
                  <a:pt x="6095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3" name="object 413"/>
          <p:cNvSpPr/>
          <p:nvPr/>
        </p:nvSpPr>
        <p:spPr>
          <a:xfrm>
            <a:off x="41540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07"/>
                </a:moveTo>
                <a:lnTo>
                  <a:pt x="0" y="7607"/>
                </a:lnTo>
                <a:lnTo>
                  <a:pt x="0" y="0"/>
                </a:lnTo>
                <a:lnTo>
                  <a:pt x="7620" y="0"/>
                </a:lnTo>
                <a:lnTo>
                  <a:pt x="762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4" name="object 414"/>
          <p:cNvSpPr/>
          <p:nvPr/>
        </p:nvSpPr>
        <p:spPr>
          <a:xfrm>
            <a:off x="41845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07"/>
                </a:moveTo>
                <a:lnTo>
                  <a:pt x="0" y="7607"/>
                </a:lnTo>
                <a:lnTo>
                  <a:pt x="0" y="0"/>
                </a:lnTo>
                <a:lnTo>
                  <a:pt x="60959" y="0"/>
                </a:lnTo>
                <a:lnTo>
                  <a:pt x="6095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5" name="object 415"/>
          <p:cNvSpPr/>
          <p:nvPr/>
        </p:nvSpPr>
        <p:spPr>
          <a:xfrm>
            <a:off x="42683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07"/>
                </a:moveTo>
                <a:lnTo>
                  <a:pt x="0" y="7607"/>
                </a:lnTo>
                <a:lnTo>
                  <a:pt x="0" y="0"/>
                </a:lnTo>
                <a:lnTo>
                  <a:pt x="7620" y="0"/>
                </a:lnTo>
                <a:lnTo>
                  <a:pt x="762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6" name="object 416"/>
          <p:cNvSpPr/>
          <p:nvPr/>
        </p:nvSpPr>
        <p:spPr>
          <a:xfrm>
            <a:off x="42988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07"/>
                </a:moveTo>
                <a:lnTo>
                  <a:pt x="0" y="7607"/>
                </a:lnTo>
                <a:lnTo>
                  <a:pt x="0" y="0"/>
                </a:lnTo>
                <a:lnTo>
                  <a:pt x="60959" y="0"/>
                </a:lnTo>
                <a:lnTo>
                  <a:pt x="6095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7" name="object 417"/>
          <p:cNvSpPr/>
          <p:nvPr/>
        </p:nvSpPr>
        <p:spPr>
          <a:xfrm>
            <a:off x="43826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07"/>
                </a:moveTo>
                <a:lnTo>
                  <a:pt x="0" y="7607"/>
                </a:lnTo>
                <a:lnTo>
                  <a:pt x="0" y="0"/>
                </a:lnTo>
                <a:lnTo>
                  <a:pt x="7620" y="0"/>
                </a:lnTo>
                <a:lnTo>
                  <a:pt x="762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8" name="object 418"/>
          <p:cNvSpPr/>
          <p:nvPr/>
        </p:nvSpPr>
        <p:spPr>
          <a:xfrm>
            <a:off x="44131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07"/>
                </a:moveTo>
                <a:lnTo>
                  <a:pt x="0" y="7607"/>
                </a:lnTo>
                <a:lnTo>
                  <a:pt x="0" y="0"/>
                </a:lnTo>
                <a:lnTo>
                  <a:pt x="60959" y="0"/>
                </a:lnTo>
                <a:lnTo>
                  <a:pt x="6095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9" name="object 419"/>
          <p:cNvSpPr/>
          <p:nvPr/>
        </p:nvSpPr>
        <p:spPr>
          <a:xfrm>
            <a:off x="44969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07"/>
                </a:moveTo>
                <a:lnTo>
                  <a:pt x="0" y="7607"/>
                </a:lnTo>
                <a:lnTo>
                  <a:pt x="0" y="0"/>
                </a:lnTo>
                <a:lnTo>
                  <a:pt x="7620" y="0"/>
                </a:lnTo>
                <a:lnTo>
                  <a:pt x="762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0" name="object 420"/>
          <p:cNvSpPr/>
          <p:nvPr/>
        </p:nvSpPr>
        <p:spPr>
          <a:xfrm>
            <a:off x="45274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07"/>
                </a:moveTo>
                <a:lnTo>
                  <a:pt x="0" y="7607"/>
                </a:lnTo>
                <a:lnTo>
                  <a:pt x="0" y="0"/>
                </a:lnTo>
                <a:lnTo>
                  <a:pt x="60959" y="0"/>
                </a:lnTo>
                <a:lnTo>
                  <a:pt x="6095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1" name="object 421"/>
          <p:cNvSpPr/>
          <p:nvPr/>
        </p:nvSpPr>
        <p:spPr>
          <a:xfrm>
            <a:off x="46112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07"/>
                </a:moveTo>
                <a:lnTo>
                  <a:pt x="0" y="7607"/>
                </a:lnTo>
                <a:lnTo>
                  <a:pt x="0" y="0"/>
                </a:lnTo>
                <a:lnTo>
                  <a:pt x="7620" y="0"/>
                </a:lnTo>
                <a:lnTo>
                  <a:pt x="762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2" name="object 422"/>
          <p:cNvSpPr/>
          <p:nvPr/>
        </p:nvSpPr>
        <p:spPr>
          <a:xfrm>
            <a:off x="46417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07"/>
                </a:moveTo>
                <a:lnTo>
                  <a:pt x="0" y="7607"/>
                </a:lnTo>
                <a:lnTo>
                  <a:pt x="0" y="0"/>
                </a:lnTo>
                <a:lnTo>
                  <a:pt x="60959" y="0"/>
                </a:lnTo>
                <a:lnTo>
                  <a:pt x="6095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3" name="object 423"/>
          <p:cNvSpPr/>
          <p:nvPr/>
        </p:nvSpPr>
        <p:spPr>
          <a:xfrm>
            <a:off x="47255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07"/>
                </a:moveTo>
                <a:lnTo>
                  <a:pt x="0" y="7607"/>
                </a:lnTo>
                <a:lnTo>
                  <a:pt x="0" y="0"/>
                </a:lnTo>
                <a:lnTo>
                  <a:pt x="7620" y="0"/>
                </a:lnTo>
                <a:lnTo>
                  <a:pt x="762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4" name="object 424"/>
          <p:cNvSpPr/>
          <p:nvPr/>
        </p:nvSpPr>
        <p:spPr>
          <a:xfrm>
            <a:off x="47560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07"/>
                </a:moveTo>
                <a:lnTo>
                  <a:pt x="0" y="7607"/>
                </a:lnTo>
                <a:lnTo>
                  <a:pt x="0" y="0"/>
                </a:lnTo>
                <a:lnTo>
                  <a:pt x="60959" y="0"/>
                </a:lnTo>
                <a:lnTo>
                  <a:pt x="6095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5" name="object 425"/>
          <p:cNvSpPr/>
          <p:nvPr/>
        </p:nvSpPr>
        <p:spPr>
          <a:xfrm>
            <a:off x="48398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07"/>
                </a:moveTo>
                <a:lnTo>
                  <a:pt x="0" y="7607"/>
                </a:lnTo>
                <a:lnTo>
                  <a:pt x="0" y="0"/>
                </a:lnTo>
                <a:lnTo>
                  <a:pt x="7620" y="0"/>
                </a:lnTo>
                <a:lnTo>
                  <a:pt x="762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6" name="object 426"/>
          <p:cNvSpPr/>
          <p:nvPr/>
        </p:nvSpPr>
        <p:spPr>
          <a:xfrm>
            <a:off x="48703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07"/>
                </a:moveTo>
                <a:lnTo>
                  <a:pt x="0" y="7607"/>
                </a:lnTo>
                <a:lnTo>
                  <a:pt x="0" y="0"/>
                </a:lnTo>
                <a:lnTo>
                  <a:pt x="60959" y="0"/>
                </a:lnTo>
                <a:lnTo>
                  <a:pt x="6095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7" name="object 427"/>
          <p:cNvSpPr/>
          <p:nvPr/>
        </p:nvSpPr>
        <p:spPr>
          <a:xfrm>
            <a:off x="49541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07"/>
                </a:moveTo>
                <a:lnTo>
                  <a:pt x="0" y="7607"/>
                </a:lnTo>
                <a:lnTo>
                  <a:pt x="0" y="0"/>
                </a:lnTo>
                <a:lnTo>
                  <a:pt x="7620" y="0"/>
                </a:lnTo>
                <a:lnTo>
                  <a:pt x="762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8" name="object 428"/>
          <p:cNvSpPr/>
          <p:nvPr/>
        </p:nvSpPr>
        <p:spPr>
          <a:xfrm>
            <a:off x="49846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07"/>
                </a:moveTo>
                <a:lnTo>
                  <a:pt x="0" y="7607"/>
                </a:lnTo>
                <a:lnTo>
                  <a:pt x="0" y="0"/>
                </a:lnTo>
                <a:lnTo>
                  <a:pt x="60959" y="0"/>
                </a:lnTo>
                <a:lnTo>
                  <a:pt x="6095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9" name="object 429"/>
          <p:cNvSpPr/>
          <p:nvPr/>
        </p:nvSpPr>
        <p:spPr>
          <a:xfrm>
            <a:off x="50684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07"/>
                </a:moveTo>
                <a:lnTo>
                  <a:pt x="0" y="7607"/>
                </a:lnTo>
                <a:lnTo>
                  <a:pt x="0" y="0"/>
                </a:lnTo>
                <a:lnTo>
                  <a:pt x="7620" y="0"/>
                </a:lnTo>
                <a:lnTo>
                  <a:pt x="762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0" name="object 430"/>
          <p:cNvSpPr/>
          <p:nvPr/>
        </p:nvSpPr>
        <p:spPr>
          <a:xfrm>
            <a:off x="50989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07"/>
                </a:moveTo>
                <a:lnTo>
                  <a:pt x="0" y="7607"/>
                </a:lnTo>
                <a:lnTo>
                  <a:pt x="0" y="0"/>
                </a:lnTo>
                <a:lnTo>
                  <a:pt x="60959" y="0"/>
                </a:lnTo>
                <a:lnTo>
                  <a:pt x="6095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1" name="object 431"/>
          <p:cNvSpPr/>
          <p:nvPr/>
        </p:nvSpPr>
        <p:spPr>
          <a:xfrm>
            <a:off x="51827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07"/>
                </a:moveTo>
                <a:lnTo>
                  <a:pt x="0" y="7607"/>
                </a:lnTo>
                <a:lnTo>
                  <a:pt x="0" y="0"/>
                </a:lnTo>
                <a:lnTo>
                  <a:pt x="7620" y="0"/>
                </a:lnTo>
                <a:lnTo>
                  <a:pt x="762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2" name="object 432"/>
          <p:cNvSpPr/>
          <p:nvPr/>
        </p:nvSpPr>
        <p:spPr>
          <a:xfrm>
            <a:off x="52132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07"/>
                </a:moveTo>
                <a:lnTo>
                  <a:pt x="0" y="7607"/>
                </a:lnTo>
                <a:lnTo>
                  <a:pt x="0" y="0"/>
                </a:lnTo>
                <a:lnTo>
                  <a:pt x="60959" y="0"/>
                </a:lnTo>
                <a:lnTo>
                  <a:pt x="6095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3" name="object 433"/>
          <p:cNvSpPr/>
          <p:nvPr/>
        </p:nvSpPr>
        <p:spPr>
          <a:xfrm>
            <a:off x="52970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07"/>
                </a:moveTo>
                <a:lnTo>
                  <a:pt x="0" y="7607"/>
                </a:lnTo>
                <a:lnTo>
                  <a:pt x="0" y="0"/>
                </a:lnTo>
                <a:lnTo>
                  <a:pt x="7620" y="0"/>
                </a:lnTo>
                <a:lnTo>
                  <a:pt x="762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4" name="object 434"/>
          <p:cNvSpPr/>
          <p:nvPr/>
        </p:nvSpPr>
        <p:spPr>
          <a:xfrm>
            <a:off x="53275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07"/>
                </a:moveTo>
                <a:lnTo>
                  <a:pt x="0" y="7607"/>
                </a:lnTo>
                <a:lnTo>
                  <a:pt x="0" y="0"/>
                </a:lnTo>
                <a:lnTo>
                  <a:pt x="60959" y="0"/>
                </a:lnTo>
                <a:lnTo>
                  <a:pt x="6095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5" name="object 435"/>
          <p:cNvSpPr/>
          <p:nvPr/>
        </p:nvSpPr>
        <p:spPr>
          <a:xfrm>
            <a:off x="54113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07"/>
                </a:moveTo>
                <a:lnTo>
                  <a:pt x="0" y="7607"/>
                </a:lnTo>
                <a:lnTo>
                  <a:pt x="0" y="0"/>
                </a:lnTo>
                <a:lnTo>
                  <a:pt x="7620" y="0"/>
                </a:lnTo>
                <a:lnTo>
                  <a:pt x="762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6" name="object 436"/>
          <p:cNvSpPr/>
          <p:nvPr/>
        </p:nvSpPr>
        <p:spPr>
          <a:xfrm>
            <a:off x="54418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07"/>
                </a:moveTo>
                <a:lnTo>
                  <a:pt x="0" y="7607"/>
                </a:lnTo>
                <a:lnTo>
                  <a:pt x="0" y="0"/>
                </a:lnTo>
                <a:lnTo>
                  <a:pt x="60959" y="0"/>
                </a:lnTo>
                <a:lnTo>
                  <a:pt x="6095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7" name="object 437"/>
          <p:cNvSpPr/>
          <p:nvPr/>
        </p:nvSpPr>
        <p:spPr>
          <a:xfrm>
            <a:off x="55256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07"/>
                </a:moveTo>
                <a:lnTo>
                  <a:pt x="0" y="7607"/>
                </a:lnTo>
                <a:lnTo>
                  <a:pt x="0" y="0"/>
                </a:lnTo>
                <a:lnTo>
                  <a:pt x="7620" y="0"/>
                </a:lnTo>
                <a:lnTo>
                  <a:pt x="762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8" name="object 438"/>
          <p:cNvSpPr/>
          <p:nvPr/>
        </p:nvSpPr>
        <p:spPr>
          <a:xfrm>
            <a:off x="55561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07"/>
                </a:moveTo>
                <a:lnTo>
                  <a:pt x="0" y="7607"/>
                </a:lnTo>
                <a:lnTo>
                  <a:pt x="0" y="0"/>
                </a:lnTo>
                <a:lnTo>
                  <a:pt x="60959" y="0"/>
                </a:lnTo>
                <a:lnTo>
                  <a:pt x="6095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9" name="object 439"/>
          <p:cNvSpPr/>
          <p:nvPr/>
        </p:nvSpPr>
        <p:spPr>
          <a:xfrm>
            <a:off x="56399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07"/>
                </a:moveTo>
                <a:lnTo>
                  <a:pt x="0" y="7607"/>
                </a:lnTo>
                <a:lnTo>
                  <a:pt x="0" y="0"/>
                </a:lnTo>
                <a:lnTo>
                  <a:pt x="7620" y="0"/>
                </a:lnTo>
                <a:lnTo>
                  <a:pt x="762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0" name="object 440"/>
          <p:cNvSpPr/>
          <p:nvPr/>
        </p:nvSpPr>
        <p:spPr>
          <a:xfrm>
            <a:off x="56704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07"/>
                </a:moveTo>
                <a:lnTo>
                  <a:pt x="0" y="7607"/>
                </a:lnTo>
                <a:lnTo>
                  <a:pt x="0" y="0"/>
                </a:lnTo>
                <a:lnTo>
                  <a:pt x="60959" y="0"/>
                </a:lnTo>
                <a:lnTo>
                  <a:pt x="6095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1" name="object 441"/>
          <p:cNvSpPr/>
          <p:nvPr/>
        </p:nvSpPr>
        <p:spPr>
          <a:xfrm>
            <a:off x="57542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07"/>
                </a:moveTo>
                <a:lnTo>
                  <a:pt x="0" y="7607"/>
                </a:lnTo>
                <a:lnTo>
                  <a:pt x="0" y="0"/>
                </a:lnTo>
                <a:lnTo>
                  <a:pt x="7620" y="0"/>
                </a:lnTo>
                <a:lnTo>
                  <a:pt x="762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2" name="object 442"/>
          <p:cNvSpPr/>
          <p:nvPr/>
        </p:nvSpPr>
        <p:spPr>
          <a:xfrm>
            <a:off x="57847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07"/>
                </a:moveTo>
                <a:lnTo>
                  <a:pt x="0" y="7607"/>
                </a:lnTo>
                <a:lnTo>
                  <a:pt x="0" y="0"/>
                </a:lnTo>
                <a:lnTo>
                  <a:pt x="60959" y="0"/>
                </a:lnTo>
                <a:lnTo>
                  <a:pt x="6095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3" name="object 443"/>
          <p:cNvSpPr/>
          <p:nvPr/>
        </p:nvSpPr>
        <p:spPr>
          <a:xfrm>
            <a:off x="58685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07"/>
                </a:moveTo>
                <a:lnTo>
                  <a:pt x="0" y="7607"/>
                </a:lnTo>
                <a:lnTo>
                  <a:pt x="0" y="0"/>
                </a:lnTo>
                <a:lnTo>
                  <a:pt x="7620" y="0"/>
                </a:lnTo>
                <a:lnTo>
                  <a:pt x="762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4" name="object 444"/>
          <p:cNvSpPr/>
          <p:nvPr/>
        </p:nvSpPr>
        <p:spPr>
          <a:xfrm>
            <a:off x="58990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07"/>
                </a:moveTo>
                <a:lnTo>
                  <a:pt x="0" y="7607"/>
                </a:lnTo>
                <a:lnTo>
                  <a:pt x="0" y="0"/>
                </a:lnTo>
                <a:lnTo>
                  <a:pt x="60959" y="0"/>
                </a:lnTo>
                <a:lnTo>
                  <a:pt x="6095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5" name="object 445"/>
          <p:cNvSpPr/>
          <p:nvPr/>
        </p:nvSpPr>
        <p:spPr>
          <a:xfrm>
            <a:off x="5982893" y="3486048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07"/>
                </a:moveTo>
                <a:lnTo>
                  <a:pt x="0" y="7607"/>
                </a:lnTo>
                <a:lnTo>
                  <a:pt x="0" y="0"/>
                </a:lnTo>
                <a:lnTo>
                  <a:pt x="7620" y="0"/>
                </a:lnTo>
                <a:lnTo>
                  <a:pt x="7620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6" name="object 446"/>
          <p:cNvSpPr/>
          <p:nvPr/>
        </p:nvSpPr>
        <p:spPr>
          <a:xfrm>
            <a:off x="6013373" y="3486048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07"/>
                </a:moveTo>
                <a:lnTo>
                  <a:pt x="0" y="7607"/>
                </a:lnTo>
                <a:lnTo>
                  <a:pt x="0" y="0"/>
                </a:lnTo>
                <a:lnTo>
                  <a:pt x="60959" y="0"/>
                </a:lnTo>
                <a:lnTo>
                  <a:pt x="60959" y="760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7" name="object 447"/>
          <p:cNvSpPr/>
          <p:nvPr/>
        </p:nvSpPr>
        <p:spPr>
          <a:xfrm>
            <a:off x="7555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20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8" name="object 448"/>
          <p:cNvSpPr/>
          <p:nvPr/>
        </p:nvSpPr>
        <p:spPr>
          <a:xfrm>
            <a:off x="8393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9" name="object 449"/>
          <p:cNvSpPr/>
          <p:nvPr/>
        </p:nvSpPr>
        <p:spPr>
          <a:xfrm>
            <a:off x="8698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20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0" name="object 450"/>
          <p:cNvSpPr/>
          <p:nvPr/>
        </p:nvSpPr>
        <p:spPr>
          <a:xfrm>
            <a:off x="9536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1" name="object 451"/>
          <p:cNvSpPr/>
          <p:nvPr/>
        </p:nvSpPr>
        <p:spPr>
          <a:xfrm>
            <a:off x="9841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20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2" name="object 452"/>
          <p:cNvSpPr/>
          <p:nvPr/>
        </p:nvSpPr>
        <p:spPr>
          <a:xfrm>
            <a:off x="10679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3" name="object 453"/>
          <p:cNvSpPr/>
          <p:nvPr/>
        </p:nvSpPr>
        <p:spPr>
          <a:xfrm>
            <a:off x="10984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20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4" name="object 454"/>
          <p:cNvSpPr/>
          <p:nvPr/>
        </p:nvSpPr>
        <p:spPr>
          <a:xfrm>
            <a:off x="11822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5" name="object 455"/>
          <p:cNvSpPr/>
          <p:nvPr/>
        </p:nvSpPr>
        <p:spPr>
          <a:xfrm>
            <a:off x="12127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20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6" name="object 456"/>
          <p:cNvSpPr/>
          <p:nvPr/>
        </p:nvSpPr>
        <p:spPr>
          <a:xfrm>
            <a:off x="12965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7" name="object 457"/>
          <p:cNvSpPr/>
          <p:nvPr/>
        </p:nvSpPr>
        <p:spPr>
          <a:xfrm>
            <a:off x="13270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20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8" name="object 458"/>
          <p:cNvSpPr/>
          <p:nvPr/>
        </p:nvSpPr>
        <p:spPr>
          <a:xfrm>
            <a:off x="14108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9" name="object 459"/>
          <p:cNvSpPr/>
          <p:nvPr/>
        </p:nvSpPr>
        <p:spPr>
          <a:xfrm>
            <a:off x="14413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20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0" name="object 460"/>
          <p:cNvSpPr/>
          <p:nvPr/>
        </p:nvSpPr>
        <p:spPr>
          <a:xfrm>
            <a:off x="15251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1" name="object 461"/>
          <p:cNvSpPr/>
          <p:nvPr/>
        </p:nvSpPr>
        <p:spPr>
          <a:xfrm>
            <a:off x="15556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59" h="7620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2" name="object 462"/>
          <p:cNvSpPr/>
          <p:nvPr/>
        </p:nvSpPr>
        <p:spPr>
          <a:xfrm>
            <a:off x="16394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3" name="object 463"/>
          <p:cNvSpPr/>
          <p:nvPr/>
        </p:nvSpPr>
        <p:spPr>
          <a:xfrm>
            <a:off x="16699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4" name="object 464"/>
          <p:cNvSpPr/>
          <p:nvPr/>
        </p:nvSpPr>
        <p:spPr>
          <a:xfrm>
            <a:off x="17537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5" name="object 465"/>
          <p:cNvSpPr/>
          <p:nvPr/>
        </p:nvSpPr>
        <p:spPr>
          <a:xfrm>
            <a:off x="17842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6" name="object 466"/>
          <p:cNvSpPr/>
          <p:nvPr/>
        </p:nvSpPr>
        <p:spPr>
          <a:xfrm>
            <a:off x="18680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7" name="object 467"/>
          <p:cNvSpPr/>
          <p:nvPr/>
        </p:nvSpPr>
        <p:spPr>
          <a:xfrm>
            <a:off x="18985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8" name="object 468"/>
          <p:cNvSpPr/>
          <p:nvPr/>
        </p:nvSpPr>
        <p:spPr>
          <a:xfrm>
            <a:off x="19823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9" name="object 469"/>
          <p:cNvSpPr/>
          <p:nvPr/>
        </p:nvSpPr>
        <p:spPr>
          <a:xfrm>
            <a:off x="20128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0" name="object 470"/>
          <p:cNvSpPr/>
          <p:nvPr/>
        </p:nvSpPr>
        <p:spPr>
          <a:xfrm>
            <a:off x="20966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1" name="object 471"/>
          <p:cNvSpPr/>
          <p:nvPr/>
        </p:nvSpPr>
        <p:spPr>
          <a:xfrm>
            <a:off x="21271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2" name="object 472"/>
          <p:cNvSpPr/>
          <p:nvPr/>
        </p:nvSpPr>
        <p:spPr>
          <a:xfrm>
            <a:off x="22109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3" name="object 473"/>
          <p:cNvSpPr/>
          <p:nvPr/>
        </p:nvSpPr>
        <p:spPr>
          <a:xfrm>
            <a:off x="22414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4" name="object 474"/>
          <p:cNvSpPr/>
          <p:nvPr/>
        </p:nvSpPr>
        <p:spPr>
          <a:xfrm>
            <a:off x="23252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5" name="object 475"/>
          <p:cNvSpPr/>
          <p:nvPr/>
        </p:nvSpPr>
        <p:spPr>
          <a:xfrm>
            <a:off x="23557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6" name="object 476"/>
          <p:cNvSpPr/>
          <p:nvPr/>
        </p:nvSpPr>
        <p:spPr>
          <a:xfrm>
            <a:off x="24395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7" name="object 477"/>
          <p:cNvSpPr/>
          <p:nvPr/>
        </p:nvSpPr>
        <p:spPr>
          <a:xfrm>
            <a:off x="24700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8" name="object 478"/>
          <p:cNvSpPr/>
          <p:nvPr/>
        </p:nvSpPr>
        <p:spPr>
          <a:xfrm>
            <a:off x="25538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9" name="object 479"/>
          <p:cNvSpPr/>
          <p:nvPr/>
        </p:nvSpPr>
        <p:spPr>
          <a:xfrm>
            <a:off x="25843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0" name="object 480"/>
          <p:cNvSpPr/>
          <p:nvPr/>
        </p:nvSpPr>
        <p:spPr>
          <a:xfrm>
            <a:off x="26681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1" name="object 481"/>
          <p:cNvSpPr/>
          <p:nvPr/>
        </p:nvSpPr>
        <p:spPr>
          <a:xfrm>
            <a:off x="26986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2" name="object 482"/>
          <p:cNvSpPr/>
          <p:nvPr/>
        </p:nvSpPr>
        <p:spPr>
          <a:xfrm>
            <a:off x="27824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3" name="object 483"/>
          <p:cNvSpPr/>
          <p:nvPr/>
        </p:nvSpPr>
        <p:spPr>
          <a:xfrm>
            <a:off x="28129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4" name="object 484"/>
          <p:cNvSpPr/>
          <p:nvPr/>
        </p:nvSpPr>
        <p:spPr>
          <a:xfrm>
            <a:off x="28967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5" name="object 485"/>
          <p:cNvSpPr/>
          <p:nvPr/>
        </p:nvSpPr>
        <p:spPr>
          <a:xfrm>
            <a:off x="29272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6" name="object 486"/>
          <p:cNvSpPr/>
          <p:nvPr/>
        </p:nvSpPr>
        <p:spPr>
          <a:xfrm>
            <a:off x="30110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7" name="object 487"/>
          <p:cNvSpPr/>
          <p:nvPr/>
        </p:nvSpPr>
        <p:spPr>
          <a:xfrm>
            <a:off x="30415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8" name="object 488"/>
          <p:cNvSpPr/>
          <p:nvPr/>
        </p:nvSpPr>
        <p:spPr>
          <a:xfrm>
            <a:off x="31253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9" name="object 489"/>
          <p:cNvSpPr/>
          <p:nvPr/>
        </p:nvSpPr>
        <p:spPr>
          <a:xfrm>
            <a:off x="31558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60" y="7620"/>
                </a:moveTo>
                <a:lnTo>
                  <a:pt x="0" y="7620"/>
                </a:lnTo>
                <a:lnTo>
                  <a:pt x="0" y="0"/>
                </a:lnTo>
                <a:lnTo>
                  <a:pt x="60960" y="0"/>
                </a:lnTo>
                <a:lnTo>
                  <a:pt x="6096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0" name="object 490"/>
          <p:cNvSpPr/>
          <p:nvPr/>
        </p:nvSpPr>
        <p:spPr>
          <a:xfrm>
            <a:off x="32396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1" name="object 491"/>
          <p:cNvSpPr/>
          <p:nvPr/>
        </p:nvSpPr>
        <p:spPr>
          <a:xfrm>
            <a:off x="32701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2" name="object 492"/>
          <p:cNvSpPr/>
          <p:nvPr/>
        </p:nvSpPr>
        <p:spPr>
          <a:xfrm>
            <a:off x="33539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3" name="object 493"/>
          <p:cNvSpPr/>
          <p:nvPr/>
        </p:nvSpPr>
        <p:spPr>
          <a:xfrm>
            <a:off x="33844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4" name="object 494"/>
          <p:cNvSpPr/>
          <p:nvPr/>
        </p:nvSpPr>
        <p:spPr>
          <a:xfrm>
            <a:off x="34682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5" name="object 495"/>
          <p:cNvSpPr/>
          <p:nvPr/>
        </p:nvSpPr>
        <p:spPr>
          <a:xfrm>
            <a:off x="34987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6" name="object 496"/>
          <p:cNvSpPr/>
          <p:nvPr/>
        </p:nvSpPr>
        <p:spPr>
          <a:xfrm>
            <a:off x="35825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7" name="object 497"/>
          <p:cNvSpPr/>
          <p:nvPr/>
        </p:nvSpPr>
        <p:spPr>
          <a:xfrm>
            <a:off x="36130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8" name="object 498"/>
          <p:cNvSpPr/>
          <p:nvPr/>
        </p:nvSpPr>
        <p:spPr>
          <a:xfrm>
            <a:off x="36968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9" name="object 499"/>
          <p:cNvSpPr/>
          <p:nvPr/>
        </p:nvSpPr>
        <p:spPr>
          <a:xfrm>
            <a:off x="37273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0" name="object 500"/>
          <p:cNvSpPr/>
          <p:nvPr/>
        </p:nvSpPr>
        <p:spPr>
          <a:xfrm>
            <a:off x="38111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1" name="object 501"/>
          <p:cNvSpPr/>
          <p:nvPr/>
        </p:nvSpPr>
        <p:spPr>
          <a:xfrm>
            <a:off x="38416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2" name="object 502"/>
          <p:cNvSpPr/>
          <p:nvPr/>
        </p:nvSpPr>
        <p:spPr>
          <a:xfrm>
            <a:off x="39254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3" name="object 503"/>
          <p:cNvSpPr/>
          <p:nvPr/>
        </p:nvSpPr>
        <p:spPr>
          <a:xfrm>
            <a:off x="39559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4" name="object 504"/>
          <p:cNvSpPr/>
          <p:nvPr/>
        </p:nvSpPr>
        <p:spPr>
          <a:xfrm>
            <a:off x="40397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5" name="object 505"/>
          <p:cNvSpPr/>
          <p:nvPr/>
        </p:nvSpPr>
        <p:spPr>
          <a:xfrm>
            <a:off x="40702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6" name="object 506"/>
          <p:cNvSpPr/>
          <p:nvPr/>
        </p:nvSpPr>
        <p:spPr>
          <a:xfrm>
            <a:off x="41540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7" name="object 507"/>
          <p:cNvSpPr/>
          <p:nvPr/>
        </p:nvSpPr>
        <p:spPr>
          <a:xfrm>
            <a:off x="41845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8" name="object 508"/>
          <p:cNvSpPr/>
          <p:nvPr/>
        </p:nvSpPr>
        <p:spPr>
          <a:xfrm>
            <a:off x="42683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9" name="object 509"/>
          <p:cNvSpPr/>
          <p:nvPr/>
        </p:nvSpPr>
        <p:spPr>
          <a:xfrm>
            <a:off x="42988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0" name="object 510"/>
          <p:cNvSpPr/>
          <p:nvPr/>
        </p:nvSpPr>
        <p:spPr>
          <a:xfrm>
            <a:off x="43826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1" name="object 511"/>
          <p:cNvSpPr/>
          <p:nvPr/>
        </p:nvSpPr>
        <p:spPr>
          <a:xfrm>
            <a:off x="44131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2" name="object 512"/>
          <p:cNvSpPr/>
          <p:nvPr/>
        </p:nvSpPr>
        <p:spPr>
          <a:xfrm>
            <a:off x="44969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3" name="object 513"/>
          <p:cNvSpPr/>
          <p:nvPr/>
        </p:nvSpPr>
        <p:spPr>
          <a:xfrm>
            <a:off x="45274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4" name="object 514"/>
          <p:cNvSpPr/>
          <p:nvPr/>
        </p:nvSpPr>
        <p:spPr>
          <a:xfrm>
            <a:off x="46112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5" name="object 515"/>
          <p:cNvSpPr/>
          <p:nvPr/>
        </p:nvSpPr>
        <p:spPr>
          <a:xfrm>
            <a:off x="46417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6" name="object 516"/>
          <p:cNvSpPr/>
          <p:nvPr/>
        </p:nvSpPr>
        <p:spPr>
          <a:xfrm>
            <a:off x="47255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7" name="object 517"/>
          <p:cNvSpPr/>
          <p:nvPr/>
        </p:nvSpPr>
        <p:spPr>
          <a:xfrm>
            <a:off x="47560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8" name="object 518"/>
          <p:cNvSpPr/>
          <p:nvPr/>
        </p:nvSpPr>
        <p:spPr>
          <a:xfrm>
            <a:off x="48398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9" name="object 519"/>
          <p:cNvSpPr/>
          <p:nvPr/>
        </p:nvSpPr>
        <p:spPr>
          <a:xfrm>
            <a:off x="48703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0" name="object 520"/>
          <p:cNvSpPr/>
          <p:nvPr/>
        </p:nvSpPr>
        <p:spPr>
          <a:xfrm>
            <a:off x="49541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1" name="object 521"/>
          <p:cNvSpPr/>
          <p:nvPr/>
        </p:nvSpPr>
        <p:spPr>
          <a:xfrm>
            <a:off x="49846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2" name="object 522"/>
          <p:cNvSpPr/>
          <p:nvPr/>
        </p:nvSpPr>
        <p:spPr>
          <a:xfrm>
            <a:off x="50684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3" name="object 523"/>
          <p:cNvSpPr/>
          <p:nvPr/>
        </p:nvSpPr>
        <p:spPr>
          <a:xfrm>
            <a:off x="50989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4" name="object 524"/>
          <p:cNvSpPr/>
          <p:nvPr/>
        </p:nvSpPr>
        <p:spPr>
          <a:xfrm>
            <a:off x="51827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5" name="object 525"/>
          <p:cNvSpPr/>
          <p:nvPr/>
        </p:nvSpPr>
        <p:spPr>
          <a:xfrm>
            <a:off x="52132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6" name="object 526"/>
          <p:cNvSpPr/>
          <p:nvPr/>
        </p:nvSpPr>
        <p:spPr>
          <a:xfrm>
            <a:off x="52970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7" name="object 527"/>
          <p:cNvSpPr/>
          <p:nvPr/>
        </p:nvSpPr>
        <p:spPr>
          <a:xfrm>
            <a:off x="53275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8" name="object 528"/>
          <p:cNvSpPr/>
          <p:nvPr/>
        </p:nvSpPr>
        <p:spPr>
          <a:xfrm>
            <a:off x="54113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9" name="object 529"/>
          <p:cNvSpPr/>
          <p:nvPr/>
        </p:nvSpPr>
        <p:spPr>
          <a:xfrm>
            <a:off x="54418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0" name="object 530"/>
          <p:cNvSpPr/>
          <p:nvPr/>
        </p:nvSpPr>
        <p:spPr>
          <a:xfrm>
            <a:off x="55256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1" name="object 531"/>
          <p:cNvSpPr/>
          <p:nvPr/>
        </p:nvSpPr>
        <p:spPr>
          <a:xfrm>
            <a:off x="55561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2" name="object 532"/>
          <p:cNvSpPr/>
          <p:nvPr/>
        </p:nvSpPr>
        <p:spPr>
          <a:xfrm>
            <a:off x="56399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3" name="object 533"/>
          <p:cNvSpPr/>
          <p:nvPr/>
        </p:nvSpPr>
        <p:spPr>
          <a:xfrm>
            <a:off x="56704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4" name="object 534"/>
          <p:cNvSpPr/>
          <p:nvPr/>
        </p:nvSpPr>
        <p:spPr>
          <a:xfrm>
            <a:off x="57542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5" name="object 535"/>
          <p:cNvSpPr/>
          <p:nvPr/>
        </p:nvSpPr>
        <p:spPr>
          <a:xfrm>
            <a:off x="57847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6" name="object 536"/>
          <p:cNvSpPr/>
          <p:nvPr/>
        </p:nvSpPr>
        <p:spPr>
          <a:xfrm>
            <a:off x="58685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7" name="object 537"/>
          <p:cNvSpPr/>
          <p:nvPr/>
        </p:nvSpPr>
        <p:spPr>
          <a:xfrm>
            <a:off x="58990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8" name="object 538"/>
          <p:cNvSpPr/>
          <p:nvPr/>
        </p:nvSpPr>
        <p:spPr>
          <a:xfrm>
            <a:off x="5982893" y="3668191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9" name="object 539"/>
          <p:cNvSpPr/>
          <p:nvPr/>
        </p:nvSpPr>
        <p:spPr>
          <a:xfrm>
            <a:off x="6013373" y="3668191"/>
            <a:ext cx="60960" cy="7620"/>
          </a:xfrm>
          <a:custGeom>
            <a:avLst/>
            <a:gdLst/>
            <a:ahLst/>
            <a:cxnLst/>
            <a:rect l="l" t="t" r="r" b="b"/>
            <a:pathLst>
              <a:path w="60960" h="7620">
                <a:moveTo>
                  <a:pt x="60959" y="7620"/>
                </a:moveTo>
                <a:lnTo>
                  <a:pt x="0" y="7620"/>
                </a:lnTo>
                <a:lnTo>
                  <a:pt x="0" y="0"/>
                </a:lnTo>
                <a:lnTo>
                  <a:pt x="60959" y="0"/>
                </a:lnTo>
                <a:lnTo>
                  <a:pt x="60959" y="7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0" name="object 540"/>
          <p:cNvSpPr txBox="1"/>
          <p:nvPr/>
        </p:nvSpPr>
        <p:spPr>
          <a:xfrm>
            <a:off x="1122349" y="4109948"/>
            <a:ext cx="933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微软雅黑"/>
                <a:cs typeface="微软雅黑"/>
              </a:rPr>
              <a:t>i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541" name="object 541"/>
          <p:cNvSpPr txBox="1"/>
          <p:nvPr/>
        </p:nvSpPr>
        <p:spPr>
          <a:xfrm>
            <a:off x="2094458" y="4141749"/>
            <a:ext cx="202247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微软雅黑"/>
                <a:cs typeface="微软雅黑"/>
              </a:rPr>
              <a:t>第i行有i+1个元</a:t>
            </a:r>
            <a:r>
              <a:rPr sz="2000" spc="5" dirty="0">
                <a:latin typeface="微软雅黑"/>
                <a:cs typeface="微软雅黑"/>
              </a:rPr>
              <a:t>素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542" name="object 542"/>
          <p:cNvSpPr/>
          <p:nvPr/>
        </p:nvSpPr>
        <p:spPr>
          <a:xfrm>
            <a:off x="5324271" y="1914207"/>
            <a:ext cx="2708275" cy="929640"/>
          </a:xfrm>
          <a:custGeom>
            <a:avLst/>
            <a:gdLst/>
            <a:ahLst/>
            <a:cxnLst/>
            <a:rect l="l" t="t" r="r" b="b"/>
            <a:pathLst>
              <a:path w="2708275" h="929639">
                <a:moveTo>
                  <a:pt x="2707919" y="929639"/>
                </a:moveTo>
                <a:lnTo>
                  <a:pt x="0" y="929639"/>
                </a:lnTo>
                <a:lnTo>
                  <a:pt x="0" y="0"/>
                </a:lnTo>
                <a:lnTo>
                  <a:pt x="2707919" y="0"/>
                </a:lnTo>
                <a:lnTo>
                  <a:pt x="2707919" y="3809"/>
                </a:lnTo>
                <a:lnTo>
                  <a:pt x="7620" y="3809"/>
                </a:lnTo>
                <a:lnTo>
                  <a:pt x="3810" y="7619"/>
                </a:lnTo>
                <a:lnTo>
                  <a:pt x="7620" y="7619"/>
                </a:lnTo>
                <a:lnTo>
                  <a:pt x="7620" y="922019"/>
                </a:lnTo>
                <a:lnTo>
                  <a:pt x="3810" y="922019"/>
                </a:lnTo>
                <a:lnTo>
                  <a:pt x="7620" y="925829"/>
                </a:lnTo>
                <a:lnTo>
                  <a:pt x="2707919" y="925829"/>
                </a:lnTo>
                <a:lnTo>
                  <a:pt x="2707919" y="929639"/>
                </a:lnTo>
                <a:close/>
              </a:path>
              <a:path w="2708275" h="929639">
                <a:moveTo>
                  <a:pt x="7620" y="7619"/>
                </a:moveTo>
                <a:lnTo>
                  <a:pt x="3810" y="7619"/>
                </a:lnTo>
                <a:lnTo>
                  <a:pt x="7620" y="3809"/>
                </a:lnTo>
                <a:lnTo>
                  <a:pt x="7620" y="7619"/>
                </a:lnTo>
                <a:close/>
              </a:path>
              <a:path w="2708275" h="929639">
                <a:moveTo>
                  <a:pt x="2700299" y="7619"/>
                </a:moveTo>
                <a:lnTo>
                  <a:pt x="7620" y="7619"/>
                </a:lnTo>
                <a:lnTo>
                  <a:pt x="7620" y="3809"/>
                </a:lnTo>
                <a:lnTo>
                  <a:pt x="2700299" y="3809"/>
                </a:lnTo>
                <a:lnTo>
                  <a:pt x="2700299" y="7619"/>
                </a:lnTo>
                <a:close/>
              </a:path>
              <a:path w="2708275" h="929639">
                <a:moveTo>
                  <a:pt x="2700299" y="925829"/>
                </a:moveTo>
                <a:lnTo>
                  <a:pt x="2700299" y="3809"/>
                </a:lnTo>
                <a:lnTo>
                  <a:pt x="2704109" y="7619"/>
                </a:lnTo>
                <a:lnTo>
                  <a:pt x="2707919" y="7619"/>
                </a:lnTo>
                <a:lnTo>
                  <a:pt x="2707919" y="922019"/>
                </a:lnTo>
                <a:lnTo>
                  <a:pt x="2704109" y="922019"/>
                </a:lnTo>
                <a:lnTo>
                  <a:pt x="2700299" y="925829"/>
                </a:lnTo>
                <a:close/>
              </a:path>
              <a:path w="2708275" h="929639">
                <a:moveTo>
                  <a:pt x="2707919" y="7619"/>
                </a:moveTo>
                <a:lnTo>
                  <a:pt x="2704109" y="7619"/>
                </a:lnTo>
                <a:lnTo>
                  <a:pt x="2700299" y="3809"/>
                </a:lnTo>
                <a:lnTo>
                  <a:pt x="2707919" y="3809"/>
                </a:lnTo>
                <a:lnTo>
                  <a:pt x="2707919" y="7619"/>
                </a:lnTo>
                <a:close/>
              </a:path>
              <a:path w="2708275" h="929639">
                <a:moveTo>
                  <a:pt x="7620" y="925829"/>
                </a:moveTo>
                <a:lnTo>
                  <a:pt x="3810" y="922019"/>
                </a:lnTo>
                <a:lnTo>
                  <a:pt x="7620" y="922019"/>
                </a:lnTo>
                <a:lnTo>
                  <a:pt x="7620" y="925829"/>
                </a:lnTo>
                <a:close/>
              </a:path>
              <a:path w="2708275" h="929639">
                <a:moveTo>
                  <a:pt x="2700299" y="925829"/>
                </a:moveTo>
                <a:lnTo>
                  <a:pt x="7620" y="925829"/>
                </a:lnTo>
                <a:lnTo>
                  <a:pt x="7620" y="922019"/>
                </a:lnTo>
                <a:lnTo>
                  <a:pt x="2700299" y="922019"/>
                </a:lnTo>
                <a:lnTo>
                  <a:pt x="2700299" y="925829"/>
                </a:lnTo>
                <a:close/>
              </a:path>
              <a:path w="2708275" h="929639">
                <a:moveTo>
                  <a:pt x="2707919" y="925829"/>
                </a:moveTo>
                <a:lnTo>
                  <a:pt x="2700299" y="925829"/>
                </a:lnTo>
                <a:lnTo>
                  <a:pt x="2704109" y="922019"/>
                </a:lnTo>
                <a:lnTo>
                  <a:pt x="2707919" y="922019"/>
                </a:lnTo>
                <a:lnTo>
                  <a:pt x="2707919" y="9258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3" name="object 543"/>
          <p:cNvSpPr txBox="1"/>
          <p:nvPr/>
        </p:nvSpPr>
        <p:spPr>
          <a:xfrm>
            <a:off x="5406821" y="1945957"/>
            <a:ext cx="242824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微软雅黑"/>
                <a:cs typeface="微软雅黑"/>
              </a:rPr>
              <a:t>[i][0]=1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微软雅黑"/>
                <a:cs typeface="微软雅黑"/>
              </a:rPr>
              <a:t>[i][i]=1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微软雅黑"/>
                <a:cs typeface="微软雅黑"/>
              </a:rPr>
              <a:t>[i][</a:t>
            </a:r>
            <a:r>
              <a:rPr sz="1800" spc="-330" dirty="0">
                <a:latin typeface="微软雅黑"/>
                <a:cs typeface="微软雅黑"/>
              </a:rPr>
              <a:t> </a:t>
            </a:r>
            <a:r>
              <a:rPr sz="1800" spc="-5" dirty="0">
                <a:latin typeface="微软雅黑"/>
                <a:cs typeface="微软雅黑"/>
              </a:rPr>
              <a:t>j]=[i-1][</a:t>
            </a:r>
            <a:r>
              <a:rPr sz="1800" spc="-330" dirty="0">
                <a:latin typeface="微软雅黑"/>
                <a:cs typeface="微软雅黑"/>
              </a:rPr>
              <a:t> </a:t>
            </a:r>
            <a:r>
              <a:rPr sz="1800" spc="-5" dirty="0">
                <a:latin typeface="微软雅黑"/>
                <a:cs typeface="微软雅黑"/>
              </a:rPr>
              <a:t>j]+[i-1][</a:t>
            </a:r>
            <a:r>
              <a:rPr sz="1800" spc="-325" dirty="0">
                <a:latin typeface="微软雅黑"/>
                <a:cs typeface="微软雅黑"/>
              </a:rPr>
              <a:t> </a:t>
            </a:r>
            <a:r>
              <a:rPr sz="1800" spc="-5" dirty="0">
                <a:latin typeface="微软雅黑"/>
                <a:cs typeface="微软雅黑"/>
              </a:rPr>
              <a:t>j-1]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44" name="object 54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>
                <a:solidFill>
                  <a:srgbClr val="F1F1F1"/>
                </a:solidFill>
              </a:rPr>
              <a:t>32</a:t>
            </a:fld>
            <a:endParaRPr dirty="0">
              <a:solidFill>
                <a:srgbClr val="F1F1F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19847" y="421157"/>
            <a:ext cx="1817369" cy="3270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195256" y="369722"/>
            <a:ext cx="731227" cy="3733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980472" y="411632"/>
            <a:ext cx="1609115" cy="2895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615330" y="372897"/>
            <a:ext cx="779513" cy="37211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8739" y="2025649"/>
            <a:ext cx="7798434" cy="24123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3835"/>
              </a:lnSpc>
              <a:spcBef>
                <a:spcPts val="105"/>
              </a:spcBef>
            </a:pPr>
            <a:r>
              <a:rPr sz="3200" dirty="0">
                <a:latin typeface="宋体"/>
                <a:cs typeface="宋体"/>
              </a:rPr>
              <a:t>语句格</a:t>
            </a:r>
            <a:r>
              <a:rPr sz="3200" spc="5" dirty="0">
                <a:latin typeface="宋体"/>
                <a:cs typeface="宋体"/>
              </a:rPr>
              <a:t>式</a:t>
            </a:r>
            <a:endParaRPr sz="3200">
              <a:latin typeface="宋体"/>
              <a:cs typeface="宋体"/>
            </a:endParaRPr>
          </a:p>
          <a:p>
            <a:pPr marL="469900">
              <a:lnSpc>
                <a:spcPts val="3829"/>
              </a:lnSpc>
            </a:pPr>
            <a:r>
              <a:rPr sz="3200" spc="-5" dirty="0">
                <a:latin typeface="宋体"/>
                <a:cs typeface="宋体"/>
              </a:rPr>
              <a:t>for(</a:t>
            </a:r>
            <a:r>
              <a:rPr sz="3200" dirty="0">
                <a:latin typeface="宋体"/>
                <a:cs typeface="宋体"/>
              </a:rPr>
              <a:t>数据类型</a:t>
            </a:r>
            <a:r>
              <a:rPr sz="3200" spc="1575" dirty="0">
                <a:latin typeface="宋体"/>
                <a:cs typeface="宋体"/>
              </a:rPr>
              <a:t> </a:t>
            </a:r>
            <a:r>
              <a:rPr sz="3200" dirty="0">
                <a:latin typeface="宋体"/>
                <a:cs typeface="宋体"/>
              </a:rPr>
              <a:t>迭代变量</a:t>
            </a:r>
            <a:r>
              <a:rPr sz="3200" spc="-5" dirty="0">
                <a:latin typeface="宋体"/>
                <a:cs typeface="宋体"/>
              </a:rPr>
              <a:t>:</a:t>
            </a:r>
            <a:r>
              <a:rPr sz="3200" spc="-15" dirty="0">
                <a:latin typeface="宋体"/>
                <a:cs typeface="宋体"/>
              </a:rPr>
              <a:t> </a:t>
            </a:r>
            <a:r>
              <a:rPr sz="3200" dirty="0">
                <a:latin typeface="宋体"/>
                <a:cs typeface="宋体"/>
              </a:rPr>
              <a:t>数组){</a:t>
            </a:r>
            <a:endParaRPr sz="3200">
              <a:latin typeface="宋体"/>
              <a:cs typeface="宋体"/>
            </a:endParaRPr>
          </a:p>
          <a:p>
            <a:pPr marL="469900" marR="5080">
              <a:lnSpc>
                <a:spcPts val="3460"/>
              </a:lnSpc>
              <a:spcBef>
                <a:spcPts val="425"/>
              </a:spcBef>
            </a:pPr>
            <a:r>
              <a:rPr sz="3200" spc="-5" dirty="0">
                <a:latin typeface="宋体"/>
                <a:cs typeface="宋体"/>
              </a:rPr>
              <a:t>        //迭代变量即为依次访问的数</a:t>
            </a:r>
            <a:r>
              <a:rPr sz="3200" dirty="0">
                <a:latin typeface="宋体"/>
                <a:cs typeface="宋体"/>
              </a:rPr>
              <a:t>组 中的元</a:t>
            </a:r>
            <a:r>
              <a:rPr sz="3200" spc="5" dirty="0">
                <a:latin typeface="宋体"/>
                <a:cs typeface="宋体"/>
              </a:rPr>
              <a:t>素</a:t>
            </a:r>
            <a:endParaRPr sz="3200">
              <a:latin typeface="宋体"/>
              <a:cs typeface="宋体"/>
            </a:endParaRPr>
          </a:p>
          <a:p>
            <a:pPr marL="469900">
              <a:lnSpc>
                <a:spcPts val="3775"/>
              </a:lnSpc>
            </a:pPr>
            <a:r>
              <a:rPr sz="3200" dirty="0">
                <a:latin typeface="宋体"/>
                <a:cs typeface="宋体"/>
              </a:rPr>
              <a:t>}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>
                <a:solidFill>
                  <a:srgbClr val="F1F1F1"/>
                </a:solidFill>
              </a:rPr>
              <a:t>33</a:t>
            </a:fld>
            <a:endParaRPr dirty="0">
              <a:solidFill>
                <a:srgbClr val="F1F1F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21752" y="404647"/>
            <a:ext cx="1986280" cy="3575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371697" y="347497"/>
            <a:ext cx="799515" cy="40957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230573" y="394487"/>
            <a:ext cx="1759064" cy="31686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016840" y="351307"/>
            <a:ext cx="852335" cy="40766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93229" y="1675396"/>
            <a:ext cx="4584700" cy="1334770"/>
          </a:xfrm>
          <a:custGeom>
            <a:avLst/>
            <a:gdLst/>
            <a:ahLst/>
            <a:cxnLst/>
            <a:rect l="l" t="t" r="r" b="b"/>
            <a:pathLst>
              <a:path w="4584700" h="1334770">
                <a:moveTo>
                  <a:pt x="4584700" y="1334770"/>
                </a:moveTo>
                <a:lnTo>
                  <a:pt x="0" y="1334770"/>
                </a:lnTo>
                <a:lnTo>
                  <a:pt x="0" y="0"/>
                </a:lnTo>
                <a:lnTo>
                  <a:pt x="4584700" y="0"/>
                </a:lnTo>
                <a:lnTo>
                  <a:pt x="4584700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1322070"/>
                </a:lnTo>
                <a:lnTo>
                  <a:pt x="6350" y="1322070"/>
                </a:lnTo>
                <a:lnTo>
                  <a:pt x="12700" y="1328420"/>
                </a:lnTo>
                <a:lnTo>
                  <a:pt x="4584700" y="1328420"/>
                </a:lnTo>
                <a:lnTo>
                  <a:pt x="4584700" y="1334770"/>
                </a:lnTo>
                <a:close/>
              </a:path>
              <a:path w="4584700" h="1334770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4584700" h="1334770">
                <a:moveTo>
                  <a:pt x="4572000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4572000" y="6350"/>
                </a:lnTo>
                <a:lnTo>
                  <a:pt x="4572000" y="12700"/>
                </a:lnTo>
                <a:close/>
              </a:path>
              <a:path w="4584700" h="1334770">
                <a:moveTo>
                  <a:pt x="4572000" y="1328420"/>
                </a:moveTo>
                <a:lnTo>
                  <a:pt x="4572000" y="6350"/>
                </a:lnTo>
                <a:lnTo>
                  <a:pt x="4578350" y="12700"/>
                </a:lnTo>
                <a:lnTo>
                  <a:pt x="4584700" y="12700"/>
                </a:lnTo>
                <a:lnTo>
                  <a:pt x="4584700" y="1322069"/>
                </a:lnTo>
                <a:lnTo>
                  <a:pt x="4578350" y="1322070"/>
                </a:lnTo>
                <a:lnTo>
                  <a:pt x="4572000" y="1328420"/>
                </a:lnTo>
                <a:close/>
              </a:path>
              <a:path w="4584700" h="1334770">
                <a:moveTo>
                  <a:pt x="4584700" y="12700"/>
                </a:moveTo>
                <a:lnTo>
                  <a:pt x="4578350" y="12700"/>
                </a:lnTo>
                <a:lnTo>
                  <a:pt x="4572000" y="6350"/>
                </a:lnTo>
                <a:lnTo>
                  <a:pt x="4584700" y="6350"/>
                </a:lnTo>
                <a:lnTo>
                  <a:pt x="4584700" y="12700"/>
                </a:lnTo>
                <a:close/>
              </a:path>
              <a:path w="4584700" h="1334770">
                <a:moveTo>
                  <a:pt x="12700" y="1328420"/>
                </a:moveTo>
                <a:lnTo>
                  <a:pt x="6350" y="1322070"/>
                </a:lnTo>
                <a:lnTo>
                  <a:pt x="12700" y="1322070"/>
                </a:lnTo>
                <a:lnTo>
                  <a:pt x="12700" y="1328420"/>
                </a:lnTo>
                <a:close/>
              </a:path>
              <a:path w="4584700" h="1334770">
                <a:moveTo>
                  <a:pt x="4572000" y="1328420"/>
                </a:moveTo>
                <a:lnTo>
                  <a:pt x="12700" y="1328420"/>
                </a:lnTo>
                <a:lnTo>
                  <a:pt x="12700" y="1322070"/>
                </a:lnTo>
                <a:lnTo>
                  <a:pt x="4572000" y="1322070"/>
                </a:lnTo>
                <a:lnTo>
                  <a:pt x="4572000" y="1328420"/>
                </a:lnTo>
                <a:close/>
              </a:path>
              <a:path w="4584700" h="1334770">
                <a:moveTo>
                  <a:pt x="4584700" y="1328420"/>
                </a:moveTo>
                <a:lnTo>
                  <a:pt x="4572000" y="1328420"/>
                </a:lnTo>
                <a:lnTo>
                  <a:pt x="4578350" y="1322070"/>
                </a:lnTo>
                <a:lnTo>
                  <a:pt x="4584700" y="1322069"/>
                </a:lnTo>
                <a:lnTo>
                  <a:pt x="4584700" y="13284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715804" y="2024646"/>
            <a:ext cx="60960" cy="0"/>
          </a:xfrm>
          <a:custGeom>
            <a:avLst/>
            <a:gdLst/>
            <a:ahLst/>
            <a:cxnLst/>
            <a:rect l="l" t="t" r="r" b="b"/>
            <a:pathLst>
              <a:path w="60960">
                <a:moveTo>
                  <a:pt x="0" y="0"/>
                </a:moveTo>
                <a:lnTo>
                  <a:pt x="60959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49033" y="3707396"/>
            <a:ext cx="7884159" cy="2319655"/>
          </a:xfrm>
          <a:custGeom>
            <a:avLst/>
            <a:gdLst/>
            <a:ahLst/>
            <a:cxnLst/>
            <a:rect l="l" t="t" r="r" b="b"/>
            <a:pathLst>
              <a:path w="7884159" h="2319654">
                <a:moveTo>
                  <a:pt x="7883994" y="2319655"/>
                </a:moveTo>
                <a:lnTo>
                  <a:pt x="0" y="2319655"/>
                </a:lnTo>
                <a:lnTo>
                  <a:pt x="0" y="0"/>
                </a:lnTo>
                <a:lnTo>
                  <a:pt x="7883994" y="0"/>
                </a:lnTo>
                <a:lnTo>
                  <a:pt x="7883994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2306955"/>
                </a:lnTo>
                <a:lnTo>
                  <a:pt x="6350" y="2306955"/>
                </a:lnTo>
                <a:lnTo>
                  <a:pt x="12700" y="2313305"/>
                </a:lnTo>
                <a:lnTo>
                  <a:pt x="7883994" y="2313305"/>
                </a:lnTo>
                <a:lnTo>
                  <a:pt x="7883994" y="2319655"/>
                </a:lnTo>
                <a:close/>
              </a:path>
              <a:path w="7884159" h="2319654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7884159" h="2319654">
                <a:moveTo>
                  <a:pt x="7871294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7871294" y="6350"/>
                </a:lnTo>
                <a:lnTo>
                  <a:pt x="7871294" y="12700"/>
                </a:lnTo>
                <a:close/>
              </a:path>
              <a:path w="7884159" h="2319654">
                <a:moveTo>
                  <a:pt x="7871294" y="2313305"/>
                </a:moveTo>
                <a:lnTo>
                  <a:pt x="7871294" y="6350"/>
                </a:lnTo>
                <a:lnTo>
                  <a:pt x="7877644" y="12700"/>
                </a:lnTo>
                <a:lnTo>
                  <a:pt x="7883994" y="12700"/>
                </a:lnTo>
                <a:lnTo>
                  <a:pt x="7883994" y="2306955"/>
                </a:lnTo>
                <a:lnTo>
                  <a:pt x="7877644" y="2306955"/>
                </a:lnTo>
                <a:lnTo>
                  <a:pt x="7871294" y="2313305"/>
                </a:lnTo>
                <a:close/>
              </a:path>
              <a:path w="7884159" h="2319654">
                <a:moveTo>
                  <a:pt x="7883994" y="12700"/>
                </a:moveTo>
                <a:lnTo>
                  <a:pt x="7877644" y="12700"/>
                </a:lnTo>
                <a:lnTo>
                  <a:pt x="7871294" y="6350"/>
                </a:lnTo>
                <a:lnTo>
                  <a:pt x="7883994" y="6350"/>
                </a:lnTo>
                <a:lnTo>
                  <a:pt x="7883994" y="12700"/>
                </a:lnTo>
                <a:close/>
              </a:path>
              <a:path w="7884159" h="2319654">
                <a:moveTo>
                  <a:pt x="12700" y="2313305"/>
                </a:moveTo>
                <a:lnTo>
                  <a:pt x="6350" y="2306955"/>
                </a:lnTo>
                <a:lnTo>
                  <a:pt x="12700" y="2306955"/>
                </a:lnTo>
                <a:lnTo>
                  <a:pt x="12700" y="2313305"/>
                </a:lnTo>
                <a:close/>
              </a:path>
              <a:path w="7884159" h="2319654">
                <a:moveTo>
                  <a:pt x="7871294" y="2313305"/>
                </a:moveTo>
                <a:lnTo>
                  <a:pt x="12700" y="2313305"/>
                </a:lnTo>
                <a:lnTo>
                  <a:pt x="12700" y="2306955"/>
                </a:lnTo>
                <a:lnTo>
                  <a:pt x="7871294" y="2306955"/>
                </a:lnTo>
                <a:lnTo>
                  <a:pt x="7871294" y="2313305"/>
                </a:lnTo>
                <a:close/>
              </a:path>
              <a:path w="7884159" h="2319654">
                <a:moveTo>
                  <a:pt x="7883994" y="2313305"/>
                </a:moveTo>
                <a:lnTo>
                  <a:pt x="7871294" y="2313305"/>
                </a:lnTo>
                <a:lnTo>
                  <a:pt x="7877644" y="2306955"/>
                </a:lnTo>
                <a:lnTo>
                  <a:pt x="7883994" y="2306955"/>
                </a:lnTo>
                <a:lnTo>
                  <a:pt x="7883994" y="23133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86054" y="949960"/>
            <a:ext cx="8166734" cy="50120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sz="3200" spc="-5" dirty="0">
                <a:latin typeface="宋体"/>
                <a:cs typeface="宋体"/>
              </a:rPr>
              <a:t>for</a:t>
            </a:r>
            <a:r>
              <a:rPr sz="3200" spc="-10" dirty="0">
                <a:latin typeface="宋体"/>
                <a:cs typeface="宋体"/>
              </a:rPr>
              <a:t> </a:t>
            </a:r>
            <a:r>
              <a:rPr sz="3200" spc="-5" dirty="0">
                <a:latin typeface="宋体"/>
                <a:cs typeface="宋体"/>
              </a:rPr>
              <a:t>each+</a:t>
            </a:r>
            <a:r>
              <a:rPr sz="3200" dirty="0">
                <a:latin typeface="宋体"/>
                <a:cs typeface="宋体"/>
              </a:rPr>
              <a:t>一维数</a:t>
            </a:r>
            <a:r>
              <a:rPr sz="3200" spc="5" dirty="0">
                <a:latin typeface="宋体"/>
                <a:cs typeface="宋体"/>
              </a:rPr>
              <a:t>组</a:t>
            </a:r>
            <a:endParaRPr sz="3200" dirty="0">
              <a:latin typeface="宋体"/>
              <a:cs typeface="宋体"/>
            </a:endParaRPr>
          </a:p>
          <a:p>
            <a:pPr marL="804545" marR="4567555">
              <a:lnSpc>
                <a:spcPct val="100000"/>
              </a:lnSpc>
              <a:spcBef>
                <a:spcPts val="2125"/>
              </a:spcBef>
            </a:pPr>
            <a:r>
              <a:rPr sz="2000" spc="-5" dirty="0">
                <a:latin typeface="微软雅黑"/>
                <a:cs typeface="微软雅黑"/>
              </a:rPr>
              <a:t>int[] array </a:t>
            </a:r>
            <a:r>
              <a:rPr sz="2000" dirty="0">
                <a:latin typeface="微软雅黑"/>
                <a:cs typeface="微软雅黑"/>
              </a:rPr>
              <a:t>= </a:t>
            </a:r>
            <a:r>
              <a:rPr sz="2000" spc="-5" dirty="0">
                <a:latin typeface="微软雅黑"/>
                <a:cs typeface="微软雅黑"/>
              </a:rPr>
              <a:t>new int[5];  for(int</a:t>
            </a:r>
            <a:r>
              <a:rPr sz="2000" spc="-20" dirty="0">
                <a:latin typeface="微软雅黑"/>
                <a:cs typeface="微软雅黑"/>
              </a:rPr>
              <a:t> </a:t>
            </a:r>
            <a:r>
              <a:rPr sz="2000" spc="-5" dirty="0">
                <a:latin typeface="微软雅黑"/>
                <a:cs typeface="微软雅黑"/>
              </a:rPr>
              <a:t>element:array){</a:t>
            </a:r>
            <a:endParaRPr sz="2000" dirty="0">
              <a:latin typeface="微软雅黑"/>
              <a:cs typeface="微软雅黑"/>
            </a:endParaRPr>
          </a:p>
          <a:p>
            <a:pPr marL="1104265">
              <a:lnSpc>
                <a:spcPts val="2410"/>
              </a:lnSpc>
              <a:tabLst>
                <a:tab pos="2764155" algn="l"/>
              </a:tabLst>
            </a:pPr>
            <a:r>
              <a:rPr sz="2000" spc="-240" dirty="0">
                <a:latin typeface="微软雅黑"/>
                <a:cs typeface="微软雅黑"/>
              </a:rPr>
              <a:t>System.</a:t>
            </a:r>
            <a:r>
              <a:rPr sz="2100" i="1" spc="-240" dirty="0">
                <a:latin typeface="微软雅黑"/>
                <a:cs typeface="微软雅黑"/>
              </a:rPr>
              <a:t>out</a:t>
            </a:r>
            <a:r>
              <a:rPr sz="2000" spc="-240" dirty="0">
                <a:latin typeface="微软雅黑"/>
                <a:cs typeface="微软雅黑"/>
              </a:rPr>
              <a:t>pr.	</a:t>
            </a:r>
            <a:r>
              <a:rPr sz="2000" spc="-5" dirty="0">
                <a:latin typeface="微软雅黑"/>
                <a:cs typeface="微软雅黑"/>
              </a:rPr>
              <a:t>int(element+"</a:t>
            </a:r>
            <a:r>
              <a:rPr sz="2000" spc="-80" dirty="0">
                <a:latin typeface="微软雅黑"/>
                <a:cs typeface="微软雅黑"/>
              </a:rPr>
              <a:t> </a:t>
            </a:r>
            <a:r>
              <a:rPr sz="2000" dirty="0">
                <a:latin typeface="微软雅黑"/>
                <a:cs typeface="微软雅黑"/>
              </a:rPr>
              <a:t>");</a:t>
            </a:r>
          </a:p>
          <a:p>
            <a:pPr marL="804545">
              <a:lnSpc>
                <a:spcPts val="2390"/>
              </a:lnSpc>
            </a:pPr>
            <a:r>
              <a:rPr sz="2000" dirty="0">
                <a:latin typeface="微软雅黑"/>
                <a:cs typeface="微软雅黑"/>
              </a:rPr>
              <a:t>}</a:t>
            </a:r>
          </a:p>
          <a:p>
            <a:pPr marL="902335" lvl="1" indent="-457834">
              <a:lnSpc>
                <a:spcPct val="100000"/>
              </a:lnSpc>
              <a:spcBef>
                <a:spcPts val="1305"/>
              </a:spcBef>
              <a:buClr>
                <a:srgbClr val="006C39"/>
              </a:buClr>
              <a:buSzPct val="66666"/>
              <a:buFont typeface="Wingdings 3"/>
              <a:buChar char=""/>
              <a:tabLst>
                <a:tab pos="902335" algn="l"/>
                <a:tab pos="902969" algn="l"/>
              </a:tabLst>
            </a:pPr>
            <a:r>
              <a:rPr sz="2700" spc="-5" dirty="0">
                <a:latin typeface="微软雅黑"/>
                <a:cs typeface="微软雅黑"/>
              </a:rPr>
              <a:t>for</a:t>
            </a:r>
            <a:r>
              <a:rPr sz="2700" spc="-85" dirty="0">
                <a:latin typeface="微软雅黑"/>
                <a:cs typeface="微软雅黑"/>
              </a:rPr>
              <a:t> </a:t>
            </a:r>
            <a:r>
              <a:rPr sz="2700" spc="-5" dirty="0">
                <a:latin typeface="微软雅黑"/>
                <a:cs typeface="微软雅黑"/>
              </a:rPr>
              <a:t>each+</a:t>
            </a:r>
            <a:r>
              <a:rPr sz="2700" dirty="0">
                <a:latin typeface="微软雅黑"/>
                <a:cs typeface="微软雅黑"/>
              </a:rPr>
              <a:t>二维数组</a:t>
            </a:r>
          </a:p>
          <a:p>
            <a:pPr marL="660400">
              <a:lnSpc>
                <a:spcPct val="100000"/>
              </a:lnSpc>
              <a:spcBef>
                <a:spcPts val="1864"/>
              </a:spcBef>
            </a:pPr>
            <a:r>
              <a:rPr sz="1800" spc="-5" dirty="0">
                <a:latin typeface="微软雅黑"/>
                <a:cs typeface="微软雅黑"/>
              </a:rPr>
              <a:t>for(int[] </a:t>
            </a:r>
            <a:r>
              <a:rPr sz="1800" spc="-10" dirty="0">
                <a:latin typeface="微软雅黑"/>
                <a:cs typeface="微软雅黑"/>
              </a:rPr>
              <a:t>rows:</a:t>
            </a:r>
            <a:r>
              <a:rPr sz="1800" dirty="0">
                <a:latin typeface="微软雅黑"/>
                <a:cs typeface="微软雅黑"/>
              </a:rPr>
              <a:t> </a:t>
            </a:r>
            <a:r>
              <a:rPr sz="1800" spc="-5" dirty="0">
                <a:latin typeface="微软雅黑"/>
                <a:cs typeface="微软雅黑"/>
              </a:rPr>
              <a:t>tri){</a:t>
            </a:r>
            <a:endParaRPr sz="1800" dirty="0">
              <a:latin typeface="微软雅黑"/>
              <a:cs typeface="微软雅黑"/>
            </a:endParaRPr>
          </a:p>
          <a:p>
            <a:pPr marL="1574800" marR="5080">
              <a:lnSpc>
                <a:spcPct val="100000"/>
              </a:lnSpc>
            </a:pPr>
            <a:r>
              <a:rPr sz="1800" dirty="0">
                <a:latin typeface="微软雅黑"/>
                <a:cs typeface="微软雅黑"/>
              </a:rPr>
              <a:t>//二维数组的每行是一维数组，迭代变量是一维数组元素类型in</a:t>
            </a:r>
            <a:r>
              <a:rPr sz="1800" spc="-5" dirty="0">
                <a:latin typeface="微软雅黑"/>
                <a:cs typeface="微软雅黑"/>
              </a:rPr>
              <a:t>t[</a:t>
            </a:r>
            <a:r>
              <a:rPr sz="1800" dirty="0">
                <a:latin typeface="微软雅黑"/>
                <a:cs typeface="微软雅黑"/>
              </a:rPr>
              <a:t>]  </a:t>
            </a:r>
            <a:r>
              <a:rPr sz="1800" spc="-5" dirty="0">
                <a:latin typeface="微软雅黑"/>
                <a:cs typeface="微软雅黑"/>
              </a:rPr>
              <a:t>for(int element</a:t>
            </a:r>
            <a:r>
              <a:rPr sz="1800" dirty="0">
                <a:latin typeface="微软雅黑"/>
                <a:cs typeface="微软雅黑"/>
              </a:rPr>
              <a:t> </a:t>
            </a:r>
            <a:r>
              <a:rPr sz="1800" spc="-10" dirty="0">
                <a:latin typeface="微软雅黑"/>
                <a:cs typeface="微软雅黑"/>
              </a:rPr>
              <a:t>:rows){</a:t>
            </a:r>
            <a:endParaRPr sz="1800" dirty="0">
              <a:latin typeface="微软雅黑"/>
              <a:cs typeface="微软雅黑"/>
            </a:endParaRPr>
          </a:p>
          <a:p>
            <a:pPr marL="2489200" marR="386715">
              <a:lnSpc>
                <a:spcPts val="2160"/>
              </a:lnSpc>
              <a:spcBef>
                <a:spcPts val="75"/>
              </a:spcBef>
              <a:tabLst>
                <a:tab pos="3897629" algn="l"/>
              </a:tabLst>
            </a:pPr>
            <a:r>
              <a:rPr sz="1800" dirty="0">
                <a:latin typeface="微软雅黑"/>
                <a:cs typeface="微软雅黑"/>
              </a:rPr>
              <a:t>//对每行进行迭代，迭代的对象为一维数组元素</a:t>
            </a:r>
            <a:r>
              <a:rPr sz="1800" spc="-35" dirty="0">
                <a:latin typeface="微软雅黑"/>
                <a:cs typeface="微软雅黑"/>
              </a:rPr>
              <a:t>r</a:t>
            </a:r>
            <a:r>
              <a:rPr sz="1800" dirty="0">
                <a:latin typeface="微软雅黑"/>
                <a:cs typeface="微软雅黑"/>
              </a:rPr>
              <a:t>o</a:t>
            </a:r>
            <a:r>
              <a:rPr sz="1800" spc="-5" dirty="0">
                <a:latin typeface="微软雅黑"/>
                <a:cs typeface="微软雅黑"/>
              </a:rPr>
              <a:t>w</a:t>
            </a:r>
            <a:r>
              <a:rPr sz="1800" dirty="0">
                <a:latin typeface="微软雅黑"/>
                <a:cs typeface="微软雅黑"/>
              </a:rPr>
              <a:t>s  </a:t>
            </a:r>
            <a:r>
              <a:rPr sz="1800" spc="-265" dirty="0">
                <a:latin typeface="微软雅黑"/>
                <a:cs typeface="微软雅黑"/>
              </a:rPr>
              <a:t>System.</a:t>
            </a:r>
            <a:r>
              <a:rPr sz="1850" i="1" spc="-265" dirty="0">
                <a:latin typeface="微软雅黑"/>
                <a:cs typeface="微软雅黑"/>
              </a:rPr>
              <a:t>out</a:t>
            </a:r>
            <a:r>
              <a:rPr sz="1800" spc="-265" dirty="0">
                <a:latin typeface="微软雅黑"/>
                <a:cs typeface="微软雅黑"/>
              </a:rPr>
              <a:t>p.	</a:t>
            </a:r>
            <a:r>
              <a:rPr sz="1800" spc="-5" dirty="0">
                <a:latin typeface="微软雅黑"/>
                <a:cs typeface="微软雅黑"/>
              </a:rPr>
              <a:t>rintf("%4s",element);</a:t>
            </a:r>
            <a:endParaRPr sz="1800" dirty="0">
              <a:latin typeface="微软雅黑"/>
              <a:cs typeface="微软雅黑"/>
            </a:endParaRPr>
          </a:p>
          <a:p>
            <a:pPr marL="1574800">
              <a:lnSpc>
                <a:spcPts val="2065"/>
              </a:lnSpc>
            </a:pPr>
            <a:r>
              <a:rPr sz="1800" dirty="0">
                <a:latin typeface="微软雅黑"/>
                <a:cs typeface="微软雅黑"/>
              </a:rPr>
              <a:t>}</a:t>
            </a:r>
          </a:p>
          <a:p>
            <a:pPr marL="1574800">
              <a:lnSpc>
                <a:spcPts val="2190"/>
              </a:lnSpc>
              <a:tabLst>
                <a:tab pos="2983230" algn="l"/>
              </a:tabLst>
            </a:pPr>
            <a:r>
              <a:rPr sz="1800" spc="-265" dirty="0">
                <a:latin typeface="微软雅黑"/>
                <a:cs typeface="微软雅黑"/>
              </a:rPr>
              <a:t>System.</a:t>
            </a:r>
            <a:r>
              <a:rPr sz="1850" i="1" spc="-265" dirty="0">
                <a:latin typeface="微软雅黑"/>
                <a:cs typeface="微软雅黑"/>
              </a:rPr>
              <a:t>out</a:t>
            </a:r>
            <a:r>
              <a:rPr sz="1800" spc="-265" dirty="0">
                <a:latin typeface="微软雅黑"/>
                <a:cs typeface="微软雅黑"/>
              </a:rPr>
              <a:t>p.	</a:t>
            </a:r>
            <a:r>
              <a:rPr sz="1800" spc="-5" dirty="0">
                <a:latin typeface="微软雅黑"/>
                <a:cs typeface="微软雅黑"/>
              </a:rPr>
              <a:t>rintln();</a:t>
            </a:r>
            <a:endParaRPr sz="1800" dirty="0">
              <a:latin typeface="微软雅黑"/>
              <a:cs typeface="微软雅黑"/>
            </a:endParaRPr>
          </a:p>
          <a:p>
            <a:pPr marL="660400">
              <a:lnSpc>
                <a:spcPts val="2155"/>
              </a:lnSpc>
            </a:pPr>
            <a:r>
              <a:rPr sz="1800" dirty="0">
                <a:latin typeface="微软雅黑"/>
                <a:cs typeface="微软雅黑"/>
              </a:rPr>
              <a:t>}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>
                <a:solidFill>
                  <a:srgbClr val="F1F1F1"/>
                </a:solidFill>
              </a:rPr>
              <a:t>34</a:t>
            </a:fld>
            <a:endParaRPr dirty="0">
              <a:solidFill>
                <a:srgbClr val="F1F1F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16799" y="347497"/>
            <a:ext cx="1295336" cy="4076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69339" y="1416685"/>
            <a:ext cx="7747634" cy="953135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 marR="5080">
              <a:lnSpc>
                <a:spcPts val="3450"/>
              </a:lnSpc>
              <a:spcBef>
                <a:spcPts val="545"/>
              </a:spcBef>
            </a:pPr>
            <a:r>
              <a:rPr b="0" dirty="0">
                <a:solidFill>
                  <a:srgbClr val="000000"/>
                </a:solidFill>
                <a:latin typeface="宋体"/>
                <a:cs typeface="宋体"/>
              </a:rPr>
              <a:t>【题目】为了防止对网站的恶意注册，用户 在注册时通常被要求输入网站提供的验证</a:t>
            </a:r>
            <a:r>
              <a:rPr b="0" spc="5" dirty="0">
                <a:solidFill>
                  <a:srgbClr val="000000"/>
                </a:solidFill>
                <a:latin typeface="宋体"/>
                <a:cs typeface="宋体"/>
              </a:rPr>
              <a:t>码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>
                <a:solidFill>
                  <a:srgbClr val="F1F1F1"/>
                </a:solidFill>
              </a:rPr>
              <a:t>35</a:t>
            </a:fld>
            <a:endParaRPr dirty="0">
              <a:solidFill>
                <a:srgbClr val="F1F1F1"/>
              </a:solidFill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 marR="5080">
              <a:lnSpc>
                <a:spcPct val="89800"/>
              </a:lnSpc>
              <a:spcBef>
                <a:spcPts val="495"/>
              </a:spcBef>
            </a:pPr>
            <a:r>
              <a:rPr dirty="0"/>
              <a:t>。编写一个为网站生成验证码的程序，设</a:t>
            </a:r>
            <a:r>
              <a:rPr spc="5" dirty="0"/>
              <a:t>验 </a:t>
            </a:r>
            <a:r>
              <a:rPr spc="-5" dirty="0"/>
              <a:t>证码是4位，不能重复，验证码由数字和大</a:t>
            </a:r>
            <a:r>
              <a:rPr dirty="0"/>
              <a:t>小 写字</a:t>
            </a:r>
            <a:r>
              <a:rPr sz="3500" dirty="0"/>
              <a:t>母组成，但为了避免混淆，不能包含  </a:t>
            </a:r>
            <a:r>
              <a:rPr sz="3500" spc="-5" dirty="0"/>
              <a:t>1，l，L，0，o，O，2，</a:t>
            </a:r>
            <a:r>
              <a:rPr sz="3500" spc="-15" dirty="0"/>
              <a:t> </a:t>
            </a:r>
            <a:r>
              <a:rPr sz="3500" spc="-5" dirty="0"/>
              <a:t>z，Z，</a:t>
            </a:r>
            <a:r>
              <a:rPr sz="3500" spc="-10" dirty="0"/>
              <a:t> </a:t>
            </a:r>
            <a:r>
              <a:rPr sz="3500" spc="-5" dirty="0"/>
              <a:t>9，g</a:t>
            </a:r>
            <a:r>
              <a:rPr sz="3500" spc="5" dirty="0"/>
              <a:t>。</a:t>
            </a:r>
            <a:endParaRPr sz="35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21752" y="400837"/>
            <a:ext cx="2411095" cy="368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779100" y="349402"/>
            <a:ext cx="409346" cy="4095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8739" y="1443989"/>
            <a:ext cx="8388985" cy="39604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184150" algn="l"/>
              </a:tabLst>
            </a:pPr>
            <a:r>
              <a:rPr sz="3500" dirty="0">
                <a:latin typeface="宋体"/>
                <a:cs typeface="宋体"/>
              </a:rPr>
              <a:t>查询</a:t>
            </a:r>
            <a:r>
              <a:rPr sz="3500" spc="-5" dirty="0">
                <a:latin typeface="宋体"/>
                <a:cs typeface="宋体"/>
              </a:rPr>
              <a:t>API</a:t>
            </a:r>
            <a:endParaRPr sz="35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Font typeface="Arial"/>
              <a:buChar char="•"/>
            </a:pPr>
            <a:endParaRPr sz="4300">
              <a:latin typeface="宋体"/>
              <a:cs typeface="宋体"/>
            </a:endParaRPr>
          </a:p>
          <a:p>
            <a:pPr marL="673100" lvl="1" indent="-355600">
              <a:lnSpc>
                <a:spcPct val="100000"/>
              </a:lnSpc>
              <a:buClr>
                <a:srgbClr val="000000"/>
              </a:buClr>
              <a:buAutoNum type="arabicPeriod"/>
              <a:tabLst>
                <a:tab pos="673100" algn="l"/>
              </a:tabLst>
            </a:pPr>
            <a:r>
              <a:rPr sz="2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equals( ) </a:t>
            </a:r>
            <a:r>
              <a:rPr sz="2800" spc="-10" dirty="0">
                <a:latin typeface="Times New Roman"/>
                <a:cs typeface="Times New Roman"/>
              </a:rPr>
              <a:t>---- </a:t>
            </a:r>
            <a:r>
              <a:rPr sz="2800" spc="-5" dirty="0">
                <a:latin typeface="Times New Roman"/>
                <a:cs typeface="Times New Roman"/>
              </a:rPr>
              <a:t>compare two arrays for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equality.</a:t>
            </a:r>
            <a:endParaRPr sz="2800">
              <a:latin typeface="Times New Roman"/>
              <a:cs typeface="Times New Roman"/>
            </a:endParaRPr>
          </a:p>
          <a:p>
            <a:pPr marL="673100" lvl="1" indent="-355600">
              <a:lnSpc>
                <a:spcPct val="100000"/>
              </a:lnSpc>
              <a:spcBef>
                <a:spcPts val="2039"/>
              </a:spcBef>
              <a:buClr>
                <a:srgbClr val="000000"/>
              </a:buClr>
              <a:buAutoNum type="arabicPeriod"/>
              <a:tabLst>
                <a:tab pos="673100" algn="l"/>
              </a:tabLst>
            </a:pPr>
            <a:r>
              <a:rPr sz="2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fill( ) </a:t>
            </a:r>
            <a:r>
              <a:rPr sz="2800" spc="-10" dirty="0">
                <a:latin typeface="Times New Roman"/>
                <a:cs typeface="Times New Roman"/>
              </a:rPr>
              <a:t>---- </a:t>
            </a:r>
            <a:r>
              <a:rPr sz="2800" spc="-5" dirty="0">
                <a:latin typeface="Times New Roman"/>
                <a:cs typeface="Times New Roman"/>
              </a:rPr>
              <a:t>fill an array with a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value</a:t>
            </a:r>
            <a:r>
              <a:rPr sz="2400" spc="-5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723900" lvl="1" indent="-355600">
              <a:lnSpc>
                <a:spcPct val="100000"/>
              </a:lnSpc>
              <a:spcBef>
                <a:spcPts val="2640"/>
              </a:spcBef>
              <a:buClr>
                <a:srgbClr val="000000"/>
              </a:buClr>
              <a:buAutoNum type="arabicPeriod"/>
              <a:tabLst>
                <a:tab pos="723900" algn="l"/>
              </a:tabLst>
            </a:pPr>
            <a:r>
              <a:rPr sz="2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sort( ) </a:t>
            </a:r>
            <a:r>
              <a:rPr sz="2800" spc="-10" dirty="0">
                <a:latin typeface="Times New Roman"/>
                <a:cs typeface="Times New Roman"/>
              </a:rPr>
              <a:t>---- </a:t>
            </a:r>
            <a:r>
              <a:rPr sz="2800" spc="-5" dirty="0">
                <a:latin typeface="Times New Roman"/>
                <a:cs typeface="Times New Roman"/>
              </a:rPr>
              <a:t>sort the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array</a:t>
            </a:r>
            <a:r>
              <a:rPr sz="2400" spc="-5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Font typeface="Times New Roman"/>
              <a:buAutoNum type="arabicPeriod"/>
            </a:pPr>
            <a:endParaRPr sz="2650">
              <a:latin typeface="Times New Roman"/>
              <a:cs typeface="Times New Roman"/>
            </a:endParaRPr>
          </a:p>
          <a:p>
            <a:pPr marL="673100" lvl="1" indent="-355600">
              <a:lnSpc>
                <a:spcPct val="100000"/>
              </a:lnSpc>
              <a:buClr>
                <a:srgbClr val="000000"/>
              </a:buClr>
              <a:buAutoNum type="arabicPeriod"/>
              <a:tabLst>
                <a:tab pos="673100" algn="l"/>
              </a:tabLst>
            </a:pPr>
            <a:r>
              <a:rPr sz="2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binarySearch( </a:t>
            </a:r>
            <a:r>
              <a:rPr sz="2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) </a:t>
            </a:r>
            <a:r>
              <a:rPr sz="2800" spc="-10" dirty="0">
                <a:latin typeface="Times New Roman"/>
                <a:cs typeface="Times New Roman"/>
              </a:rPr>
              <a:t>---- </a:t>
            </a:r>
            <a:r>
              <a:rPr sz="2800" spc="-5" dirty="0">
                <a:latin typeface="Times New Roman"/>
                <a:cs typeface="Times New Roman"/>
              </a:rPr>
              <a:t>find an element in a sorted</a:t>
            </a:r>
            <a:r>
              <a:rPr sz="2800" spc="6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array</a:t>
            </a:r>
            <a:r>
              <a:rPr sz="2400" spc="-5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>
                <a:solidFill>
                  <a:srgbClr val="F1F1F1"/>
                </a:solidFill>
              </a:rPr>
              <a:t>36</a:t>
            </a:fld>
            <a:endParaRPr dirty="0">
              <a:solidFill>
                <a:srgbClr val="F1F1F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2130" y="1084579"/>
            <a:ext cx="7587615" cy="2303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宋体"/>
                <a:cs typeface="宋体"/>
              </a:rPr>
              <a:t>数组比较</a:t>
            </a:r>
            <a:r>
              <a:rPr sz="2800" spc="-5" dirty="0">
                <a:latin typeface="宋体"/>
                <a:cs typeface="宋体"/>
              </a:rPr>
              <a:t>：</a:t>
            </a:r>
            <a:r>
              <a:rPr sz="3600" spc="-5" dirty="0">
                <a:latin typeface="Times New Roman"/>
                <a:cs typeface="Times New Roman"/>
              </a:rPr>
              <a:t>Sample :CompareArrays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950">
              <a:latin typeface="Times New Roman"/>
              <a:cs typeface="Times New Roman"/>
            </a:endParaRPr>
          </a:p>
          <a:p>
            <a:pPr marL="12700" marR="5080">
              <a:lnSpc>
                <a:spcPts val="3020"/>
              </a:lnSpc>
            </a:pPr>
            <a:r>
              <a:rPr sz="2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Arrays.equals( ) </a:t>
            </a:r>
            <a:r>
              <a:rPr sz="2800" spc="-5" dirty="0">
                <a:latin typeface="Times New Roman"/>
                <a:cs typeface="Times New Roman"/>
              </a:rPr>
              <a:t>compares entire arrays for </a:t>
            </a:r>
            <a:r>
              <a:rPr sz="2800" spc="-25" dirty="0">
                <a:latin typeface="Times New Roman"/>
                <a:cs typeface="Times New Roman"/>
              </a:rPr>
              <a:t>equality,  </a:t>
            </a:r>
            <a:r>
              <a:rPr sz="2800" spc="-5" dirty="0">
                <a:latin typeface="Times New Roman"/>
                <a:cs typeface="Times New Roman"/>
              </a:rPr>
              <a:t>using the </a:t>
            </a:r>
            <a:r>
              <a:rPr sz="2800" b="1" spc="-5" dirty="0">
                <a:latin typeface="Times New Roman"/>
                <a:cs typeface="Times New Roman"/>
              </a:rPr>
              <a:t>equals( ) </a:t>
            </a:r>
            <a:r>
              <a:rPr sz="2800" spc="-5" dirty="0">
                <a:latin typeface="Times New Roman"/>
                <a:cs typeface="Times New Roman"/>
              </a:rPr>
              <a:t>for each element. For primitives,  that </a:t>
            </a:r>
            <a:r>
              <a:rPr sz="2800" spc="-20" dirty="0">
                <a:latin typeface="Times New Roman"/>
                <a:cs typeface="Times New Roman"/>
              </a:rPr>
              <a:t>primitive’s </a:t>
            </a:r>
            <a:r>
              <a:rPr sz="2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wrapper </a:t>
            </a:r>
            <a:r>
              <a:rPr sz="2800" spc="-5" dirty="0">
                <a:latin typeface="Times New Roman"/>
                <a:cs typeface="Times New Roman"/>
              </a:rPr>
              <a:t>class </a:t>
            </a:r>
            <a:r>
              <a:rPr sz="2800" b="1" spc="-5" dirty="0">
                <a:latin typeface="Times New Roman"/>
                <a:cs typeface="Times New Roman"/>
              </a:rPr>
              <a:t>equals( ) </a:t>
            </a:r>
            <a:r>
              <a:rPr sz="2800" spc="-5" dirty="0">
                <a:latin typeface="Times New Roman"/>
                <a:cs typeface="Times New Roman"/>
              </a:rPr>
              <a:t>is</a:t>
            </a:r>
            <a:r>
              <a:rPr sz="2800" spc="4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used.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>
                <a:solidFill>
                  <a:srgbClr val="F1F1F1"/>
                </a:solidFill>
              </a:rPr>
              <a:t>37</a:t>
            </a:fld>
            <a:endParaRPr dirty="0">
              <a:solidFill>
                <a:srgbClr val="F1F1F1"/>
              </a:solidFill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02500" y="6495123"/>
            <a:ext cx="527050" cy="17653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900" dirty="0">
                <a:solidFill>
                  <a:srgbClr val="888888"/>
                </a:solidFill>
                <a:latin typeface="微软雅黑"/>
                <a:cs typeface="微软雅黑"/>
              </a:rPr>
              <a:t>2024/3/4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05240" y="6495123"/>
            <a:ext cx="160020" cy="17653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900" dirty="0">
                <a:solidFill>
                  <a:srgbClr val="888888"/>
                </a:solidFill>
                <a:latin typeface="微软雅黑"/>
                <a:cs typeface="微软雅黑"/>
              </a:rPr>
              <a:t>38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2130" y="4852670"/>
            <a:ext cx="1802764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宋体"/>
                <a:cs typeface="宋体"/>
              </a:rPr>
              <a:t>数组填充</a:t>
            </a:r>
            <a:r>
              <a:rPr sz="2800" spc="-5" dirty="0">
                <a:latin typeface="宋体"/>
                <a:cs typeface="宋体"/>
              </a:rPr>
              <a:t>：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83652" y="322097"/>
            <a:ext cx="576389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000000"/>
                </a:solidFill>
                <a:latin typeface="宋体"/>
                <a:cs typeface="宋体"/>
              </a:rPr>
              <a:t>3.6.1</a:t>
            </a:r>
            <a:r>
              <a:rPr sz="2800" spc="-45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sz="2800" dirty="0">
                <a:solidFill>
                  <a:srgbClr val="000000"/>
                </a:solidFill>
                <a:latin typeface="宋体"/>
                <a:cs typeface="宋体"/>
              </a:rPr>
              <a:t>java.util.Arrays数组工具</a:t>
            </a:r>
            <a:r>
              <a:rPr sz="2800" spc="-20" dirty="0">
                <a:solidFill>
                  <a:srgbClr val="000000"/>
                </a:solidFill>
                <a:latin typeface="宋体"/>
                <a:cs typeface="宋体"/>
              </a:rPr>
              <a:t>类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34614" y="4737100"/>
            <a:ext cx="457009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Times New Roman"/>
                <a:cs typeface="Times New Roman"/>
              </a:rPr>
              <a:t>Sample :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宋体"/>
                <a:cs typeface="宋体"/>
              </a:rPr>
              <a:t>FillingArrays.java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22097"/>
            <a:ext cx="576389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000000"/>
                </a:solidFill>
                <a:latin typeface="宋体"/>
                <a:cs typeface="宋体"/>
              </a:rPr>
              <a:t>3.6.1</a:t>
            </a:r>
            <a:r>
              <a:rPr sz="2800" spc="-45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sz="2800" dirty="0">
                <a:solidFill>
                  <a:srgbClr val="000000"/>
                </a:solidFill>
                <a:latin typeface="宋体"/>
                <a:cs typeface="宋体"/>
              </a:rPr>
              <a:t>java.util.Arrays数组工具</a:t>
            </a:r>
            <a:r>
              <a:rPr sz="2800" spc="-20" dirty="0">
                <a:solidFill>
                  <a:srgbClr val="000000"/>
                </a:solidFill>
                <a:latin typeface="宋体"/>
                <a:cs typeface="宋体"/>
              </a:rPr>
              <a:t>类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>
                <a:solidFill>
                  <a:srgbClr val="F1F1F1"/>
                </a:solidFill>
              </a:rPr>
              <a:t>38</a:t>
            </a:fld>
            <a:endParaRPr dirty="0">
              <a:solidFill>
                <a:srgbClr val="F1F1F1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02500" y="6495123"/>
            <a:ext cx="527050" cy="17653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900" dirty="0">
                <a:solidFill>
                  <a:srgbClr val="888888"/>
                </a:solidFill>
                <a:latin typeface="微软雅黑"/>
                <a:cs typeface="微软雅黑"/>
              </a:rPr>
              <a:t>2024/3/4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05240" y="6495123"/>
            <a:ext cx="160020" cy="17653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900" dirty="0">
                <a:solidFill>
                  <a:srgbClr val="888888"/>
                </a:solidFill>
                <a:latin typeface="微软雅黑"/>
                <a:cs typeface="微软雅黑"/>
              </a:rPr>
              <a:t>38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2130" y="1102994"/>
            <a:ext cx="5581650" cy="997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宋体"/>
                <a:cs typeface="宋体"/>
              </a:rPr>
              <a:t>数组元素比较</a:t>
            </a:r>
            <a:r>
              <a:rPr sz="2800" spc="-5" dirty="0">
                <a:latin typeface="宋体"/>
                <a:cs typeface="宋体"/>
              </a:rPr>
              <a:t>：</a:t>
            </a:r>
            <a:endParaRPr sz="2800">
              <a:latin typeface="宋体"/>
              <a:cs typeface="宋体"/>
            </a:endParaRPr>
          </a:p>
          <a:p>
            <a:pPr marL="530860">
              <a:lnSpc>
                <a:spcPct val="100000"/>
              </a:lnSpc>
              <a:spcBef>
                <a:spcPts val="2140"/>
              </a:spcBef>
            </a:pPr>
            <a:r>
              <a:rPr sz="1800" spc="-20" dirty="0">
                <a:latin typeface="微软雅黑"/>
                <a:cs typeface="微软雅黑"/>
              </a:rPr>
              <a:t>Java</a:t>
            </a:r>
            <a:r>
              <a:rPr sz="1800" dirty="0">
                <a:latin typeface="微软雅黑"/>
                <a:cs typeface="微软雅黑"/>
              </a:rPr>
              <a:t>提供了两种比较方式：</a:t>
            </a:r>
            <a:r>
              <a:rPr sz="1800" b="1" dirty="0">
                <a:solidFill>
                  <a:srgbClr val="FF0000"/>
                </a:solidFill>
                <a:latin typeface="宋体"/>
                <a:cs typeface="宋体"/>
              </a:rPr>
              <a:t>自然比较法和比较器</a:t>
            </a:r>
            <a:r>
              <a:rPr sz="1800" b="1" spc="-10" dirty="0">
                <a:solidFill>
                  <a:srgbClr val="FF0000"/>
                </a:solidFill>
                <a:latin typeface="宋体"/>
                <a:cs typeface="宋体"/>
              </a:rPr>
              <a:t>法</a:t>
            </a:r>
            <a:endParaRPr sz="1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469264"/>
            <a:ext cx="8728075" cy="4718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83845" indent="304800">
              <a:lnSpc>
                <a:spcPct val="100000"/>
              </a:lnSpc>
              <a:spcBef>
                <a:spcPts val="95"/>
              </a:spcBef>
              <a:buClr>
                <a:srgbClr val="ED7A07"/>
              </a:buClr>
              <a:buAutoNum type="arabicPeriod"/>
              <a:tabLst>
                <a:tab pos="666115" algn="l"/>
              </a:tabLst>
            </a:pPr>
            <a:r>
              <a:rPr sz="2800" spc="-30" dirty="0">
                <a:latin typeface="Times New Roman"/>
                <a:cs typeface="Times New Roman"/>
              </a:rPr>
              <a:t>With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natural</a:t>
            </a:r>
            <a:r>
              <a:rPr sz="2800" b="1" i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comparison</a:t>
            </a: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method</a:t>
            </a:r>
            <a:r>
              <a:rPr sz="2800" b="1" i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宋体"/>
                <a:cs typeface="宋体"/>
              </a:rPr>
              <a:t>自然比较法</a:t>
            </a:r>
            <a:r>
              <a:rPr sz="2800" spc="-10" dirty="0">
                <a:latin typeface="Times New Roman"/>
                <a:cs typeface="Times New Roman"/>
              </a:rPr>
              <a:t>----  </a:t>
            </a:r>
            <a:r>
              <a:rPr sz="2800" spc="-5" dirty="0">
                <a:latin typeface="Times New Roman"/>
                <a:cs typeface="Times New Roman"/>
              </a:rPr>
              <a:t>implement the </a:t>
            </a:r>
            <a:r>
              <a:rPr sz="2800" b="1" spc="-5" dirty="0">
                <a:latin typeface="Times New Roman"/>
                <a:cs typeface="Times New Roman"/>
              </a:rPr>
              <a:t>java.lang.</a:t>
            </a:r>
            <a:r>
              <a:rPr sz="2800" b="1" spc="-5" dirty="0">
                <a:solidFill>
                  <a:srgbClr val="967A2C"/>
                </a:solidFill>
                <a:latin typeface="Times New Roman"/>
                <a:cs typeface="Times New Roman"/>
              </a:rPr>
              <a:t>Comparable</a:t>
            </a:r>
            <a:r>
              <a:rPr sz="2800" b="1" spc="10" dirty="0">
                <a:solidFill>
                  <a:srgbClr val="967A2C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interface</a:t>
            </a:r>
            <a:endParaRPr sz="2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spc="-5" dirty="0">
                <a:latin typeface="Times New Roman"/>
                <a:cs typeface="Times New Roman"/>
              </a:rPr>
              <a:t>(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967A2C"/>
                </a:solidFill>
                <a:latin typeface="Times New Roman"/>
                <a:cs typeface="Times New Roman"/>
              </a:rPr>
              <a:t>compareTo(</a:t>
            </a:r>
            <a:r>
              <a:rPr sz="2800" spc="-5" dirty="0">
                <a:solidFill>
                  <a:srgbClr val="967A2C"/>
                </a:solidFill>
                <a:latin typeface="Times New Roman"/>
                <a:cs typeface="Times New Roman"/>
              </a:rPr>
              <a:t> )</a:t>
            </a:r>
            <a:r>
              <a:rPr sz="2800" spc="-5" dirty="0">
                <a:latin typeface="Times New Roman"/>
                <a:cs typeface="Times New Roman"/>
              </a:rPr>
              <a:t>).</a:t>
            </a:r>
            <a:r>
              <a:rPr sz="2800" dirty="0">
                <a:solidFill>
                  <a:srgbClr val="FF0000"/>
                </a:solidFill>
                <a:latin typeface="宋体"/>
                <a:cs typeface="宋体"/>
              </a:rPr>
              <a:t>内部比较</a:t>
            </a:r>
            <a:r>
              <a:rPr sz="2800" spc="-5" dirty="0">
                <a:solidFill>
                  <a:srgbClr val="FF0000"/>
                </a:solidFill>
                <a:latin typeface="宋体"/>
                <a:cs typeface="宋体"/>
              </a:rPr>
              <a:t>器</a:t>
            </a:r>
            <a:endParaRPr sz="2800" dirty="0">
              <a:latin typeface="宋体"/>
              <a:cs typeface="宋体"/>
            </a:endParaRPr>
          </a:p>
          <a:p>
            <a:pPr marR="349250" algn="ctr">
              <a:lnSpc>
                <a:spcPct val="100000"/>
              </a:lnSpc>
              <a:spcBef>
                <a:spcPts val="495"/>
              </a:spcBef>
            </a:pPr>
            <a:r>
              <a:rPr sz="2800" spc="-5" dirty="0">
                <a:solidFill>
                  <a:srgbClr val="006C39"/>
                </a:solidFill>
                <a:latin typeface="Times New Roman"/>
                <a:cs typeface="Times New Roman"/>
              </a:rPr>
              <a:t>Sample : </a:t>
            </a:r>
            <a:r>
              <a:rPr sz="2800" spc="-5" dirty="0">
                <a:solidFill>
                  <a:srgbClr val="006C39"/>
                </a:solidFill>
                <a:latin typeface="宋体"/>
                <a:cs typeface="宋体"/>
              </a:rPr>
              <a:t>CompType.java</a:t>
            </a:r>
            <a:r>
              <a:rPr sz="2800" dirty="0">
                <a:solidFill>
                  <a:srgbClr val="006C39"/>
                </a:solidFill>
                <a:latin typeface="宋体"/>
                <a:cs typeface="宋体"/>
              </a:rPr>
              <a:t> </a:t>
            </a:r>
            <a:r>
              <a:rPr sz="2800" spc="-5" dirty="0">
                <a:latin typeface="宋体"/>
                <a:cs typeface="宋体"/>
              </a:rPr>
              <a:t>*</a:t>
            </a:r>
            <a:endParaRPr sz="2800" dirty="0">
              <a:latin typeface="宋体"/>
              <a:cs typeface="宋体"/>
            </a:endParaRPr>
          </a:p>
          <a:p>
            <a:pPr marL="12700" marR="128270" indent="355600">
              <a:lnSpc>
                <a:spcPct val="100000"/>
              </a:lnSpc>
              <a:spcBef>
                <a:spcPts val="2265"/>
              </a:spcBef>
            </a:pPr>
            <a:r>
              <a:rPr sz="2800" spc="-5" dirty="0">
                <a:latin typeface="Times New Roman"/>
                <a:cs typeface="Times New Roman"/>
              </a:rPr>
              <a:t>If Comparable </a:t>
            </a:r>
            <a:r>
              <a:rPr sz="2800" spc="-15" dirty="0">
                <a:latin typeface="Times New Roman"/>
                <a:cs typeface="Times New Roman"/>
              </a:rPr>
              <a:t>hasn’t </a:t>
            </a:r>
            <a:r>
              <a:rPr sz="2800" spc="-5" dirty="0">
                <a:latin typeface="Times New Roman"/>
                <a:cs typeface="Times New Roman"/>
              </a:rPr>
              <a:t>been implemented, then you’ll get a  compile-time error message when you try to call 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sort(</a:t>
            </a:r>
            <a:r>
              <a:rPr sz="2800" spc="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).</a:t>
            </a:r>
            <a:endParaRPr sz="2800" dirty="0">
              <a:latin typeface="Times New Roman"/>
              <a:cs typeface="Times New Roman"/>
            </a:endParaRPr>
          </a:p>
          <a:p>
            <a:pPr marL="622300" indent="-304800">
              <a:lnSpc>
                <a:spcPct val="100000"/>
              </a:lnSpc>
              <a:spcBef>
                <a:spcPts val="1080"/>
              </a:spcBef>
              <a:buClr>
                <a:srgbClr val="ED7A07"/>
              </a:buClr>
              <a:buSzPct val="85714"/>
              <a:buAutoNum type="arabicPeriod" startAt="2"/>
              <a:tabLst>
                <a:tab pos="622300" algn="l"/>
              </a:tabLst>
            </a:pPr>
            <a:r>
              <a:rPr sz="2800" spc="-5" dirty="0">
                <a:latin typeface="Times New Roman"/>
                <a:cs typeface="Times New Roman"/>
              </a:rPr>
              <a:t>Create a separate class that implements the</a:t>
            </a:r>
            <a:r>
              <a:rPr sz="2800" spc="5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Comparator</a:t>
            </a:r>
            <a:endParaRPr sz="2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spc="-5" dirty="0">
                <a:latin typeface="Times New Roman"/>
                <a:cs typeface="Times New Roman"/>
              </a:rPr>
              <a:t>interface. ( 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compare( ) and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equals( </a:t>
            </a:r>
            <a:r>
              <a:rPr sz="2800" spc="-10" dirty="0">
                <a:solidFill>
                  <a:srgbClr val="FF0000"/>
                </a:solidFill>
                <a:latin typeface="Times New Roman"/>
                <a:cs typeface="Times New Roman"/>
              </a:rPr>
              <a:t>))</a:t>
            </a:r>
            <a:r>
              <a:rPr sz="2800" dirty="0">
                <a:solidFill>
                  <a:srgbClr val="FF0000"/>
                </a:solidFill>
                <a:latin typeface="宋体"/>
                <a:cs typeface="宋体"/>
              </a:rPr>
              <a:t>比较器</a:t>
            </a:r>
            <a:r>
              <a:rPr sz="2800" spc="-5" dirty="0">
                <a:solidFill>
                  <a:srgbClr val="FF0000"/>
                </a:solidFill>
                <a:latin typeface="宋体"/>
                <a:cs typeface="宋体"/>
              </a:rPr>
              <a:t>法</a:t>
            </a:r>
            <a:endParaRPr sz="2800" dirty="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2200" dirty="0">
              <a:latin typeface="宋体"/>
              <a:cs typeface="宋体"/>
            </a:endParaRPr>
          </a:p>
          <a:p>
            <a:pPr marL="58419" algn="ctr">
              <a:lnSpc>
                <a:spcPct val="100000"/>
              </a:lnSpc>
            </a:pPr>
            <a:r>
              <a:rPr sz="2800" spc="-5" dirty="0">
                <a:solidFill>
                  <a:srgbClr val="006C39"/>
                </a:solidFill>
                <a:latin typeface="Times New Roman"/>
                <a:cs typeface="Times New Roman"/>
              </a:rPr>
              <a:t>Sample : </a:t>
            </a:r>
            <a:r>
              <a:rPr sz="2800" spc="-5" dirty="0">
                <a:solidFill>
                  <a:srgbClr val="006C39"/>
                </a:solidFill>
                <a:latin typeface="宋体"/>
                <a:cs typeface="宋体"/>
              </a:rPr>
              <a:t>ComparatorTest.java</a:t>
            </a:r>
            <a:r>
              <a:rPr sz="2800" dirty="0">
                <a:solidFill>
                  <a:srgbClr val="006C39"/>
                </a:solidFill>
                <a:latin typeface="宋体"/>
                <a:cs typeface="宋体"/>
              </a:rPr>
              <a:t> </a:t>
            </a:r>
            <a:r>
              <a:rPr sz="2800" spc="-5" dirty="0">
                <a:latin typeface="宋体"/>
                <a:cs typeface="宋体"/>
              </a:rPr>
              <a:t>*</a:t>
            </a:r>
            <a:r>
              <a:rPr sz="2800" spc="-5" dirty="0">
                <a:solidFill>
                  <a:srgbClr val="006C39"/>
                </a:solidFill>
                <a:latin typeface="宋体"/>
                <a:cs typeface="宋体"/>
              </a:rPr>
              <a:t> </a:t>
            </a:r>
            <a:endParaRPr sz="2800" dirty="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0875" y="1459230"/>
            <a:ext cx="7308215" cy="303847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84150" marR="5080" indent="-171450">
              <a:lnSpc>
                <a:spcPts val="3020"/>
              </a:lnSpc>
              <a:spcBef>
                <a:spcPts val="475"/>
              </a:spcBef>
              <a:buFont typeface="Arial"/>
              <a:buChar char="•"/>
              <a:tabLst>
                <a:tab pos="184150" algn="l"/>
              </a:tabLst>
            </a:pPr>
            <a:r>
              <a:rPr sz="2800" spc="-5" dirty="0">
                <a:latin typeface="宋体"/>
                <a:cs typeface="宋体"/>
              </a:rPr>
              <a:t>Arrays</a:t>
            </a:r>
            <a:r>
              <a:rPr sz="2800" dirty="0">
                <a:latin typeface="宋体"/>
                <a:cs typeface="宋体"/>
              </a:rPr>
              <a:t>类中的排序方法使用的是优化的</a:t>
            </a:r>
            <a:r>
              <a:rPr sz="2800" dirty="0">
                <a:solidFill>
                  <a:srgbClr val="FF0000"/>
                </a:solidFill>
                <a:latin typeface="宋体"/>
                <a:cs typeface="宋体"/>
              </a:rPr>
              <a:t>快速</a:t>
            </a:r>
            <a:r>
              <a:rPr sz="2800" spc="-5" dirty="0">
                <a:solidFill>
                  <a:srgbClr val="FF0000"/>
                </a:solidFill>
                <a:latin typeface="宋体"/>
                <a:cs typeface="宋体"/>
              </a:rPr>
              <a:t>排 </a:t>
            </a:r>
            <a:r>
              <a:rPr sz="2800" dirty="0">
                <a:solidFill>
                  <a:srgbClr val="FF0000"/>
                </a:solidFill>
                <a:latin typeface="宋体"/>
                <a:cs typeface="宋体"/>
              </a:rPr>
              <a:t>序算法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"/>
              <a:buChar char="•"/>
            </a:pPr>
            <a:endParaRPr sz="3500">
              <a:latin typeface="宋体"/>
              <a:cs typeface="宋体"/>
            </a:endParaRPr>
          </a:p>
          <a:p>
            <a:pPr marL="184150" marR="5080" indent="-171450">
              <a:lnSpc>
                <a:spcPts val="3020"/>
              </a:lnSpc>
              <a:spcBef>
                <a:spcPts val="5"/>
              </a:spcBef>
              <a:buFont typeface="Arial"/>
              <a:buChar char="•"/>
              <a:tabLst>
                <a:tab pos="184150" algn="l"/>
              </a:tabLst>
            </a:pPr>
            <a:r>
              <a:rPr sz="2800" spc="-5" dirty="0">
                <a:latin typeface="宋体"/>
                <a:cs typeface="宋体"/>
              </a:rPr>
              <a:t>sort</a:t>
            </a:r>
            <a:r>
              <a:rPr sz="2800" dirty="0">
                <a:latin typeface="宋体"/>
                <a:cs typeface="宋体"/>
              </a:rPr>
              <a:t>方法是</a:t>
            </a:r>
            <a:r>
              <a:rPr sz="2800" spc="-5" dirty="0">
                <a:latin typeface="宋体"/>
                <a:cs typeface="宋体"/>
              </a:rPr>
              <a:t>Arrays</a:t>
            </a:r>
            <a:r>
              <a:rPr sz="2800" dirty="0">
                <a:latin typeface="宋体"/>
                <a:cs typeface="宋体"/>
              </a:rPr>
              <a:t>类中的静态方法，可以通</a:t>
            </a:r>
            <a:r>
              <a:rPr sz="2800" spc="-5" dirty="0">
                <a:latin typeface="宋体"/>
                <a:cs typeface="宋体"/>
              </a:rPr>
              <a:t>过 </a:t>
            </a:r>
            <a:r>
              <a:rPr sz="2800" dirty="0">
                <a:latin typeface="宋体"/>
                <a:cs typeface="宋体"/>
              </a:rPr>
              <a:t>类直接进行调</a:t>
            </a:r>
            <a:r>
              <a:rPr sz="2800" spc="-5" dirty="0">
                <a:latin typeface="宋体"/>
                <a:cs typeface="宋体"/>
              </a:rPr>
              <a:t>用</a:t>
            </a:r>
            <a:endParaRPr sz="2800">
              <a:latin typeface="宋体"/>
              <a:cs typeface="宋体"/>
            </a:endParaRPr>
          </a:p>
          <a:p>
            <a:pPr marL="184150" marR="5080" indent="-171450">
              <a:lnSpc>
                <a:spcPts val="3020"/>
              </a:lnSpc>
              <a:spcBef>
                <a:spcPts val="750"/>
              </a:spcBef>
              <a:buFont typeface="Arial"/>
              <a:buChar char="•"/>
              <a:tabLst>
                <a:tab pos="184150" algn="l"/>
              </a:tabLst>
            </a:pPr>
            <a:r>
              <a:rPr sz="2800" spc="-5" dirty="0">
                <a:latin typeface="宋体"/>
                <a:cs typeface="宋体"/>
              </a:rPr>
              <a:t>sort</a:t>
            </a:r>
            <a:r>
              <a:rPr sz="2800" dirty="0">
                <a:latin typeface="宋体"/>
                <a:cs typeface="宋体"/>
              </a:rPr>
              <a:t>方法有各种参数类型的重载版本，可以</a:t>
            </a:r>
            <a:r>
              <a:rPr sz="2800" spc="-5" dirty="0">
                <a:latin typeface="宋体"/>
                <a:cs typeface="宋体"/>
              </a:rPr>
              <a:t>实 </a:t>
            </a:r>
            <a:r>
              <a:rPr sz="2800" dirty="0">
                <a:latin typeface="宋体"/>
                <a:cs typeface="宋体"/>
              </a:rPr>
              <a:t>现对各种数据类型数组的排</a:t>
            </a:r>
            <a:r>
              <a:rPr sz="2800" spc="-5" dirty="0">
                <a:latin typeface="宋体"/>
                <a:cs typeface="宋体"/>
              </a:rPr>
              <a:t>序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29002" y="6401152"/>
            <a:ext cx="204470" cy="22669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200" dirty="0">
                <a:solidFill>
                  <a:srgbClr val="F1F1F1"/>
                </a:solidFill>
                <a:latin typeface="微软雅黑"/>
                <a:cs typeface="微软雅黑"/>
              </a:rPr>
              <a:t>41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257327"/>
            <a:ext cx="3830954" cy="560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500" spc="-5" dirty="0">
                <a:solidFill>
                  <a:srgbClr val="000000"/>
                </a:solidFill>
                <a:latin typeface="宋体"/>
                <a:cs typeface="宋体"/>
              </a:rPr>
              <a:t>3.6.1</a:t>
            </a:r>
            <a:r>
              <a:rPr sz="3500" spc="1705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sz="3500" spc="-5" dirty="0">
                <a:solidFill>
                  <a:srgbClr val="000000"/>
                </a:solidFill>
                <a:latin typeface="宋体"/>
                <a:cs typeface="宋体"/>
              </a:rPr>
              <a:t>sort()</a:t>
            </a:r>
            <a:r>
              <a:rPr sz="3500" dirty="0">
                <a:solidFill>
                  <a:srgbClr val="000000"/>
                </a:solidFill>
                <a:latin typeface="宋体"/>
                <a:cs typeface="宋体"/>
              </a:rPr>
              <a:t>方</a:t>
            </a:r>
            <a:r>
              <a:rPr sz="3500" spc="-10" dirty="0">
                <a:solidFill>
                  <a:srgbClr val="000000"/>
                </a:solidFill>
                <a:latin typeface="宋体"/>
                <a:cs typeface="宋体"/>
              </a:rPr>
              <a:t>法</a:t>
            </a:r>
            <a:endParaRPr sz="35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66189" y="902334"/>
            <a:ext cx="3911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0000"/>
                </a:solidFill>
                <a:latin typeface="等线"/>
                <a:cs typeface="等线"/>
              </a:rPr>
              <a:t>对基本数据类型数组的排序</a:t>
            </a:r>
            <a:r>
              <a:rPr sz="1800" b="0" dirty="0">
                <a:solidFill>
                  <a:srgbClr val="000000"/>
                </a:solidFill>
                <a:latin typeface="等线"/>
                <a:cs typeface="等线"/>
              </a:rPr>
              <a:t>：</a:t>
            </a:r>
            <a:endParaRPr sz="1800">
              <a:latin typeface="等线"/>
              <a:cs typeface="等线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66189" y="1560195"/>
            <a:ext cx="7067550" cy="3023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等线"/>
                <a:cs typeface="等线"/>
              </a:rPr>
              <a:t>数字排序：</a:t>
            </a:r>
            <a:endParaRPr sz="1800">
              <a:latin typeface="等线"/>
              <a:cs typeface="等线"/>
            </a:endParaRPr>
          </a:p>
          <a:p>
            <a:pPr marL="12700" marR="3651250">
              <a:lnSpc>
                <a:spcPct val="100000"/>
              </a:lnSpc>
            </a:pPr>
            <a:r>
              <a:rPr sz="1800" spc="-5" dirty="0">
                <a:latin typeface="等线"/>
                <a:cs typeface="等线"/>
              </a:rPr>
              <a:t>int[] intArray </a:t>
            </a:r>
            <a:r>
              <a:rPr sz="1800" dirty="0">
                <a:latin typeface="等线"/>
                <a:cs typeface="等线"/>
              </a:rPr>
              <a:t>= </a:t>
            </a:r>
            <a:r>
              <a:rPr sz="1800" spc="-5" dirty="0">
                <a:latin typeface="等线"/>
                <a:cs typeface="等线"/>
              </a:rPr>
              <a:t>new int[]{1,34,5,-9};  Arrays.sort(intArray);</a:t>
            </a:r>
            <a:endParaRPr sz="1800">
              <a:latin typeface="等线"/>
              <a:cs typeface="等线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300">
              <a:latin typeface="等线"/>
              <a:cs typeface="等线"/>
            </a:endParaRPr>
          </a:p>
          <a:p>
            <a:pPr marL="8572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等线"/>
                <a:cs typeface="等线"/>
              </a:rPr>
              <a:t>字符串排序</a:t>
            </a:r>
            <a:endParaRPr sz="1800">
              <a:latin typeface="等线"/>
              <a:cs typeface="等线"/>
            </a:endParaRPr>
          </a:p>
          <a:p>
            <a:pPr marL="85725" marR="2673350">
              <a:lnSpc>
                <a:spcPct val="100000"/>
              </a:lnSpc>
            </a:pPr>
            <a:r>
              <a:rPr sz="1800" spc="-5" dirty="0">
                <a:latin typeface="等线"/>
                <a:cs typeface="等线"/>
              </a:rPr>
              <a:t>String[] strArray </a:t>
            </a:r>
            <a:r>
              <a:rPr sz="1800" dirty="0">
                <a:latin typeface="等线"/>
                <a:cs typeface="等线"/>
              </a:rPr>
              <a:t>= </a:t>
            </a:r>
            <a:r>
              <a:rPr sz="1800" spc="-5" dirty="0">
                <a:latin typeface="等线"/>
                <a:cs typeface="等线"/>
              </a:rPr>
              <a:t>new String[]{"Z", "a", "D"};  Arrays.sort(strArray);（</a:t>
            </a:r>
            <a:r>
              <a:rPr sz="1800" dirty="0">
                <a:latin typeface="等线"/>
                <a:cs typeface="等线"/>
              </a:rPr>
              <a:t>先大写后小写）</a:t>
            </a:r>
            <a:endParaRPr sz="1800">
              <a:latin typeface="等线"/>
              <a:cs typeface="等线"/>
            </a:endParaRPr>
          </a:p>
          <a:p>
            <a:pPr marL="85725">
              <a:lnSpc>
                <a:spcPct val="100000"/>
              </a:lnSpc>
            </a:pPr>
            <a:r>
              <a:rPr sz="1800" spc="-5" dirty="0">
                <a:latin typeface="等线"/>
                <a:cs typeface="等线"/>
              </a:rPr>
              <a:t>Arrays.sort(strArray,</a:t>
            </a:r>
            <a:r>
              <a:rPr sz="1800" spc="10" dirty="0">
                <a:latin typeface="等线"/>
                <a:cs typeface="等线"/>
              </a:rPr>
              <a:t> </a:t>
            </a:r>
            <a:r>
              <a:rPr sz="1800" spc="-5" dirty="0">
                <a:latin typeface="等线"/>
                <a:cs typeface="等线"/>
              </a:rPr>
              <a:t>String.CASE_INSENSITIVE_ORDER);（</a:t>
            </a:r>
            <a:r>
              <a:rPr sz="1800" dirty="0">
                <a:latin typeface="等线"/>
                <a:cs typeface="等线"/>
              </a:rPr>
              <a:t>忽略大小写）</a:t>
            </a:r>
            <a:endParaRPr sz="1800">
              <a:latin typeface="等线"/>
              <a:cs typeface="等线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00">
              <a:latin typeface="等线"/>
              <a:cs typeface="等线"/>
            </a:endParaRPr>
          </a:p>
          <a:p>
            <a:pPr marL="156845">
              <a:lnSpc>
                <a:spcPct val="100000"/>
              </a:lnSpc>
            </a:pPr>
            <a:r>
              <a:rPr sz="1800" dirty="0">
                <a:latin typeface="等线"/>
                <a:cs typeface="等线"/>
              </a:rPr>
              <a:t>反向排序</a:t>
            </a:r>
            <a:endParaRPr sz="1800">
              <a:latin typeface="等线"/>
              <a:cs typeface="等线"/>
            </a:endParaRPr>
          </a:p>
          <a:p>
            <a:pPr marL="156845">
              <a:lnSpc>
                <a:spcPct val="100000"/>
              </a:lnSpc>
            </a:pPr>
            <a:r>
              <a:rPr sz="1800" spc="-5" dirty="0">
                <a:latin typeface="等线"/>
                <a:cs typeface="等线"/>
              </a:rPr>
              <a:t>Arrays.sort(strArray,</a:t>
            </a:r>
            <a:r>
              <a:rPr sz="1800" dirty="0">
                <a:latin typeface="等线"/>
                <a:cs typeface="等线"/>
              </a:rPr>
              <a:t> </a:t>
            </a:r>
            <a:r>
              <a:rPr sz="1800" spc="-5" dirty="0">
                <a:latin typeface="等线"/>
                <a:cs typeface="等线"/>
              </a:rPr>
              <a:t>Collections.reverseOrder());</a:t>
            </a:r>
            <a:endParaRPr sz="1800">
              <a:latin typeface="等线"/>
              <a:cs typeface="等线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98459" y="6417487"/>
            <a:ext cx="159918" cy="240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264105" y="6464096"/>
            <a:ext cx="89105" cy="1792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541767" y="6402616"/>
            <a:ext cx="161002" cy="27081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96440" y="6463360"/>
            <a:ext cx="94905" cy="1486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80122" y="6433527"/>
            <a:ext cx="142481" cy="20311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49211" y="6400000"/>
            <a:ext cx="164465" cy="261620"/>
          </a:xfrm>
          <a:custGeom>
            <a:avLst/>
            <a:gdLst/>
            <a:ahLst/>
            <a:cxnLst/>
            <a:rect l="l" t="t" r="r" b="b"/>
            <a:pathLst>
              <a:path w="164465" h="261620">
                <a:moveTo>
                  <a:pt x="134683" y="74663"/>
                </a:moveTo>
                <a:lnTo>
                  <a:pt x="87223" y="74663"/>
                </a:lnTo>
                <a:lnTo>
                  <a:pt x="89789" y="71272"/>
                </a:lnTo>
                <a:lnTo>
                  <a:pt x="91071" y="64477"/>
                </a:lnTo>
                <a:lnTo>
                  <a:pt x="94919" y="50504"/>
                </a:lnTo>
                <a:lnTo>
                  <a:pt x="98767" y="36693"/>
                </a:lnTo>
                <a:lnTo>
                  <a:pt x="102615" y="23201"/>
                </a:lnTo>
                <a:lnTo>
                  <a:pt x="106464" y="10185"/>
                </a:lnTo>
                <a:lnTo>
                  <a:pt x="107746" y="5092"/>
                </a:lnTo>
                <a:lnTo>
                  <a:pt x="107746" y="0"/>
                </a:lnTo>
                <a:lnTo>
                  <a:pt x="118008" y="6781"/>
                </a:lnTo>
                <a:lnTo>
                  <a:pt x="120573" y="15265"/>
                </a:lnTo>
                <a:lnTo>
                  <a:pt x="116725" y="18668"/>
                </a:lnTo>
                <a:lnTo>
                  <a:pt x="110733" y="29724"/>
                </a:lnTo>
                <a:lnTo>
                  <a:pt x="107265" y="42210"/>
                </a:lnTo>
                <a:lnTo>
                  <a:pt x="102615" y="69570"/>
                </a:lnTo>
                <a:lnTo>
                  <a:pt x="135966" y="69570"/>
                </a:lnTo>
                <a:lnTo>
                  <a:pt x="135966" y="71272"/>
                </a:lnTo>
                <a:lnTo>
                  <a:pt x="134683" y="74663"/>
                </a:lnTo>
                <a:close/>
              </a:path>
              <a:path w="164465" h="261620">
                <a:moveTo>
                  <a:pt x="19240" y="208711"/>
                </a:moveTo>
                <a:lnTo>
                  <a:pt x="0" y="174777"/>
                </a:lnTo>
                <a:lnTo>
                  <a:pt x="0" y="173075"/>
                </a:lnTo>
                <a:lnTo>
                  <a:pt x="1282" y="171386"/>
                </a:lnTo>
                <a:lnTo>
                  <a:pt x="1282" y="169684"/>
                </a:lnTo>
                <a:lnTo>
                  <a:pt x="19140" y="134607"/>
                </a:lnTo>
                <a:lnTo>
                  <a:pt x="33350" y="93319"/>
                </a:lnTo>
                <a:lnTo>
                  <a:pt x="34632" y="91630"/>
                </a:lnTo>
                <a:lnTo>
                  <a:pt x="32067" y="89928"/>
                </a:lnTo>
                <a:lnTo>
                  <a:pt x="32067" y="86537"/>
                </a:lnTo>
                <a:lnTo>
                  <a:pt x="26976" y="77390"/>
                </a:lnTo>
                <a:lnTo>
                  <a:pt x="25012" y="69357"/>
                </a:lnTo>
                <a:lnTo>
                  <a:pt x="25934" y="61006"/>
                </a:lnTo>
                <a:lnTo>
                  <a:pt x="29502" y="50901"/>
                </a:lnTo>
                <a:lnTo>
                  <a:pt x="57721" y="18668"/>
                </a:lnTo>
                <a:lnTo>
                  <a:pt x="64134" y="20358"/>
                </a:lnTo>
                <a:lnTo>
                  <a:pt x="71831" y="33934"/>
                </a:lnTo>
                <a:lnTo>
                  <a:pt x="71831" y="37325"/>
                </a:lnTo>
                <a:lnTo>
                  <a:pt x="65417" y="40728"/>
                </a:lnTo>
                <a:lnTo>
                  <a:pt x="59545" y="44147"/>
                </a:lnTo>
                <a:lnTo>
                  <a:pt x="54995" y="48998"/>
                </a:lnTo>
                <a:lnTo>
                  <a:pt x="51167" y="54803"/>
                </a:lnTo>
                <a:lnTo>
                  <a:pt x="47459" y="61087"/>
                </a:lnTo>
                <a:lnTo>
                  <a:pt x="46177" y="66179"/>
                </a:lnTo>
                <a:lnTo>
                  <a:pt x="46177" y="71272"/>
                </a:lnTo>
                <a:lnTo>
                  <a:pt x="50025" y="74663"/>
                </a:lnTo>
                <a:lnTo>
                  <a:pt x="52590" y="76352"/>
                </a:lnTo>
                <a:lnTo>
                  <a:pt x="53873" y="79755"/>
                </a:lnTo>
                <a:lnTo>
                  <a:pt x="55156" y="81445"/>
                </a:lnTo>
                <a:lnTo>
                  <a:pt x="62110" y="92607"/>
                </a:lnTo>
                <a:lnTo>
                  <a:pt x="65578" y="102020"/>
                </a:lnTo>
                <a:lnTo>
                  <a:pt x="65453" y="110692"/>
                </a:lnTo>
                <a:lnTo>
                  <a:pt x="65361" y="111988"/>
                </a:lnTo>
                <a:lnTo>
                  <a:pt x="61569" y="123863"/>
                </a:lnTo>
                <a:lnTo>
                  <a:pt x="69265" y="128955"/>
                </a:lnTo>
                <a:lnTo>
                  <a:pt x="89793" y="128955"/>
                </a:lnTo>
                <a:lnTo>
                  <a:pt x="88506" y="130657"/>
                </a:lnTo>
                <a:lnTo>
                  <a:pt x="87223" y="130657"/>
                </a:lnTo>
                <a:lnTo>
                  <a:pt x="85940" y="132359"/>
                </a:lnTo>
                <a:lnTo>
                  <a:pt x="55156" y="132359"/>
                </a:lnTo>
                <a:lnTo>
                  <a:pt x="43611" y="157810"/>
                </a:lnTo>
                <a:lnTo>
                  <a:pt x="42329" y="159499"/>
                </a:lnTo>
                <a:lnTo>
                  <a:pt x="42329" y="162890"/>
                </a:lnTo>
                <a:lnTo>
                  <a:pt x="43611" y="166293"/>
                </a:lnTo>
                <a:lnTo>
                  <a:pt x="43611" y="169684"/>
                </a:lnTo>
                <a:lnTo>
                  <a:pt x="44894" y="174777"/>
                </a:lnTo>
                <a:lnTo>
                  <a:pt x="44894" y="178168"/>
                </a:lnTo>
                <a:lnTo>
                  <a:pt x="41749" y="200228"/>
                </a:lnTo>
                <a:lnTo>
                  <a:pt x="25653" y="200228"/>
                </a:lnTo>
                <a:lnTo>
                  <a:pt x="19240" y="208711"/>
                </a:lnTo>
                <a:close/>
              </a:path>
              <a:path w="164465" h="261620">
                <a:moveTo>
                  <a:pt x="135966" y="69570"/>
                </a:moveTo>
                <a:lnTo>
                  <a:pt x="102615" y="69570"/>
                </a:lnTo>
                <a:lnTo>
                  <a:pt x="109029" y="66179"/>
                </a:lnTo>
                <a:lnTo>
                  <a:pt x="116725" y="62776"/>
                </a:lnTo>
                <a:lnTo>
                  <a:pt x="123139" y="61087"/>
                </a:lnTo>
                <a:lnTo>
                  <a:pt x="125704" y="59385"/>
                </a:lnTo>
                <a:lnTo>
                  <a:pt x="129552" y="59385"/>
                </a:lnTo>
                <a:lnTo>
                  <a:pt x="130835" y="61087"/>
                </a:lnTo>
                <a:lnTo>
                  <a:pt x="133400" y="62776"/>
                </a:lnTo>
                <a:lnTo>
                  <a:pt x="135966" y="66179"/>
                </a:lnTo>
                <a:lnTo>
                  <a:pt x="135966" y="69570"/>
                </a:lnTo>
                <a:close/>
              </a:path>
              <a:path w="164465" h="261620">
                <a:moveTo>
                  <a:pt x="89793" y="128955"/>
                </a:moveTo>
                <a:lnTo>
                  <a:pt x="69265" y="128955"/>
                </a:lnTo>
                <a:lnTo>
                  <a:pt x="80810" y="118783"/>
                </a:lnTo>
                <a:lnTo>
                  <a:pt x="78525" y="110692"/>
                </a:lnTo>
                <a:lnTo>
                  <a:pt x="79848" y="103717"/>
                </a:lnTo>
                <a:lnTo>
                  <a:pt x="82613" y="97062"/>
                </a:lnTo>
                <a:lnTo>
                  <a:pt x="84658" y="89928"/>
                </a:lnTo>
                <a:lnTo>
                  <a:pt x="75679" y="89928"/>
                </a:lnTo>
                <a:lnTo>
                  <a:pt x="71831" y="88239"/>
                </a:lnTo>
                <a:lnTo>
                  <a:pt x="69265" y="86537"/>
                </a:lnTo>
                <a:lnTo>
                  <a:pt x="65417" y="83146"/>
                </a:lnTo>
                <a:lnTo>
                  <a:pt x="62852" y="79755"/>
                </a:lnTo>
                <a:lnTo>
                  <a:pt x="62852" y="78054"/>
                </a:lnTo>
                <a:lnTo>
                  <a:pt x="64134" y="78054"/>
                </a:lnTo>
                <a:lnTo>
                  <a:pt x="70548" y="76352"/>
                </a:lnTo>
                <a:lnTo>
                  <a:pt x="75679" y="76352"/>
                </a:lnTo>
                <a:lnTo>
                  <a:pt x="82092" y="74663"/>
                </a:lnTo>
                <a:lnTo>
                  <a:pt x="132118" y="74663"/>
                </a:lnTo>
                <a:lnTo>
                  <a:pt x="105181" y="84836"/>
                </a:lnTo>
                <a:lnTo>
                  <a:pt x="100050" y="84836"/>
                </a:lnTo>
                <a:lnTo>
                  <a:pt x="98767" y="86537"/>
                </a:lnTo>
                <a:lnTo>
                  <a:pt x="97485" y="91630"/>
                </a:lnTo>
                <a:lnTo>
                  <a:pt x="94919" y="98412"/>
                </a:lnTo>
                <a:lnTo>
                  <a:pt x="93637" y="103504"/>
                </a:lnTo>
                <a:lnTo>
                  <a:pt x="91071" y="110299"/>
                </a:lnTo>
                <a:lnTo>
                  <a:pt x="126316" y="110299"/>
                </a:lnTo>
                <a:lnTo>
                  <a:pt x="130835" y="111988"/>
                </a:lnTo>
                <a:lnTo>
                  <a:pt x="135966" y="113690"/>
                </a:lnTo>
                <a:lnTo>
                  <a:pt x="141097" y="117081"/>
                </a:lnTo>
                <a:lnTo>
                  <a:pt x="141097" y="120472"/>
                </a:lnTo>
                <a:lnTo>
                  <a:pt x="103898" y="120472"/>
                </a:lnTo>
                <a:lnTo>
                  <a:pt x="103898" y="123863"/>
                </a:lnTo>
                <a:lnTo>
                  <a:pt x="97485" y="123863"/>
                </a:lnTo>
                <a:lnTo>
                  <a:pt x="93637" y="125564"/>
                </a:lnTo>
                <a:lnTo>
                  <a:pt x="91071" y="127266"/>
                </a:lnTo>
                <a:lnTo>
                  <a:pt x="89793" y="128955"/>
                </a:lnTo>
                <a:close/>
              </a:path>
              <a:path w="164465" h="261620">
                <a:moveTo>
                  <a:pt x="126316" y="110299"/>
                </a:moveTo>
                <a:lnTo>
                  <a:pt x="91071" y="110299"/>
                </a:lnTo>
                <a:lnTo>
                  <a:pt x="101433" y="108173"/>
                </a:lnTo>
                <a:lnTo>
                  <a:pt x="111434" y="107324"/>
                </a:lnTo>
                <a:lnTo>
                  <a:pt x="121195" y="108384"/>
                </a:lnTo>
                <a:lnTo>
                  <a:pt x="126316" y="110299"/>
                </a:lnTo>
                <a:close/>
              </a:path>
              <a:path w="164465" h="261620">
                <a:moveTo>
                  <a:pt x="138541" y="152717"/>
                </a:moveTo>
                <a:lnTo>
                  <a:pt x="103898" y="152717"/>
                </a:lnTo>
                <a:lnTo>
                  <a:pt x="121856" y="128955"/>
                </a:lnTo>
                <a:lnTo>
                  <a:pt x="124421" y="123863"/>
                </a:lnTo>
                <a:lnTo>
                  <a:pt x="121856" y="120472"/>
                </a:lnTo>
                <a:lnTo>
                  <a:pt x="141097" y="120472"/>
                </a:lnTo>
                <a:lnTo>
                  <a:pt x="141097" y="125564"/>
                </a:lnTo>
                <a:lnTo>
                  <a:pt x="142379" y="134048"/>
                </a:lnTo>
                <a:lnTo>
                  <a:pt x="139814" y="140843"/>
                </a:lnTo>
                <a:lnTo>
                  <a:pt x="133400" y="144233"/>
                </a:lnTo>
                <a:lnTo>
                  <a:pt x="132118" y="144233"/>
                </a:lnTo>
                <a:lnTo>
                  <a:pt x="129552" y="147624"/>
                </a:lnTo>
                <a:lnTo>
                  <a:pt x="132118" y="149326"/>
                </a:lnTo>
                <a:lnTo>
                  <a:pt x="134683" y="149326"/>
                </a:lnTo>
                <a:lnTo>
                  <a:pt x="135966" y="151015"/>
                </a:lnTo>
                <a:lnTo>
                  <a:pt x="138541" y="152717"/>
                </a:lnTo>
                <a:close/>
              </a:path>
              <a:path w="164465" h="261620">
                <a:moveTo>
                  <a:pt x="141954" y="156108"/>
                </a:moveTo>
                <a:lnTo>
                  <a:pt x="87223" y="156108"/>
                </a:lnTo>
                <a:lnTo>
                  <a:pt x="92265" y="152717"/>
                </a:lnTo>
                <a:lnTo>
                  <a:pt x="95721" y="145715"/>
                </a:lnTo>
                <a:lnTo>
                  <a:pt x="97505" y="135825"/>
                </a:lnTo>
                <a:lnTo>
                  <a:pt x="97485" y="123863"/>
                </a:lnTo>
                <a:lnTo>
                  <a:pt x="103898" y="123863"/>
                </a:lnTo>
                <a:lnTo>
                  <a:pt x="103898" y="140843"/>
                </a:lnTo>
                <a:lnTo>
                  <a:pt x="101333" y="151015"/>
                </a:lnTo>
                <a:lnTo>
                  <a:pt x="102615" y="151015"/>
                </a:lnTo>
                <a:lnTo>
                  <a:pt x="102615" y="152717"/>
                </a:lnTo>
                <a:lnTo>
                  <a:pt x="138541" y="152717"/>
                </a:lnTo>
                <a:lnTo>
                  <a:pt x="141097" y="154406"/>
                </a:lnTo>
                <a:lnTo>
                  <a:pt x="141954" y="156108"/>
                </a:lnTo>
                <a:close/>
              </a:path>
              <a:path w="164465" h="261620">
                <a:moveTo>
                  <a:pt x="142700" y="164592"/>
                </a:moveTo>
                <a:lnTo>
                  <a:pt x="65417" y="164592"/>
                </a:lnTo>
                <a:lnTo>
                  <a:pt x="62732" y="155976"/>
                </a:lnTo>
                <a:lnTo>
                  <a:pt x="60220" y="147624"/>
                </a:lnTo>
                <a:lnTo>
                  <a:pt x="57841" y="140017"/>
                </a:lnTo>
                <a:lnTo>
                  <a:pt x="55156" y="132359"/>
                </a:lnTo>
                <a:lnTo>
                  <a:pt x="85940" y="132359"/>
                </a:lnTo>
                <a:lnTo>
                  <a:pt x="85940" y="137439"/>
                </a:lnTo>
                <a:lnTo>
                  <a:pt x="80810" y="137439"/>
                </a:lnTo>
                <a:lnTo>
                  <a:pt x="70548" y="142532"/>
                </a:lnTo>
                <a:lnTo>
                  <a:pt x="69265" y="144233"/>
                </a:lnTo>
                <a:lnTo>
                  <a:pt x="71831" y="149326"/>
                </a:lnTo>
                <a:lnTo>
                  <a:pt x="74396" y="159499"/>
                </a:lnTo>
                <a:lnTo>
                  <a:pt x="76961" y="161201"/>
                </a:lnTo>
                <a:lnTo>
                  <a:pt x="143340" y="161201"/>
                </a:lnTo>
                <a:lnTo>
                  <a:pt x="142700" y="164592"/>
                </a:lnTo>
                <a:close/>
              </a:path>
              <a:path w="164465" h="261620">
                <a:moveTo>
                  <a:pt x="143340" y="161201"/>
                </a:moveTo>
                <a:lnTo>
                  <a:pt x="76961" y="161201"/>
                </a:lnTo>
                <a:lnTo>
                  <a:pt x="83375" y="157810"/>
                </a:lnTo>
                <a:lnTo>
                  <a:pt x="80810" y="144233"/>
                </a:lnTo>
                <a:lnTo>
                  <a:pt x="80810" y="137439"/>
                </a:lnTo>
                <a:lnTo>
                  <a:pt x="85940" y="137439"/>
                </a:lnTo>
                <a:lnTo>
                  <a:pt x="85940" y="142532"/>
                </a:lnTo>
                <a:lnTo>
                  <a:pt x="87223" y="149326"/>
                </a:lnTo>
                <a:lnTo>
                  <a:pt x="87223" y="156108"/>
                </a:lnTo>
                <a:lnTo>
                  <a:pt x="141954" y="156108"/>
                </a:lnTo>
                <a:lnTo>
                  <a:pt x="143662" y="159499"/>
                </a:lnTo>
                <a:lnTo>
                  <a:pt x="143340" y="161201"/>
                </a:lnTo>
                <a:close/>
              </a:path>
              <a:path w="164465" h="261620">
                <a:moveTo>
                  <a:pt x="56438" y="195135"/>
                </a:moveTo>
                <a:lnTo>
                  <a:pt x="52590" y="188353"/>
                </a:lnTo>
                <a:lnTo>
                  <a:pt x="47459" y="181559"/>
                </a:lnTo>
                <a:lnTo>
                  <a:pt x="47459" y="173075"/>
                </a:lnTo>
                <a:lnTo>
                  <a:pt x="48742" y="164592"/>
                </a:lnTo>
                <a:lnTo>
                  <a:pt x="48742" y="162890"/>
                </a:lnTo>
                <a:lnTo>
                  <a:pt x="61569" y="162890"/>
                </a:lnTo>
                <a:lnTo>
                  <a:pt x="65417" y="164592"/>
                </a:lnTo>
                <a:lnTo>
                  <a:pt x="142700" y="164592"/>
                </a:lnTo>
                <a:lnTo>
                  <a:pt x="141097" y="173075"/>
                </a:lnTo>
                <a:lnTo>
                  <a:pt x="137248" y="174777"/>
                </a:lnTo>
                <a:lnTo>
                  <a:pt x="128269" y="174777"/>
                </a:lnTo>
                <a:lnTo>
                  <a:pt x="123139" y="176466"/>
                </a:lnTo>
                <a:lnTo>
                  <a:pt x="118008" y="176466"/>
                </a:lnTo>
                <a:lnTo>
                  <a:pt x="112576" y="179200"/>
                </a:lnTo>
                <a:lnTo>
                  <a:pt x="109127" y="183260"/>
                </a:lnTo>
                <a:lnTo>
                  <a:pt x="91071" y="183260"/>
                </a:lnTo>
                <a:lnTo>
                  <a:pt x="87223" y="184950"/>
                </a:lnTo>
                <a:lnTo>
                  <a:pt x="83375" y="184950"/>
                </a:lnTo>
                <a:lnTo>
                  <a:pt x="75679" y="188353"/>
                </a:lnTo>
                <a:lnTo>
                  <a:pt x="70548" y="190042"/>
                </a:lnTo>
                <a:lnTo>
                  <a:pt x="66700" y="191744"/>
                </a:lnTo>
                <a:lnTo>
                  <a:pt x="56438" y="195135"/>
                </a:lnTo>
                <a:close/>
              </a:path>
              <a:path w="164465" h="261620">
                <a:moveTo>
                  <a:pt x="138728" y="237553"/>
                </a:moveTo>
                <a:lnTo>
                  <a:pt x="120573" y="237553"/>
                </a:lnTo>
                <a:lnTo>
                  <a:pt x="112877" y="217195"/>
                </a:lnTo>
                <a:lnTo>
                  <a:pt x="110312" y="215493"/>
                </a:lnTo>
                <a:lnTo>
                  <a:pt x="109029" y="215493"/>
                </a:lnTo>
                <a:lnTo>
                  <a:pt x="98467" y="213642"/>
                </a:lnTo>
                <a:lnTo>
                  <a:pt x="92835" y="209562"/>
                </a:lnTo>
                <a:lnTo>
                  <a:pt x="90811" y="201663"/>
                </a:lnTo>
                <a:lnTo>
                  <a:pt x="90945" y="194815"/>
                </a:lnTo>
                <a:lnTo>
                  <a:pt x="91071" y="183260"/>
                </a:lnTo>
                <a:lnTo>
                  <a:pt x="109127" y="183260"/>
                </a:lnTo>
                <a:lnTo>
                  <a:pt x="108227" y="184319"/>
                </a:lnTo>
                <a:lnTo>
                  <a:pt x="105562" y="191027"/>
                </a:lnTo>
                <a:lnTo>
                  <a:pt x="105181" y="198526"/>
                </a:lnTo>
                <a:lnTo>
                  <a:pt x="164185" y="198526"/>
                </a:lnTo>
                <a:lnTo>
                  <a:pt x="161726" y="203407"/>
                </a:lnTo>
                <a:lnTo>
                  <a:pt x="138210" y="203407"/>
                </a:lnTo>
                <a:lnTo>
                  <a:pt x="131196" y="205343"/>
                </a:lnTo>
                <a:lnTo>
                  <a:pt x="124421" y="208711"/>
                </a:lnTo>
                <a:lnTo>
                  <a:pt x="128597" y="217833"/>
                </a:lnTo>
                <a:lnTo>
                  <a:pt x="132919" y="226525"/>
                </a:lnTo>
                <a:lnTo>
                  <a:pt x="137589" y="235434"/>
                </a:lnTo>
                <a:lnTo>
                  <a:pt x="138728" y="237553"/>
                </a:lnTo>
                <a:close/>
              </a:path>
              <a:path w="164465" h="261620">
                <a:moveTo>
                  <a:pt x="164185" y="198526"/>
                </a:moveTo>
                <a:lnTo>
                  <a:pt x="109029" y="198526"/>
                </a:lnTo>
                <a:lnTo>
                  <a:pt x="110312" y="196837"/>
                </a:lnTo>
                <a:lnTo>
                  <a:pt x="118990" y="191400"/>
                </a:lnTo>
                <a:lnTo>
                  <a:pt x="127788" y="187712"/>
                </a:lnTo>
                <a:lnTo>
                  <a:pt x="136828" y="185614"/>
                </a:lnTo>
                <a:lnTo>
                  <a:pt x="146227" y="184950"/>
                </a:lnTo>
                <a:lnTo>
                  <a:pt x="151358" y="186651"/>
                </a:lnTo>
                <a:lnTo>
                  <a:pt x="159054" y="190042"/>
                </a:lnTo>
                <a:lnTo>
                  <a:pt x="164185" y="193433"/>
                </a:lnTo>
                <a:lnTo>
                  <a:pt x="164185" y="198526"/>
                </a:lnTo>
                <a:close/>
              </a:path>
              <a:path w="164465" h="261620">
                <a:moveTo>
                  <a:pt x="33350" y="261315"/>
                </a:moveTo>
                <a:lnTo>
                  <a:pt x="26094" y="259059"/>
                </a:lnTo>
                <a:lnTo>
                  <a:pt x="21485" y="254738"/>
                </a:lnTo>
                <a:lnTo>
                  <a:pt x="19280" y="248190"/>
                </a:lnTo>
                <a:lnTo>
                  <a:pt x="19240" y="239255"/>
                </a:lnTo>
                <a:lnTo>
                  <a:pt x="20984" y="229923"/>
                </a:lnTo>
                <a:lnTo>
                  <a:pt x="22919" y="217195"/>
                </a:lnTo>
                <a:lnTo>
                  <a:pt x="23930" y="210383"/>
                </a:lnTo>
                <a:lnTo>
                  <a:pt x="25653" y="200228"/>
                </a:lnTo>
                <a:lnTo>
                  <a:pt x="41749" y="200228"/>
                </a:lnTo>
                <a:lnTo>
                  <a:pt x="39282" y="217833"/>
                </a:lnTo>
                <a:lnTo>
                  <a:pt x="36727" y="237553"/>
                </a:lnTo>
                <a:lnTo>
                  <a:pt x="34632" y="256222"/>
                </a:lnTo>
                <a:lnTo>
                  <a:pt x="33350" y="257924"/>
                </a:lnTo>
                <a:lnTo>
                  <a:pt x="33350" y="261315"/>
                </a:lnTo>
                <a:close/>
              </a:path>
              <a:path w="164465" h="261620">
                <a:moveTo>
                  <a:pt x="160337" y="208711"/>
                </a:moveTo>
                <a:lnTo>
                  <a:pt x="156489" y="208711"/>
                </a:lnTo>
                <a:lnTo>
                  <a:pt x="153923" y="207009"/>
                </a:lnTo>
                <a:lnTo>
                  <a:pt x="145706" y="203698"/>
                </a:lnTo>
                <a:lnTo>
                  <a:pt x="138210" y="203407"/>
                </a:lnTo>
                <a:lnTo>
                  <a:pt x="161726" y="203407"/>
                </a:lnTo>
                <a:lnTo>
                  <a:pt x="161600" y="203698"/>
                </a:lnTo>
                <a:lnTo>
                  <a:pt x="160337" y="208711"/>
                </a:lnTo>
                <a:close/>
              </a:path>
              <a:path w="164465" h="261620">
                <a:moveTo>
                  <a:pt x="142379" y="259613"/>
                </a:moveTo>
                <a:lnTo>
                  <a:pt x="134683" y="259613"/>
                </a:lnTo>
                <a:lnTo>
                  <a:pt x="121275" y="255397"/>
                </a:lnTo>
                <a:lnTo>
                  <a:pt x="84658" y="234162"/>
                </a:lnTo>
                <a:lnTo>
                  <a:pt x="75679" y="223977"/>
                </a:lnTo>
                <a:lnTo>
                  <a:pt x="70548" y="218897"/>
                </a:lnTo>
                <a:lnTo>
                  <a:pt x="67983" y="215493"/>
                </a:lnTo>
                <a:lnTo>
                  <a:pt x="67983" y="205320"/>
                </a:lnTo>
                <a:lnTo>
                  <a:pt x="74396" y="205320"/>
                </a:lnTo>
                <a:lnTo>
                  <a:pt x="76961" y="208711"/>
                </a:lnTo>
                <a:lnTo>
                  <a:pt x="78244" y="212102"/>
                </a:lnTo>
                <a:lnTo>
                  <a:pt x="87163" y="222287"/>
                </a:lnTo>
                <a:lnTo>
                  <a:pt x="96683" y="229923"/>
                </a:lnTo>
                <a:lnTo>
                  <a:pt x="106925" y="235012"/>
                </a:lnTo>
                <a:lnTo>
                  <a:pt x="118008" y="237553"/>
                </a:lnTo>
                <a:lnTo>
                  <a:pt x="138728" y="237553"/>
                </a:lnTo>
                <a:lnTo>
                  <a:pt x="142379" y="244348"/>
                </a:lnTo>
                <a:lnTo>
                  <a:pt x="143662" y="247738"/>
                </a:lnTo>
                <a:lnTo>
                  <a:pt x="143580" y="254738"/>
                </a:lnTo>
                <a:lnTo>
                  <a:pt x="142379" y="257924"/>
                </a:lnTo>
                <a:lnTo>
                  <a:pt x="142379" y="259613"/>
                </a:lnTo>
                <a:close/>
              </a:path>
            </a:pathLst>
          </a:custGeom>
          <a:solidFill>
            <a:srgbClr val="A1A1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94283" y="6603733"/>
            <a:ext cx="20955" cy="73025"/>
          </a:xfrm>
          <a:custGeom>
            <a:avLst/>
            <a:gdLst/>
            <a:ahLst/>
            <a:cxnLst/>
            <a:rect l="l" t="t" r="r" b="b"/>
            <a:pathLst>
              <a:path w="20954" h="73025">
                <a:moveTo>
                  <a:pt x="11480" y="72758"/>
                </a:moveTo>
                <a:lnTo>
                  <a:pt x="7658" y="69380"/>
                </a:lnTo>
                <a:lnTo>
                  <a:pt x="2552" y="65989"/>
                </a:lnTo>
                <a:lnTo>
                  <a:pt x="0" y="62610"/>
                </a:lnTo>
                <a:lnTo>
                  <a:pt x="81" y="58828"/>
                </a:lnTo>
                <a:lnTo>
                  <a:pt x="2874" y="44978"/>
                </a:lnTo>
                <a:lnTo>
                  <a:pt x="5745" y="30249"/>
                </a:lnTo>
                <a:lnTo>
                  <a:pt x="8613" y="15204"/>
                </a:lnTo>
                <a:lnTo>
                  <a:pt x="11480" y="0"/>
                </a:lnTo>
                <a:lnTo>
                  <a:pt x="19138" y="5079"/>
                </a:lnTo>
                <a:lnTo>
                  <a:pt x="20408" y="10159"/>
                </a:lnTo>
                <a:lnTo>
                  <a:pt x="19138" y="18618"/>
                </a:lnTo>
                <a:lnTo>
                  <a:pt x="16683" y="31597"/>
                </a:lnTo>
                <a:lnTo>
                  <a:pt x="14828" y="45054"/>
                </a:lnTo>
                <a:lnTo>
                  <a:pt x="13164" y="59232"/>
                </a:lnTo>
                <a:lnTo>
                  <a:pt x="11480" y="72758"/>
                </a:lnTo>
                <a:close/>
              </a:path>
            </a:pathLst>
          </a:custGeom>
          <a:solidFill>
            <a:srgbClr val="A1A1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86562" y="6471818"/>
            <a:ext cx="108813" cy="12654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88682" y="6402252"/>
            <a:ext cx="184064" cy="24323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377683" y="251459"/>
            <a:ext cx="1476755" cy="43281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0" y="122428"/>
            <a:ext cx="413384" cy="699770"/>
          </a:xfrm>
          <a:custGeom>
            <a:avLst/>
            <a:gdLst/>
            <a:ahLst/>
            <a:cxnLst/>
            <a:rect l="l" t="t" r="r" b="b"/>
            <a:pathLst>
              <a:path w="413384" h="699769">
                <a:moveTo>
                  <a:pt x="234302" y="699300"/>
                </a:moveTo>
                <a:lnTo>
                  <a:pt x="0" y="699300"/>
                </a:lnTo>
                <a:lnTo>
                  <a:pt x="0" y="0"/>
                </a:lnTo>
                <a:lnTo>
                  <a:pt x="412800" y="0"/>
                </a:lnTo>
                <a:lnTo>
                  <a:pt x="234302" y="69930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12978" y="379234"/>
            <a:ext cx="73025" cy="222250"/>
          </a:xfrm>
          <a:custGeom>
            <a:avLst/>
            <a:gdLst/>
            <a:ahLst/>
            <a:cxnLst/>
            <a:rect l="l" t="t" r="r" b="b"/>
            <a:pathLst>
              <a:path w="73025" h="222250">
                <a:moveTo>
                  <a:pt x="15824" y="221907"/>
                </a:moveTo>
                <a:lnTo>
                  <a:pt x="0" y="221907"/>
                </a:lnTo>
                <a:lnTo>
                  <a:pt x="56642" y="0"/>
                </a:lnTo>
                <a:lnTo>
                  <a:pt x="72466" y="0"/>
                </a:lnTo>
                <a:lnTo>
                  <a:pt x="15824" y="221907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88455" y="360184"/>
            <a:ext cx="121920" cy="260350"/>
          </a:xfrm>
          <a:custGeom>
            <a:avLst/>
            <a:gdLst/>
            <a:ahLst/>
            <a:cxnLst/>
            <a:rect l="l" t="t" r="r" b="b"/>
            <a:pathLst>
              <a:path w="121920" h="260350">
                <a:moveTo>
                  <a:pt x="55156" y="260007"/>
                </a:moveTo>
                <a:lnTo>
                  <a:pt x="0" y="260007"/>
                </a:lnTo>
                <a:lnTo>
                  <a:pt x="66370" y="0"/>
                </a:lnTo>
                <a:lnTo>
                  <a:pt x="121513" y="0"/>
                </a:lnTo>
                <a:lnTo>
                  <a:pt x="117854" y="14338"/>
                </a:lnTo>
                <a:lnTo>
                  <a:pt x="78536" y="14338"/>
                </a:lnTo>
                <a:lnTo>
                  <a:pt x="25554" y="221907"/>
                </a:lnTo>
                <a:lnTo>
                  <a:pt x="24523" y="221907"/>
                </a:lnTo>
                <a:lnTo>
                  <a:pt x="25299" y="222905"/>
                </a:lnTo>
                <a:lnTo>
                  <a:pt x="21894" y="236245"/>
                </a:lnTo>
                <a:lnTo>
                  <a:pt x="35666" y="236245"/>
                </a:lnTo>
                <a:lnTo>
                  <a:pt x="42989" y="245668"/>
                </a:lnTo>
                <a:lnTo>
                  <a:pt x="58815" y="245668"/>
                </a:lnTo>
                <a:lnTo>
                  <a:pt x="55156" y="260007"/>
                </a:lnTo>
                <a:close/>
              </a:path>
              <a:path w="121920" h="260350">
                <a:moveTo>
                  <a:pt x="30481" y="229573"/>
                </a:moveTo>
                <a:lnTo>
                  <a:pt x="25299" y="222905"/>
                </a:lnTo>
                <a:lnTo>
                  <a:pt x="78536" y="14338"/>
                </a:lnTo>
                <a:lnTo>
                  <a:pt x="91037" y="30434"/>
                </a:lnTo>
                <a:lnTo>
                  <a:pt x="81165" y="38100"/>
                </a:lnTo>
                <a:lnTo>
                  <a:pt x="95971" y="38100"/>
                </a:lnTo>
                <a:lnTo>
                  <a:pt x="49054" y="221907"/>
                </a:lnTo>
                <a:lnTo>
                  <a:pt x="40347" y="221907"/>
                </a:lnTo>
                <a:lnTo>
                  <a:pt x="30481" y="229573"/>
                </a:lnTo>
                <a:close/>
              </a:path>
              <a:path w="121920" h="260350">
                <a:moveTo>
                  <a:pt x="91037" y="30434"/>
                </a:moveTo>
                <a:lnTo>
                  <a:pt x="78536" y="14338"/>
                </a:lnTo>
                <a:lnTo>
                  <a:pt x="117854" y="14338"/>
                </a:lnTo>
                <a:lnTo>
                  <a:pt x="115449" y="23761"/>
                </a:lnTo>
                <a:lnTo>
                  <a:pt x="99631" y="23761"/>
                </a:lnTo>
                <a:lnTo>
                  <a:pt x="91037" y="30434"/>
                </a:lnTo>
                <a:close/>
              </a:path>
              <a:path w="121920" h="260350">
                <a:moveTo>
                  <a:pt x="96223" y="37113"/>
                </a:moveTo>
                <a:lnTo>
                  <a:pt x="91037" y="30434"/>
                </a:lnTo>
                <a:lnTo>
                  <a:pt x="99631" y="23761"/>
                </a:lnTo>
                <a:lnTo>
                  <a:pt x="96223" y="37113"/>
                </a:lnTo>
                <a:close/>
              </a:path>
              <a:path w="121920" h="260350">
                <a:moveTo>
                  <a:pt x="111789" y="38100"/>
                </a:moveTo>
                <a:lnTo>
                  <a:pt x="96989" y="38100"/>
                </a:lnTo>
                <a:lnTo>
                  <a:pt x="96223" y="37113"/>
                </a:lnTo>
                <a:lnTo>
                  <a:pt x="99631" y="23761"/>
                </a:lnTo>
                <a:lnTo>
                  <a:pt x="115449" y="23761"/>
                </a:lnTo>
                <a:lnTo>
                  <a:pt x="111789" y="38100"/>
                </a:lnTo>
                <a:close/>
              </a:path>
              <a:path w="121920" h="260350">
                <a:moveTo>
                  <a:pt x="95971" y="38100"/>
                </a:moveTo>
                <a:lnTo>
                  <a:pt x="81165" y="38100"/>
                </a:lnTo>
                <a:lnTo>
                  <a:pt x="91037" y="30434"/>
                </a:lnTo>
                <a:lnTo>
                  <a:pt x="96223" y="37113"/>
                </a:lnTo>
                <a:lnTo>
                  <a:pt x="95971" y="38100"/>
                </a:lnTo>
                <a:close/>
              </a:path>
              <a:path w="121920" h="260350">
                <a:moveTo>
                  <a:pt x="58815" y="245668"/>
                </a:moveTo>
                <a:lnTo>
                  <a:pt x="42989" y="245668"/>
                </a:lnTo>
                <a:lnTo>
                  <a:pt x="96223" y="37113"/>
                </a:lnTo>
                <a:lnTo>
                  <a:pt x="96989" y="38100"/>
                </a:lnTo>
                <a:lnTo>
                  <a:pt x="111789" y="38100"/>
                </a:lnTo>
                <a:lnTo>
                  <a:pt x="58815" y="245668"/>
                </a:lnTo>
                <a:close/>
              </a:path>
              <a:path w="121920" h="260350">
                <a:moveTo>
                  <a:pt x="25299" y="222905"/>
                </a:moveTo>
                <a:lnTo>
                  <a:pt x="24523" y="221907"/>
                </a:lnTo>
                <a:lnTo>
                  <a:pt x="25554" y="221907"/>
                </a:lnTo>
                <a:lnTo>
                  <a:pt x="25299" y="222905"/>
                </a:lnTo>
                <a:close/>
              </a:path>
              <a:path w="121920" h="260350">
                <a:moveTo>
                  <a:pt x="42989" y="245668"/>
                </a:moveTo>
                <a:lnTo>
                  <a:pt x="30481" y="229573"/>
                </a:lnTo>
                <a:lnTo>
                  <a:pt x="40347" y="221907"/>
                </a:lnTo>
                <a:lnTo>
                  <a:pt x="49054" y="221907"/>
                </a:lnTo>
                <a:lnTo>
                  <a:pt x="42989" y="245668"/>
                </a:lnTo>
                <a:close/>
              </a:path>
              <a:path w="121920" h="260350">
                <a:moveTo>
                  <a:pt x="21894" y="236245"/>
                </a:moveTo>
                <a:lnTo>
                  <a:pt x="25299" y="222905"/>
                </a:lnTo>
                <a:lnTo>
                  <a:pt x="30481" y="229573"/>
                </a:lnTo>
                <a:lnTo>
                  <a:pt x="21894" y="236245"/>
                </a:lnTo>
                <a:close/>
              </a:path>
              <a:path w="121920" h="260350">
                <a:moveTo>
                  <a:pt x="35666" y="236245"/>
                </a:moveTo>
                <a:lnTo>
                  <a:pt x="21894" y="236245"/>
                </a:lnTo>
                <a:lnTo>
                  <a:pt x="30481" y="229573"/>
                </a:lnTo>
                <a:lnTo>
                  <a:pt x="35666" y="23624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32181" y="821728"/>
            <a:ext cx="8479790" cy="0"/>
          </a:xfrm>
          <a:custGeom>
            <a:avLst/>
            <a:gdLst/>
            <a:ahLst/>
            <a:cxnLst/>
            <a:rect l="l" t="t" r="r" b="b"/>
            <a:pathLst>
              <a:path w="8479790">
                <a:moveTo>
                  <a:pt x="0" y="0"/>
                </a:moveTo>
                <a:lnTo>
                  <a:pt x="8479624" y="0"/>
                </a:lnTo>
              </a:path>
            </a:pathLst>
          </a:custGeom>
          <a:ln w="7619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127235" y="336804"/>
            <a:ext cx="0" cy="265430"/>
          </a:xfrm>
          <a:custGeom>
            <a:avLst/>
            <a:gdLst/>
            <a:ahLst/>
            <a:cxnLst/>
            <a:rect l="l" t="t" r="r" b="b"/>
            <a:pathLst>
              <a:path h="265430">
                <a:moveTo>
                  <a:pt x="0" y="0"/>
                </a:moveTo>
                <a:lnTo>
                  <a:pt x="0" y="265175"/>
                </a:lnTo>
              </a:path>
            </a:pathLst>
          </a:custGeom>
          <a:ln w="33527">
            <a:solidFill>
              <a:srgbClr val="A03E0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32181" y="6264275"/>
            <a:ext cx="8479790" cy="0"/>
          </a:xfrm>
          <a:custGeom>
            <a:avLst/>
            <a:gdLst/>
            <a:ahLst/>
            <a:cxnLst/>
            <a:rect l="l" t="t" r="r" b="b"/>
            <a:pathLst>
              <a:path w="8479790">
                <a:moveTo>
                  <a:pt x="0" y="0"/>
                </a:moveTo>
                <a:lnTo>
                  <a:pt x="8479624" y="0"/>
                </a:lnTo>
              </a:path>
            </a:pathLst>
          </a:custGeom>
          <a:ln w="7620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978852" y="975359"/>
            <a:ext cx="703580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b="0" dirty="0">
                <a:solidFill>
                  <a:srgbClr val="000000"/>
                </a:solidFill>
                <a:latin typeface="等线"/>
                <a:cs typeface="等线"/>
              </a:rPr>
              <a:t>对于基本类型的数组如</a:t>
            </a:r>
            <a:r>
              <a:rPr sz="2400" b="0" spc="-5" dirty="0">
                <a:solidFill>
                  <a:srgbClr val="000000"/>
                </a:solidFill>
                <a:latin typeface="等线"/>
                <a:cs typeface="等线"/>
              </a:rPr>
              <a:t>int[],</a:t>
            </a:r>
            <a:r>
              <a:rPr sz="2400" b="0" spc="-20" dirty="0">
                <a:solidFill>
                  <a:srgbClr val="000000"/>
                </a:solidFill>
                <a:latin typeface="等线"/>
                <a:cs typeface="等线"/>
              </a:rPr>
              <a:t> </a:t>
            </a:r>
            <a:r>
              <a:rPr sz="2400" b="0" spc="-5" dirty="0">
                <a:solidFill>
                  <a:srgbClr val="000000"/>
                </a:solidFill>
                <a:latin typeface="等线"/>
                <a:cs typeface="等线"/>
              </a:rPr>
              <a:t>double[],</a:t>
            </a:r>
            <a:r>
              <a:rPr sz="2400" b="0" spc="-15" dirty="0">
                <a:solidFill>
                  <a:srgbClr val="000000"/>
                </a:solidFill>
                <a:latin typeface="等线"/>
                <a:cs typeface="等线"/>
              </a:rPr>
              <a:t> </a:t>
            </a:r>
            <a:r>
              <a:rPr sz="2400" b="0" spc="-5" dirty="0">
                <a:solidFill>
                  <a:srgbClr val="000000"/>
                </a:solidFill>
                <a:latin typeface="等线"/>
                <a:cs typeface="等线"/>
              </a:rPr>
              <a:t>char[]</a:t>
            </a:r>
            <a:r>
              <a:rPr sz="2400" b="0" spc="-20" dirty="0">
                <a:solidFill>
                  <a:srgbClr val="000000"/>
                </a:solidFill>
                <a:latin typeface="等线"/>
                <a:cs typeface="等线"/>
              </a:rPr>
              <a:t> </a:t>
            </a:r>
            <a:r>
              <a:rPr sz="2400" b="0" spc="-5" dirty="0">
                <a:solidFill>
                  <a:srgbClr val="000000"/>
                </a:solidFill>
                <a:latin typeface="等线"/>
                <a:cs typeface="等线"/>
              </a:rPr>
              <a:t>,Arrays</a:t>
            </a:r>
            <a:r>
              <a:rPr sz="2400" b="0" dirty="0">
                <a:solidFill>
                  <a:srgbClr val="000000"/>
                </a:solidFill>
                <a:latin typeface="等线"/>
                <a:cs typeface="等线"/>
              </a:rPr>
              <a:t>类 只提供了默认的升序排列，没有降序，需要传入自定 义比较器，使用</a:t>
            </a:r>
            <a:r>
              <a:rPr sz="2400" b="0" spc="-5" dirty="0">
                <a:solidFill>
                  <a:srgbClr val="000000"/>
                </a:solidFill>
                <a:latin typeface="等线"/>
                <a:cs typeface="等线"/>
              </a:rPr>
              <a:t>Arrays.sort(num,c)，</a:t>
            </a:r>
            <a:r>
              <a:rPr sz="2400" b="0" dirty="0">
                <a:solidFill>
                  <a:srgbClr val="000000"/>
                </a:solidFill>
                <a:latin typeface="等线"/>
                <a:cs typeface="等线"/>
              </a:rPr>
              <a:t>传入一个实现了 </a:t>
            </a:r>
            <a:r>
              <a:rPr sz="2400" b="0" spc="-5" dirty="0">
                <a:solidFill>
                  <a:srgbClr val="000000"/>
                </a:solidFill>
                <a:latin typeface="等线"/>
                <a:cs typeface="等线"/>
              </a:rPr>
              <a:t>Comparator</a:t>
            </a:r>
            <a:r>
              <a:rPr sz="2400" b="0" dirty="0">
                <a:solidFill>
                  <a:srgbClr val="000000"/>
                </a:solidFill>
                <a:latin typeface="等线"/>
                <a:cs typeface="等线"/>
              </a:rPr>
              <a:t>接口的类的对象</a:t>
            </a:r>
            <a:r>
              <a:rPr sz="2400" b="0" spc="-5" dirty="0">
                <a:solidFill>
                  <a:srgbClr val="000000"/>
                </a:solidFill>
                <a:latin typeface="等线"/>
                <a:cs typeface="等线"/>
              </a:rPr>
              <a:t>c</a:t>
            </a:r>
            <a:r>
              <a:rPr sz="2400" b="0" dirty="0">
                <a:solidFill>
                  <a:srgbClr val="000000"/>
                </a:solidFill>
                <a:latin typeface="等线"/>
                <a:cs typeface="等线"/>
              </a:rPr>
              <a:t>。</a:t>
            </a:r>
            <a:endParaRPr sz="2400">
              <a:latin typeface="等线"/>
              <a:cs typeface="等线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42</a:t>
            </a:fld>
            <a:endParaRPr dirty="0"/>
          </a:p>
        </p:txBody>
      </p:sp>
      <p:sp>
        <p:nvSpPr>
          <p:cNvPr id="19" name="object 19"/>
          <p:cNvSpPr txBox="1"/>
          <p:nvPr/>
        </p:nvSpPr>
        <p:spPr>
          <a:xfrm>
            <a:off x="1121727" y="2785745"/>
            <a:ext cx="7076440" cy="34368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等线"/>
                <a:cs typeface="等线"/>
              </a:rPr>
              <a:t>逆序排列</a:t>
            </a: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500" dirty="0">
              <a:latin typeface="等线"/>
              <a:cs typeface="等线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等线"/>
                <a:cs typeface="等线"/>
              </a:rPr>
              <a:t>Arrays.sort(num,new Comparator&lt;Integer&gt;(){</a:t>
            </a:r>
            <a:endParaRPr sz="2400" dirty="0">
              <a:latin typeface="等线"/>
              <a:cs typeface="等线"/>
            </a:endParaRPr>
          </a:p>
          <a:p>
            <a:pPr marL="1841500">
              <a:lnSpc>
                <a:spcPct val="100000"/>
              </a:lnSpc>
              <a:spcBef>
                <a:spcPts val="114"/>
              </a:spcBef>
            </a:pPr>
            <a:r>
              <a:rPr sz="2400" spc="-5" dirty="0">
                <a:latin typeface="等线"/>
                <a:cs typeface="等线"/>
              </a:rPr>
              <a:t>public int compare(Integer a, Integer</a:t>
            </a:r>
            <a:r>
              <a:rPr sz="2400" spc="-10" dirty="0">
                <a:latin typeface="等线"/>
                <a:cs typeface="等线"/>
              </a:rPr>
              <a:t> </a:t>
            </a:r>
            <a:r>
              <a:rPr sz="2400" spc="-5" dirty="0">
                <a:latin typeface="等线"/>
                <a:cs typeface="等线"/>
              </a:rPr>
              <a:t>b){</a:t>
            </a:r>
            <a:endParaRPr sz="2400" dirty="0">
              <a:latin typeface="等线"/>
              <a:cs typeface="等线"/>
            </a:endParaRPr>
          </a:p>
          <a:p>
            <a:pPr marL="3670300">
              <a:lnSpc>
                <a:spcPct val="100000"/>
              </a:lnSpc>
            </a:pPr>
            <a:r>
              <a:rPr sz="2400" spc="-5" dirty="0">
                <a:latin typeface="等线"/>
                <a:cs typeface="等线"/>
              </a:rPr>
              <a:t>return</a:t>
            </a:r>
            <a:r>
              <a:rPr sz="2400" spc="-10" dirty="0">
                <a:latin typeface="等线"/>
                <a:cs typeface="等线"/>
              </a:rPr>
              <a:t> </a:t>
            </a:r>
            <a:r>
              <a:rPr sz="2400" spc="-5" dirty="0">
                <a:latin typeface="等线"/>
                <a:cs typeface="等线"/>
              </a:rPr>
              <a:t>b-a;</a:t>
            </a:r>
            <a:endParaRPr sz="2400" dirty="0">
              <a:latin typeface="等线"/>
              <a:cs typeface="等线"/>
            </a:endParaRPr>
          </a:p>
          <a:p>
            <a:pPr marL="1841500">
              <a:lnSpc>
                <a:spcPts val="2820"/>
              </a:lnSpc>
            </a:pPr>
            <a:r>
              <a:rPr sz="2400" dirty="0">
                <a:latin typeface="等线"/>
                <a:cs typeface="等线"/>
              </a:rPr>
              <a:t>}</a:t>
            </a:r>
          </a:p>
          <a:p>
            <a:pPr marL="12700">
              <a:lnSpc>
                <a:spcPts val="2820"/>
              </a:lnSpc>
            </a:pPr>
            <a:r>
              <a:rPr sz="2400" spc="-5" dirty="0">
                <a:latin typeface="等线"/>
                <a:cs typeface="等线"/>
              </a:rPr>
              <a:t>});</a:t>
            </a:r>
            <a:endParaRPr lang="en-US" sz="2400" spc="-5" dirty="0">
              <a:latin typeface="等线"/>
              <a:cs typeface="等线"/>
            </a:endParaRPr>
          </a:p>
          <a:p>
            <a:pPr marL="12700">
              <a:lnSpc>
                <a:spcPts val="2820"/>
              </a:lnSpc>
            </a:pPr>
            <a:endParaRPr lang="en-US" sz="2400" spc="-5" dirty="0">
              <a:latin typeface="等线"/>
              <a:cs typeface="等线"/>
            </a:endParaRPr>
          </a:p>
          <a:p>
            <a:pPr marL="12700">
              <a:lnSpc>
                <a:spcPts val="2820"/>
              </a:lnSpc>
            </a:pPr>
            <a:endParaRPr lang="en-US" sz="2400" spc="-5" dirty="0">
              <a:latin typeface="等线"/>
              <a:cs typeface="等线"/>
            </a:endParaRPr>
          </a:p>
          <a:p>
            <a:pPr marL="12700">
              <a:lnSpc>
                <a:spcPts val="2820"/>
              </a:lnSpc>
            </a:pPr>
            <a:r>
              <a:rPr lang="zh-CN" altLang="en-US" sz="2400" spc="-5" dirty="0">
                <a:latin typeface="等线"/>
                <a:cs typeface="等线"/>
              </a:rPr>
              <a:t>用</a:t>
            </a:r>
            <a:r>
              <a:rPr lang="en-US" altLang="zh-CN" sz="2400" spc="-5" dirty="0">
                <a:latin typeface="等线"/>
                <a:cs typeface="等线"/>
              </a:rPr>
              <a:t>lambda</a:t>
            </a:r>
            <a:r>
              <a:rPr lang="zh-CN" altLang="en-US" sz="2400" spc="-5" dirty="0">
                <a:latin typeface="等线"/>
                <a:cs typeface="等线"/>
              </a:rPr>
              <a:t>表达式 </a:t>
            </a:r>
            <a:r>
              <a:rPr lang="pt-BR" altLang="zh-CN" sz="2400" spc="-5" dirty="0">
                <a:latin typeface="等线"/>
                <a:cs typeface="等线"/>
              </a:rPr>
              <a:t>Arrays.sort(num, (a, b) -&gt; b - a);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257670"/>
            <a:ext cx="3830954" cy="560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500" spc="-5" dirty="0">
                <a:solidFill>
                  <a:srgbClr val="000000"/>
                </a:solidFill>
                <a:latin typeface="宋体"/>
                <a:cs typeface="宋体"/>
              </a:rPr>
              <a:t>3.6.1</a:t>
            </a:r>
            <a:r>
              <a:rPr sz="3500" spc="1705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sz="3500" spc="-5" dirty="0">
                <a:solidFill>
                  <a:srgbClr val="000000"/>
                </a:solidFill>
                <a:latin typeface="宋体"/>
                <a:cs typeface="宋体"/>
              </a:rPr>
              <a:t>sort()</a:t>
            </a:r>
            <a:r>
              <a:rPr sz="3500" dirty="0">
                <a:solidFill>
                  <a:srgbClr val="000000"/>
                </a:solidFill>
                <a:latin typeface="宋体"/>
                <a:cs typeface="宋体"/>
              </a:rPr>
              <a:t>方</a:t>
            </a:r>
            <a:r>
              <a:rPr sz="3500" spc="-10" dirty="0">
                <a:solidFill>
                  <a:srgbClr val="000000"/>
                </a:solidFill>
                <a:latin typeface="宋体"/>
                <a:cs typeface="宋体"/>
              </a:rPr>
              <a:t>法</a:t>
            </a:r>
            <a:endParaRPr sz="35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55904" y="2205227"/>
            <a:ext cx="7848600" cy="3138170"/>
          </a:xfrm>
          <a:custGeom>
            <a:avLst/>
            <a:gdLst/>
            <a:ahLst/>
            <a:cxnLst/>
            <a:rect l="l" t="t" r="r" b="b"/>
            <a:pathLst>
              <a:path w="7848600" h="3138170">
                <a:moveTo>
                  <a:pt x="0" y="0"/>
                </a:moveTo>
                <a:lnTo>
                  <a:pt x="7848600" y="0"/>
                </a:lnTo>
                <a:lnTo>
                  <a:pt x="7848600" y="3137916"/>
                </a:lnTo>
                <a:lnTo>
                  <a:pt x="0" y="313791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49223" y="2198509"/>
            <a:ext cx="7861934" cy="3150870"/>
          </a:xfrm>
          <a:custGeom>
            <a:avLst/>
            <a:gdLst/>
            <a:ahLst/>
            <a:cxnLst/>
            <a:rect l="l" t="t" r="r" b="b"/>
            <a:pathLst>
              <a:path w="7861934" h="3150870">
                <a:moveTo>
                  <a:pt x="7861579" y="3150870"/>
                </a:moveTo>
                <a:lnTo>
                  <a:pt x="0" y="3150870"/>
                </a:lnTo>
                <a:lnTo>
                  <a:pt x="0" y="0"/>
                </a:lnTo>
                <a:lnTo>
                  <a:pt x="7861579" y="0"/>
                </a:lnTo>
                <a:lnTo>
                  <a:pt x="7861579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3138170"/>
                </a:lnTo>
                <a:lnTo>
                  <a:pt x="6350" y="3138170"/>
                </a:lnTo>
                <a:lnTo>
                  <a:pt x="12700" y="3144520"/>
                </a:lnTo>
                <a:lnTo>
                  <a:pt x="7861579" y="3144520"/>
                </a:lnTo>
                <a:lnTo>
                  <a:pt x="7861579" y="3150870"/>
                </a:lnTo>
                <a:close/>
              </a:path>
              <a:path w="7861934" h="3150870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7861934" h="3150870">
                <a:moveTo>
                  <a:pt x="7848879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7848879" y="6350"/>
                </a:lnTo>
                <a:lnTo>
                  <a:pt x="7848879" y="12700"/>
                </a:lnTo>
                <a:close/>
              </a:path>
              <a:path w="7861934" h="3150870">
                <a:moveTo>
                  <a:pt x="7848879" y="3144520"/>
                </a:moveTo>
                <a:lnTo>
                  <a:pt x="7848879" y="6350"/>
                </a:lnTo>
                <a:lnTo>
                  <a:pt x="7855229" y="12700"/>
                </a:lnTo>
                <a:lnTo>
                  <a:pt x="7861579" y="12700"/>
                </a:lnTo>
                <a:lnTo>
                  <a:pt x="7861579" y="3138170"/>
                </a:lnTo>
                <a:lnTo>
                  <a:pt x="7855229" y="3138170"/>
                </a:lnTo>
                <a:lnTo>
                  <a:pt x="7848879" y="3144520"/>
                </a:lnTo>
                <a:close/>
              </a:path>
              <a:path w="7861934" h="3150870">
                <a:moveTo>
                  <a:pt x="7861579" y="12700"/>
                </a:moveTo>
                <a:lnTo>
                  <a:pt x="7855229" y="12700"/>
                </a:lnTo>
                <a:lnTo>
                  <a:pt x="7848879" y="6350"/>
                </a:lnTo>
                <a:lnTo>
                  <a:pt x="7861579" y="6350"/>
                </a:lnTo>
                <a:lnTo>
                  <a:pt x="7861579" y="12700"/>
                </a:lnTo>
                <a:close/>
              </a:path>
              <a:path w="7861934" h="3150870">
                <a:moveTo>
                  <a:pt x="12700" y="3144520"/>
                </a:moveTo>
                <a:lnTo>
                  <a:pt x="6350" y="3138170"/>
                </a:lnTo>
                <a:lnTo>
                  <a:pt x="12700" y="3138170"/>
                </a:lnTo>
                <a:lnTo>
                  <a:pt x="12700" y="3144520"/>
                </a:lnTo>
                <a:close/>
              </a:path>
              <a:path w="7861934" h="3150870">
                <a:moveTo>
                  <a:pt x="7848879" y="3144520"/>
                </a:moveTo>
                <a:lnTo>
                  <a:pt x="12700" y="3144520"/>
                </a:lnTo>
                <a:lnTo>
                  <a:pt x="12700" y="3138170"/>
                </a:lnTo>
                <a:lnTo>
                  <a:pt x="7848879" y="3138170"/>
                </a:lnTo>
                <a:lnTo>
                  <a:pt x="7848879" y="3144520"/>
                </a:lnTo>
                <a:close/>
              </a:path>
              <a:path w="7861934" h="3150870">
                <a:moveTo>
                  <a:pt x="7861579" y="3144520"/>
                </a:moveTo>
                <a:lnTo>
                  <a:pt x="7848879" y="3144520"/>
                </a:lnTo>
                <a:lnTo>
                  <a:pt x="7855229" y="3138170"/>
                </a:lnTo>
                <a:lnTo>
                  <a:pt x="7861579" y="3138170"/>
                </a:lnTo>
                <a:lnTo>
                  <a:pt x="7861579" y="31445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0495" y="1379489"/>
            <a:ext cx="7823834" cy="2250440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50800" marR="43180">
              <a:lnSpc>
                <a:spcPct val="115999"/>
              </a:lnSpc>
              <a:spcBef>
                <a:spcPts val="45"/>
              </a:spcBef>
            </a:pPr>
            <a:r>
              <a:rPr sz="3200" spc="-5" dirty="0">
                <a:latin typeface="宋体"/>
                <a:cs typeface="宋体"/>
              </a:rPr>
              <a:t>【例3-7】利用Arrays类对int型数组进行</a:t>
            </a:r>
            <a:r>
              <a:rPr sz="3200" dirty="0">
                <a:latin typeface="宋体"/>
                <a:cs typeface="宋体"/>
              </a:rPr>
              <a:t>排 </a:t>
            </a:r>
            <a:r>
              <a:rPr sz="4800" baseline="18229" dirty="0">
                <a:latin typeface="宋体"/>
                <a:cs typeface="宋体"/>
              </a:rPr>
              <a:t>序</a:t>
            </a:r>
            <a:r>
              <a:rPr sz="5250" spc="-2429" baseline="16666" dirty="0">
                <a:latin typeface="宋体"/>
                <a:cs typeface="宋体"/>
              </a:rPr>
              <a:t>。</a:t>
            </a:r>
            <a:r>
              <a:rPr sz="1800" b="1" spc="-5" dirty="0">
                <a:latin typeface="微软雅黑"/>
                <a:cs typeface="微软雅黑"/>
              </a:rPr>
              <a:t>public</a:t>
            </a:r>
            <a:r>
              <a:rPr sz="1800" b="1" spc="-10" dirty="0">
                <a:latin typeface="微软雅黑"/>
                <a:cs typeface="微软雅黑"/>
              </a:rPr>
              <a:t> </a:t>
            </a:r>
            <a:r>
              <a:rPr sz="1800" b="1" spc="-5" dirty="0">
                <a:latin typeface="微软雅黑"/>
                <a:cs typeface="微软雅黑"/>
              </a:rPr>
              <a:t>static void </a:t>
            </a:r>
            <a:r>
              <a:rPr sz="1800" spc="-10" dirty="0">
                <a:latin typeface="微软雅黑"/>
                <a:cs typeface="微软雅黑"/>
              </a:rPr>
              <a:t>main(String[]</a:t>
            </a:r>
            <a:r>
              <a:rPr sz="1800" dirty="0">
                <a:latin typeface="微软雅黑"/>
                <a:cs typeface="微软雅黑"/>
              </a:rPr>
              <a:t> </a:t>
            </a:r>
            <a:r>
              <a:rPr sz="1800" spc="-10" dirty="0">
                <a:latin typeface="微软雅黑"/>
                <a:cs typeface="微软雅黑"/>
              </a:rPr>
              <a:t>args)</a:t>
            </a:r>
            <a:r>
              <a:rPr sz="1800" dirty="0">
                <a:latin typeface="微软雅黑"/>
                <a:cs typeface="微软雅黑"/>
              </a:rPr>
              <a:t> {</a:t>
            </a:r>
            <a:endParaRPr sz="1800">
              <a:latin typeface="微软雅黑"/>
              <a:cs typeface="微软雅黑"/>
            </a:endParaRPr>
          </a:p>
          <a:p>
            <a:pPr marL="1610360">
              <a:lnSpc>
                <a:spcPts val="1820"/>
              </a:lnSpc>
            </a:pPr>
            <a:r>
              <a:rPr sz="1800" b="1" spc="-5" dirty="0">
                <a:latin typeface="微软雅黑"/>
                <a:cs typeface="微软雅黑"/>
              </a:rPr>
              <a:t>int</a:t>
            </a:r>
            <a:r>
              <a:rPr sz="1800" spc="-5" dirty="0">
                <a:latin typeface="微软雅黑"/>
                <a:cs typeface="微软雅黑"/>
              </a:rPr>
              <a:t>[] </a:t>
            </a:r>
            <a:r>
              <a:rPr sz="1800" dirty="0">
                <a:latin typeface="微软雅黑"/>
                <a:cs typeface="微软雅黑"/>
              </a:rPr>
              <a:t>a = </a:t>
            </a:r>
            <a:r>
              <a:rPr sz="1800" b="1" spc="-5" dirty="0">
                <a:latin typeface="微软雅黑"/>
                <a:cs typeface="微软雅黑"/>
              </a:rPr>
              <a:t>new int</a:t>
            </a:r>
            <a:r>
              <a:rPr sz="1800" spc="-5" dirty="0">
                <a:latin typeface="微软雅黑"/>
                <a:cs typeface="微软雅黑"/>
              </a:rPr>
              <a:t>[]{32, 32, 96, 10, 29,</a:t>
            </a:r>
            <a:r>
              <a:rPr sz="1800" spc="15" dirty="0">
                <a:latin typeface="微软雅黑"/>
                <a:cs typeface="微软雅黑"/>
              </a:rPr>
              <a:t> </a:t>
            </a:r>
            <a:r>
              <a:rPr sz="1800" spc="-5" dirty="0">
                <a:latin typeface="微软雅黑"/>
                <a:cs typeface="微软雅黑"/>
              </a:rPr>
              <a:t>55};</a:t>
            </a:r>
            <a:endParaRPr sz="1800">
              <a:latin typeface="微软雅黑"/>
              <a:cs typeface="微软雅黑"/>
            </a:endParaRPr>
          </a:p>
          <a:p>
            <a:pPr marL="1610360">
              <a:lnSpc>
                <a:spcPts val="2215"/>
              </a:lnSpc>
              <a:spcBef>
                <a:spcPts val="2110"/>
              </a:spcBef>
              <a:tabLst>
                <a:tab pos="3018790" algn="l"/>
                <a:tab pos="5489575" algn="l"/>
              </a:tabLst>
            </a:pPr>
            <a:r>
              <a:rPr sz="1800" spc="-265" dirty="0">
                <a:latin typeface="微软雅黑"/>
                <a:cs typeface="微软雅黑"/>
              </a:rPr>
              <a:t>System.</a:t>
            </a:r>
            <a:r>
              <a:rPr sz="1850" i="1" spc="-265" dirty="0">
                <a:latin typeface="微软雅黑"/>
                <a:cs typeface="微软雅黑"/>
              </a:rPr>
              <a:t>out</a:t>
            </a:r>
            <a:r>
              <a:rPr sz="1800" spc="-265" dirty="0">
                <a:latin typeface="微软雅黑"/>
                <a:cs typeface="微软雅黑"/>
              </a:rPr>
              <a:t>p.	</a:t>
            </a:r>
            <a:r>
              <a:rPr sz="1800" spc="-215" dirty="0">
                <a:latin typeface="微软雅黑"/>
                <a:cs typeface="微软雅黑"/>
              </a:rPr>
              <a:t>rintln(Arrays.</a:t>
            </a:r>
            <a:r>
              <a:rPr sz="1850" i="1" spc="-215" dirty="0">
                <a:latin typeface="微软雅黑"/>
                <a:cs typeface="微软雅黑"/>
              </a:rPr>
              <a:t>toSrng</a:t>
            </a:r>
            <a:r>
              <a:rPr sz="1800" spc="-215" dirty="0">
                <a:latin typeface="微软雅黑"/>
                <a:cs typeface="微软雅黑"/>
              </a:rPr>
              <a:t>a(</a:t>
            </a:r>
            <a:r>
              <a:rPr sz="1850" i="1" spc="-215" dirty="0">
                <a:latin typeface="微软雅黑"/>
                <a:cs typeface="微软雅黑"/>
              </a:rPr>
              <a:t>it	</a:t>
            </a:r>
            <a:r>
              <a:rPr sz="1800" spc="-5" dirty="0">
                <a:latin typeface="微软雅黑"/>
                <a:cs typeface="微软雅黑"/>
              </a:rPr>
              <a:t>));</a:t>
            </a:r>
            <a:endParaRPr sz="1800">
              <a:latin typeface="微软雅黑"/>
              <a:cs typeface="微软雅黑"/>
            </a:endParaRPr>
          </a:p>
          <a:p>
            <a:pPr marL="1610360">
              <a:lnSpc>
                <a:spcPts val="2155"/>
              </a:lnSpc>
            </a:pPr>
            <a:r>
              <a:rPr sz="1800" dirty="0">
                <a:latin typeface="微软雅黑"/>
                <a:cs typeface="微软雅黑"/>
              </a:rPr>
              <a:t>//以</a:t>
            </a:r>
            <a:r>
              <a:rPr sz="1800" spc="-5" dirty="0">
                <a:latin typeface="微软雅黑"/>
                <a:cs typeface="微软雅黑"/>
              </a:rPr>
              <a:t>"[32, 32,</a:t>
            </a:r>
            <a:r>
              <a:rPr sz="1800" dirty="0">
                <a:latin typeface="微软雅黑"/>
                <a:cs typeface="微软雅黑"/>
              </a:rPr>
              <a:t> </a:t>
            </a:r>
            <a:r>
              <a:rPr sz="1800" spc="-5" dirty="0">
                <a:latin typeface="微软雅黑"/>
                <a:cs typeface="微软雅黑"/>
              </a:rPr>
              <a:t>96, 10,</a:t>
            </a:r>
            <a:r>
              <a:rPr sz="1800" dirty="0">
                <a:latin typeface="微软雅黑"/>
                <a:cs typeface="微软雅黑"/>
              </a:rPr>
              <a:t> </a:t>
            </a:r>
            <a:r>
              <a:rPr sz="1800" spc="-5" dirty="0">
                <a:latin typeface="微软雅黑"/>
                <a:cs typeface="微软雅黑"/>
              </a:rPr>
              <a:t>29,</a:t>
            </a:r>
            <a:r>
              <a:rPr sz="1800" dirty="0">
                <a:latin typeface="微软雅黑"/>
                <a:cs typeface="微软雅黑"/>
              </a:rPr>
              <a:t> </a:t>
            </a:r>
            <a:r>
              <a:rPr sz="1800" spc="-5" dirty="0">
                <a:latin typeface="微软雅黑"/>
                <a:cs typeface="微软雅黑"/>
              </a:rPr>
              <a:t>55]"</a:t>
            </a:r>
            <a:r>
              <a:rPr sz="1800" dirty="0">
                <a:latin typeface="微软雅黑"/>
                <a:cs typeface="微软雅黑"/>
              </a:rPr>
              <a:t>形式打印输出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43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1748713" y="3867300"/>
            <a:ext cx="1533525" cy="3136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800" spc="-210" dirty="0">
                <a:latin typeface="微软雅黑"/>
                <a:cs typeface="微软雅黑"/>
              </a:rPr>
              <a:t>Arrays.</a:t>
            </a:r>
            <a:r>
              <a:rPr sz="1850" i="1" spc="-210" dirty="0">
                <a:latin typeface="微软雅黑"/>
                <a:cs typeface="微软雅黑"/>
              </a:rPr>
              <a:t>sort</a:t>
            </a:r>
            <a:r>
              <a:rPr sz="1800" spc="-210" dirty="0">
                <a:latin typeface="微软雅黑"/>
                <a:cs typeface="微软雅黑"/>
              </a:rPr>
              <a:t>(a);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60673" y="3878719"/>
            <a:ext cx="24047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微软雅黑"/>
                <a:cs typeface="微软雅黑"/>
              </a:rPr>
              <a:t>//对数组a进行快速排序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4313" y="4415940"/>
            <a:ext cx="5311140" cy="8597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926465">
              <a:lnSpc>
                <a:spcPts val="2215"/>
              </a:lnSpc>
              <a:spcBef>
                <a:spcPts val="140"/>
              </a:spcBef>
            </a:pPr>
            <a:r>
              <a:rPr sz="1800" spc="-215" dirty="0">
                <a:latin typeface="微软雅黑"/>
                <a:cs typeface="微软雅黑"/>
              </a:rPr>
              <a:t>System.</a:t>
            </a:r>
            <a:r>
              <a:rPr sz="1850" i="1" spc="-215" dirty="0">
                <a:latin typeface="微软雅黑"/>
                <a:cs typeface="微软雅黑"/>
              </a:rPr>
              <a:t>out</a:t>
            </a:r>
            <a:r>
              <a:rPr sz="1800" spc="-215" dirty="0">
                <a:latin typeface="微软雅黑"/>
                <a:cs typeface="微软雅黑"/>
              </a:rPr>
              <a:t>.println(Arrays.</a:t>
            </a:r>
            <a:r>
              <a:rPr sz="1850" i="1" spc="-215" dirty="0">
                <a:latin typeface="微软雅黑"/>
                <a:cs typeface="微软雅黑"/>
              </a:rPr>
              <a:t>toString</a:t>
            </a:r>
            <a:r>
              <a:rPr sz="1800" spc="-215" dirty="0">
                <a:latin typeface="微软雅黑"/>
                <a:cs typeface="微软雅黑"/>
              </a:rPr>
              <a:t>(a));</a:t>
            </a:r>
            <a:endParaRPr sz="1800">
              <a:latin typeface="微软雅黑"/>
              <a:cs typeface="微软雅黑"/>
            </a:endParaRPr>
          </a:p>
          <a:p>
            <a:pPr marL="926465">
              <a:lnSpc>
                <a:spcPts val="2155"/>
              </a:lnSpc>
            </a:pPr>
            <a:r>
              <a:rPr sz="1800" dirty="0">
                <a:latin typeface="微软雅黑"/>
                <a:cs typeface="微软雅黑"/>
              </a:rPr>
              <a:t>//以</a:t>
            </a:r>
            <a:r>
              <a:rPr sz="1800" spc="-5" dirty="0">
                <a:latin typeface="微软雅黑"/>
                <a:cs typeface="微软雅黑"/>
              </a:rPr>
              <a:t>"[10,</a:t>
            </a:r>
            <a:r>
              <a:rPr sz="1800" spc="-15" dirty="0">
                <a:latin typeface="微软雅黑"/>
                <a:cs typeface="微软雅黑"/>
              </a:rPr>
              <a:t> </a:t>
            </a:r>
            <a:r>
              <a:rPr sz="1800" spc="-5" dirty="0">
                <a:latin typeface="微软雅黑"/>
                <a:cs typeface="微软雅黑"/>
              </a:rPr>
              <a:t>29,</a:t>
            </a:r>
            <a:r>
              <a:rPr sz="1800" spc="-10" dirty="0">
                <a:latin typeface="微软雅黑"/>
                <a:cs typeface="微软雅黑"/>
              </a:rPr>
              <a:t> </a:t>
            </a:r>
            <a:r>
              <a:rPr sz="1800" spc="-5" dirty="0">
                <a:latin typeface="微软雅黑"/>
                <a:cs typeface="微软雅黑"/>
              </a:rPr>
              <a:t>32,</a:t>
            </a:r>
            <a:r>
              <a:rPr sz="1800" spc="-15" dirty="0">
                <a:latin typeface="微软雅黑"/>
                <a:cs typeface="微软雅黑"/>
              </a:rPr>
              <a:t> </a:t>
            </a:r>
            <a:r>
              <a:rPr sz="1800" spc="-5" dirty="0">
                <a:latin typeface="微软雅黑"/>
                <a:cs typeface="微软雅黑"/>
              </a:rPr>
              <a:t>32,</a:t>
            </a:r>
            <a:r>
              <a:rPr sz="1800" spc="-10" dirty="0">
                <a:latin typeface="微软雅黑"/>
                <a:cs typeface="微软雅黑"/>
              </a:rPr>
              <a:t> </a:t>
            </a:r>
            <a:r>
              <a:rPr sz="1800" spc="-5" dirty="0">
                <a:latin typeface="微软雅黑"/>
                <a:cs typeface="微软雅黑"/>
              </a:rPr>
              <a:t>55,</a:t>
            </a:r>
            <a:r>
              <a:rPr sz="1800" spc="-15" dirty="0">
                <a:latin typeface="微软雅黑"/>
                <a:cs typeface="微软雅黑"/>
              </a:rPr>
              <a:t> </a:t>
            </a:r>
            <a:r>
              <a:rPr sz="1800" spc="-5" dirty="0">
                <a:latin typeface="微软雅黑"/>
                <a:cs typeface="微软雅黑"/>
              </a:rPr>
              <a:t>96]"</a:t>
            </a:r>
            <a:r>
              <a:rPr sz="1800" dirty="0">
                <a:latin typeface="微软雅黑"/>
                <a:cs typeface="微软雅黑"/>
              </a:rPr>
              <a:t>形式打印输出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微软雅黑"/>
                <a:cs typeface="微软雅黑"/>
              </a:rPr>
              <a:t>}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8490" y="958850"/>
            <a:ext cx="8105140" cy="251206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84150" marR="90170" indent="-171450">
              <a:lnSpc>
                <a:spcPts val="3020"/>
              </a:lnSpc>
              <a:spcBef>
                <a:spcPts val="475"/>
              </a:spcBef>
              <a:buFont typeface="Arial"/>
              <a:buChar char="•"/>
              <a:tabLst>
                <a:tab pos="184150" algn="l"/>
              </a:tabLst>
            </a:pPr>
            <a:r>
              <a:rPr sz="2800" spc="-5" dirty="0">
                <a:latin typeface="宋体"/>
                <a:cs typeface="宋体"/>
              </a:rPr>
              <a:t>Arrays</a:t>
            </a:r>
            <a:r>
              <a:rPr sz="2800" dirty="0">
                <a:latin typeface="宋体"/>
                <a:cs typeface="宋体"/>
              </a:rPr>
              <a:t>类中的</a:t>
            </a:r>
            <a:r>
              <a:rPr sz="2800" spc="-5" dirty="0">
                <a:latin typeface="宋体"/>
                <a:cs typeface="宋体"/>
              </a:rPr>
              <a:t>copyOf</a:t>
            </a:r>
            <a:r>
              <a:rPr sz="2800" dirty="0">
                <a:latin typeface="宋体"/>
                <a:cs typeface="宋体"/>
              </a:rPr>
              <a:t>方法能够实现数组的复制，</a:t>
            </a:r>
            <a:r>
              <a:rPr sz="2800" spc="-5" dirty="0">
                <a:latin typeface="宋体"/>
                <a:cs typeface="宋体"/>
              </a:rPr>
              <a:t>两 </a:t>
            </a:r>
            <a:r>
              <a:rPr sz="2800" dirty="0">
                <a:latin typeface="宋体"/>
                <a:cs typeface="宋体"/>
              </a:rPr>
              <a:t>种格式</a:t>
            </a:r>
            <a:r>
              <a:rPr sz="2800" spc="-5" dirty="0">
                <a:latin typeface="宋体"/>
                <a:cs typeface="宋体"/>
              </a:rPr>
              <a:t>：</a:t>
            </a:r>
            <a:endParaRPr sz="2800">
              <a:latin typeface="宋体"/>
              <a:cs typeface="宋体"/>
            </a:endParaRPr>
          </a:p>
          <a:p>
            <a:pPr marL="510540" lvl="1" indent="-155575">
              <a:lnSpc>
                <a:spcPts val="3329"/>
              </a:lnSpc>
              <a:buSzPct val="96551"/>
              <a:buFont typeface="Arial"/>
              <a:buChar char="•"/>
              <a:tabLst>
                <a:tab pos="511175" algn="l"/>
              </a:tabLst>
            </a:pPr>
            <a:r>
              <a:rPr sz="2900" i="1" spc="-950" dirty="0">
                <a:solidFill>
                  <a:srgbClr val="FF0000"/>
                </a:solidFill>
                <a:latin typeface="宋体"/>
                <a:cs typeface="宋体"/>
              </a:rPr>
              <a:t>type copyOf(type[] a, int</a:t>
            </a:r>
            <a:r>
              <a:rPr sz="2900" i="1" spc="-940" dirty="0">
                <a:solidFill>
                  <a:srgbClr val="FF0000"/>
                </a:solidFill>
                <a:latin typeface="宋体"/>
                <a:cs typeface="宋体"/>
              </a:rPr>
              <a:t> </a:t>
            </a:r>
            <a:r>
              <a:rPr sz="2900" i="1" spc="-819" dirty="0">
                <a:solidFill>
                  <a:srgbClr val="FF0000"/>
                </a:solidFill>
                <a:latin typeface="宋体"/>
                <a:cs typeface="宋体"/>
              </a:rPr>
              <a:t>length)</a:t>
            </a:r>
            <a:endParaRPr sz="2900">
              <a:latin typeface="宋体"/>
              <a:cs typeface="宋体"/>
            </a:endParaRPr>
          </a:p>
          <a:p>
            <a:pPr marL="510540" lvl="1" indent="-155575">
              <a:lnSpc>
                <a:spcPts val="3435"/>
              </a:lnSpc>
              <a:buSzPct val="96551"/>
              <a:buFont typeface="Arial"/>
              <a:buChar char="•"/>
              <a:tabLst>
                <a:tab pos="511175" algn="l"/>
              </a:tabLst>
            </a:pPr>
            <a:r>
              <a:rPr sz="2900" i="1" spc="-950" dirty="0">
                <a:solidFill>
                  <a:srgbClr val="FF0000"/>
                </a:solidFill>
                <a:latin typeface="宋体"/>
                <a:cs typeface="宋体"/>
              </a:rPr>
              <a:t>type copyOf(type[] a, int start, int</a:t>
            </a:r>
            <a:r>
              <a:rPr sz="2900" i="1" spc="-935" dirty="0">
                <a:solidFill>
                  <a:srgbClr val="FF0000"/>
                </a:solidFill>
                <a:latin typeface="宋体"/>
                <a:cs typeface="宋体"/>
              </a:rPr>
              <a:t> </a:t>
            </a:r>
            <a:r>
              <a:rPr sz="2900" i="1" spc="-725" dirty="0">
                <a:solidFill>
                  <a:srgbClr val="FF0000"/>
                </a:solidFill>
                <a:latin typeface="宋体"/>
                <a:cs typeface="宋体"/>
              </a:rPr>
              <a:t>end)</a:t>
            </a:r>
            <a:endParaRPr sz="2900">
              <a:latin typeface="宋体"/>
              <a:cs typeface="宋体"/>
            </a:endParaRPr>
          </a:p>
          <a:p>
            <a:pPr marL="527050" marR="102870" lvl="1" indent="-171450">
              <a:lnSpc>
                <a:spcPts val="3020"/>
              </a:lnSpc>
              <a:spcBef>
                <a:spcPts val="400"/>
              </a:spcBef>
              <a:buFont typeface="Arial"/>
              <a:buChar char="•"/>
              <a:tabLst>
                <a:tab pos="527050" algn="l"/>
              </a:tabLst>
            </a:pPr>
            <a:r>
              <a:rPr sz="2800" spc="-5" dirty="0">
                <a:latin typeface="宋体"/>
                <a:cs typeface="宋体"/>
              </a:rPr>
              <a:t>copyOf</a:t>
            </a:r>
            <a:r>
              <a:rPr sz="2800" dirty="0">
                <a:latin typeface="宋体"/>
                <a:cs typeface="宋体"/>
              </a:rPr>
              <a:t>实现的复制，已经使目标数组脱离了源</a:t>
            </a:r>
            <a:r>
              <a:rPr sz="2800" spc="-5" dirty="0">
                <a:latin typeface="宋体"/>
                <a:cs typeface="宋体"/>
              </a:rPr>
              <a:t>数 </a:t>
            </a:r>
            <a:r>
              <a:rPr sz="2800" dirty="0">
                <a:latin typeface="宋体"/>
                <a:cs typeface="宋体"/>
              </a:rPr>
              <a:t>组，即复制得到一个新的数组对</a:t>
            </a:r>
            <a:r>
              <a:rPr sz="2800" spc="-5" dirty="0">
                <a:latin typeface="宋体"/>
                <a:cs typeface="宋体"/>
              </a:rPr>
              <a:t>象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257327"/>
            <a:ext cx="4279265" cy="560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500" spc="-5" dirty="0">
                <a:solidFill>
                  <a:srgbClr val="000000"/>
                </a:solidFill>
                <a:latin typeface="宋体"/>
                <a:cs typeface="宋体"/>
              </a:rPr>
              <a:t>3.6.2</a:t>
            </a:r>
            <a:r>
              <a:rPr sz="3500" spc="1714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sz="3500" spc="-5" dirty="0">
                <a:solidFill>
                  <a:srgbClr val="000000"/>
                </a:solidFill>
                <a:latin typeface="宋体"/>
                <a:cs typeface="宋体"/>
              </a:rPr>
              <a:t>copyOf()</a:t>
            </a:r>
            <a:r>
              <a:rPr sz="3500" dirty="0">
                <a:solidFill>
                  <a:srgbClr val="000000"/>
                </a:solidFill>
                <a:latin typeface="宋体"/>
                <a:cs typeface="宋体"/>
              </a:rPr>
              <a:t>方</a:t>
            </a:r>
            <a:r>
              <a:rPr sz="3500" spc="-10" dirty="0">
                <a:solidFill>
                  <a:srgbClr val="000000"/>
                </a:solidFill>
                <a:latin typeface="宋体"/>
                <a:cs typeface="宋体"/>
              </a:rPr>
              <a:t>法</a:t>
            </a:r>
            <a:endParaRPr sz="35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729143" y="3933444"/>
            <a:ext cx="4244608" cy="17551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44</a:t>
            </a:fld>
            <a:endParaRPr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0200" y="1246505"/>
            <a:ext cx="7846059" cy="131381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84150" marR="5080" indent="-171450">
              <a:lnSpc>
                <a:spcPts val="3020"/>
              </a:lnSpc>
              <a:spcBef>
                <a:spcPts val="475"/>
              </a:spcBef>
              <a:buFont typeface="Arial"/>
              <a:buChar char="•"/>
              <a:tabLst>
                <a:tab pos="184150" algn="l"/>
              </a:tabLst>
            </a:pPr>
            <a:r>
              <a:rPr sz="2800" b="1" dirty="0">
                <a:solidFill>
                  <a:srgbClr val="C00000"/>
                </a:solidFill>
                <a:latin typeface="宋体"/>
                <a:cs typeface="宋体"/>
              </a:rPr>
              <a:t>查阅</a:t>
            </a:r>
            <a:r>
              <a:rPr sz="2800" spc="-5" dirty="0">
                <a:latin typeface="宋体"/>
                <a:cs typeface="宋体"/>
              </a:rPr>
              <a:t>java.util.Arrays</a:t>
            </a:r>
            <a:r>
              <a:rPr sz="2800" dirty="0">
                <a:latin typeface="宋体"/>
                <a:cs typeface="宋体"/>
              </a:rPr>
              <a:t>类的</a:t>
            </a:r>
            <a:r>
              <a:rPr sz="2800" spc="-5" dirty="0">
                <a:latin typeface="宋体"/>
                <a:cs typeface="宋体"/>
              </a:rPr>
              <a:t>API—binarySearch()  </a:t>
            </a:r>
            <a:r>
              <a:rPr sz="2800" dirty="0">
                <a:latin typeface="宋体"/>
                <a:cs typeface="宋体"/>
              </a:rPr>
              <a:t>方</a:t>
            </a:r>
            <a:r>
              <a:rPr sz="2800" spc="-5" dirty="0">
                <a:latin typeface="宋体"/>
                <a:cs typeface="宋体"/>
              </a:rPr>
              <a:t>法</a:t>
            </a:r>
            <a:endParaRPr sz="2800">
              <a:latin typeface="宋体"/>
              <a:cs typeface="宋体"/>
            </a:endParaRPr>
          </a:p>
          <a:p>
            <a:pPr marL="184150" indent="-171450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latin typeface="宋体"/>
                <a:cs typeface="宋体"/>
              </a:rPr>
              <a:t>折半查找要求数组有</a:t>
            </a:r>
            <a:r>
              <a:rPr sz="2800" spc="-5" dirty="0">
                <a:latin typeface="宋体"/>
                <a:cs typeface="宋体"/>
              </a:rPr>
              <a:t>序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969" y="321944"/>
            <a:ext cx="343789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000000"/>
                </a:solidFill>
                <a:latin typeface="宋体"/>
                <a:cs typeface="宋体"/>
              </a:rPr>
              <a:t>3.6.3binarySearch()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7196" y="2781300"/>
            <a:ext cx="6696456" cy="23073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83817" y="2777121"/>
            <a:ext cx="6704965" cy="2314575"/>
          </a:xfrm>
          <a:custGeom>
            <a:avLst/>
            <a:gdLst/>
            <a:ahLst/>
            <a:cxnLst/>
            <a:rect l="l" t="t" r="r" b="b"/>
            <a:pathLst>
              <a:path w="6704965" h="2314575">
                <a:moveTo>
                  <a:pt x="6704355" y="2314575"/>
                </a:moveTo>
                <a:lnTo>
                  <a:pt x="0" y="2314575"/>
                </a:lnTo>
                <a:lnTo>
                  <a:pt x="0" y="0"/>
                </a:lnTo>
                <a:lnTo>
                  <a:pt x="6704355" y="0"/>
                </a:lnTo>
                <a:lnTo>
                  <a:pt x="6704355" y="3810"/>
                </a:lnTo>
                <a:lnTo>
                  <a:pt x="7619" y="3810"/>
                </a:lnTo>
                <a:lnTo>
                  <a:pt x="3809" y="7619"/>
                </a:lnTo>
                <a:lnTo>
                  <a:pt x="7619" y="7619"/>
                </a:lnTo>
                <a:lnTo>
                  <a:pt x="7619" y="2306955"/>
                </a:lnTo>
                <a:lnTo>
                  <a:pt x="3809" y="2306955"/>
                </a:lnTo>
                <a:lnTo>
                  <a:pt x="7619" y="2310765"/>
                </a:lnTo>
                <a:lnTo>
                  <a:pt x="6704355" y="2310765"/>
                </a:lnTo>
                <a:lnTo>
                  <a:pt x="6704355" y="2314575"/>
                </a:lnTo>
                <a:close/>
              </a:path>
              <a:path w="6704965" h="2314575">
                <a:moveTo>
                  <a:pt x="7619" y="7619"/>
                </a:moveTo>
                <a:lnTo>
                  <a:pt x="3809" y="7619"/>
                </a:lnTo>
                <a:lnTo>
                  <a:pt x="7619" y="3810"/>
                </a:lnTo>
                <a:lnTo>
                  <a:pt x="7619" y="7619"/>
                </a:lnTo>
                <a:close/>
              </a:path>
              <a:path w="6704965" h="2314575">
                <a:moveTo>
                  <a:pt x="6696735" y="7619"/>
                </a:moveTo>
                <a:lnTo>
                  <a:pt x="7619" y="7619"/>
                </a:lnTo>
                <a:lnTo>
                  <a:pt x="7619" y="3810"/>
                </a:lnTo>
                <a:lnTo>
                  <a:pt x="6696735" y="3810"/>
                </a:lnTo>
                <a:lnTo>
                  <a:pt x="6696735" y="7619"/>
                </a:lnTo>
                <a:close/>
              </a:path>
              <a:path w="6704965" h="2314575">
                <a:moveTo>
                  <a:pt x="6696735" y="2310765"/>
                </a:moveTo>
                <a:lnTo>
                  <a:pt x="6696735" y="3810"/>
                </a:lnTo>
                <a:lnTo>
                  <a:pt x="6700545" y="7619"/>
                </a:lnTo>
                <a:lnTo>
                  <a:pt x="6704355" y="7619"/>
                </a:lnTo>
                <a:lnTo>
                  <a:pt x="6704355" y="2306955"/>
                </a:lnTo>
                <a:lnTo>
                  <a:pt x="6700545" y="2306955"/>
                </a:lnTo>
                <a:lnTo>
                  <a:pt x="6696735" y="2310765"/>
                </a:lnTo>
                <a:close/>
              </a:path>
              <a:path w="6704965" h="2314575">
                <a:moveTo>
                  <a:pt x="6704355" y="7619"/>
                </a:moveTo>
                <a:lnTo>
                  <a:pt x="6700545" y="7619"/>
                </a:lnTo>
                <a:lnTo>
                  <a:pt x="6696735" y="3810"/>
                </a:lnTo>
                <a:lnTo>
                  <a:pt x="6704355" y="3810"/>
                </a:lnTo>
                <a:lnTo>
                  <a:pt x="6704355" y="7619"/>
                </a:lnTo>
                <a:close/>
              </a:path>
              <a:path w="6704965" h="2314575">
                <a:moveTo>
                  <a:pt x="7619" y="2310765"/>
                </a:moveTo>
                <a:lnTo>
                  <a:pt x="3809" y="2306955"/>
                </a:lnTo>
                <a:lnTo>
                  <a:pt x="7619" y="2306955"/>
                </a:lnTo>
                <a:lnTo>
                  <a:pt x="7619" y="2310765"/>
                </a:lnTo>
                <a:close/>
              </a:path>
              <a:path w="6704965" h="2314575">
                <a:moveTo>
                  <a:pt x="6696735" y="2310765"/>
                </a:moveTo>
                <a:lnTo>
                  <a:pt x="7619" y="2310765"/>
                </a:lnTo>
                <a:lnTo>
                  <a:pt x="7619" y="2306955"/>
                </a:lnTo>
                <a:lnTo>
                  <a:pt x="6696735" y="2306955"/>
                </a:lnTo>
                <a:lnTo>
                  <a:pt x="6696735" y="2310765"/>
                </a:lnTo>
                <a:close/>
              </a:path>
              <a:path w="6704965" h="2314575">
                <a:moveTo>
                  <a:pt x="6704355" y="2310765"/>
                </a:moveTo>
                <a:lnTo>
                  <a:pt x="6696735" y="2310765"/>
                </a:lnTo>
                <a:lnTo>
                  <a:pt x="6700545" y="2306955"/>
                </a:lnTo>
                <a:lnTo>
                  <a:pt x="6704355" y="2306955"/>
                </a:lnTo>
                <a:lnTo>
                  <a:pt x="6704355" y="2310765"/>
                </a:lnTo>
                <a:close/>
              </a:path>
            </a:pathLst>
          </a:custGeom>
          <a:solidFill>
            <a:srgbClr val="A1A1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87196" y="2789059"/>
            <a:ext cx="6696709" cy="2219960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060"/>
              </a:spcBef>
            </a:pPr>
            <a:r>
              <a:rPr sz="1600" spc="-5" dirty="0">
                <a:latin typeface="微软雅黑"/>
                <a:cs typeface="微软雅黑"/>
              </a:rPr>
              <a:t>public static </a:t>
            </a:r>
            <a:r>
              <a:rPr sz="1600" spc="-10" dirty="0">
                <a:latin typeface="微软雅黑"/>
                <a:cs typeface="微软雅黑"/>
              </a:rPr>
              <a:t>void main(String[] args)</a:t>
            </a:r>
            <a:r>
              <a:rPr sz="1600" spc="35" dirty="0">
                <a:latin typeface="微软雅黑"/>
                <a:cs typeface="微软雅黑"/>
              </a:rPr>
              <a:t> </a:t>
            </a:r>
            <a:r>
              <a:rPr sz="1600" spc="-5" dirty="0">
                <a:latin typeface="微软雅黑"/>
                <a:cs typeface="微软雅黑"/>
              </a:rPr>
              <a:t>{</a:t>
            </a:r>
            <a:endParaRPr sz="1600">
              <a:latin typeface="微软雅黑"/>
              <a:cs typeface="微软雅黑"/>
            </a:endParaRPr>
          </a:p>
          <a:p>
            <a:pPr marL="1005840">
              <a:lnSpc>
                <a:spcPct val="100000"/>
              </a:lnSpc>
              <a:spcBef>
                <a:spcPts val="960"/>
              </a:spcBef>
            </a:pPr>
            <a:r>
              <a:rPr sz="1600" spc="-5" dirty="0">
                <a:latin typeface="微软雅黑"/>
                <a:cs typeface="微软雅黑"/>
              </a:rPr>
              <a:t>double[] myArray = { 2.9, 3.4,1.9, 3.5</a:t>
            </a:r>
            <a:r>
              <a:rPr sz="1600" spc="35" dirty="0">
                <a:latin typeface="微软雅黑"/>
                <a:cs typeface="微软雅黑"/>
              </a:rPr>
              <a:t> </a:t>
            </a:r>
            <a:r>
              <a:rPr sz="1600" spc="-5" dirty="0">
                <a:latin typeface="微软雅黑"/>
                <a:cs typeface="微软雅黑"/>
              </a:rPr>
              <a:t>};</a:t>
            </a:r>
            <a:endParaRPr sz="1600">
              <a:latin typeface="微软雅黑"/>
              <a:cs typeface="微软雅黑"/>
            </a:endParaRPr>
          </a:p>
          <a:p>
            <a:pPr marL="1005840">
              <a:lnSpc>
                <a:spcPct val="100000"/>
              </a:lnSpc>
              <a:spcBef>
                <a:spcPts val="960"/>
              </a:spcBef>
            </a:pPr>
            <a:r>
              <a:rPr sz="1600" dirty="0">
                <a:latin typeface="微软雅黑"/>
                <a:cs typeface="微软雅黑"/>
              </a:rPr>
              <a:t>Arrays.sort(myArray); </a:t>
            </a:r>
            <a:r>
              <a:rPr sz="1600" spc="-5" dirty="0">
                <a:latin typeface="微软雅黑"/>
                <a:cs typeface="微软雅黑"/>
              </a:rPr>
              <a:t>// {1.9, 2.9, 3.4,</a:t>
            </a:r>
            <a:r>
              <a:rPr sz="1600" spc="10" dirty="0">
                <a:latin typeface="微软雅黑"/>
                <a:cs typeface="微软雅黑"/>
              </a:rPr>
              <a:t> </a:t>
            </a:r>
            <a:r>
              <a:rPr sz="1600" spc="-5" dirty="0">
                <a:latin typeface="微软雅黑"/>
                <a:cs typeface="微软雅黑"/>
              </a:rPr>
              <a:t>3.5}</a:t>
            </a:r>
            <a:endParaRPr sz="1600">
              <a:latin typeface="微软雅黑"/>
              <a:cs typeface="微软雅黑"/>
            </a:endParaRPr>
          </a:p>
          <a:p>
            <a:pPr marL="1005840" marR="467359">
              <a:lnSpc>
                <a:spcPct val="150000"/>
              </a:lnSpc>
            </a:pPr>
            <a:r>
              <a:rPr sz="1600" spc="-5" dirty="0">
                <a:latin typeface="微软雅黑"/>
                <a:cs typeface="微软雅黑"/>
              </a:rPr>
              <a:t>System.out.println(Arrays.binarySearch(myArray, 3.5));  System.out.println(Arrays.binarySearch(myArray,10));</a:t>
            </a:r>
            <a:endParaRPr sz="1600">
              <a:latin typeface="微软雅黑"/>
              <a:cs typeface="微软雅黑"/>
            </a:endParaRPr>
          </a:p>
          <a:p>
            <a:pPr marL="91440">
              <a:lnSpc>
                <a:spcPct val="100000"/>
              </a:lnSpc>
              <a:spcBef>
                <a:spcPts val="960"/>
              </a:spcBef>
            </a:pPr>
            <a:r>
              <a:rPr sz="1600" spc="-5" dirty="0">
                <a:latin typeface="微软雅黑"/>
                <a:cs typeface="微软雅黑"/>
              </a:rPr>
              <a:t>}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529002" y="6401152"/>
            <a:ext cx="204470" cy="22669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200" dirty="0">
                <a:solidFill>
                  <a:srgbClr val="F1F1F1"/>
                </a:solidFill>
                <a:latin typeface="微软雅黑"/>
                <a:cs typeface="微软雅黑"/>
              </a:rPr>
              <a:t>46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02500" y="6495123"/>
            <a:ext cx="527050" cy="17653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900" dirty="0">
                <a:solidFill>
                  <a:srgbClr val="888888"/>
                </a:solidFill>
                <a:latin typeface="微软雅黑"/>
                <a:cs typeface="微软雅黑"/>
              </a:rPr>
              <a:t>2024/3/4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905240" y="6495123"/>
            <a:ext cx="160020" cy="17653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900" dirty="0">
                <a:solidFill>
                  <a:srgbClr val="888888"/>
                </a:solidFill>
                <a:latin typeface="微软雅黑"/>
                <a:cs typeface="微软雅黑"/>
              </a:rPr>
              <a:t>46</a:t>
            </a:r>
            <a:endParaRPr sz="9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21752" y="404647"/>
            <a:ext cx="624840" cy="307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439289" y="346227"/>
            <a:ext cx="1736356" cy="4108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216082" y="539267"/>
            <a:ext cx="419735" cy="254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276600" y="1700783"/>
            <a:ext cx="5000244" cy="376275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46734" y="1059814"/>
            <a:ext cx="3582035" cy="560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500" b="0" dirty="0">
                <a:solidFill>
                  <a:srgbClr val="000000"/>
                </a:solidFill>
                <a:latin typeface="宋体"/>
                <a:cs typeface="宋体"/>
              </a:rPr>
              <a:t>学生成绩查询系</a:t>
            </a:r>
            <a:r>
              <a:rPr sz="3500" b="0" spc="5" dirty="0">
                <a:solidFill>
                  <a:srgbClr val="000000"/>
                </a:solidFill>
                <a:latin typeface="宋体"/>
                <a:cs typeface="宋体"/>
              </a:rPr>
              <a:t>统</a:t>
            </a:r>
            <a:endParaRPr sz="35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529002" y="6401152"/>
            <a:ext cx="204470" cy="22669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200" dirty="0">
                <a:solidFill>
                  <a:srgbClr val="F1F1F1"/>
                </a:solidFill>
                <a:latin typeface="微软雅黑"/>
                <a:cs typeface="微软雅黑"/>
              </a:rPr>
              <a:t>47</a:t>
            </a:r>
            <a:endParaRPr sz="12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</TotalTime>
  <Words>2029</Words>
  <Application>Microsoft Office PowerPoint</Application>
  <PresentationFormat>全屏显示(4:3)</PresentationFormat>
  <Paragraphs>516</Paragraphs>
  <Slides>46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58" baseType="lpstr">
      <vt:lpstr>等线</vt:lpstr>
      <vt:lpstr>仿宋</vt:lpstr>
      <vt:lpstr>宋体</vt:lpstr>
      <vt:lpstr>微软雅黑</vt:lpstr>
      <vt:lpstr>Arial</vt:lpstr>
      <vt:lpstr>Book Antiqua</vt:lpstr>
      <vt:lpstr>Calibri</vt:lpstr>
      <vt:lpstr>Consolas</vt:lpstr>
      <vt:lpstr>Times New Roman</vt:lpstr>
      <vt:lpstr>Wingdings</vt:lpstr>
      <vt:lpstr>Wingdings 3</vt:lpstr>
      <vt:lpstr>Office Theme</vt:lpstr>
      <vt:lpstr>本章知识点</vt:lpstr>
      <vt:lpstr>PowerPoint 演示文稿</vt:lpstr>
      <vt:lpstr>PowerPoint 演示文稿</vt:lpstr>
      <vt:lpstr>1. 声明数组格式     数组元素类型[] 数组名;  或</vt:lpstr>
      <vt:lpstr>PowerPoint 演示文稿</vt:lpstr>
      <vt:lpstr>int[] Array; Array = new int [5] ;</vt:lpstr>
      <vt:lpstr>int[] Array = new  int [5]; // 初值为0</vt:lpstr>
      <vt:lpstr>2、匿名数组：不需要引用名</vt:lpstr>
      <vt:lpstr>3. 数组的显式初始化</vt:lpstr>
      <vt:lpstr>【例3-1】写出下面代码的运行结果。</vt:lpstr>
      <vt:lpstr>public static void main(String[] args) {  int[] a={1,2,3,4,5},b;</vt:lpstr>
      <vt:lpstr>new</vt:lpstr>
      <vt:lpstr>new</vt:lpstr>
      <vt:lpstr>3.3 使用数组</vt:lpstr>
      <vt:lpstr>1. 数组元素的使用</vt:lpstr>
      <vt:lpstr>3.3.1 数组元素的引用</vt:lpstr>
      <vt:lpstr>【例3-2】输入n个学生的成绩，并打印 成绩高于平均分的学生。</vt:lpstr>
      <vt:lpstr>PowerPoint 演示文稿</vt:lpstr>
      <vt:lpstr>【例3-4】为中国福利彩票编写一个双色球的抽奖 程序。</vt:lpstr>
      <vt:lpstr>PowerPoint 演示文稿</vt:lpstr>
      <vt:lpstr>中国福利彩票双色球抽奖</vt:lpstr>
      <vt:lpstr>中国福利彩票双色球抽奖</vt:lpstr>
      <vt:lpstr>中国福利彩票双色球抽奖</vt:lpstr>
      <vt:lpstr>System.out.printf("%d",a);  System.out.printf("%d %d",a, b);  System.out.printf("%d %d %d",a, b,  c);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【例3-6】存储并打印杨辉三角形的前n</vt:lpstr>
      <vt:lpstr>存储杨辉三角形的前n行</vt:lpstr>
      <vt:lpstr>存储杨辉三角形的前n行</vt:lpstr>
      <vt:lpstr>PowerPoint 演示文稿</vt:lpstr>
      <vt:lpstr>PowerPoint 演示文稿</vt:lpstr>
      <vt:lpstr>【题目】为了防止对网站的恶意注册，用户 在注册时通常被要求输入网站提供的验证码</vt:lpstr>
      <vt:lpstr>PowerPoint 演示文稿</vt:lpstr>
      <vt:lpstr>3.6.1 java.util.Arrays数组工具类</vt:lpstr>
      <vt:lpstr>3.6.1 java.util.Arrays数组工具类</vt:lpstr>
      <vt:lpstr>PowerPoint 演示文稿</vt:lpstr>
      <vt:lpstr>3.6.1 sort()方法</vt:lpstr>
      <vt:lpstr>对基本数据类型数组的排序：</vt:lpstr>
      <vt:lpstr>对于基本类型的数组如int[], double[], char[] ,Arrays类 只提供了默认的升序排列，没有降序，需要传入自定 义比较器，使用Arrays.sort(num,c)，传入一个实现了 Comparator接口的类的对象c。</vt:lpstr>
      <vt:lpstr>3.6.1 sort()方法</vt:lpstr>
      <vt:lpstr>3.6.2 copyOf()方法</vt:lpstr>
      <vt:lpstr>3.6.3binarySearch()</vt:lpstr>
      <vt:lpstr>学生成绩查询系统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本章知识点</dc:title>
  <cp:lastModifiedBy>- Vel</cp:lastModifiedBy>
  <cp:revision>1</cp:revision>
  <dcterms:created xsi:type="dcterms:W3CDTF">2024-05-05T02:37:19Z</dcterms:created>
  <dcterms:modified xsi:type="dcterms:W3CDTF">2024-05-05T07:33:19Z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2024-03-04T00:00:00Z</vt:filetime>
  </property>
  <property fmtid="{D5CDD505-2E9C-101B-9397-08002B2CF9AE}" pid="3" name="Creator">
    <vt:lpwstr>WPS 演示</vt:lpwstr>
  </property>
  <property fmtid="{D5CDD505-2E9C-101B-9397-08002B2CF9AE}" pid="4" name="LastSaved">
    <vt:filetime>2024-05-05T00:00:00Z</vt:filetime>
  </property>
</Properties>
</file>