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83652" y="303047"/>
            <a:ext cx="657669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2000" y="1078864"/>
            <a:ext cx="7541259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000" y="1688464"/>
            <a:ext cx="7715250" cy="2769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503602" y="6401152"/>
            <a:ext cx="255270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png"/><Relationship Id="rId19" Type="http://schemas.openxmlformats.org/officeDocument/2006/relationships/image" Target="../media/image57.png"/><Relationship Id="rId20" Type="http://schemas.openxmlformats.org/officeDocument/2006/relationships/image" Target="../media/image58.png"/><Relationship Id="rId21" Type="http://schemas.openxmlformats.org/officeDocument/2006/relationships/image" Target="../media/image59.png"/><Relationship Id="rId22" Type="http://schemas.openxmlformats.org/officeDocument/2006/relationships/image" Target="../media/image60.png"/><Relationship Id="rId23" Type="http://schemas.openxmlformats.org/officeDocument/2006/relationships/image" Target="../media/image61.png"/><Relationship Id="rId24" Type="http://schemas.openxmlformats.org/officeDocument/2006/relationships/image" Target="../media/image62.png"/><Relationship Id="rId25" Type="http://schemas.openxmlformats.org/officeDocument/2006/relationships/image" Target="../media/image63.png"/><Relationship Id="rId26" Type="http://schemas.openxmlformats.org/officeDocument/2006/relationships/image" Target="../media/image64.png"/><Relationship Id="rId27" Type="http://schemas.openxmlformats.org/officeDocument/2006/relationships/image" Target="../media/image65.png"/><Relationship Id="rId28" Type="http://schemas.openxmlformats.org/officeDocument/2006/relationships/image" Target="../media/image66.png"/><Relationship Id="rId29" Type="http://schemas.openxmlformats.org/officeDocument/2006/relationships/image" Target="../media/image67.png"/><Relationship Id="rId30" Type="http://schemas.openxmlformats.org/officeDocument/2006/relationships/image" Target="../media/image68.png"/><Relationship Id="rId31" Type="http://schemas.openxmlformats.org/officeDocument/2006/relationships/image" Target="../media/image69.png"/><Relationship Id="rId32" Type="http://schemas.openxmlformats.org/officeDocument/2006/relationships/image" Target="../media/image70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8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98.png"/><Relationship Id="rId15" Type="http://schemas.openxmlformats.org/officeDocument/2006/relationships/image" Target="../media/image99.png"/><Relationship Id="rId16" Type="http://schemas.openxmlformats.org/officeDocument/2006/relationships/image" Target="../media/image100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3435" y="132587"/>
            <a:ext cx="3750564" cy="65364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484375"/>
            <a:ext cx="2197735" cy="4364990"/>
          </a:xfrm>
          <a:custGeom>
            <a:avLst/>
            <a:gdLst/>
            <a:ahLst/>
            <a:cxnLst/>
            <a:rect l="l" t="t" r="r" b="b"/>
            <a:pathLst>
              <a:path w="2197735" h="4364990">
                <a:moveTo>
                  <a:pt x="0" y="0"/>
                </a:moveTo>
                <a:lnTo>
                  <a:pt x="2197608" y="0"/>
                </a:lnTo>
                <a:lnTo>
                  <a:pt x="2197608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644128" y="1484375"/>
            <a:ext cx="500380" cy="4364990"/>
          </a:xfrm>
          <a:custGeom>
            <a:avLst/>
            <a:gdLst/>
            <a:ahLst/>
            <a:cxnLst/>
            <a:rect l="l" t="t" r="r" b="b"/>
            <a:pathLst>
              <a:path w="500379" h="4364990">
                <a:moveTo>
                  <a:pt x="0" y="0"/>
                </a:moveTo>
                <a:lnTo>
                  <a:pt x="499872" y="0"/>
                </a:lnTo>
                <a:lnTo>
                  <a:pt x="499872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96083" y="1484375"/>
            <a:ext cx="283845" cy="4364990"/>
          </a:xfrm>
          <a:custGeom>
            <a:avLst/>
            <a:gdLst/>
            <a:ahLst/>
            <a:cxnLst/>
            <a:rect l="l" t="t" r="r" b="b"/>
            <a:pathLst>
              <a:path w="283844" h="4364990">
                <a:moveTo>
                  <a:pt x="0" y="0"/>
                </a:moveTo>
                <a:lnTo>
                  <a:pt x="283463" y="0"/>
                </a:lnTo>
                <a:lnTo>
                  <a:pt x="283463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340852" y="1484375"/>
            <a:ext cx="303530" cy="4364990"/>
          </a:xfrm>
          <a:custGeom>
            <a:avLst/>
            <a:gdLst/>
            <a:ahLst/>
            <a:cxnLst/>
            <a:rect l="l" t="t" r="r" b="b"/>
            <a:pathLst>
              <a:path w="303529" h="4364990">
                <a:moveTo>
                  <a:pt x="0" y="0"/>
                </a:moveTo>
                <a:lnTo>
                  <a:pt x="303275" y="0"/>
                </a:lnTo>
                <a:lnTo>
                  <a:pt x="303275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942987" y="2545155"/>
            <a:ext cx="143510" cy="221996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 spc="70" b="1">
                <a:solidFill>
                  <a:srgbClr val="FFFFFF"/>
                </a:solidFill>
                <a:latin typeface="Arial"/>
                <a:cs typeface="Arial"/>
              </a:rPr>
              <a:t>BEIJING INSTITUTE </a:t>
            </a:r>
            <a:r>
              <a:rPr dirty="0" sz="800" spc="5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800" spc="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80" b="1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6029" y="3754005"/>
            <a:ext cx="409575" cy="623570"/>
          </a:xfrm>
          <a:custGeom>
            <a:avLst/>
            <a:gdLst/>
            <a:ahLst/>
            <a:cxnLst/>
            <a:rect l="l" t="t" r="r" b="b"/>
            <a:pathLst>
              <a:path w="409575" h="623570">
                <a:moveTo>
                  <a:pt x="203495" y="189229"/>
                </a:moveTo>
                <a:lnTo>
                  <a:pt x="197313" y="189229"/>
                </a:lnTo>
                <a:lnTo>
                  <a:pt x="191755" y="185420"/>
                </a:lnTo>
                <a:lnTo>
                  <a:pt x="185264" y="175260"/>
                </a:lnTo>
                <a:lnTo>
                  <a:pt x="205203" y="162560"/>
                </a:lnTo>
                <a:lnTo>
                  <a:pt x="220157" y="154939"/>
                </a:lnTo>
                <a:lnTo>
                  <a:pt x="235111" y="148589"/>
                </a:lnTo>
                <a:lnTo>
                  <a:pt x="250066" y="140970"/>
                </a:lnTo>
                <a:lnTo>
                  <a:pt x="265020" y="130810"/>
                </a:lnTo>
                <a:lnTo>
                  <a:pt x="271675" y="130810"/>
                </a:lnTo>
                <a:lnTo>
                  <a:pt x="274989" y="121920"/>
                </a:lnTo>
                <a:lnTo>
                  <a:pt x="278317" y="118110"/>
                </a:lnTo>
                <a:lnTo>
                  <a:pt x="282780" y="97789"/>
                </a:lnTo>
                <a:lnTo>
                  <a:pt x="290465" y="54610"/>
                </a:lnTo>
                <a:lnTo>
                  <a:pt x="294928" y="34289"/>
                </a:lnTo>
                <a:lnTo>
                  <a:pt x="296020" y="27939"/>
                </a:lnTo>
                <a:lnTo>
                  <a:pt x="298670" y="20320"/>
                </a:lnTo>
                <a:lnTo>
                  <a:pt x="301942" y="12700"/>
                </a:lnTo>
                <a:lnTo>
                  <a:pt x="304898" y="7620"/>
                </a:lnTo>
                <a:lnTo>
                  <a:pt x="308225" y="0"/>
                </a:lnTo>
                <a:lnTo>
                  <a:pt x="321522" y="0"/>
                </a:lnTo>
                <a:lnTo>
                  <a:pt x="321522" y="3810"/>
                </a:lnTo>
                <a:lnTo>
                  <a:pt x="324837" y="16510"/>
                </a:lnTo>
                <a:lnTo>
                  <a:pt x="324837" y="21589"/>
                </a:lnTo>
                <a:lnTo>
                  <a:pt x="313726" y="45720"/>
                </a:lnTo>
                <a:lnTo>
                  <a:pt x="308224" y="69850"/>
                </a:lnTo>
                <a:lnTo>
                  <a:pt x="305215" y="96520"/>
                </a:lnTo>
                <a:lnTo>
                  <a:pt x="301583" y="121920"/>
                </a:lnTo>
                <a:lnTo>
                  <a:pt x="317055" y="127000"/>
                </a:lnTo>
                <a:lnTo>
                  <a:pt x="358084" y="127000"/>
                </a:lnTo>
                <a:lnTo>
                  <a:pt x="364715" y="130810"/>
                </a:lnTo>
                <a:lnTo>
                  <a:pt x="359629" y="140970"/>
                </a:lnTo>
                <a:lnTo>
                  <a:pt x="353920" y="148589"/>
                </a:lnTo>
                <a:lnTo>
                  <a:pt x="334806" y="148589"/>
                </a:lnTo>
                <a:lnTo>
                  <a:pt x="313625" y="152400"/>
                </a:lnTo>
                <a:lnTo>
                  <a:pt x="312255" y="153670"/>
                </a:lnTo>
                <a:lnTo>
                  <a:pt x="271675" y="153670"/>
                </a:lnTo>
                <a:lnTo>
                  <a:pt x="255317" y="162560"/>
                </a:lnTo>
                <a:lnTo>
                  <a:pt x="240518" y="170179"/>
                </a:lnTo>
                <a:lnTo>
                  <a:pt x="226344" y="177800"/>
                </a:lnTo>
                <a:lnTo>
                  <a:pt x="211858" y="184150"/>
                </a:lnTo>
                <a:lnTo>
                  <a:pt x="203495" y="189229"/>
                </a:lnTo>
                <a:close/>
              </a:path>
              <a:path w="409575" h="623570">
                <a:moveTo>
                  <a:pt x="116431" y="144779"/>
                </a:moveTo>
                <a:lnTo>
                  <a:pt x="88896" y="144779"/>
                </a:lnTo>
                <a:lnTo>
                  <a:pt x="105463" y="130810"/>
                </a:lnTo>
                <a:lnTo>
                  <a:pt x="119224" y="115570"/>
                </a:lnTo>
                <a:lnTo>
                  <a:pt x="128623" y="95250"/>
                </a:lnTo>
                <a:lnTo>
                  <a:pt x="132102" y="69850"/>
                </a:lnTo>
                <a:lnTo>
                  <a:pt x="133192" y="59689"/>
                </a:lnTo>
                <a:lnTo>
                  <a:pt x="135839" y="48260"/>
                </a:lnTo>
                <a:lnTo>
                  <a:pt x="139110" y="36829"/>
                </a:lnTo>
                <a:lnTo>
                  <a:pt x="142071" y="25400"/>
                </a:lnTo>
                <a:lnTo>
                  <a:pt x="145386" y="21589"/>
                </a:lnTo>
                <a:lnTo>
                  <a:pt x="155355" y="12700"/>
                </a:lnTo>
                <a:lnTo>
                  <a:pt x="158683" y="12700"/>
                </a:lnTo>
                <a:lnTo>
                  <a:pt x="170884" y="19050"/>
                </a:lnTo>
                <a:lnTo>
                  <a:pt x="181530" y="30479"/>
                </a:lnTo>
                <a:lnTo>
                  <a:pt x="189062" y="46989"/>
                </a:lnTo>
                <a:lnTo>
                  <a:pt x="191919" y="64770"/>
                </a:lnTo>
                <a:lnTo>
                  <a:pt x="191919" y="78739"/>
                </a:lnTo>
                <a:lnTo>
                  <a:pt x="195233" y="82550"/>
                </a:lnTo>
                <a:lnTo>
                  <a:pt x="221512" y="113029"/>
                </a:lnTo>
                <a:lnTo>
                  <a:pt x="225975" y="127000"/>
                </a:lnTo>
                <a:lnTo>
                  <a:pt x="176492" y="127000"/>
                </a:lnTo>
                <a:lnTo>
                  <a:pt x="169899" y="128270"/>
                </a:lnTo>
                <a:lnTo>
                  <a:pt x="165174" y="135889"/>
                </a:lnTo>
                <a:lnTo>
                  <a:pt x="164225" y="139700"/>
                </a:lnTo>
                <a:lnTo>
                  <a:pt x="118805" y="139700"/>
                </a:lnTo>
                <a:lnTo>
                  <a:pt x="116431" y="144779"/>
                </a:lnTo>
                <a:close/>
              </a:path>
              <a:path w="409575" h="623570">
                <a:moveTo>
                  <a:pt x="72285" y="250189"/>
                </a:moveTo>
                <a:lnTo>
                  <a:pt x="64808" y="247650"/>
                </a:lnTo>
                <a:lnTo>
                  <a:pt x="49853" y="243839"/>
                </a:lnTo>
                <a:lnTo>
                  <a:pt x="42376" y="241300"/>
                </a:lnTo>
                <a:lnTo>
                  <a:pt x="31831" y="233679"/>
                </a:lnTo>
                <a:lnTo>
                  <a:pt x="25339" y="222250"/>
                </a:lnTo>
                <a:lnTo>
                  <a:pt x="23210" y="208279"/>
                </a:lnTo>
                <a:lnTo>
                  <a:pt x="25752" y="193039"/>
                </a:lnTo>
                <a:lnTo>
                  <a:pt x="27728" y="185420"/>
                </a:lnTo>
                <a:lnTo>
                  <a:pt x="30431" y="167639"/>
                </a:lnTo>
                <a:lnTo>
                  <a:pt x="49849" y="114300"/>
                </a:lnTo>
                <a:lnTo>
                  <a:pt x="82254" y="87629"/>
                </a:lnTo>
                <a:lnTo>
                  <a:pt x="85832" y="85089"/>
                </a:lnTo>
                <a:lnTo>
                  <a:pt x="90971" y="86360"/>
                </a:lnTo>
                <a:lnTo>
                  <a:pt x="96736" y="90170"/>
                </a:lnTo>
                <a:lnTo>
                  <a:pt x="102193" y="96520"/>
                </a:lnTo>
                <a:lnTo>
                  <a:pt x="104943" y="100329"/>
                </a:lnTo>
                <a:lnTo>
                  <a:pt x="104268" y="105410"/>
                </a:lnTo>
                <a:lnTo>
                  <a:pt x="101724" y="111760"/>
                </a:lnTo>
                <a:lnTo>
                  <a:pt x="98866" y="118110"/>
                </a:lnTo>
                <a:lnTo>
                  <a:pt x="94974" y="123189"/>
                </a:lnTo>
                <a:lnTo>
                  <a:pt x="92638" y="129539"/>
                </a:lnTo>
                <a:lnTo>
                  <a:pt x="90924" y="137160"/>
                </a:lnTo>
                <a:lnTo>
                  <a:pt x="88896" y="144779"/>
                </a:lnTo>
                <a:lnTo>
                  <a:pt x="116431" y="144779"/>
                </a:lnTo>
                <a:lnTo>
                  <a:pt x="106344" y="166370"/>
                </a:lnTo>
                <a:lnTo>
                  <a:pt x="81418" y="217170"/>
                </a:lnTo>
                <a:lnTo>
                  <a:pt x="68957" y="241300"/>
                </a:lnTo>
                <a:lnTo>
                  <a:pt x="68957" y="245110"/>
                </a:lnTo>
                <a:lnTo>
                  <a:pt x="72285" y="250189"/>
                </a:lnTo>
                <a:close/>
              </a:path>
              <a:path w="409575" h="623570">
                <a:moveTo>
                  <a:pt x="358084" y="127000"/>
                </a:moveTo>
                <a:lnTo>
                  <a:pt x="317055" y="127000"/>
                </a:lnTo>
                <a:lnTo>
                  <a:pt x="333149" y="123189"/>
                </a:lnTo>
                <a:lnTo>
                  <a:pt x="349243" y="121920"/>
                </a:lnTo>
                <a:lnTo>
                  <a:pt x="358084" y="127000"/>
                </a:lnTo>
                <a:close/>
              </a:path>
              <a:path w="409575" h="623570">
                <a:moveTo>
                  <a:pt x="217671" y="144779"/>
                </a:moveTo>
                <a:lnTo>
                  <a:pt x="208530" y="144779"/>
                </a:lnTo>
                <a:lnTo>
                  <a:pt x="203495" y="140970"/>
                </a:lnTo>
                <a:lnTo>
                  <a:pt x="198145" y="138429"/>
                </a:lnTo>
                <a:lnTo>
                  <a:pt x="192171" y="134620"/>
                </a:lnTo>
                <a:lnTo>
                  <a:pt x="185264" y="130810"/>
                </a:lnTo>
                <a:lnTo>
                  <a:pt x="176492" y="127000"/>
                </a:lnTo>
                <a:lnTo>
                  <a:pt x="225975" y="127000"/>
                </a:lnTo>
                <a:lnTo>
                  <a:pt x="227224" y="134620"/>
                </a:lnTo>
                <a:lnTo>
                  <a:pt x="224318" y="142239"/>
                </a:lnTo>
                <a:lnTo>
                  <a:pt x="217671" y="144779"/>
                </a:lnTo>
                <a:close/>
              </a:path>
              <a:path w="409575" h="623570">
                <a:moveTo>
                  <a:pt x="47356" y="377189"/>
                </a:moveTo>
                <a:lnTo>
                  <a:pt x="29910" y="368300"/>
                </a:lnTo>
                <a:lnTo>
                  <a:pt x="12468" y="355600"/>
                </a:lnTo>
                <a:lnTo>
                  <a:pt x="3117" y="347979"/>
                </a:lnTo>
                <a:lnTo>
                  <a:pt x="0" y="339089"/>
                </a:lnTo>
                <a:lnTo>
                  <a:pt x="3117" y="330200"/>
                </a:lnTo>
                <a:lnTo>
                  <a:pt x="12468" y="320039"/>
                </a:lnTo>
                <a:lnTo>
                  <a:pt x="37335" y="303529"/>
                </a:lnTo>
                <a:lnTo>
                  <a:pt x="61895" y="284479"/>
                </a:lnTo>
                <a:lnTo>
                  <a:pt x="85832" y="265429"/>
                </a:lnTo>
                <a:lnTo>
                  <a:pt x="108835" y="245110"/>
                </a:lnTo>
                <a:lnTo>
                  <a:pt x="112163" y="241300"/>
                </a:lnTo>
                <a:lnTo>
                  <a:pt x="118805" y="237489"/>
                </a:lnTo>
                <a:lnTo>
                  <a:pt x="118805" y="228600"/>
                </a:lnTo>
                <a:lnTo>
                  <a:pt x="120728" y="207010"/>
                </a:lnTo>
                <a:lnTo>
                  <a:pt x="121716" y="186689"/>
                </a:lnTo>
                <a:lnTo>
                  <a:pt x="122016" y="168910"/>
                </a:lnTo>
                <a:lnTo>
                  <a:pt x="122132" y="139700"/>
                </a:lnTo>
                <a:lnTo>
                  <a:pt x="164225" y="139700"/>
                </a:lnTo>
                <a:lnTo>
                  <a:pt x="162010" y="148589"/>
                </a:lnTo>
                <a:lnTo>
                  <a:pt x="157437" y="185420"/>
                </a:lnTo>
                <a:lnTo>
                  <a:pt x="155433" y="219710"/>
                </a:lnTo>
                <a:lnTo>
                  <a:pt x="155462" y="222250"/>
                </a:lnTo>
                <a:lnTo>
                  <a:pt x="158267" y="256539"/>
                </a:lnTo>
                <a:lnTo>
                  <a:pt x="168652" y="289560"/>
                </a:lnTo>
                <a:lnTo>
                  <a:pt x="206282" y="289560"/>
                </a:lnTo>
                <a:lnTo>
                  <a:pt x="206817" y="290829"/>
                </a:lnTo>
                <a:lnTo>
                  <a:pt x="211858" y="302260"/>
                </a:lnTo>
                <a:lnTo>
                  <a:pt x="388813" y="302260"/>
                </a:lnTo>
                <a:lnTo>
                  <a:pt x="381334" y="306070"/>
                </a:lnTo>
                <a:lnTo>
                  <a:pt x="371366" y="309879"/>
                </a:lnTo>
                <a:lnTo>
                  <a:pt x="361400" y="311150"/>
                </a:lnTo>
                <a:lnTo>
                  <a:pt x="288286" y="311150"/>
                </a:lnTo>
                <a:lnTo>
                  <a:pt x="278316" y="321310"/>
                </a:lnTo>
                <a:lnTo>
                  <a:pt x="268347" y="328929"/>
                </a:lnTo>
                <a:lnTo>
                  <a:pt x="258379" y="335279"/>
                </a:lnTo>
                <a:lnTo>
                  <a:pt x="248408" y="342900"/>
                </a:lnTo>
                <a:lnTo>
                  <a:pt x="235430" y="351789"/>
                </a:lnTo>
                <a:lnTo>
                  <a:pt x="230328" y="355600"/>
                </a:lnTo>
                <a:lnTo>
                  <a:pt x="82254" y="355600"/>
                </a:lnTo>
                <a:lnTo>
                  <a:pt x="64805" y="374650"/>
                </a:lnTo>
                <a:lnTo>
                  <a:pt x="47356" y="377189"/>
                </a:lnTo>
                <a:close/>
              </a:path>
              <a:path w="409575" h="623570">
                <a:moveTo>
                  <a:pt x="346963" y="153670"/>
                </a:moveTo>
                <a:lnTo>
                  <a:pt x="338134" y="153670"/>
                </a:lnTo>
                <a:lnTo>
                  <a:pt x="338134" y="148589"/>
                </a:lnTo>
                <a:lnTo>
                  <a:pt x="353920" y="148589"/>
                </a:lnTo>
                <a:lnTo>
                  <a:pt x="346963" y="153670"/>
                </a:lnTo>
                <a:close/>
              </a:path>
              <a:path w="409575" h="623570">
                <a:moveTo>
                  <a:pt x="294550" y="205739"/>
                </a:moveTo>
                <a:lnTo>
                  <a:pt x="265020" y="205739"/>
                </a:lnTo>
                <a:lnTo>
                  <a:pt x="265592" y="195579"/>
                </a:lnTo>
                <a:lnTo>
                  <a:pt x="267100" y="182879"/>
                </a:lnTo>
                <a:lnTo>
                  <a:pt x="269231" y="168910"/>
                </a:lnTo>
                <a:lnTo>
                  <a:pt x="271675" y="153670"/>
                </a:lnTo>
                <a:lnTo>
                  <a:pt x="312255" y="153670"/>
                </a:lnTo>
                <a:lnTo>
                  <a:pt x="299918" y="165100"/>
                </a:lnTo>
                <a:lnTo>
                  <a:pt x="293685" y="185420"/>
                </a:lnTo>
                <a:lnTo>
                  <a:pt x="294550" y="205739"/>
                </a:lnTo>
                <a:close/>
              </a:path>
              <a:path w="409575" h="623570">
                <a:moveTo>
                  <a:pt x="388813" y="302260"/>
                </a:moveTo>
                <a:lnTo>
                  <a:pt x="211858" y="302260"/>
                </a:lnTo>
                <a:lnTo>
                  <a:pt x="248408" y="254000"/>
                </a:lnTo>
                <a:lnTo>
                  <a:pt x="245081" y="245110"/>
                </a:lnTo>
                <a:lnTo>
                  <a:pt x="245081" y="241300"/>
                </a:lnTo>
                <a:lnTo>
                  <a:pt x="241607" y="234950"/>
                </a:lnTo>
                <a:lnTo>
                  <a:pt x="233406" y="223520"/>
                </a:lnTo>
                <a:lnTo>
                  <a:pt x="231797" y="219710"/>
                </a:lnTo>
                <a:lnTo>
                  <a:pt x="235427" y="210820"/>
                </a:lnTo>
                <a:lnTo>
                  <a:pt x="240928" y="205739"/>
                </a:lnTo>
                <a:lnTo>
                  <a:pt x="247677" y="204470"/>
                </a:lnTo>
                <a:lnTo>
                  <a:pt x="255050" y="205739"/>
                </a:lnTo>
                <a:lnTo>
                  <a:pt x="294550" y="205739"/>
                </a:lnTo>
                <a:lnTo>
                  <a:pt x="294928" y="214629"/>
                </a:lnTo>
                <a:lnTo>
                  <a:pt x="297994" y="224789"/>
                </a:lnTo>
                <a:lnTo>
                  <a:pt x="301993" y="234950"/>
                </a:lnTo>
                <a:lnTo>
                  <a:pt x="306616" y="246379"/>
                </a:lnTo>
                <a:lnTo>
                  <a:pt x="311553" y="259079"/>
                </a:lnTo>
                <a:lnTo>
                  <a:pt x="394061" y="259079"/>
                </a:lnTo>
                <a:lnTo>
                  <a:pt x="404606" y="267970"/>
                </a:lnTo>
                <a:lnTo>
                  <a:pt x="408290" y="274320"/>
                </a:lnTo>
                <a:lnTo>
                  <a:pt x="409171" y="281939"/>
                </a:lnTo>
                <a:lnTo>
                  <a:pt x="406938" y="289560"/>
                </a:lnTo>
                <a:lnTo>
                  <a:pt x="401278" y="294639"/>
                </a:lnTo>
                <a:lnTo>
                  <a:pt x="391306" y="300989"/>
                </a:lnTo>
                <a:lnTo>
                  <a:pt x="388813" y="302260"/>
                </a:lnTo>
                <a:close/>
              </a:path>
              <a:path w="409575" h="623570">
                <a:moveTo>
                  <a:pt x="394061" y="259079"/>
                </a:moveTo>
                <a:lnTo>
                  <a:pt x="311553" y="259079"/>
                </a:lnTo>
                <a:lnTo>
                  <a:pt x="333565" y="256539"/>
                </a:lnTo>
                <a:lnTo>
                  <a:pt x="345664" y="252729"/>
                </a:lnTo>
                <a:lnTo>
                  <a:pt x="358073" y="250189"/>
                </a:lnTo>
                <a:lnTo>
                  <a:pt x="370482" y="248920"/>
                </a:lnTo>
                <a:lnTo>
                  <a:pt x="382582" y="252729"/>
                </a:lnTo>
                <a:lnTo>
                  <a:pt x="394061" y="259079"/>
                </a:lnTo>
                <a:close/>
              </a:path>
              <a:path w="409575" h="623570">
                <a:moveTo>
                  <a:pt x="206282" y="289560"/>
                </a:moveTo>
                <a:lnTo>
                  <a:pt x="168652" y="289560"/>
                </a:lnTo>
                <a:lnTo>
                  <a:pt x="173636" y="283210"/>
                </a:lnTo>
                <a:lnTo>
                  <a:pt x="178622" y="275589"/>
                </a:lnTo>
                <a:lnTo>
                  <a:pt x="183608" y="266700"/>
                </a:lnTo>
                <a:lnTo>
                  <a:pt x="188591" y="254000"/>
                </a:lnTo>
                <a:lnTo>
                  <a:pt x="195497" y="266700"/>
                </a:lnTo>
                <a:lnTo>
                  <a:pt x="201468" y="278129"/>
                </a:lnTo>
                <a:lnTo>
                  <a:pt x="206282" y="289560"/>
                </a:lnTo>
                <a:close/>
              </a:path>
              <a:path w="409575" h="623570">
                <a:moveTo>
                  <a:pt x="265020" y="527050"/>
                </a:moveTo>
                <a:lnTo>
                  <a:pt x="250589" y="519429"/>
                </a:lnTo>
                <a:lnTo>
                  <a:pt x="241761" y="506729"/>
                </a:lnTo>
                <a:lnTo>
                  <a:pt x="237918" y="492760"/>
                </a:lnTo>
                <a:lnTo>
                  <a:pt x="238439" y="474979"/>
                </a:lnTo>
                <a:lnTo>
                  <a:pt x="247162" y="431800"/>
                </a:lnTo>
                <a:lnTo>
                  <a:pt x="258376" y="391160"/>
                </a:lnTo>
                <a:lnTo>
                  <a:pt x="272084" y="351789"/>
                </a:lnTo>
                <a:lnTo>
                  <a:pt x="288286" y="311150"/>
                </a:lnTo>
                <a:lnTo>
                  <a:pt x="361400" y="311150"/>
                </a:lnTo>
                <a:lnTo>
                  <a:pt x="345664" y="312420"/>
                </a:lnTo>
                <a:lnTo>
                  <a:pt x="332733" y="321310"/>
                </a:lnTo>
                <a:lnTo>
                  <a:pt x="321674" y="332739"/>
                </a:lnTo>
                <a:lnTo>
                  <a:pt x="311553" y="346710"/>
                </a:lnTo>
                <a:lnTo>
                  <a:pt x="319496" y="349250"/>
                </a:lnTo>
                <a:lnTo>
                  <a:pt x="327750" y="351789"/>
                </a:lnTo>
                <a:lnTo>
                  <a:pt x="335382" y="354329"/>
                </a:lnTo>
                <a:lnTo>
                  <a:pt x="341461" y="359410"/>
                </a:lnTo>
                <a:lnTo>
                  <a:pt x="346391" y="364489"/>
                </a:lnTo>
                <a:lnTo>
                  <a:pt x="351010" y="372110"/>
                </a:lnTo>
                <a:lnTo>
                  <a:pt x="354341" y="378460"/>
                </a:lnTo>
                <a:lnTo>
                  <a:pt x="318192" y="378460"/>
                </a:lnTo>
                <a:lnTo>
                  <a:pt x="308117" y="381000"/>
                </a:lnTo>
                <a:lnTo>
                  <a:pt x="294928" y="394970"/>
                </a:lnTo>
                <a:lnTo>
                  <a:pt x="301371" y="403860"/>
                </a:lnTo>
                <a:lnTo>
                  <a:pt x="309057" y="410210"/>
                </a:lnTo>
                <a:lnTo>
                  <a:pt x="315495" y="419100"/>
                </a:lnTo>
                <a:lnTo>
                  <a:pt x="315945" y="421639"/>
                </a:lnTo>
                <a:lnTo>
                  <a:pt x="288286" y="421639"/>
                </a:lnTo>
                <a:lnTo>
                  <a:pt x="280911" y="433070"/>
                </a:lnTo>
                <a:lnTo>
                  <a:pt x="279144" y="440689"/>
                </a:lnTo>
                <a:lnTo>
                  <a:pt x="283609" y="445770"/>
                </a:lnTo>
                <a:lnTo>
                  <a:pt x="294928" y="452120"/>
                </a:lnTo>
                <a:lnTo>
                  <a:pt x="305993" y="463550"/>
                </a:lnTo>
                <a:lnTo>
                  <a:pt x="313628" y="474979"/>
                </a:lnTo>
                <a:lnTo>
                  <a:pt x="271675" y="474979"/>
                </a:lnTo>
                <a:lnTo>
                  <a:pt x="269699" y="487679"/>
                </a:lnTo>
                <a:lnTo>
                  <a:pt x="266996" y="514350"/>
                </a:lnTo>
                <a:lnTo>
                  <a:pt x="265020" y="527050"/>
                </a:lnTo>
                <a:close/>
              </a:path>
              <a:path w="409575" h="623570">
                <a:moveTo>
                  <a:pt x="76069" y="530860"/>
                </a:moveTo>
                <a:lnTo>
                  <a:pt x="65630" y="527050"/>
                </a:lnTo>
                <a:lnTo>
                  <a:pt x="55610" y="518160"/>
                </a:lnTo>
                <a:lnTo>
                  <a:pt x="50263" y="505460"/>
                </a:lnTo>
                <a:lnTo>
                  <a:pt x="49278" y="490220"/>
                </a:lnTo>
                <a:lnTo>
                  <a:pt x="52346" y="474979"/>
                </a:lnTo>
                <a:lnTo>
                  <a:pt x="74777" y="387350"/>
                </a:lnTo>
                <a:lnTo>
                  <a:pt x="82254" y="355600"/>
                </a:lnTo>
                <a:lnTo>
                  <a:pt x="230328" y="355600"/>
                </a:lnTo>
                <a:lnTo>
                  <a:pt x="208219" y="372110"/>
                </a:lnTo>
                <a:lnTo>
                  <a:pt x="195233" y="382270"/>
                </a:lnTo>
                <a:lnTo>
                  <a:pt x="191919" y="382270"/>
                </a:lnTo>
                <a:lnTo>
                  <a:pt x="185264" y="386079"/>
                </a:lnTo>
                <a:lnTo>
                  <a:pt x="175294" y="386079"/>
                </a:lnTo>
                <a:lnTo>
                  <a:pt x="159825" y="430529"/>
                </a:lnTo>
                <a:lnTo>
                  <a:pt x="158683" y="443229"/>
                </a:lnTo>
                <a:lnTo>
                  <a:pt x="159112" y="466089"/>
                </a:lnTo>
                <a:lnTo>
                  <a:pt x="118805" y="466089"/>
                </a:lnTo>
                <a:lnTo>
                  <a:pt x="115791" y="474979"/>
                </a:lnTo>
                <a:lnTo>
                  <a:pt x="108521" y="491489"/>
                </a:lnTo>
                <a:lnTo>
                  <a:pt x="105508" y="500379"/>
                </a:lnTo>
                <a:lnTo>
                  <a:pt x="96941" y="516889"/>
                </a:lnTo>
                <a:lnTo>
                  <a:pt x="86817" y="527050"/>
                </a:lnTo>
                <a:lnTo>
                  <a:pt x="76069" y="530860"/>
                </a:lnTo>
                <a:close/>
              </a:path>
              <a:path w="409575" h="623570">
                <a:moveTo>
                  <a:pt x="367159" y="571500"/>
                </a:moveTo>
                <a:lnTo>
                  <a:pt x="328164" y="571500"/>
                </a:lnTo>
                <a:lnTo>
                  <a:pt x="328164" y="566420"/>
                </a:lnTo>
                <a:lnTo>
                  <a:pt x="331492" y="566420"/>
                </a:lnTo>
                <a:lnTo>
                  <a:pt x="331492" y="403860"/>
                </a:lnTo>
                <a:lnTo>
                  <a:pt x="325775" y="386079"/>
                </a:lnTo>
                <a:lnTo>
                  <a:pt x="318192" y="378460"/>
                </a:lnTo>
                <a:lnTo>
                  <a:pt x="354341" y="378460"/>
                </a:lnTo>
                <a:lnTo>
                  <a:pt x="355008" y="379729"/>
                </a:lnTo>
                <a:lnTo>
                  <a:pt x="358073" y="386079"/>
                </a:lnTo>
                <a:lnTo>
                  <a:pt x="360940" y="445770"/>
                </a:lnTo>
                <a:lnTo>
                  <a:pt x="367159" y="571500"/>
                </a:lnTo>
                <a:close/>
              </a:path>
              <a:path w="409575" h="623570">
                <a:moveTo>
                  <a:pt x="318195" y="434339"/>
                </a:moveTo>
                <a:lnTo>
                  <a:pt x="288286" y="421639"/>
                </a:lnTo>
                <a:lnTo>
                  <a:pt x="315945" y="421639"/>
                </a:lnTo>
                <a:lnTo>
                  <a:pt x="318195" y="434339"/>
                </a:lnTo>
                <a:close/>
              </a:path>
              <a:path w="409575" h="623570">
                <a:moveTo>
                  <a:pt x="165325" y="601979"/>
                </a:moveTo>
                <a:lnTo>
                  <a:pt x="131474" y="581660"/>
                </a:lnTo>
                <a:lnTo>
                  <a:pt x="121922" y="563879"/>
                </a:lnTo>
                <a:lnTo>
                  <a:pt x="122132" y="548639"/>
                </a:lnTo>
                <a:lnTo>
                  <a:pt x="125452" y="529589"/>
                </a:lnTo>
                <a:lnTo>
                  <a:pt x="126280" y="509270"/>
                </a:lnTo>
                <a:lnTo>
                  <a:pt x="125447" y="469900"/>
                </a:lnTo>
                <a:lnTo>
                  <a:pt x="122132" y="469900"/>
                </a:lnTo>
                <a:lnTo>
                  <a:pt x="118805" y="466089"/>
                </a:lnTo>
                <a:lnTo>
                  <a:pt x="159112" y="466089"/>
                </a:lnTo>
                <a:lnTo>
                  <a:pt x="159255" y="473710"/>
                </a:lnTo>
                <a:lnTo>
                  <a:pt x="160761" y="502920"/>
                </a:lnTo>
                <a:lnTo>
                  <a:pt x="162889" y="532129"/>
                </a:lnTo>
                <a:lnTo>
                  <a:pt x="165325" y="562610"/>
                </a:lnTo>
                <a:lnTo>
                  <a:pt x="165325" y="601979"/>
                </a:lnTo>
                <a:close/>
              </a:path>
              <a:path w="409575" h="623570">
                <a:moveTo>
                  <a:pt x="305474" y="497839"/>
                </a:moveTo>
                <a:lnTo>
                  <a:pt x="297013" y="495300"/>
                </a:lnTo>
                <a:lnTo>
                  <a:pt x="289173" y="490220"/>
                </a:lnTo>
                <a:lnTo>
                  <a:pt x="281644" y="482600"/>
                </a:lnTo>
                <a:lnTo>
                  <a:pt x="278317" y="482600"/>
                </a:lnTo>
                <a:lnTo>
                  <a:pt x="271675" y="474979"/>
                </a:lnTo>
                <a:lnTo>
                  <a:pt x="313628" y="474979"/>
                </a:lnTo>
                <a:lnTo>
                  <a:pt x="316897" y="486410"/>
                </a:lnTo>
                <a:lnTo>
                  <a:pt x="314867" y="491489"/>
                </a:lnTo>
                <a:lnTo>
                  <a:pt x="305474" y="497839"/>
                </a:lnTo>
                <a:close/>
              </a:path>
              <a:path w="409575" h="623570">
                <a:moveTo>
                  <a:pt x="361400" y="623570"/>
                </a:moveTo>
                <a:lnTo>
                  <a:pt x="353975" y="621029"/>
                </a:lnTo>
                <a:lnTo>
                  <a:pt x="346860" y="619760"/>
                </a:lnTo>
                <a:lnTo>
                  <a:pt x="340367" y="617220"/>
                </a:lnTo>
                <a:lnTo>
                  <a:pt x="312377" y="586739"/>
                </a:lnTo>
                <a:lnTo>
                  <a:pt x="294928" y="557529"/>
                </a:lnTo>
                <a:lnTo>
                  <a:pt x="291614" y="553720"/>
                </a:lnTo>
                <a:lnTo>
                  <a:pt x="291614" y="539750"/>
                </a:lnTo>
                <a:lnTo>
                  <a:pt x="299661" y="547370"/>
                </a:lnTo>
                <a:lnTo>
                  <a:pt x="308641" y="553720"/>
                </a:lnTo>
                <a:lnTo>
                  <a:pt x="318246" y="562610"/>
                </a:lnTo>
                <a:lnTo>
                  <a:pt x="328164" y="571500"/>
                </a:lnTo>
                <a:lnTo>
                  <a:pt x="367159" y="571500"/>
                </a:lnTo>
                <a:lnTo>
                  <a:pt x="368042" y="589279"/>
                </a:lnTo>
                <a:lnTo>
                  <a:pt x="367004" y="598170"/>
                </a:lnTo>
                <a:lnTo>
                  <a:pt x="364721" y="608329"/>
                </a:lnTo>
                <a:lnTo>
                  <a:pt x="362438" y="615950"/>
                </a:lnTo>
                <a:lnTo>
                  <a:pt x="361400" y="62357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3402" y="4802526"/>
            <a:ext cx="229870" cy="461009"/>
          </a:xfrm>
          <a:custGeom>
            <a:avLst/>
            <a:gdLst/>
            <a:ahLst/>
            <a:cxnLst/>
            <a:rect l="l" t="t" r="r" b="b"/>
            <a:pathLst>
              <a:path w="229870" h="461010">
                <a:moveTo>
                  <a:pt x="72342" y="460712"/>
                </a:moveTo>
                <a:lnTo>
                  <a:pt x="31705" y="429614"/>
                </a:lnTo>
                <a:lnTo>
                  <a:pt x="7729" y="370729"/>
                </a:lnTo>
                <a:lnTo>
                  <a:pt x="1346" y="337989"/>
                </a:lnTo>
                <a:lnTo>
                  <a:pt x="0" y="331380"/>
                </a:lnTo>
                <a:lnTo>
                  <a:pt x="519" y="324776"/>
                </a:lnTo>
                <a:lnTo>
                  <a:pt x="2284" y="318174"/>
                </a:lnTo>
                <a:lnTo>
                  <a:pt x="5135" y="310330"/>
                </a:lnTo>
                <a:lnTo>
                  <a:pt x="22112" y="264652"/>
                </a:lnTo>
                <a:lnTo>
                  <a:pt x="56983" y="169162"/>
                </a:lnTo>
                <a:lnTo>
                  <a:pt x="74422" y="122241"/>
                </a:lnTo>
                <a:lnTo>
                  <a:pt x="74422" y="109033"/>
                </a:lnTo>
                <a:lnTo>
                  <a:pt x="71094" y="100232"/>
                </a:lnTo>
                <a:lnTo>
                  <a:pt x="63107" y="90257"/>
                </a:lnTo>
                <a:lnTo>
                  <a:pt x="54494" y="79869"/>
                </a:lnTo>
                <a:lnTo>
                  <a:pt x="45879" y="68655"/>
                </a:lnTo>
                <a:lnTo>
                  <a:pt x="37884" y="56201"/>
                </a:lnTo>
                <a:lnTo>
                  <a:pt x="34771" y="47121"/>
                </a:lnTo>
                <a:lnTo>
                  <a:pt x="35396" y="39693"/>
                </a:lnTo>
                <a:lnTo>
                  <a:pt x="39757" y="33914"/>
                </a:lnTo>
                <a:lnTo>
                  <a:pt x="47853" y="29785"/>
                </a:lnTo>
                <a:lnTo>
                  <a:pt x="62278" y="25730"/>
                </a:lnTo>
                <a:lnTo>
                  <a:pt x="76079" y="20433"/>
                </a:lnTo>
                <a:lnTo>
                  <a:pt x="104305" y="7776"/>
                </a:lnTo>
                <a:lnTo>
                  <a:pt x="134253" y="0"/>
                </a:lnTo>
                <a:lnTo>
                  <a:pt x="162017" y="8325"/>
                </a:lnTo>
                <a:lnTo>
                  <a:pt x="184175" y="30686"/>
                </a:lnTo>
                <a:lnTo>
                  <a:pt x="197307" y="65015"/>
                </a:lnTo>
                <a:lnTo>
                  <a:pt x="198653" y="74852"/>
                </a:lnTo>
                <a:lnTo>
                  <a:pt x="198134" y="84276"/>
                </a:lnTo>
                <a:lnTo>
                  <a:pt x="196369" y="92874"/>
                </a:lnTo>
                <a:lnTo>
                  <a:pt x="193979" y="100232"/>
                </a:lnTo>
                <a:lnTo>
                  <a:pt x="188480" y="110826"/>
                </a:lnTo>
                <a:lnTo>
                  <a:pt x="176238" y="133668"/>
                </a:lnTo>
                <a:lnTo>
                  <a:pt x="170738" y="144263"/>
                </a:lnTo>
                <a:lnTo>
                  <a:pt x="110947" y="302759"/>
                </a:lnTo>
                <a:lnTo>
                  <a:pt x="110947" y="311573"/>
                </a:lnTo>
                <a:lnTo>
                  <a:pt x="107632" y="320374"/>
                </a:lnTo>
                <a:lnTo>
                  <a:pt x="215604" y="320374"/>
                </a:lnTo>
                <a:lnTo>
                  <a:pt x="223045" y="334682"/>
                </a:lnTo>
                <a:lnTo>
                  <a:pt x="229482" y="363989"/>
                </a:lnTo>
                <a:lnTo>
                  <a:pt x="227203" y="390821"/>
                </a:lnTo>
                <a:lnTo>
                  <a:pt x="220561" y="399622"/>
                </a:lnTo>
                <a:lnTo>
                  <a:pt x="217233" y="399622"/>
                </a:lnTo>
                <a:lnTo>
                  <a:pt x="202340" y="401619"/>
                </a:lnTo>
                <a:lnTo>
                  <a:pt x="160769" y="408435"/>
                </a:lnTo>
                <a:lnTo>
                  <a:pt x="125900" y="428797"/>
                </a:lnTo>
                <a:lnTo>
                  <a:pt x="91021" y="452454"/>
                </a:lnTo>
                <a:lnTo>
                  <a:pt x="81525" y="458029"/>
                </a:lnTo>
                <a:lnTo>
                  <a:pt x="72342" y="460712"/>
                </a:lnTo>
                <a:close/>
              </a:path>
              <a:path w="229870" h="461010">
                <a:moveTo>
                  <a:pt x="215604" y="320374"/>
                </a:moveTo>
                <a:lnTo>
                  <a:pt x="107632" y="320374"/>
                </a:lnTo>
                <a:lnTo>
                  <a:pt x="117077" y="314597"/>
                </a:lnTo>
                <a:lnTo>
                  <a:pt x="125901" y="310469"/>
                </a:lnTo>
                <a:lnTo>
                  <a:pt x="134725" y="307992"/>
                </a:lnTo>
                <a:lnTo>
                  <a:pt x="144170" y="307166"/>
                </a:lnTo>
                <a:lnTo>
                  <a:pt x="156621" y="303931"/>
                </a:lnTo>
                <a:lnTo>
                  <a:pt x="169075" y="301113"/>
                </a:lnTo>
                <a:lnTo>
                  <a:pt x="181528" y="299120"/>
                </a:lnTo>
                <a:lnTo>
                  <a:pt x="193979" y="298365"/>
                </a:lnTo>
                <a:lnTo>
                  <a:pt x="210381" y="310330"/>
                </a:lnTo>
                <a:lnTo>
                  <a:pt x="215604" y="32037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8863" y="2075091"/>
            <a:ext cx="418465" cy="462280"/>
          </a:xfrm>
          <a:custGeom>
            <a:avLst/>
            <a:gdLst/>
            <a:ahLst/>
            <a:cxnLst/>
            <a:rect l="l" t="t" r="r" b="b"/>
            <a:pathLst>
              <a:path w="418465" h="462280">
                <a:moveTo>
                  <a:pt x="225920" y="62610"/>
                </a:moveTo>
                <a:lnTo>
                  <a:pt x="192902" y="62610"/>
                </a:lnTo>
                <a:lnTo>
                  <a:pt x="197680" y="59928"/>
                </a:lnTo>
                <a:lnTo>
                  <a:pt x="202455" y="54774"/>
                </a:lnTo>
                <a:lnTo>
                  <a:pt x="240041" y="14297"/>
                </a:lnTo>
                <a:lnTo>
                  <a:pt x="279082" y="0"/>
                </a:lnTo>
                <a:lnTo>
                  <a:pt x="290917" y="1718"/>
                </a:lnTo>
                <a:lnTo>
                  <a:pt x="301505" y="7148"/>
                </a:lnTo>
                <a:lnTo>
                  <a:pt x="310848" y="16700"/>
                </a:lnTo>
                <a:lnTo>
                  <a:pt x="318947" y="30784"/>
                </a:lnTo>
                <a:lnTo>
                  <a:pt x="324059" y="43980"/>
                </a:lnTo>
                <a:lnTo>
                  <a:pt x="239204" y="43980"/>
                </a:lnTo>
                <a:lnTo>
                  <a:pt x="232562" y="52781"/>
                </a:lnTo>
                <a:lnTo>
                  <a:pt x="225920" y="57175"/>
                </a:lnTo>
                <a:lnTo>
                  <a:pt x="225920" y="62610"/>
                </a:lnTo>
                <a:close/>
              </a:path>
              <a:path w="418465" h="462280">
                <a:moveTo>
                  <a:pt x="132429" y="198753"/>
                </a:moveTo>
                <a:lnTo>
                  <a:pt x="102997" y="171538"/>
                </a:lnTo>
                <a:lnTo>
                  <a:pt x="90375" y="120203"/>
                </a:lnTo>
                <a:lnTo>
                  <a:pt x="96342" y="101168"/>
                </a:lnTo>
                <a:lnTo>
                  <a:pt x="100293" y="91271"/>
                </a:lnTo>
                <a:lnTo>
                  <a:pt x="105695" y="71478"/>
                </a:lnTo>
                <a:lnTo>
                  <a:pt x="109641" y="61575"/>
                </a:lnTo>
                <a:lnTo>
                  <a:pt x="112953" y="52781"/>
                </a:lnTo>
                <a:lnTo>
                  <a:pt x="116281" y="39585"/>
                </a:lnTo>
                <a:lnTo>
                  <a:pt x="119608" y="39585"/>
                </a:lnTo>
                <a:lnTo>
                  <a:pt x="142862" y="65976"/>
                </a:lnTo>
                <a:lnTo>
                  <a:pt x="146189" y="70370"/>
                </a:lnTo>
                <a:lnTo>
                  <a:pt x="224985" y="70370"/>
                </a:lnTo>
                <a:lnTo>
                  <a:pt x="224516" y="72575"/>
                </a:lnTo>
                <a:lnTo>
                  <a:pt x="224672" y="79171"/>
                </a:lnTo>
                <a:lnTo>
                  <a:pt x="225452" y="85768"/>
                </a:lnTo>
                <a:lnTo>
                  <a:pt x="225920" y="92367"/>
                </a:lnTo>
                <a:lnTo>
                  <a:pt x="226567" y="105562"/>
                </a:lnTo>
                <a:lnTo>
                  <a:pt x="156146" y="105562"/>
                </a:lnTo>
                <a:lnTo>
                  <a:pt x="156249" y="154974"/>
                </a:lnTo>
                <a:lnTo>
                  <a:pt x="156406" y="163291"/>
                </a:lnTo>
                <a:lnTo>
                  <a:pt x="155733" y="177036"/>
                </a:lnTo>
                <a:lnTo>
                  <a:pt x="151945" y="189131"/>
                </a:lnTo>
                <a:lnTo>
                  <a:pt x="142862" y="197929"/>
                </a:lnTo>
                <a:lnTo>
                  <a:pt x="132429" y="198753"/>
                </a:lnTo>
                <a:close/>
              </a:path>
              <a:path w="418465" h="462280">
                <a:moveTo>
                  <a:pt x="251367" y="243700"/>
                </a:moveTo>
                <a:lnTo>
                  <a:pt x="123138" y="243700"/>
                </a:lnTo>
                <a:lnTo>
                  <a:pt x="129578" y="241909"/>
                </a:lnTo>
                <a:lnTo>
                  <a:pt x="169129" y="219165"/>
                </a:lnTo>
                <a:lnTo>
                  <a:pt x="199340" y="185283"/>
                </a:lnTo>
                <a:lnTo>
                  <a:pt x="222077" y="142329"/>
                </a:lnTo>
                <a:lnTo>
                  <a:pt x="239204" y="92367"/>
                </a:lnTo>
                <a:lnTo>
                  <a:pt x="239204" y="87972"/>
                </a:lnTo>
                <a:lnTo>
                  <a:pt x="245859" y="70370"/>
                </a:lnTo>
                <a:lnTo>
                  <a:pt x="245859" y="48386"/>
                </a:lnTo>
                <a:lnTo>
                  <a:pt x="239204" y="43980"/>
                </a:lnTo>
                <a:lnTo>
                  <a:pt x="324059" y="43980"/>
                </a:lnTo>
                <a:lnTo>
                  <a:pt x="325177" y="57731"/>
                </a:lnTo>
                <a:lnTo>
                  <a:pt x="323151" y="72232"/>
                </a:lnTo>
                <a:lnTo>
                  <a:pt x="318947" y="87972"/>
                </a:lnTo>
                <a:lnTo>
                  <a:pt x="307059" y="111818"/>
                </a:lnTo>
                <a:lnTo>
                  <a:pt x="296103" y="136902"/>
                </a:lnTo>
                <a:lnTo>
                  <a:pt x="285772" y="162810"/>
                </a:lnTo>
                <a:lnTo>
                  <a:pt x="275755" y="189128"/>
                </a:lnTo>
                <a:lnTo>
                  <a:pt x="287072" y="189816"/>
                </a:lnTo>
                <a:lnTo>
                  <a:pt x="296521" y="191331"/>
                </a:lnTo>
                <a:lnTo>
                  <a:pt x="304724" y="192846"/>
                </a:lnTo>
                <a:lnTo>
                  <a:pt x="312305" y="193535"/>
                </a:lnTo>
                <a:lnTo>
                  <a:pt x="338983" y="201984"/>
                </a:lnTo>
                <a:lnTo>
                  <a:pt x="363794" y="214974"/>
                </a:lnTo>
                <a:lnTo>
                  <a:pt x="386114" y="233738"/>
                </a:lnTo>
                <a:lnTo>
                  <a:pt x="386468" y="234213"/>
                </a:lnTo>
                <a:lnTo>
                  <a:pt x="290709" y="234213"/>
                </a:lnTo>
                <a:lnTo>
                  <a:pt x="266415" y="236552"/>
                </a:lnTo>
                <a:lnTo>
                  <a:pt x="251367" y="243700"/>
                </a:lnTo>
                <a:close/>
              </a:path>
              <a:path w="418465" h="462280">
                <a:moveTo>
                  <a:pt x="224985" y="70370"/>
                </a:moveTo>
                <a:lnTo>
                  <a:pt x="146189" y="70370"/>
                </a:lnTo>
                <a:lnTo>
                  <a:pt x="156204" y="61575"/>
                </a:lnTo>
                <a:lnTo>
                  <a:pt x="166531" y="56080"/>
                </a:lnTo>
                <a:lnTo>
                  <a:pt x="177482" y="55533"/>
                </a:lnTo>
                <a:lnTo>
                  <a:pt x="189369" y="61582"/>
                </a:lnTo>
                <a:lnTo>
                  <a:pt x="192902" y="62610"/>
                </a:lnTo>
                <a:lnTo>
                  <a:pt x="225920" y="62610"/>
                </a:lnTo>
                <a:lnTo>
                  <a:pt x="225920" y="65976"/>
                </a:lnTo>
                <a:lnTo>
                  <a:pt x="224985" y="70370"/>
                </a:lnTo>
                <a:close/>
              </a:path>
              <a:path w="418465" h="462280">
                <a:moveTo>
                  <a:pt x="213775" y="128243"/>
                </a:moveTo>
                <a:lnTo>
                  <a:pt x="196024" y="127558"/>
                </a:lnTo>
                <a:lnTo>
                  <a:pt x="189369" y="127558"/>
                </a:lnTo>
                <a:lnTo>
                  <a:pt x="156146" y="105562"/>
                </a:lnTo>
                <a:lnTo>
                  <a:pt x="226567" y="105562"/>
                </a:lnTo>
                <a:lnTo>
                  <a:pt x="226856" y="111471"/>
                </a:lnTo>
                <a:lnTo>
                  <a:pt x="223431" y="123155"/>
                </a:lnTo>
                <a:lnTo>
                  <a:pt x="213775" y="128243"/>
                </a:lnTo>
                <a:close/>
              </a:path>
              <a:path w="418465" h="462280">
                <a:moveTo>
                  <a:pt x="46507" y="461835"/>
                </a:moveTo>
                <a:lnTo>
                  <a:pt x="43192" y="457428"/>
                </a:lnTo>
                <a:lnTo>
                  <a:pt x="33222" y="452688"/>
                </a:lnTo>
                <a:lnTo>
                  <a:pt x="23255" y="445885"/>
                </a:lnTo>
                <a:lnTo>
                  <a:pt x="13290" y="438256"/>
                </a:lnTo>
                <a:lnTo>
                  <a:pt x="3327" y="431037"/>
                </a:lnTo>
                <a:lnTo>
                  <a:pt x="0" y="426643"/>
                </a:lnTo>
                <a:lnTo>
                  <a:pt x="0" y="409054"/>
                </a:lnTo>
                <a:lnTo>
                  <a:pt x="49834" y="263905"/>
                </a:lnTo>
                <a:lnTo>
                  <a:pt x="49834" y="259511"/>
                </a:lnTo>
                <a:lnTo>
                  <a:pt x="53162" y="259511"/>
                </a:lnTo>
                <a:lnTo>
                  <a:pt x="53162" y="255104"/>
                </a:lnTo>
                <a:lnTo>
                  <a:pt x="57572" y="247273"/>
                </a:lnTo>
                <a:lnTo>
                  <a:pt x="61047" y="238613"/>
                </a:lnTo>
                <a:lnTo>
                  <a:pt x="63901" y="231601"/>
                </a:lnTo>
                <a:lnTo>
                  <a:pt x="66446" y="228714"/>
                </a:lnTo>
                <a:lnTo>
                  <a:pt x="76877" y="228851"/>
                </a:lnTo>
                <a:lnTo>
                  <a:pt x="87622" y="229814"/>
                </a:lnTo>
                <a:lnTo>
                  <a:pt x="97744" y="232427"/>
                </a:lnTo>
                <a:lnTo>
                  <a:pt x="106311" y="237515"/>
                </a:lnTo>
                <a:lnTo>
                  <a:pt x="112750" y="240675"/>
                </a:lnTo>
                <a:lnTo>
                  <a:pt x="117944" y="243012"/>
                </a:lnTo>
                <a:lnTo>
                  <a:pt x="123138" y="243700"/>
                </a:lnTo>
                <a:lnTo>
                  <a:pt x="251367" y="243700"/>
                </a:lnTo>
                <a:lnTo>
                  <a:pt x="245859" y="246316"/>
                </a:lnTo>
                <a:lnTo>
                  <a:pt x="243831" y="248994"/>
                </a:lnTo>
                <a:lnTo>
                  <a:pt x="211486" y="248994"/>
                </a:lnTo>
                <a:lnTo>
                  <a:pt x="197677" y="250163"/>
                </a:lnTo>
                <a:lnTo>
                  <a:pt x="119608" y="285889"/>
                </a:lnTo>
                <a:lnTo>
                  <a:pt x="93027" y="321081"/>
                </a:lnTo>
                <a:lnTo>
                  <a:pt x="83057" y="351526"/>
                </a:lnTo>
                <a:lnTo>
                  <a:pt x="73090" y="383208"/>
                </a:lnTo>
                <a:lnTo>
                  <a:pt x="63125" y="415716"/>
                </a:lnTo>
                <a:lnTo>
                  <a:pt x="53162" y="448640"/>
                </a:lnTo>
                <a:lnTo>
                  <a:pt x="53162" y="453034"/>
                </a:lnTo>
                <a:lnTo>
                  <a:pt x="46507" y="461835"/>
                </a:lnTo>
                <a:close/>
              </a:path>
              <a:path w="418465" h="462280">
                <a:moveTo>
                  <a:pt x="362134" y="334273"/>
                </a:moveTo>
                <a:lnTo>
                  <a:pt x="343550" y="330975"/>
                </a:lnTo>
                <a:lnTo>
                  <a:pt x="325589" y="321081"/>
                </a:lnTo>
                <a:lnTo>
                  <a:pt x="319930" y="314413"/>
                </a:lnTo>
                <a:lnTo>
                  <a:pt x="317696" y="307336"/>
                </a:lnTo>
                <a:lnTo>
                  <a:pt x="318578" y="299435"/>
                </a:lnTo>
                <a:lnTo>
                  <a:pt x="322262" y="290296"/>
                </a:lnTo>
                <a:lnTo>
                  <a:pt x="325275" y="282940"/>
                </a:lnTo>
                <a:lnTo>
                  <a:pt x="328910" y="274348"/>
                </a:lnTo>
                <a:lnTo>
                  <a:pt x="332545" y="264932"/>
                </a:lnTo>
                <a:lnTo>
                  <a:pt x="335559" y="255104"/>
                </a:lnTo>
                <a:lnTo>
                  <a:pt x="315003" y="240122"/>
                </a:lnTo>
                <a:lnTo>
                  <a:pt x="290709" y="234213"/>
                </a:lnTo>
                <a:lnTo>
                  <a:pt x="386468" y="234213"/>
                </a:lnTo>
                <a:lnTo>
                  <a:pt x="405320" y="259511"/>
                </a:lnTo>
                <a:lnTo>
                  <a:pt x="415966" y="277166"/>
                </a:lnTo>
                <a:lnTo>
                  <a:pt x="418201" y="291939"/>
                </a:lnTo>
                <a:lnTo>
                  <a:pt x="412335" y="305890"/>
                </a:lnTo>
                <a:lnTo>
                  <a:pt x="398678" y="321081"/>
                </a:lnTo>
                <a:lnTo>
                  <a:pt x="380718" y="330975"/>
                </a:lnTo>
                <a:lnTo>
                  <a:pt x="362134" y="334273"/>
                </a:lnTo>
                <a:close/>
              </a:path>
              <a:path w="418465" h="462280">
                <a:moveTo>
                  <a:pt x="232562" y="255104"/>
                </a:moveTo>
                <a:lnTo>
                  <a:pt x="225920" y="250710"/>
                </a:lnTo>
                <a:lnTo>
                  <a:pt x="211486" y="248994"/>
                </a:lnTo>
                <a:lnTo>
                  <a:pt x="243831" y="248994"/>
                </a:lnTo>
                <a:lnTo>
                  <a:pt x="242531" y="250710"/>
                </a:lnTo>
                <a:lnTo>
                  <a:pt x="232562" y="25510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2157" y="2356129"/>
            <a:ext cx="258445" cy="419734"/>
          </a:xfrm>
          <a:custGeom>
            <a:avLst/>
            <a:gdLst/>
            <a:ahLst/>
            <a:cxnLst/>
            <a:rect l="l" t="t" r="r" b="b"/>
            <a:pathLst>
              <a:path w="258445" h="419735">
                <a:moveTo>
                  <a:pt x="27331" y="112749"/>
                </a:moveTo>
                <a:lnTo>
                  <a:pt x="19357" y="108691"/>
                </a:lnTo>
                <a:lnTo>
                  <a:pt x="13246" y="96799"/>
                </a:lnTo>
                <a:lnTo>
                  <a:pt x="10715" y="90887"/>
                </a:lnTo>
                <a:lnTo>
                  <a:pt x="7870" y="85801"/>
                </a:lnTo>
                <a:lnTo>
                  <a:pt x="4402" y="80715"/>
                </a:lnTo>
                <a:lnTo>
                  <a:pt x="0" y="74803"/>
                </a:lnTo>
                <a:lnTo>
                  <a:pt x="29761" y="57685"/>
                </a:lnTo>
                <a:lnTo>
                  <a:pt x="88046" y="23446"/>
                </a:lnTo>
                <a:lnTo>
                  <a:pt x="131375" y="3712"/>
                </a:lnTo>
                <a:lnTo>
                  <a:pt x="178892" y="0"/>
                </a:lnTo>
                <a:lnTo>
                  <a:pt x="184323" y="2887"/>
                </a:lnTo>
                <a:lnTo>
                  <a:pt x="190068" y="9901"/>
                </a:lnTo>
                <a:lnTo>
                  <a:pt x="195194" y="18564"/>
                </a:lnTo>
                <a:lnTo>
                  <a:pt x="198767" y="26403"/>
                </a:lnTo>
                <a:lnTo>
                  <a:pt x="200062" y="33690"/>
                </a:lnTo>
                <a:lnTo>
                  <a:pt x="199182" y="41802"/>
                </a:lnTo>
                <a:lnTo>
                  <a:pt x="198436" y="44005"/>
                </a:lnTo>
                <a:lnTo>
                  <a:pt x="145757" y="44005"/>
                </a:lnTo>
                <a:lnTo>
                  <a:pt x="128934" y="53146"/>
                </a:lnTo>
                <a:lnTo>
                  <a:pt x="113044" y="61052"/>
                </a:lnTo>
                <a:lnTo>
                  <a:pt x="97775" y="68133"/>
                </a:lnTo>
                <a:lnTo>
                  <a:pt x="82816" y="74803"/>
                </a:lnTo>
                <a:lnTo>
                  <a:pt x="72931" y="82090"/>
                </a:lnTo>
                <a:lnTo>
                  <a:pt x="63355" y="90201"/>
                </a:lnTo>
                <a:lnTo>
                  <a:pt x="46380" y="105600"/>
                </a:lnTo>
                <a:lnTo>
                  <a:pt x="36547" y="111031"/>
                </a:lnTo>
                <a:lnTo>
                  <a:pt x="27331" y="112749"/>
                </a:lnTo>
                <a:close/>
              </a:path>
              <a:path w="258445" h="419735">
                <a:moveTo>
                  <a:pt x="256302" y="165001"/>
                </a:moveTo>
                <a:lnTo>
                  <a:pt x="35403" y="165001"/>
                </a:lnTo>
                <a:lnTo>
                  <a:pt x="53003" y="160601"/>
                </a:lnTo>
                <a:lnTo>
                  <a:pt x="70603" y="152900"/>
                </a:lnTo>
                <a:lnTo>
                  <a:pt x="89446" y="145199"/>
                </a:lnTo>
                <a:lnTo>
                  <a:pt x="92760" y="145199"/>
                </a:lnTo>
                <a:lnTo>
                  <a:pt x="99377" y="140804"/>
                </a:lnTo>
                <a:lnTo>
                  <a:pt x="106006" y="140804"/>
                </a:lnTo>
                <a:lnTo>
                  <a:pt x="102433" y="125881"/>
                </a:lnTo>
                <a:lnTo>
                  <a:pt x="102277" y="113849"/>
                </a:lnTo>
                <a:lnTo>
                  <a:pt x="106473" y="104293"/>
                </a:lnTo>
                <a:lnTo>
                  <a:pt x="115951" y="96799"/>
                </a:lnTo>
                <a:lnTo>
                  <a:pt x="123453" y="86214"/>
                </a:lnTo>
                <a:lnTo>
                  <a:pt x="131268" y="74803"/>
                </a:lnTo>
                <a:lnTo>
                  <a:pt x="139705" y="63391"/>
                </a:lnTo>
                <a:lnTo>
                  <a:pt x="149072" y="52806"/>
                </a:lnTo>
                <a:lnTo>
                  <a:pt x="145757" y="48399"/>
                </a:lnTo>
                <a:lnTo>
                  <a:pt x="145757" y="44005"/>
                </a:lnTo>
                <a:lnTo>
                  <a:pt x="198436" y="44005"/>
                </a:lnTo>
                <a:lnTo>
                  <a:pt x="171764" y="90887"/>
                </a:lnTo>
                <a:lnTo>
                  <a:pt x="149072" y="127596"/>
                </a:lnTo>
                <a:lnTo>
                  <a:pt x="165895" y="130693"/>
                </a:lnTo>
                <a:lnTo>
                  <a:pt x="181786" y="132549"/>
                </a:lnTo>
                <a:lnTo>
                  <a:pt x="234715" y="132549"/>
                </a:lnTo>
                <a:lnTo>
                  <a:pt x="243900" y="139150"/>
                </a:lnTo>
                <a:lnTo>
                  <a:pt x="255340" y="157922"/>
                </a:lnTo>
                <a:lnTo>
                  <a:pt x="256302" y="165001"/>
                </a:lnTo>
                <a:close/>
              </a:path>
              <a:path w="258445" h="419735">
                <a:moveTo>
                  <a:pt x="234715" y="132549"/>
                </a:moveTo>
                <a:lnTo>
                  <a:pt x="181786" y="132549"/>
                </a:lnTo>
                <a:lnTo>
                  <a:pt x="197055" y="131929"/>
                </a:lnTo>
                <a:lnTo>
                  <a:pt x="212013" y="127596"/>
                </a:lnTo>
                <a:lnTo>
                  <a:pt x="228111" y="127804"/>
                </a:lnTo>
                <a:lnTo>
                  <a:pt x="234715" y="132549"/>
                </a:lnTo>
                <a:close/>
              </a:path>
              <a:path w="258445" h="419735">
                <a:moveTo>
                  <a:pt x="38098" y="249145"/>
                </a:moveTo>
                <a:lnTo>
                  <a:pt x="3727" y="208446"/>
                </a:lnTo>
                <a:lnTo>
                  <a:pt x="1191" y="191191"/>
                </a:lnTo>
                <a:lnTo>
                  <a:pt x="3314" y="175996"/>
                </a:lnTo>
                <a:lnTo>
                  <a:pt x="3314" y="171602"/>
                </a:lnTo>
                <a:lnTo>
                  <a:pt x="13246" y="162801"/>
                </a:lnTo>
                <a:lnTo>
                  <a:pt x="16560" y="162801"/>
                </a:lnTo>
                <a:lnTo>
                  <a:pt x="35403" y="165001"/>
                </a:lnTo>
                <a:lnTo>
                  <a:pt x="256302" y="165001"/>
                </a:lnTo>
                <a:lnTo>
                  <a:pt x="258394" y="180403"/>
                </a:lnTo>
                <a:lnTo>
                  <a:pt x="258394" y="184797"/>
                </a:lnTo>
                <a:lnTo>
                  <a:pt x="250165" y="188444"/>
                </a:lnTo>
                <a:lnTo>
                  <a:pt x="181528" y="188444"/>
                </a:lnTo>
                <a:lnTo>
                  <a:pt x="173504" y="193049"/>
                </a:lnTo>
                <a:lnTo>
                  <a:pt x="170193" y="202399"/>
                </a:lnTo>
                <a:lnTo>
                  <a:pt x="139141" y="202399"/>
                </a:lnTo>
                <a:lnTo>
                  <a:pt x="120919" y="202808"/>
                </a:lnTo>
                <a:lnTo>
                  <a:pt x="105182" y="208995"/>
                </a:lnTo>
                <a:lnTo>
                  <a:pt x="90686" y="218485"/>
                </a:lnTo>
                <a:lnTo>
                  <a:pt x="76187" y="228803"/>
                </a:lnTo>
                <a:lnTo>
                  <a:pt x="69570" y="228803"/>
                </a:lnTo>
                <a:lnTo>
                  <a:pt x="66255" y="237591"/>
                </a:lnTo>
                <a:lnTo>
                  <a:pt x="59626" y="237591"/>
                </a:lnTo>
                <a:lnTo>
                  <a:pt x="48241" y="246874"/>
                </a:lnTo>
                <a:lnTo>
                  <a:pt x="38098" y="249145"/>
                </a:lnTo>
                <a:close/>
              </a:path>
              <a:path w="258445" h="419735">
                <a:moveTo>
                  <a:pt x="248450" y="189204"/>
                </a:moveTo>
                <a:lnTo>
                  <a:pt x="195453" y="189204"/>
                </a:lnTo>
                <a:lnTo>
                  <a:pt x="181528" y="188444"/>
                </a:lnTo>
                <a:lnTo>
                  <a:pt x="250165" y="188444"/>
                </a:lnTo>
                <a:lnTo>
                  <a:pt x="248450" y="189204"/>
                </a:lnTo>
                <a:close/>
              </a:path>
              <a:path w="258445" h="419735">
                <a:moveTo>
                  <a:pt x="163757" y="327242"/>
                </a:moveTo>
                <a:lnTo>
                  <a:pt x="115117" y="327242"/>
                </a:lnTo>
                <a:lnTo>
                  <a:pt x="124020" y="321123"/>
                </a:lnTo>
                <a:lnTo>
                  <a:pt x="129197" y="307987"/>
                </a:lnTo>
                <a:lnTo>
                  <a:pt x="139141" y="202399"/>
                </a:lnTo>
                <a:lnTo>
                  <a:pt x="170193" y="202399"/>
                </a:lnTo>
                <a:lnTo>
                  <a:pt x="169828" y="203431"/>
                </a:lnTo>
                <a:lnTo>
                  <a:pt x="168948" y="220002"/>
                </a:lnTo>
                <a:lnTo>
                  <a:pt x="166928" y="260286"/>
                </a:lnTo>
                <a:lnTo>
                  <a:pt x="165220" y="301396"/>
                </a:lnTo>
                <a:lnTo>
                  <a:pt x="163757" y="327242"/>
                </a:lnTo>
                <a:close/>
              </a:path>
              <a:path w="258445" h="419735">
                <a:moveTo>
                  <a:pt x="136181" y="419298"/>
                </a:moveTo>
                <a:lnTo>
                  <a:pt x="119253" y="417995"/>
                </a:lnTo>
                <a:lnTo>
                  <a:pt x="91407" y="402522"/>
                </a:lnTo>
                <a:lnTo>
                  <a:pt x="70394" y="376742"/>
                </a:lnTo>
                <a:lnTo>
                  <a:pt x="60561" y="341889"/>
                </a:lnTo>
                <a:lnTo>
                  <a:pt x="66255" y="299199"/>
                </a:lnTo>
                <a:lnTo>
                  <a:pt x="66307" y="292598"/>
                </a:lnTo>
                <a:lnTo>
                  <a:pt x="66670" y="285997"/>
                </a:lnTo>
                <a:lnTo>
                  <a:pt x="67654" y="279396"/>
                </a:lnTo>
                <a:lnTo>
                  <a:pt x="69570" y="272796"/>
                </a:lnTo>
                <a:lnTo>
                  <a:pt x="75105" y="283381"/>
                </a:lnTo>
                <a:lnTo>
                  <a:pt x="81575" y="294792"/>
                </a:lnTo>
                <a:lnTo>
                  <a:pt x="88669" y="306203"/>
                </a:lnTo>
                <a:lnTo>
                  <a:pt x="96075" y="316788"/>
                </a:lnTo>
                <a:lnTo>
                  <a:pt x="104974" y="325934"/>
                </a:lnTo>
                <a:lnTo>
                  <a:pt x="115117" y="327242"/>
                </a:lnTo>
                <a:lnTo>
                  <a:pt x="163757" y="327242"/>
                </a:lnTo>
                <a:lnTo>
                  <a:pt x="162893" y="342506"/>
                </a:lnTo>
                <a:lnTo>
                  <a:pt x="159016" y="382790"/>
                </a:lnTo>
                <a:lnTo>
                  <a:pt x="155132" y="403761"/>
                </a:lnTo>
                <a:lnTo>
                  <a:pt x="147831" y="415242"/>
                </a:lnTo>
                <a:lnTo>
                  <a:pt x="136181" y="419298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0737" y="3175431"/>
            <a:ext cx="81354" cy="251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6736" y="3075177"/>
            <a:ext cx="99060" cy="381635"/>
          </a:xfrm>
          <a:custGeom>
            <a:avLst/>
            <a:gdLst/>
            <a:ahLst/>
            <a:cxnLst/>
            <a:rect l="l" t="t" r="r" b="b"/>
            <a:pathLst>
              <a:path w="99059" h="381635">
                <a:moveTo>
                  <a:pt x="17549" y="320382"/>
                </a:moveTo>
                <a:lnTo>
                  <a:pt x="4176" y="294055"/>
                </a:lnTo>
                <a:lnTo>
                  <a:pt x="1356" y="284109"/>
                </a:lnTo>
                <a:lnTo>
                  <a:pt x="0" y="273753"/>
                </a:lnTo>
                <a:lnTo>
                  <a:pt x="731" y="262575"/>
                </a:lnTo>
                <a:lnTo>
                  <a:pt x="4176" y="250164"/>
                </a:lnTo>
                <a:lnTo>
                  <a:pt x="13859" y="230343"/>
                </a:lnTo>
                <a:lnTo>
                  <a:pt x="23125" y="210113"/>
                </a:lnTo>
                <a:lnTo>
                  <a:pt x="32390" y="189062"/>
                </a:lnTo>
                <a:lnTo>
                  <a:pt x="42073" y="166776"/>
                </a:lnTo>
                <a:lnTo>
                  <a:pt x="48796" y="147023"/>
                </a:lnTo>
                <a:lnTo>
                  <a:pt x="55730" y="127273"/>
                </a:lnTo>
                <a:lnTo>
                  <a:pt x="63081" y="107522"/>
                </a:lnTo>
                <a:lnTo>
                  <a:pt x="71054" y="87769"/>
                </a:lnTo>
                <a:lnTo>
                  <a:pt x="74819" y="70625"/>
                </a:lnTo>
                <a:lnTo>
                  <a:pt x="76074" y="52660"/>
                </a:lnTo>
                <a:lnTo>
                  <a:pt x="74819" y="34695"/>
                </a:lnTo>
                <a:lnTo>
                  <a:pt x="71054" y="17551"/>
                </a:lnTo>
                <a:lnTo>
                  <a:pt x="68835" y="13163"/>
                </a:lnTo>
                <a:lnTo>
                  <a:pt x="68832" y="4381"/>
                </a:lnTo>
                <a:lnTo>
                  <a:pt x="95542" y="45597"/>
                </a:lnTo>
                <a:lnTo>
                  <a:pt x="98645" y="68570"/>
                </a:lnTo>
                <a:lnTo>
                  <a:pt x="97986" y="92367"/>
                </a:lnTo>
                <a:lnTo>
                  <a:pt x="93356" y="114109"/>
                </a:lnTo>
                <a:lnTo>
                  <a:pt x="86280" y="137219"/>
                </a:lnTo>
                <a:lnTo>
                  <a:pt x="78581" y="160740"/>
                </a:lnTo>
                <a:lnTo>
                  <a:pt x="70465" y="185086"/>
                </a:lnTo>
                <a:lnTo>
                  <a:pt x="62139" y="210667"/>
                </a:lnTo>
                <a:lnTo>
                  <a:pt x="62139" y="228219"/>
                </a:lnTo>
                <a:lnTo>
                  <a:pt x="64374" y="228219"/>
                </a:lnTo>
                <a:lnTo>
                  <a:pt x="74752" y="246941"/>
                </a:lnTo>
                <a:lnTo>
                  <a:pt x="75017" y="247969"/>
                </a:lnTo>
                <a:lnTo>
                  <a:pt x="54895" y="247969"/>
                </a:lnTo>
                <a:lnTo>
                  <a:pt x="51131" y="250984"/>
                </a:lnTo>
                <a:lnTo>
                  <a:pt x="46531" y="258940"/>
                </a:lnTo>
                <a:lnTo>
                  <a:pt x="39809" y="274712"/>
                </a:lnTo>
                <a:lnTo>
                  <a:pt x="32878" y="289661"/>
                </a:lnTo>
                <a:lnTo>
                  <a:pt x="25528" y="304610"/>
                </a:lnTo>
                <a:lnTo>
                  <a:pt x="17549" y="320382"/>
                </a:lnTo>
                <a:close/>
              </a:path>
              <a:path w="99059" h="381635">
                <a:moveTo>
                  <a:pt x="83243" y="381627"/>
                </a:moveTo>
                <a:lnTo>
                  <a:pt x="67433" y="345968"/>
                </a:lnTo>
                <a:lnTo>
                  <a:pt x="66180" y="312712"/>
                </a:lnTo>
                <a:lnTo>
                  <a:pt x="64928" y="296252"/>
                </a:lnTo>
                <a:lnTo>
                  <a:pt x="62841" y="279793"/>
                </a:lnTo>
                <a:lnTo>
                  <a:pt x="57823" y="251537"/>
                </a:lnTo>
                <a:lnTo>
                  <a:pt x="54895" y="247969"/>
                </a:lnTo>
                <a:lnTo>
                  <a:pt x="75017" y="247969"/>
                </a:lnTo>
                <a:lnTo>
                  <a:pt x="80533" y="269366"/>
                </a:lnTo>
                <a:lnTo>
                  <a:pt x="83807" y="294259"/>
                </a:lnTo>
                <a:lnTo>
                  <a:pt x="86663" y="320382"/>
                </a:lnTo>
                <a:lnTo>
                  <a:pt x="87948" y="331013"/>
                </a:lnTo>
                <a:lnTo>
                  <a:pt x="88607" y="342877"/>
                </a:lnTo>
                <a:lnTo>
                  <a:pt x="88850" y="355565"/>
                </a:lnTo>
                <a:lnTo>
                  <a:pt x="88885" y="368668"/>
                </a:lnTo>
                <a:lnTo>
                  <a:pt x="88119" y="376829"/>
                </a:lnTo>
                <a:lnTo>
                  <a:pt x="86099" y="381285"/>
                </a:lnTo>
                <a:lnTo>
                  <a:pt x="83243" y="381627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0997" y="3075177"/>
            <a:ext cx="55244" cy="78105"/>
          </a:xfrm>
          <a:custGeom>
            <a:avLst/>
            <a:gdLst/>
            <a:ahLst/>
            <a:cxnLst/>
            <a:rect l="l" t="t" r="r" b="b"/>
            <a:pathLst>
              <a:path w="55245" h="78105">
                <a:moveTo>
                  <a:pt x="35029" y="78049"/>
                </a:moveTo>
                <a:lnTo>
                  <a:pt x="6769" y="47574"/>
                </a:lnTo>
                <a:lnTo>
                  <a:pt x="0" y="0"/>
                </a:lnTo>
                <a:lnTo>
                  <a:pt x="12748" y="2496"/>
                </a:lnTo>
                <a:lnTo>
                  <a:pt x="24225" y="3778"/>
                </a:lnTo>
                <a:lnTo>
                  <a:pt x="34854" y="4250"/>
                </a:lnTo>
                <a:lnTo>
                  <a:pt x="45059" y="4318"/>
                </a:lnTo>
                <a:lnTo>
                  <a:pt x="50871" y="9319"/>
                </a:lnTo>
                <a:lnTo>
                  <a:pt x="54357" y="21618"/>
                </a:lnTo>
                <a:lnTo>
                  <a:pt x="54884" y="37161"/>
                </a:lnTo>
                <a:lnTo>
                  <a:pt x="51815" y="51892"/>
                </a:lnTo>
                <a:lnTo>
                  <a:pt x="47631" y="63852"/>
                </a:lnTo>
                <a:lnTo>
                  <a:pt x="41965" y="72977"/>
                </a:lnTo>
                <a:lnTo>
                  <a:pt x="35029" y="7804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27022" y="3820414"/>
            <a:ext cx="190500" cy="439420"/>
          </a:xfrm>
          <a:custGeom>
            <a:avLst/>
            <a:gdLst/>
            <a:ahLst/>
            <a:cxnLst/>
            <a:rect l="l" t="t" r="r" b="b"/>
            <a:pathLst>
              <a:path w="190500" h="439420">
                <a:moveTo>
                  <a:pt x="111335" y="55258"/>
                </a:moveTo>
                <a:lnTo>
                  <a:pt x="88444" y="51071"/>
                </a:lnTo>
                <a:lnTo>
                  <a:pt x="73651" y="37823"/>
                </a:lnTo>
                <a:lnTo>
                  <a:pt x="69761" y="17576"/>
                </a:lnTo>
                <a:lnTo>
                  <a:pt x="89169" y="11122"/>
                </a:lnTo>
                <a:lnTo>
                  <a:pt x="107957" y="5492"/>
                </a:lnTo>
                <a:lnTo>
                  <a:pt x="126748" y="1510"/>
                </a:lnTo>
                <a:lnTo>
                  <a:pt x="146164" y="0"/>
                </a:lnTo>
                <a:lnTo>
                  <a:pt x="167855" y="3570"/>
                </a:lnTo>
                <a:lnTo>
                  <a:pt x="182699" y="18673"/>
                </a:lnTo>
                <a:lnTo>
                  <a:pt x="190069" y="42014"/>
                </a:lnTo>
                <a:lnTo>
                  <a:pt x="189907" y="48323"/>
                </a:lnTo>
                <a:lnTo>
                  <a:pt x="139522" y="48323"/>
                </a:lnTo>
                <a:lnTo>
                  <a:pt x="111335" y="55258"/>
                </a:lnTo>
                <a:close/>
              </a:path>
              <a:path w="190500" h="439420">
                <a:moveTo>
                  <a:pt x="186084" y="171348"/>
                </a:moveTo>
                <a:lnTo>
                  <a:pt x="142836" y="171348"/>
                </a:lnTo>
                <a:lnTo>
                  <a:pt x="142318" y="141620"/>
                </a:lnTo>
                <a:lnTo>
                  <a:pt x="140040" y="80522"/>
                </a:lnTo>
                <a:lnTo>
                  <a:pt x="139522" y="48323"/>
                </a:lnTo>
                <a:lnTo>
                  <a:pt x="189907" y="48323"/>
                </a:lnTo>
                <a:lnTo>
                  <a:pt x="189344" y="70294"/>
                </a:lnTo>
                <a:lnTo>
                  <a:pt x="187420" y="103935"/>
                </a:lnTo>
                <a:lnTo>
                  <a:pt x="186432" y="138398"/>
                </a:lnTo>
                <a:lnTo>
                  <a:pt x="186084" y="171348"/>
                </a:lnTo>
                <a:close/>
              </a:path>
              <a:path w="190500" h="439420">
                <a:moveTo>
                  <a:pt x="119206" y="348464"/>
                </a:moveTo>
                <a:lnTo>
                  <a:pt x="14894" y="348464"/>
                </a:lnTo>
                <a:lnTo>
                  <a:pt x="29479" y="345992"/>
                </a:lnTo>
                <a:lnTo>
                  <a:pt x="43441" y="335281"/>
                </a:lnTo>
                <a:lnTo>
                  <a:pt x="56464" y="316331"/>
                </a:lnTo>
                <a:lnTo>
                  <a:pt x="51430" y="312282"/>
                </a:lnTo>
                <a:lnTo>
                  <a:pt x="46086" y="307000"/>
                </a:lnTo>
                <a:lnTo>
                  <a:pt x="40121" y="300893"/>
                </a:lnTo>
                <a:lnTo>
                  <a:pt x="33223" y="294373"/>
                </a:lnTo>
                <a:lnTo>
                  <a:pt x="27511" y="287026"/>
                </a:lnTo>
                <a:lnTo>
                  <a:pt x="24914" y="278444"/>
                </a:lnTo>
                <a:lnTo>
                  <a:pt x="24807" y="269037"/>
                </a:lnTo>
                <a:lnTo>
                  <a:pt x="26568" y="259219"/>
                </a:lnTo>
                <a:lnTo>
                  <a:pt x="34563" y="219610"/>
                </a:lnTo>
                <a:lnTo>
                  <a:pt x="43179" y="179587"/>
                </a:lnTo>
                <a:lnTo>
                  <a:pt x="51861" y="138398"/>
                </a:lnTo>
                <a:lnTo>
                  <a:pt x="59791" y="96659"/>
                </a:lnTo>
                <a:lnTo>
                  <a:pt x="86372" y="70294"/>
                </a:lnTo>
                <a:lnTo>
                  <a:pt x="99968" y="75237"/>
                </a:lnTo>
                <a:lnTo>
                  <a:pt x="110450" y="83477"/>
                </a:lnTo>
                <a:lnTo>
                  <a:pt x="117196" y="95011"/>
                </a:lnTo>
                <a:lnTo>
                  <a:pt x="119583" y="109842"/>
                </a:lnTo>
                <a:lnTo>
                  <a:pt x="119482" y="132423"/>
                </a:lnTo>
                <a:lnTo>
                  <a:pt x="123737" y="147731"/>
                </a:lnTo>
                <a:lnTo>
                  <a:pt x="131729" y="160569"/>
                </a:lnTo>
                <a:lnTo>
                  <a:pt x="142836" y="171348"/>
                </a:lnTo>
                <a:lnTo>
                  <a:pt x="186084" y="171348"/>
                </a:lnTo>
                <a:lnTo>
                  <a:pt x="186044" y="188925"/>
                </a:lnTo>
                <a:lnTo>
                  <a:pt x="106299" y="188925"/>
                </a:lnTo>
                <a:lnTo>
                  <a:pt x="103805" y="211300"/>
                </a:lnTo>
                <a:lnTo>
                  <a:pt x="98823" y="254413"/>
                </a:lnTo>
                <a:lnTo>
                  <a:pt x="96329" y="276796"/>
                </a:lnTo>
                <a:lnTo>
                  <a:pt x="182702" y="276796"/>
                </a:lnTo>
                <a:lnTo>
                  <a:pt x="182182" y="283456"/>
                </a:lnTo>
                <a:lnTo>
                  <a:pt x="181038" y="290526"/>
                </a:lnTo>
                <a:lnTo>
                  <a:pt x="179894" y="298418"/>
                </a:lnTo>
                <a:lnTo>
                  <a:pt x="179374" y="307543"/>
                </a:lnTo>
                <a:lnTo>
                  <a:pt x="177406" y="333908"/>
                </a:lnTo>
                <a:lnTo>
                  <a:pt x="177181" y="338302"/>
                </a:lnTo>
                <a:lnTo>
                  <a:pt x="129552" y="338302"/>
                </a:lnTo>
                <a:lnTo>
                  <a:pt x="119206" y="348464"/>
                </a:lnTo>
                <a:close/>
              </a:path>
              <a:path w="190500" h="439420">
                <a:moveTo>
                  <a:pt x="182702" y="276796"/>
                </a:moveTo>
                <a:lnTo>
                  <a:pt x="96329" y="276796"/>
                </a:lnTo>
                <a:lnTo>
                  <a:pt x="117094" y="265742"/>
                </a:lnTo>
                <a:lnTo>
                  <a:pt x="130384" y="250982"/>
                </a:lnTo>
                <a:lnTo>
                  <a:pt x="137445" y="230456"/>
                </a:lnTo>
                <a:lnTo>
                  <a:pt x="139522" y="202107"/>
                </a:lnTo>
                <a:lnTo>
                  <a:pt x="131993" y="198812"/>
                </a:lnTo>
                <a:lnTo>
                  <a:pt x="124153" y="195516"/>
                </a:lnTo>
                <a:lnTo>
                  <a:pt x="115692" y="192220"/>
                </a:lnTo>
                <a:lnTo>
                  <a:pt x="106299" y="188925"/>
                </a:lnTo>
                <a:lnTo>
                  <a:pt x="186044" y="188925"/>
                </a:lnTo>
                <a:lnTo>
                  <a:pt x="186016" y="206501"/>
                </a:lnTo>
                <a:lnTo>
                  <a:pt x="186536" y="213159"/>
                </a:lnTo>
                <a:lnTo>
                  <a:pt x="187680" y="220227"/>
                </a:lnTo>
                <a:lnTo>
                  <a:pt x="188824" y="228118"/>
                </a:lnTo>
                <a:lnTo>
                  <a:pt x="189344" y="237248"/>
                </a:lnTo>
                <a:lnTo>
                  <a:pt x="188772" y="247135"/>
                </a:lnTo>
                <a:lnTo>
                  <a:pt x="187266" y="257022"/>
                </a:lnTo>
                <a:lnTo>
                  <a:pt x="185138" y="266909"/>
                </a:lnTo>
                <a:lnTo>
                  <a:pt x="182702" y="276796"/>
                </a:lnTo>
                <a:close/>
              </a:path>
              <a:path w="190500" h="439420">
                <a:moveTo>
                  <a:pt x="162775" y="439356"/>
                </a:moveTo>
                <a:lnTo>
                  <a:pt x="156121" y="439356"/>
                </a:lnTo>
                <a:lnTo>
                  <a:pt x="146164" y="434962"/>
                </a:lnTo>
                <a:lnTo>
                  <a:pt x="142836" y="426173"/>
                </a:lnTo>
                <a:lnTo>
                  <a:pt x="133703" y="416081"/>
                </a:lnTo>
                <a:lnTo>
                  <a:pt x="127058" y="404753"/>
                </a:lnTo>
                <a:lnTo>
                  <a:pt x="124150" y="390956"/>
                </a:lnTo>
                <a:lnTo>
                  <a:pt x="126225" y="373456"/>
                </a:lnTo>
                <a:lnTo>
                  <a:pt x="128148" y="366109"/>
                </a:lnTo>
                <a:lnTo>
                  <a:pt x="129136" y="357527"/>
                </a:lnTo>
                <a:lnTo>
                  <a:pt x="129487" y="348464"/>
                </a:lnTo>
                <a:lnTo>
                  <a:pt x="129552" y="338302"/>
                </a:lnTo>
                <a:lnTo>
                  <a:pt x="177181" y="338302"/>
                </a:lnTo>
                <a:lnTo>
                  <a:pt x="174708" y="386633"/>
                </a:lnTo>
                <a:lnTo>
                  <a:pt x="170245" y="427821"/>
                </a:lnTo>
                <a:lnTo>
                  <a:pt x="167133" y="434619"/>
                </a:lnTo>
                <a:lnTo>
                  <a:pt x="162775" y="439356"/>
                </a:lnTo>
                <a:close/>
              </a:path>
              <a:path w="190500" h="439420">
                <a:moveTo>
                  <a:pt x="41521" y="416836"/>
                </a:moveTo>
                <a:lnTo>
                  <a:pt x="8302" y="380595"/>
                </a:lnTo>
                <a:lnTo>
                  <a:pt x="0" y="342696"/>
                </a:lnTo>
                <a:lnTo>
                  <a:pt x="14894" y="348464"/>
                </a:lnTo>
                <a:lnTo>
                  <a:pt x="119206" y="348464"/>
                </a:lnTo>
                <a:lnTo>
                  <a:pt x="110188" y="357321"/>
                </a:lnTo>
                <a:lnTo>
                  <a:pt x="91760" y="375102"/>
                </a:lnTo>
                <a:lnTo>
                  <a:pt x="56464" y="408597"/>
                </a:lnTo>
                <a:lnTo>
                  <a:pt x="48994" y="415394"/>
                </a:lnTo>
                <a:lnTo>
                  <a:pt x="41521" y="416836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22445" y="3776573"/>
            <a:ext cx="175260" cy="527685"/>
          </a:xfrm>
          <a:custGeom>
            <a:avLst/>
            <a:gdLst/>
            <a:ahLst/>
            <a:cxnLst/>
            <a:rect l="l" t="t" r="r" b="b"/>
            <a:pathLst>
              <a:path w="175260" h="527685">
                <a:moveTo>
                  <a:pt x="36937" y="65951"/>
                </a:moveTo>
                <a:lnTo>
                  <a:pt x="33597" y="65951"/>
                </a:lnTo>
                <a:lnTo>
                  <a:pt x="26916" y="57150"/>
                </a:lnTo>
                <a:lnTo>
                  <a:pt x="26916" y="48361"/>
                </a:lnTo>
                <a:lnTo>
                  <a:pt x="23576" y="48361"/>
                </a:lnTo>
                <a:lnTo>
                  <a:pt x="64491" y="10993"/>
                </a:lnTo>
                <a:lnTo>
                  <a:pt x="100386" y="0"/>
                </a:lnTo>
                <a:lnTo>
                  <a:pt x="122246" y="5975"/>
                </a:lnTo>
                <a:lnTo>
                  <a:pt x="137533" y="18135"/>
                </a:lnTo>
                <a:lnTo>
                  <a:pt x="142955" y="30772"/>
                </a:lnTo>
                <a:lnTo>
                  <a:pt x="97046" y="30772"/>
                </a:lnTo>
                <a:lnTo>
                  <a:pt x="90366" y="35178"/>
                </a:lnTo>
                <a:lnTo>
                  <a:pt x="82852" y="39161"/>
                </a:lnTo>
                <a:lnTo>
                  <a:pt x="67831" y="48773"/>
                </a:lnTo>
                <a:lnTo>
                  <a:pt x="60317" y="52755"/>
                </a:lnTo>
                <a:lnTo>
                  <a:pt x="55255" y="56671"/>
                </a:lnTo>
                <a:lnTo>
                  <a:pt x="49880" y="61001"/>
                </a:lnTo>
                <a:lnTo>
                  <a:pt x="43878" y="64507"/>
                </a:lnTo>
                <a:lnTo>
                  <a:pt x="36937" y="65951"/>
                </a:lnTo>
                <a:close/>
              </a:path>
              <a:path w="175260" h="527685">
                <a:moveTo>
                  <a:pt x="145308" y="175856"/>
                </a:moveTo>
                <a:lnTo>
                  <a:pt x="63657" y="175856"/>
                </a:lnTo>
                <a:lnTo>
                  <a:pt x="70597" y="167478"/>
                </a:lnTo>
                <a:lnTo>
                  <a:pt x="76594" y="161569"/>
                </a:lnTo>
                <a:lnTo>
                  <a:pt x="81965" y="157308"/>
                </a:lnTo>
                <a:lnTo>
                  <a:pt x="87025" y="153873"/>
                </a:lnTo>
                <a:lnTo>
                  <a:pt x="94958" y="147968"/>
                </a:lnTo>
                <a:lnTo>
                  <a:pt x="115990" y="108810"/>
                </a:lnTo>
                <a:lnTo>
                  <a:pt x="116669" y="85731"/>
                </a:lnTo>
                <a:lnTo>
                  <a:pt x="114215" y="62649"/>
                </a:lnTo>
                <a:lnTo>
                  <a:pt x="107066" y="39573"/>
                </a:lnTo>
                <a:lnTo>
                  <a:pt x="107066" y="35178"/>
                </a:lnTo>
                <a:lnTo>
                  <a:pt x="97046" y="30772"/>
                </a:lnTo>
                <a:lnTo>
                  <a:pt x="142955" y="30772"/>
                </a:lnTo>
                <a:lnTo>
                  <a:pt x="145934" y="37715"/>
                </a:lnTo>
                <a:lnTo>
                  <a:pt x="147073" y="64507"/>
                </a:lnTo>
                <a:lnTo>
                  <a:pt x="146985" y="108810"/>
                </a:lnTo>
                <a:lnTo>
                  <a:pt x="146799" y="126401"/>
                </a:lnTo>
                <a:lnTo>
                  <a:pt x="146676" y="135536"/>
                </a:lnTo>
                <a:lnTo>
                  <a:pt x="145725" y="168574"/>
                </a:lnTo>
                <a:lnTo>
                  <a:pt x="145308" y="175856"/>
                </a:lnTo>
                <a:close/>
              </a:path>
              <a:path w="175260" h="527685">
                <a:moveTo>
                  <a:pt x="26916" y="457225"/>
                </a:moveTo>
                <a:lnTo>
                  <a:pt x="16909" y="457225"/>
                </a:lnTo>
                <a:lnTo>
                  <a:pt x="9602" y="456263"/>
                </a:lnTo>
                <a:lnTo>
                  <a:pt x="3548" y="452829"/>
                </a:lnTo>
                <a:lnTo>
                  <a:pt x="0" y="446097"/>
                </a:lnTo>
                <a:lnTo>
                  <a:pt x="208" y="435241"/>
                </a:lnTo>
                <a:lnTo>
                  <a:pt x="2191" y="418761"/>
                </a:lnTo>
                <a:lnTo>
                  <a:pt x="4905" y="385790"/>
                </a:lnTo>
                <a:lnTo>
                  <a:pt x="6888" y="369303"/>
                </a:lnTo>
                <a:lnTo>
                  <a:pt x="16551" y="316273"/>
                </a:lnTo>
                <a:lnTo>
                  <a:pt x="34120" y="214739"/>
                </a:lnTo>
                <a:lnTo>
                  <a:pt x="43617" y="162674"/>
                </a:lnTo>
                <a:lnTo>
                  <a:pt x="55725" y="107165"/>
                </a:lnTo>
                <a:lnTo>
                  <a:pt x="70338" y="48361"/>
                </a:lnTo>
                <a:lnTo>
                  <a:pt x="78524" y="55092"/>
                </a:lnTo>
                <a:lnTo>
                  <a:pt x="83270" y="62652"/>
                </a:lnTo>
                <a:lnTo>
                  <a:pt x="84886" y="71853"/>
                </a:lnTo>
                <a:lnTo>
                  <a:pt x="83685" y="83527"/>
                </a:lnTo>
                <a:lnTo>
                  <a:pt x="78683" y="104142"/>
                </a:lnTo>
                <a:lnTo>
                  <a:pt x="73676" y="126401"/>
                </a:lnTo>
                <a:lnTo>
                  <a:pt x="68667" y="150305"/>
                </a:lnTo>
                <a:lnTo>
                  <a:pt x="63657" y="175856"/>
                </a:lnTo>
                <a:lnTo>
                  <a:pt x="145308" y="175856"/>
                </a:lnTo>
                <a:lnTo>
                  <a:pt x="143794" y="202234"/>
                </a:lnTo>
                <a:lnTo>
                  <a:pt x="144473" y="213914"/>
                </a:lnTo>
                <a:lnTo>
                  <a:pt x="146717" y="223119"/>
                </a:lnTo>
                <a:lnTo>
                  <a:pt x="149713" y="228612"/>
                </a:lnTo>
                <a:lnTo>
                  <a:pt x="70338" y="228612"/>
                </a:lnTo>
                <a:lnTo>
                  <a:pt x="58856" y="270727"/>
                </a:lnTo>
                <a:lnTo>
                  <a:pt x="51132" y="311602"/>
                </a:lnTo>
                <a:lnTo>
                  <a:pt x="49671" y="351651"/>
                </a:lnTo>
                <a:lnTo>
                  <a:pt x="56977" y="391287"/>
                </a:lnTo>
                <a:lnTo>
                  <a:pt x="33597" y="391287"/>
                </a:lnTo>
                <a:lnTo>
                  <a:pt x="31666" y="403785"/>
                </a:lnTo>
                <a:lnTo>
                  <a:pt x="30674" y="415463"/>
                </a:lnTo>
                <a:lnTo>
                  <a:pt x="30309" y="427143"/>
                </a:lnTo>
                <a:lnTo>
                  <a:pt x="30256" y="439648"/>
                </a:lnTo>
                <a:lnTo>
                  <a:pt x="26916" y="448437"/>
                </a:lnTo>
                <a:lnTo>
                  <a:pt x="26916" y="457225"/>
                </a:lnTo>
                <a:close/>
              </a:path>
              <a:path w="175260" h="527685">
                <a:moveTo>
                  <a:pt x="83685" y="334124"/>
                </a:moveTo>
                <a:lnTo>
                  <a:pt x="77018" y="334124"/>
                </a:lnTo>
                <a:lnTo>
                  <a:pt x="73678" y="329730"/>
                </a:lnTo>
                <a:lnTo>
                  <a:pt x="73678" y="325335"/>
                </a:lnTo>
                <a:lnTo>
                  <a:pt x="77018" y="320941"/>
                </a:lnTo>
                <a:lnTo>
                  <a:pt x="83685" y="316547"/>
                </a:lnTo>
                <a:lnTo>
                  <a:pt x="87025" y="312153"/>
                </a:lnTo>
                <a:lnTo>
                  <a:pt x="92036" y="308781"/>
                </a:lnTo>
                <a:lnTo>
                  <a:pt x="97046" y="305001"/>
                </a:lnTo>
                <a:lnTo>
                  <a:pt x="102056" y="300400"/>
                </a:lnTo>
                <a:lnTo>
                  <a:pt x="107066" y="294563"/>
                </a:lnTo>
                <a:lnTo>
                  <a:pt x="113746" y="290169"/>
                </a:lnTo>
                <a:lnTo>
                  <a:pt x="113746" y="276974"/>
                </a:lnTo>
                <a:lnTo>
                  <a:pt x="103726" y="276974"/>
                </a:lnTo>
                <a:lnTo>
                  <a:pt x="92403" y="269419"/>
                </a:lnTo>
                <a:lnTo>
                  <a:pt x="83274" y="259389"/>
                </a:lnTo>
                <a:lnTo>
                  <a:pt x="76024" y="246061"/>
                </a:lnTo>
                <a:lnTo>
                  <a:pt x="70338" y="228612"/>
                </a:lnTo>
                <a:lnTo>
                  <a:pt x="149713" y="228612"/>
                </a:lnTo>
                <a:lnTo>
                  <a:pt x="150840" y="230677"/>
                </a:lnTo>
                <a:lnTo>
                  <a:pt x="157155" y="237413"/>
                </a:lnTo>
                <a:lnTo>
                  <a:pt x="170306" y="257128"/>
                </a:lnTo>
                <a:lnTo>
                  <a:pt x="174690" y="276431"/>
                </a:lnTo>
                <a:lnTo>
                  <a:pt x="170306" y="294910"/>
                </a:lnTo>
                <a:lnTo>
                  <a:pt x="157155" y="312153"/>
                </a:lnTo>
                <a:lnTo>
                  <a:pt x="150840" y="316273"/>
                </a:lnTo>
                <a:lnTo>
                  <a:pt x="146717" y="322041"/>
                </a:lnTo>
                <a:lnTo>
                  <a:pt x="144473" y="329460"/>
                </a:lnTo>
                <a:lnTo>
                  <a:pt x="144453" y="329730"/>
                </a:lnTo>
                <a:lnTo>
                  <a:pt x="93706" y="329730"/>
                </a:lnTo>
                <a:lnTo>
                  <a:pt x="83685" y="334124"/>
                </a:lnTo>
                <a:close/>
              </a:path>
              <a:path w="175260" h="527685">
                <a:moveTo>
                  <a:pt x="143965" y="470420"/>
                </a:moveTo>
                <a:lnTo>
                  <a:pt x="107066" y="470420"/>
                </a:lnTo>
                <a:lnTo>
                  <a:pt x="109049" y="437445"/>
                </a:lnTo>
                <a:lnTo>
                  <a:pt x="111763" y="371499"/>
                </a:lnTo>
                <a:lnTo>
                  <a:pt x="113746" y="338531"/>
                </a:lnTo>
                <a:lnTo>
                  <a:pt x="103726" y="329730"/>
                </a:lnTo>
                <a:lnTo>
                  <a:pt x="144453" y="329730"/>
                </a:lnTo>
                <a:lnTo>
                  <a:pt x="143794" y="338531"/>
                </a:lnTo>
                <a:lnTo>
                  <a:pt x="145075" y="371499"/>
                </a:lnTo>
                <a:lnTo>
                  <a:pt x="144952" y="415463"/>
                </a:lnTo>
                <a:lnTo>
                  <a:pt x="144291" y="446097"/>
                </a:lnTo>
                <a:lnTo>
                  <a:pt x="143965" y="470420"/>
                </a:lnTo>
                <a:close/>
              </a:path>
              <a:path w="175260" h="527685">
                <a:moveTo>
                  <a:pt x="133774" y="527570"/>
                </a:moveTo>
                <a:lnTo>
                  <a:pt x="86766" y="489104"/>
                </a:lnTo>
                <a:lnTo>
                  <a:pt x="55357" y="429753"/>
                </a:lnTo>
                <a:lnTo>
                  <a:pt x="40277" y="400075"/>
                </a:lnTo>
                <a:lnTo>
                  <a:pt x="36937" y="395681"/>
                </a:lnTo>
                <a:lnTo>
                  <a:pt x="36937" y="391287"/>
                </a:lnTo>
                <a:lnTo>
                  <a:pt x="56977" y="391287"/>
                </a:lnTo>
                <a:lnTo>
                  <a:pt x="66213" y="414778"/>
                </a:lnTo>
                <a:lnTo>
                  <a:pt x="78264" y="434149"/>
                </a:lnTo>
                <a:lnTo>
                  <a:pt x="92194" y="451873"/>
                </a:lnTo>
                <a:lnTo>
                  <a:pt x="107066" y="470420"/>
                </a:lnTo>
                <a:lnTo>
                  <a:pt x="143965" y="470420"/>
                </a:lnTo>
                <a:lnTo>
                  <a:pt x="143794" y="483603"/>
                </a:lnTo>
                <a:lnTo>
                  <a:pt x="143794" y="492404"/>
                </a:lnTo>
                <a:lnTo>
                  <a:pt x="147135" y="496798"/>
                </a:lnTo>
                <a:lnTo>
                  <a:pt x="143794" y="501192"/>
                </a:lnTo>
                <a:lnTo>
                  <a:pt x="141289" y="509021"/>
                </a:lnTo>
                <a:lnTo>
                  <a:pt x="138784" y="517677"/>
                </a:lnTo>
                <a:lnTo>
                  <a:pt x="136279" y="524685"/>
                </a:lnTo>
                <a:lnTo>
                  <a:pt x="133774" y="52757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14640" y="2037909"/>
            <a:ext cx="424180" cy="671830"/>
          </a:xfrm>
          <a:custGeom>
            <a:avLst/>
            <a:gdLst/>
            <a:ahLst/>
            <a:cxnLst/>
            <a:rect l="l" t="t" r="r" b="b"/>
            <a:pathLst>
              <a:path w="424180" h="671830">
                <a:moveTo>
                  <a:pt x="232935" y="328930"/>
                </a:moveTo>
                <a:lnTo>
                  <a:pt x="179920" y="328930"/>
                </a:lnTo>
                <a:lnTo>
                  <a:pt x="209905" y="302260"/>
                </a:lnTo>
                <a:lnTo>
                  <a:pt x="203975" y="280670"/>
                </a:lnTo>
                <a:lnTo>
                  <a:pt x="207413" y="262890"/>
                </a:lnTo>
                <a:lnTo>
                  <a:pt x="214599" y="245110"/>
                </a:lnTo>
                <a:lnTo>
                  <a:pt x="219913" y="227330"/>
                </a:lnTo>
                <a:lnTo>
                  <a:pt x="211889" y="227330"/>
                </a:lnTo>
                <a:lnTo>
                  <a:pt x="194604" y="224790"/>
                </a:lnTo>
                <a:lnTo>
                  <a:pt x="163258" y="200660"/>
                </a:lnTo>
                <a:lnTo>
                  <a:pt x="163258" y="195580"/>
                </a:lnTo>
                <a:lnTo>
                  <a:pt x="166598" y="195580"/>
                </a:lnTo>
                <a:lnTo>
                  <a:pt x="178573" y="193040"/>
                </a:lnTo>
                <a:lnTo>
                  <a:pt x="201270" y="190500"/>
                </a:lnTo>
                <a:lnTo>
                  <a:pt x="213245" y="186690"/>
                </a:lnTo>
                <a:lnTo>
                  <a:pt x="222041" y="185420"/>
                </a:lnTo>
                <a:lnTo>
                  <a:pt x="228652" y="180340"/>
                </a:lnTo>
                <a:lnTo>
                  <a:pt x="233389" y="172720"/>
                </a:lnTo>
                <a:lnTo>
                  <a:pt x="246562" y="124460"/>
                </a:lnTo>
                <a:lnTo>
                  <a:pt x="266555" y="53340"/>
                </a:lnTo>
                <a:lnTo>
                  <a:pt x="276555" y="20320"/>
                </a:lnTo>
                <a:lnTo>
                  <a:pt x="278687" y="10160"/>
                </a:lnTo>
                <a:lnTo>
                  <a:pt x="281133" y="2540"/>
                </a:lnTo>
                <a:lnTo>
                  <a:pt x="285456" y="0"/>
                </a:lnTo>
                <a:lnTo>
                  <a:pt x="293217" y="2540"/>
                </a:lnTo>
                <a:lnTo>
                  <a:pt x="301805" y="11430"/>
                </a:lnTo>
                <a:lnTo>
                  <a:pt x="306958" y="21590"/>
                </a:lnTo>
                <a:lnTo>
                  <a:pt x="307740" y="33020"/>
                </a:lnTo>
                <a:lnTo>
                  <a:pt x="303212" y="41910"/>
                </a:lnTo>
                <a:lnTo>
                  <a:pt x="287645" y="71120"/>
                </a:lnTo>
                <a:lnTo>
                  <a:pt x="278638" y="102870"/>
                </a:lnTo>
                <a:lnTo>
                  <a:pt x="272755" y="138430"/>
                </a:lnTo>
                <a:lnTo>
                  <a:pt x="266560" y="173990"/>
                </a:lnTo>
                <a:lnTo>
                  <a:pt x="353186" y="173990"/>
                </a:lnTo>
                <a:lnTo>
                  <a:pt x="353186" y="179070"/>
                </a:lnTo>
                <a:lnTo>
                  <a:pt x="349859" y="186690"/>
                </a:lnTo>
                <a:lnTo>
                  <a:pt x="343192" y="186690"/>
                </a:lnTo>
                <a:lnTo>
                  <a:pt x="273215" y="213360"/>
                </a:lnTo>
                <a:lnTo>
                  <a:pt x="264941" y="214630"/>
                </a:lnTo>
                <a:lnTo>
                  <a:pt x="259476" y="217170"/>
                </a:lnTo>
                <a:lnTo>
                  <a:pt x="255884" y="223520"/>
                </a:lnTo>
                <a:lnTo>
                  <a:pt x="253225" y="231140"/>
                </a:lnTo>
                <a:lnTo>
                  <a:pt x="248746" y="243840"/>
                </a:lnTo>
                <a:lnTo>
                  <a:pt x="241041" y="266700"/>
                </a:lnTo>
                <a:lnTo>
                  <a:pt x="236562" y="279400"/>
                </a:lnTo>
                <a:lnTo>
                  <a:pt x="327341" y="279400"/>
                </a:lnTo>
                <a:lnTo>
                  <a:pt x="339864" y="284480"/>
                </a:lnTo>
                <a:lnTo>
                  <a:pt x="349648" y="288290"/>
                </a:lnTo>
                <a:lnTo>
                  <a:pt x="358182" y="295910"/>
                </a:lnTo>
                <a:lnTo>
                  <a:pt x="364219" y="304800"/>
                </a:lnTo>
                <a:lnTo>
                  <a:pt x="364410" y="306070"/>
                </a:lnTo>
                <a:lnTo>
                  <a:pt x="269887" y="306070"/>
                </a:lnTo>
                <a:lnTo>
                  <a:pt x="269887" y="314960"/>
                </a:lnTo>
                <a:lnTo>
                  <a:pt x="253225" y="314960"/>
                </a:lnTo>
                <a:lnTo>
                  <a:pt x="246301" y="318770"/>
                </a:lnTo>
                <a:lnTo>
                  <a:pt x="240314" y="322580"/>
                </a:lnTo>
                <a:lnTo>
                  <a:pt x="234953" y="326390"/>
                </a:lnTo>
                <a:lnTo>
                  <a:pt x="232935" y="328930"/>
                </a:lnTo>
                <a:close/>
              </a:path>
              <a:path w="424180" h="671830">
                <a:moveTo>
                  <a:pt x="44977" y="528320"/>
                </a:moveTo>
                <a:lnTo>
                  <a:pt x="14053" y="499110"/>
                </a:lnTo>
                <a:lnTo>
                  <a:pt x="117" y="448310"/>
                </a:lnTo>
                <a:lnTo>
                  <a:pt x="0" y="443230"/>
                </a:lnTo>
                <a:lnTo>
                  <a:pt x="3327" y="438150"/>
                </a:lnTo>
                <a:lnTo>
                  <a:pt x="3327" y="434340"/>
                </a:lnTo>
                <a:lnTo>
                  <a:pt x="18789" y="403860"/>
                </a:lnTo>
                <a:lnTo>
                  <a:pt x="34566" y="374650"/>
                </a:lnTo>
                <a:lnTo>
                  <a:pt x="49718" y="342900"/>
                </a:lnTo>
                <a:lnTo>
                  <a:pt x="70231" y="293370"/>
                </a:lnTo>
                <a:lnTo>
                  <a:pt x="81576" y="255270"/>
                </a:lnTo>
                <a:lnTo>
                  <a:pt x="86626" y="236220"/>
                </a:lnTo>
                <a:lnTo>
                  <a:pt x="89966" y="231140"/>
                </a:lnTo>
                <a:lnTo>
                  <a:pt x="83299" y="227330"/>
                </a:lnTo>
                <a:lnTo>
                  <a:pt x="83299" y="218440"/>
                </a:lnTo>
                <a:lnTo>
                  <a:pt x="70072" y="194310"/>
                </a:lnTo>
                <a:lnTo>
                  <a:pt x="64968" y="173990"/>
                </a:lnTo>
                <a:lnTo>
                  <a:pt x="67363" y="152400"/>
                </a:lnTo>
                <a:lnTo>
                  <a:pt x="76631" y="125730"/>
                </a:lnTo>
                <a:lnTo>
                  <a:pt x="99541" y="83820"/>
                </a:lnTo>
                <a:lnTo>
                  <a:pt x="129946" y="54610"/>
                </a:lnTo>
                <a:lnTo>
                  <a:pt x="144262" y="48260"/>
                </a:lnTo>
                <a:lnTo>
                  <a:pt x="157018" y="48260"/>
                </a:lnTo>
                <a:lnTo>
                  <a:pt x="167899" y="53340"/>
                </a:lnTo>
                <a:lnTo>
                  <a:pt x="176593" y="63500"/>
                </a:lnTo>
                <a:lnTo>
                  <a:pt x="182111" y="76200"/>
                </a:lnTo>
                <a:lnTo>
                  <a:pt x="183256" y="85090"/>
                </a:lnTo>
                <a:lnTo>
                  <a:pt x="179402" y="92710"/>
                </a:lnTo>
                <a:lnTo>
                  <a:pt x="169925" y="99060"/>
                </a:lnTo>
                <a:lnTo>
                  <a:pt x="154675" y="107950"/>
                </a:lnTo>
                <a:lnTo>
                  <a:pt x="142859" y="120650"/>
                </a:lnTo>
                <a:lnTo>
                  <a:pt x="132914" y="135890"/>
                </a:lnTo>
                <a:lnTo>
                  <a:pt x="123278" y="152400"/>
                </a:lnTo>
                <a:lnTo>
                  <a:pt x="121511" y="161290"/>
                </a:lnTo>
                <a:lnTo>
                  <a:pt x="121616" y="171450"/>
                </a:lnTo>
                <a:lnTo>
                  <a:pt x="124220" y="180340"/>
                </a:lnTo>
                <a:lnTo>
                  <a:pt x="129946" y="186690"/>
                </a:lnTo>
                <a:lnTo>
                  <a:pt x="136613" y="191770"/>
                </a:lnTo>
                <a:lnTo>
                  <a:pt x="139941" y="200660"/>
                </a:lnTo>
                <a:lnTo>
                  <a:pt x="143268" y="204470"/>
                </a:lnTo>
                <a:lnTo>
                  <a:pt x="161338" y="233680"/>
                </a:lnTo>
                <a:lnTo>
                  <a:pt x="170345" y="257810"/>
                </a:lnTo>
                <a:lnTo>
                  <a:pt x="169979" y="283210"/>
                </a:lnTo>
                <a:lnTo>
                  <a:pt x="159931" y="314960"/>
                </a:lnTo>
                <a:lnTo>
                  <a:pt x="179920" y="328930"/>
                </a:lnTo>
                <a:lnTo>
                  <a:pt x="232935" y="328930"/>
                </a:lnTo>
                <a:lnTo>
                  <a:pt x="229908" y="332740"/>
                </a:lnTo>
                <a:lnTo>
                  <a:pt x="226568" y="332740"/>
                </a:lnTo>
                <a:lnTo>
                  <a:pt x="223240" y="336550"/>
                </a:lnTo>
                <a:lnTo>
                  <a:pt x="143268" y="336550"/>
                </a:lnTo>
                <a:lnTo>
                  <a:pt x="113284" y="403860"/>
                </a:lnTo>
                <a:lnTo>
                  <a:pt x="109956" y="407670"/>
                </a:lnTo>
                <a:lnTo>
                  <a:pt x="109956" y="416560"/>
                </a:lnTo>
                <a:lnTo>
                  <a:pt x="113284" y="425450"/>
                </a:lnTo>
                <a:lnTo>
                  <a:pt x="113803" y="433070"/>
                </a:lnTo>
                <a:lnTo>
                  <a:pt x="116091" y="448310"/>
                </a:lnTo>
                <a:lnTo>
                  <a:pt x="116611" y="455930"/>
                </a:lnTo>
                <a:lnTo>
                  <a:pt x="108454" y="513080"/>
                </a:lnTo>
                <a:lnTo>
                  <a:pt x="66636" y="513080"/>
                </a:lnTo>
                <a:lnTo>
                  <a:pt x="55181" y="525780"/>
                </a:lnTo>
                <a:lnTo>
                  <a:pt x="44977" y="528320"/>
                </a:lnTo>
                <a:close/>
              </a:path>
              <a:path w="424180" h="671830">
                <a:moveTo>
                  <a:pt x="353186" y="173990"/>
                </a:moveTo>
                <a:lnTo>
                  <a:pt x="266560" y="173990"/>
                </a:lnTo>
                <a:lnTo>
                  <a:pt x="279571" y="167640"/>
                </a:lnTo>
                <a:lnTo>
                  <a:pt x="293211" y="161290"/>
                </a:lnTo>
                <a:lnTo>
                  <a:pt x="306851" y="156210"/>
                </a:lnTo>
                <a:lnTo>
                  <a:pt x="319862" y="152400"/>
                </a:lnTo>
                <a:lnTo>
                  <a:pt x="326529" y="147320"/>
                </a:lnTo>
                <a:lnTo>
                  <a:pt x="336524" y="147320"/>
                </a:lnTo>
                <a:lnTo>
                  <a:pt x="339864" y="152400"/>
                </a:lnTo>
                <a:lnTo>
                  <a:pt x="344753" y="156210"/>
                </a:lnTo>
                <a:lnTo>
                  <a:pt x="349021" y="161290"/>
                </a:lnTo>
                <a:lnTo>
                  <a:pt x="352041" y="167640"/>
                </a:lnTo>
                <a:lnTo>
                  <a:pt x="353186" y="173990"/>
                </a:lnTo>
                <a:close/>
              </a:path>
              <a:path w="424180" h="671830">
                <a:moveTo>
                  <a:pt x="327341" y="279400"/>
                </a:moveTo>
                <a:lnTo>
                  <a:pt x="236562" y="279400"/>
                </a:lnTo>
                <a:lnTo>
                  <a:pt x="263480" y="274320"/>
                </a:lnTo>
                <a:lnTo>
                  <a:pt x="289461" y="271780"/>
                </a:lnTo>
                <a:lnTo>
                  <a:pt x="314819" y="274320"/>
                </a:lnTo>
                <a:lnTo>
                  <a:pt x="327341" y="279400"/>
                </a:lnTo>
                <a:close/>
              </a:path>
              <a:path w="424180" h="671830">
                <a:moveTo>
                  <a:pt x="357532" y="389890"/>
                </a:moveTo>
                <a:lnTo>
                  <a:pt x="269887" y="389890"/>
                </a:lnTo>
                <a:lnTo>
                  <a:pt x="316534" y="328930"/>
                </a:lnTo>
                <a:lnTo>
                  <a:pt x="319191" y="318770"/>
                </a:lnTo>
                <a:lnTo>
                  <a:pt x="317785" y="312420"/>
                </a:lnTo>
                <a:lnTo>
                  <a:pt x="313255" y="307340"/>
                </a:lnTo>
                <a:lnTo>
                  <a:pt x="306539" y="306070"/>
                </a:lnTo>
                <a:lnTo>
                  <a:pt x="364410" y="306070"/>
                </a:lnTo>
                <a:lnTo>
                  <a:pt x="366509" y="320040"/>
                </a:lnTo>
                <a:lnTo>
                  <a:pt x="367138" y="335280"/>
                </a:lnTo>
                <a:lnTo>
                  <a:pt x="364015" y="349250"/>
                </a:lnTo>
                <a:lnTo>
                  <a:pt x="357142" y="359410"/>
                </a:lnTo>
                <a:lnTo>
                  <a:pt x="346519" y="368300"/>
                </a:lnTo>
                <a:lnTo>
                  <a:pt x="343192" y="368300"/>
                </a:lnTo>
                <a:lnTo>
                  <a:pt x="336524" y="377190"/>
                </a:lnTo>
                <a:lnTo>
                  <a:pt x="343192" y="381000"/>
                </a:lnTo>
                <a:lnTo>
                  <a:pt x="349859" y="381000"/>
                </a:lnTo>
                <a:lnTo>
                  <a:pt x="353186" y="386080"/>
                </a:lnTo>
                <a:lnTo>
                  <a:pt x="357532" y="389890"/>
                </a:lnTo>
                <a:close/>
              </a:path>
              <a:path w="424180" h="671830">
                <a:moveTo>
                  <a:pt x="365240" y="398780"/>
                </a:moveTo>
                <a:lnTo>
                  <a:pt x="226568" y="398780"/>
                </a:lnTo>
                <a:lnTo>
                  <a:pt x="239636" y="389890"/>
                </a:lnTo>
                <a:lnTo>
                  <a:pt x="248645" y="372110"/>
                </a:lnTo>
                <a:lnTo>
                  <a:pt x="253280" y="346710"/>
                </a:lnTo>
                <a:lnTo>
                  <a:pt x="253225" y="314960"/>
                </a:lnTo>
                <a:lnTo>
                  <a:pt x="269887" y="314960"/>
                </a:lnTo>
                <a:lnTo>
                  <a:pt x="269315" y="355600"/>
                </a:lnTo>
                <a:lnTo>
                  <a:pt x="263220" y="386080"/>
                </a:lnTo>
                <a:lnTo>
                  <a:pt x="266560" y="386080"/>
                </a:lnTo>
                <a:lnTo>
                  <a:pt x="266560" y="389890"/>
                </a:lnTo>
                <a:lnTo>
                  <a:pt x="357532" y="389890"/>
                </a:lnTo>
                <a:lnTo>
                  <a:pt x="361878" y="393700"/>
                </a:lnTo>
                <a:lnTo>
                  <a:pt x="365240" y="398780"/>
                </a:lnTo>
                <a:close/>
              </a:path>
              <a:path w="424180" h="671830">
                <a:moveTo>
                  <a:pt x="370118" y="420370"/>
                </a:moveTo>
                <a:lnTo>
                  <a:pt x="169925" y="420370"/>
                </a:lnTo>
                <a:lnTo>
                  <a:pt x="162949" y="398780"/>
                </a:lnTo>
                <a:lnTo>
                  <a:pt x="156597" y="377190"/>
                </a:lnTo>
                <a:lnTo>
                  <a:pt x="150244" y="356870"/>
                </a:lnTo>
                <a:lnTo>
                  <a:pt x="143268" y="336550"/>
                </a:lnTo>
                <a:lnTo>
                  <a:pt x="223240" y="336550"/>
                </a:lnTo>
                <a:lnTo>
                  <a:pt x="223283" y="342900"/>
                </a:lnTo>
                <a:lnTo>
                  <a:pt x="223543" y="350520"/>
                </a:lnTo>
                <a:lnTo>
                  <a:pt x="209905" y="350520"/>
                </a:lnTo>
                <a:lnTo>
                  <a:pt x="194083" y="359410"/>
                </a:lnTo>
                <a:lnTo>
                  <a:pt x="185754" y="365760"/>
                </a:lnTo>
                <a:lnTo>
                  <a:pt x="183671" y="372110"/>
                </a:lnTo>
                <a:lnTo>
                  <a:pt x="186588" y="381000"/>
                </a:lnTo>
                <a:lnTo>
                  <a:pt x="191743" y="397510"/>
                </a:lnTo>
                <a:lnTo>
                  <a:pt x="197832" y="405130"/>
                </a:lnTo>
                <a:lnTo>
                  <a:pt x="205796" y="407670"/>
                </a:lnTo>
                <a:lnTo>
                  <a:pt x="369142" y="407670"/>
                </a:lnTo>
                <a:lnTo>
                  <a:pt x="370523" y="412750"/>
                </a:lnTo>
                <a:lnTo>
                  <a:pt x="370118" y="420370"/>
                </a:lnTo>
                <a:close/>
              </a:path>
              <a:path w="424180" h="671830">
                <a:moveTo>
                  <a:pt x="369142" y="407670"/>
                </a:moveTo>
                <a:lnTo>
                  <a:pt x="205796" y="407670"/>
                </a:lnTo>
                <a:lnTo>
                  <a:pt x="216573" y="403860"/>
                </a:lnTo>
                <a:lnTo>
                  <a:pt x="214127" y="389890"/>
                </a:lnTo>
                <a:lnTo>
                  <a:pt x="211991" y="377190"/>
                </a:lnTo>
                <a:lnTo>
                  <a:pt x="210479" y="363220"/>
                </a:lnTo>
                <a:lnTo>
                  <a:pt x="209905" y="350520"/>
                </a:lnTo>
                <a:lnTo>
                  <a:pt x="223543" y="350520"/>
                </a:lnTo>
                <a:lnTo>
                  <a:pt x="223760" y="356870"/>
                </a:lnTo>
                <a:lnTo>
                  <a:pt x="224904" y="372110"/>
                </a:lnTo>
                <a:lnTo>
                  <a:pt x="226048" y="386080"/>
                </a:lnTo>
                <a:lnTo>
                  <a:pt x="226568" y="398780"/>
                </a:lnTo>
                <a:lnTo>
                  <a:pt x="365240" y="398780"/>
                </a:lnTo>
                <a:lnTo>
                  <a:pt x="367761" y="402590"/>
                </a:lnTo>
                <a:lnTo>
                  <a:pt x="369142" y="407670"/>
                </a:lnTo>
                <a:close/>
              </a:path>
              <a:path w="424180" h="671830">
                <a:moveTo>
                  <a:pt x="153687" y="495300"/>
                </a:moveTo>
                <a:lnTo>
                  <a:pt x="125361" y="453390"/>
                </a:lnTo>
                <a:lnTo>
                  <a:pt x="124891" y="436880"/>
                </a:lnTo>
                <a:lnTo>
                  <a:pt x="126606" y="420370"/>
                </a:lnTo>
                <a:lnTo>
                  <a:pt x="126606" y="416560"/>
                </a:lnTo>
                <a:lnTo>
                  <a:pt x="154933" y="416560"/>
                </a:lnTo>
                <a:lnTo>
                  <a:pt x="162429" y="417830"/>
                </a:lnTo>
                <a:lnTo>
                  <a:pt x="169925" y="420370"/>
                </a:lnTo>
                <a:lnTo>
                  <a:pt x="370118" y="420370"/>
                </a:lnTo>
                <a:lnTo>
                  <a:pt x="306539" y="452120"/>
                </a:lnTo>
                <a:lnTo>
                  <a:pt x="292431" y="458470"/>
                </a:lnTo>
                <a:lnTo>
                  <a:pt x="283187" y="469900"/>
                </a:lnTo>
                <a:lnTo>
                  <a:pt x="236562" y="469900"/>
                </a:lnTo>
                <a:lnTo>
                  <a:pt x="229066" y="472440"/>
                </a:lnTo>
                <a:lnTo>
                  <a:pt x="214074" y="474980"/>
                </a:lnTo>
                <a:lnTo>
                  <a:pt x="206578" y="478790"/>
                </a:lnTo>
                <a:lnTo>
                  <a:pt x="198562" y="481330"/>
                </a:lnTo>
                <a:lnTo>
                  <a:pt x="181282" y="487680"/>
                </a:lnTo>
                <a:lnTo>
                  <a:pt x="173266" y="491490"/>
                </a:lnTo>
                <a:lnTo>
                  <a:pt x="163319" y="494030"/>
                </a:lnTo>
                <a:lnTo>
                  <a:pt x="153687" y="495300"/>
                </a:lnTo>
                <a:close/>
              </a:path>
              <a:path w="424180" h="671830">
                <a:moveTo>
                  <a:pt x="360679" y="610870"/>
                </a:moveTo>
                <a:lnTo>
                  <a:pt x="313207" y="610870"/>
                </a:lnTo>
                <a:lnTo>
                  <a:pt x="293217" y="557530"/>
                </a:lnTo>
                <a:lnTo>
                  <a:pt x="286550" y="553720"/>
                </a:lnTo>
                <a:lnTo>
                  <a:pt x="283209" y="553720"/>
                </a:lnTo>
                <a:lnTo>
                  <a:pt x="255774" y="548640"/>
                </a:lnTo>
                <a:lnTo>
                  <a:pt x="241146" y="537210"/>
                </a:lnTo>
                <a:lnTo>
                  <a:pt x="235888" y="516890"/>
                </a:lnTo>
                <a:lnTo>
                  <a:pt x="236437" y="488950"/>
                </a:lnTo>
                <a:lnTo>
                  <a:pt x="236562" y="469900"/>
                </a:lnTo>
                <a:lnTo>
                  <a:pt x="283187" y="469900"/>
                </a:lnTo>
                <a:lnTo>
                  <a:pt x="281133" y="472440"/>
                </a:lnTo>
                <a:lnTo>
                  <a:pt x="274207" y="488950"/>
                </a:lnTo>
                <a:lnTo>
                  <a:pt x="273215" y="509270"/>
                </a:lnTo>
                <a:lnTo>
                  <a:pt x="423619" y="509270"/>
                </a:lnTo>
                <a:lnTo>
                  <a:pt x="423470" y="511810"/>
                </a:lnTo>
                <a:lnTo>
                  <a:pt x="419823" y="521970"/>
                </a:lnTo>
                <a:lnTo>
                  <a:pt x="359017" y="521970"/>
                </a:lnTo>
                <a:lnTo>
                  <a:pt x="340796" y="527050"/>
                </a:lnTo>
                <a:lnTo>
                  <a:pt x="323202" y="535940"/>
                </a:lnTo>
                <a:lnTo>
                  <a:pt x="333768" y="558800"/>
                </a:lnTo>
                <a:lnTo>
                  <a:pt x="345273" y="581660"/>
                </a:lnTo>
                <a:lnTo>
                  <a:pt x="357404" y="604520"/>
                </a:lnTo>
                <a:lnTo>
                  <a:pt x="360679" y="610870"/>
                </a:lnTo>
                <a:close/>
              </a:path>
              <a:path w="424180" h="671830">
                <a:moveTo>
                  <a:pt x="423619" y="509270"/>
                </a:moveTo>
                <a:lnTo>
                  <a:pt x="283209" y="509270"/>
                </a:lnTo>
                <a:lnTo>
                  <a:pt x="286550" y="504190"/>
                </a:lnTo>
                <a:lnTo>
                  <a:pt x="309090" y="490220"/>
                </a:lnTo>
                <a:lnTo>
                  <a:pt x="331944" y="481330"/>
                </a:lnTo>
                <a:lnTo>
                  <a:pt x="355424" y="474980"/>
                </a:lnTo>
                <a:lnTo>
                  <a:pt x="379844" y="473710"/>
                </a:lnTo>
                <a:lnTo>
                  <a:pt x="389264" y="477520"/>
                </a:lnTo>
                <a:lnTo>
                  <a:pt x="397748" y="480060"/>
                </a:lnTo>
                <a:lnTo>
                  <a:pt x="405608" y="483870"/>
                </a:lnTo>
                <a:lnTo>
                  <a:pt x="413156" y="486410"/>
                </a:lnTo>
                <a:lnTo>
                  <a:pt x="420761" y="494030"/>
                </a:lnTo>
                <a:lnTo>
                  <a:pt x="423991" y="502920"/>
                </a:lnTo>
                <a:lnTo>
                  <a:pt x="423619" y="509270"/>
                </a:lnTo>
                <a:close/>
              </a:path>
              <a:path w="424180" h="671830">
                <a:moveTo>
                  <a:pt x="86626" y="671830"/>
                </a:moveTo>
                <a:lnTo>
                  <a:pt x="67782" y="666750"/>
                </a:lnTo>
                <a:lnTo>
                  <a:pt x="55808" y="655320"/>
                </a:lnTo>
                <a:lnTo>
                  <a:pt x="50081" y="637540"/>
                </a:lnTo>
                <a:lnTo>
                  <a:pt x="49974" y="614680"/>
                </a:lnTo>
                <a:lnTo>
                  <a:pt x="54453" y="590550"/>
                </a:lnTo>
                <a:lnTo>
                  <a:pt x="58305" y="566420"/>
                </a:lnTo>
                <a:lnTo>
                  <a:pt x="62158" y="539750"/>
                </a:lnTo>
                <a:lnTo>
                  <a:pt x="66636" y="513080"/>
                </a:lnTo>
                <a:lnTo>
                  <a:pt x="108454" y="513080"/>
                </a:lnTo>
                <a:lnTo>
                  <a:pt x="102036" y="558800"/>
                </a:lnTo>
                <a:lnTo>
                  <a:pt x="95531" y="609600"/>
                </a:lnTo>
                <a:lnTo>
                  <a:pt x="89966" y="659130"/>
                </a:lnTo>
                <a:lnTo>
                  <a:pt x="86626" y="662940"/>
                </a:lnTo>
                <a:lnTo>
                  <a:pt x="86626" y="671830"/>
                </a:lnTo>
                <a:close/>
              </a:path>
              <a:path w="424180" h="671830">
                <a:moveTo>
                  <a:pt x="411081" y="533400"/>
                </a:moveTo>
                <a:lnTo>
                  <a:pt x="405302" y="533400"/>
                </a:lnTo>
                <a:lnTo>
                  <a:pt x="399834" y="530860"/>
                </a:lnTo>
                <a:lnTo>
                  <a:pt x="378489" y="521970"/>
                </a:lnTo>
                <a:lnTo>
                  <a:pt x="419823" y="521970"/>
                </a:lnTo>
                <a:lnTo>
                  <a:pt x="416234" y="529590"/>
                </a:lnTo>
                <a:lnTo>
                  <a:pt x="411081" y="533400"/>
                </a:lnTo>
                <a:close/>
              </a:path>
              <a:path w="424180" h="671830">
                <a:moveTo>
                  <a:pt x="369849" y="668020"/>
                </a:moveTo>
                <a:lnTo>
                  <a:pt x="349859" y="668020"/>
                </a:lnTo>
                <a:lnTo>
                  <a:pt x="315030" y="656590"/>
                </a:lnTo>
                <a:lnTo>
                  <a:pt x="249120" y="624840"/>
                </a:lnTo>
                <a:lnTo>
                  <a:pt x="210434" y="591820"/>
                </a:lnTo>
                <a:lnTo>
                  <a:pt x="192733" y="571500"/>
                </a:lnTo>
                <a:lnTo>
                  <a:pt x="183260" y="561340"/>
                </a:lnTo>
                <a:lnTo>
                  <a:pt x="176593" y="553720"/>
                </a:lnTo>
                <a:lnTo>
                  <a:pt x="176593" y="527050"/>
                </a:lnTo>
                <a:lnTo>
                  <a:pt x="193255" y="527050"/>
                </a:lnTo>
                <a:lnTo>
                  <a:pt x="199910" y="535940"/>
                </a:lnTo>
                <a:lnTo>
                  <a:pt x="203250" y="544830"/>
                </a:lnTo>
                <a:lnTo>
                  <a:pt x="226417" y="570230"/>
                </a:lnTo>
                <a:lnTo>
                  <a:pt x="251147" y="590550"/>
                </a:lnTo>
                <a:lnTo>
                  <a:pt x="277751" y="603250"/>
                </a:lnTo>
                <a:lnTo>
                  <a:pt x="306539" y="610870"/>
                </a:lnTo>
                <a:lnTo>
                  <a:pt x="360679" y="610870"/>
                </a:lnTo>
                <a:lnTo>
                  <a:pt x="369849" y="628650"/>
                </a:lnTo>
                <a:lnTo>
                  <a:pt x="371721" y="636270"/>
                </a:lnTo>
                <a:lnTo>
                  <a:pt x="372344" y="645160"/>
                </a:lnTo>
                <a:lnTo>
                  <a:pt x="371721" y="655320"/>
                </a:lnTo>
                <a:lnTo>
                  <a:pt x="369849" y="662940"/>
                </a:lnTo>
                <a:lnTo>
                  <a:pt x="369849" y="66802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31734" y="2561132"/>
            <a:ext cx="50800" cy="189230"/>
          </a:xfrm>
          <a:custGeom>
            <a:avLst/>
            <a:gdLst/>
            <a:ahLst/>
            <a:cxnLst/>
            <a:rect l="l" t="t" r="r" b="b"/>
            <a:pathLst>
              <a:path w="50800" h="189230">
                <a:moveTo>
                  <a:pt x="29819" y="189001"/>
                </a:moveTo>
                <a:lnTo>
                  <a:pt x="22933" y="183165"/>
                </a:lnTo>
                <a:lnTo>
                  <a:pt x="16981" y="178565"/>
                </a:lnTo>
                <a:lnTo>
                  <a:pt x="11651" y="174788"/>
                </a:lnTo>
                <a:lnTo>
                  <a:pt x="6629" y="171424"/>
                </a:lnTo>
                <a:lnTo>
                  <a:pt x="0" y="162636"/>
                </a:lnTo>
                <a:lnTo>
                  <a:pt x="0" y="153835"/>
                </a:lnTo>
                <a:lnTo>
                  <a:pt x="7456" y="116818"/>
                </a:lnTo>
                <a:lnTo>
                  <a:pt x="14909" y="78565"/>
                </a:lnTo>
                <a:lnTo>
                  <a:pt x="22363" y="39488"/>
                </a:lnTo>
                <a:lnTo>
                  <a:pt x="29819" y="0"/>
                </a:lnTo>
                <a:lnTo>
                  <a:pt x="41776" y="10024"/>
                </a:lnTo>
                <a:lnTo>
                  <a:pt x="48453" y="20874"/>
                </a:lnTo>
                <a:lnTo>
                  <a:pt x="50782" y="33373"/>
                </a:lnTo>
                <a:lnTo>
                  <a:pt x="49695" y="48348"/>
                </a:lnTo>
                <a:lnTo>
                  <a:pt x="43332" y="82070"/>
                </a:lnTo>
                <a:lnTo>
                  <a:pt x="38519" y="117027"/>
                </a:lnTo>
                <a:lnTo>
                  <a:pt x="34325" y="152808"/>
                </a:lnTo>
                <a:lnTo>
                  <a:pt x="29819" y="189001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92399" y="3075546"/>
            <a:ext cx="182245" cy="324485"/>
          </a:xfrm>
          <a:custGeom>
            <a:avLst/>
            <a:gdLst/>
            <a:ahLst/>
            <a:cxnLst/>
            <a:rect l="l" t="t" r="r" b="b"/>
            <a:pathLst>
              <a:path w="182244" h="324485">
                <a:moveTo>
                  <a:pt x="20816" y="271181"/>
                </a:moveTo>
                <a:lnTo>
                  <a:pt x="16604" y="268511"/>
                </a:lnTo>
                <a:lnTo>
                  <a:pt x="12080" y="262966"/>
                </a:lnTo>
                <a:lnTo>
                  <a:pt x="2760" y="245369"/>
                </a:lnTo>
                <a:lnTo>
                  <a:pt x="0" y="230646"/>
                </a:lnTo>
                <a:lnTo>
                  <a:pt x="4112" y="216744"/>
                </a:lnTo>
                <a:lnTo>
                  <a:pt x="15408" y="201612"/>
                </a:lnTo>
                <a:lnTo>
                  <a:pt x="32888" y="179286"/>
                </a:lnTo>
                <a:lnTo>
                  <a:pt x="67859" y="136282"/>
                </a:lnTo>
                <a:lnTo>
                  <a:pt x="85347" y="113957"/>
                </a:lnTo>
                <a:lnTo>
                  <a:pt x="97262" y="96834"/>
                </a:lnTo>
                <a:lnTo>
                  <a:pt x="108240" y="78892"/>
                </a:lnTo>
                <a:lnTo>
                  <a:pt x="118592" y="60950"/>
                </a:lnTo>
                <a:lnTo>
                  <a:pt x="128628" y="43827"/>
                </a:lnTo>
                <a:lnTo>
                  <a:pt x="128628" y="39446"/>
                </a:lnTo>
                <a:lnTo>
                  <a:pt x="131968" y="30683"/>
                </a:lnTo>
                <a:lnTo>
                  <a:pt x="131968" y="26301"/>
                </a:lnTo>
                <a:lnTo>
                  <a:pt x="131235" y="16646"/>
                </a:lnTo>
                <a:lnTo>
                  <a:pt x="133629" y="8221"/>
                </a:lnTo>
                <a:lnTo>
                  <a:pt x="138523" y="2261"/>
                </a:lnTo>
                <a:lnTo>
                  <a:pt x="145291" y="0"/>
                </a:lnTo>
                <a:lnTo>
                  <a:pt x="152727" y="823"/>
                </a:lnTo>
                <a:lnTo>
                  <a:pt x="181914" y="48763"/>
                </a:lnTo>
                <a:lnTo>
                  <a:pt x="179416" y="70469"/>
                </a:lnTo>
                <a:lnTo>
                  <a:pt x="171923" y="87655"/>
                </a:lnTo>
                <a:lnTo>
                  <a:pt x="158915" y="107379"/>
                </a:lnTo>
                <a:lnTo>
                  <a:pt x="131653" y="146823"/>
                </a:lnTo>
                <a:lnTo>
                  <a:pt x="118646" y="166547"/>
                </a:lnTo>
                <a:lnTo>
                  <a:pt x="132075" y="197436"/>
                </a:lnTo>
                <a:lnTo>
                  <a:pt x="92211" y="197436"/>
                </a:lnTo>
                <a:lnTo>
                  <a:pt x="85347" y="201612"/>
                </a:lnTo>
                <a:lnTo>
                  <a:pt x="72332" y="217360"/>
                </a:lnTo>
                <a:lnTo>
                  <a:pt x="45065" y="247218"/>
                </a:lnTo>
                <a:lnTo>
                  <a:pt x="32057" y="262966"/>
                </a:lnTo>
                <a:lnTo>
                  <a:pt x="25655" y="269743"/>
                </a:lnTo>
                <a:lnTo>
                  <a:pt x="20816" y="271181"/>
                </a:lnTo>
                <a:close/>
              </a:path>
              <a:path w="182244" h="324485">
                <a:moveTo>
                  <a:pt x="145964" y="324467"/>
                </a:moveTo>
                <a:lnTo>
                  <a:pt x="137377" y="318849"/>
                </a:lnTo>
                <a:lnTo>
                  <a:pt x="131911" y="308302"/>
                </a:lnTo>
                <a:lnTo>
                  <a:pt x="128628" y="293649"/>
                </a:lnTo>
                <a:lnTo>
                  <a:pt x="123115" y="273240"/>
                </a:lnTo>
                <a:lnTo>
                  <a:pt x="110799" y="230646"/>
                </a:lnTo>
                <a:lnTo>
                  <a:pt x="105324" y="210375"/>
                </a:lnTo>
                <a:lnTo>
                  <a:pt x="102202" y="202228"/>
                </a:lnTo>
                <a:lnTo>
                  <a:pt x="97831" y="197778"/>
                </a:lnTo>
                <a:lnTo>
                  <a:pt x="92211" y="197436"/>
                </a:lnTo>
                <a:lnTo>
                  <a:pt x="132075" y="197436"/>
                </a:lnTo>
                <a:lnTo>
                  <a:pt x="134722" y="203526"/>
                </a:lnTo>
                <a:lnTo>
                  <a:pt x="147369" y="242149"/>
                </a:lnTo>
                <a:lnTo>
                  <a:pt x="155645" y="282417"/>
                </a:lnTo>
                <a:lnTo>
                  <a:pt x="158613" y="324332"/>
                </a:lnTo>
                <a:lnTo>
                  <a:pt x="145964" y="324467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95304" y="3078835"/>
            <a:ext cx="141827" cy="3200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21041" y="4686876"/>
            <a:ext cx="328930" cy="627380"/>
          </a:xfrm>
          <a:custGeom>
            <a:avLst/>
            <a:gdLst/>
            <a:ahLst/>
            <a:cxnLst/>
            <a:rect l="l" t="t" r="r" b="b"/>
            <a:pathLst>
              <a:path w="328930" h="627379">
                <a:moveTo>
                  <a:pt x="107945" y="87915"/>
                </a:moveTo>
                <a:lnTo>
                  <a:pt x="98678" y="83420"/>
                </a:lnTo>
                <a:lnTo>
                  <a:pt x="90741" y="75407"/>
                </a:lnTo>
                <a:lnTo>
                  <a:pt x="82888" y="58900"/>
                </a:lnTo>
                <a:lnTo>
                  <a:pt x="81260" y="46495"/>
                </a:lnTo>
                <a:lnTo>
                  <a:pt x="86748" y="37606"/>
                </a:lnTo>
                <a:lnTo>
                  <a:pt x="100241" y="31643"/>
                </a:lnTo>
                <a:lnTo>
                  <a:pt x="132338" y="17972"/>
                </a:lnTo>
                <a:lnTo>
                  <a:pt x="164880" y="6643"/>
                </a:lnTo>
                <a:lnTo>
                  <a:pt x="198314" y="0"/>
                </a:lnTo>
                <a:lnTo>
                  <a:pt x="233083" y="388"/>
                </a:lnTo>
                <a:lnTo>
                  <a:pt x="259106" y="6738"/>
                </a:lnTo>
                <a:lnTo>
                  <a:pt x="281125" y="23053"/>
                </a:lnTo>
                <a:lnTo>
                  <a:pt x="300475" y="45228"/>
                </a:lnTo>
                <a:lnTo>
                  <a:pt x="303415" y="49134"/>
                </a:lnTo>
                <a:lnTo>
                  <a:pt x="202764" y="49134"/>
                </a:lnTo>
                <a:lnTo>
                  <a:pt x="176742" y="54314"/>
                </a:lnTo>
                <a:lnTo>
                  <a:pt x="151611" y="65354"/>
                </a:lnTo>
                <a:lnTo>
                  <a:pt x="128701" y="81668"/>
                </a:lnTo>
                <a:lnTo>
                  <a:pt x="118100" y="87721"/>
                </a:lnTo>
                <a:lnTo>
                  <a:pt x="107945" y="87915"/>
                </a:lnTo>
                <a:close/>
              </a:path>
              <a:path w="328930" h="627379">
                <a:moveTo>
                  <a:pt x="249696" y="256712"/>
                </a:moveTo>
                <a:lnTo>
                  <a:pt x="171399" y="256712"/>
                </a:lnTo>
                <a:lnTo>
                  <a:pt x="188010" y="246557"/>
                </a:lnTo>
                <a:lnTo>
                  <a:pt x="196759" y="240012"/>
                </a:lnTo>
                <a:lnTo>
                  <a:pt x="204622" y="231706"/>
                </a:lnTo>
                <a:lnTo>
                  <a:pt x="261556" y="119171"/>
                </a:lnTo>
                <a:lnTo>
                  <a:pt x="267043" y="95240"/>
                </a:lnTo>
                <a:lnTo>
                  <a:pt x="262743" y="73065"/>
                </a:lnTo>
                <a:lnTo>
                  <a:pt x="249547" y="56751"/>
                </a:lnTo>
                <a:lnTo>
                  <a:pt x="228345" y="50401"/>
                </a:lnTo>
                <a:lnTo>
                  <a:pt x="202764" y="49134"/>
                </a:lnTo>
                <a:lnTo>
                  <a:pt x="303415" y="49134"/>
                </a:lnTo>
                <a:lnTo>
                  <a:pt x="318490" y="69159"/>
                </a:lnTo>
                <a:lnTo>
                  <a:pt x="327755" y="85277"/>
                </a:lnTo>
                <a:lnTo>
                  <a:pt x="328540" y="103640"/>
                </a:lnTo>
                <a:lnTo>
                  <a:pt x="328542" y="104425"/>
                </a:lnTo>
                <a:lnTo>
                  <a:pt x="323157" y="124544"/>
                </a:lnTo>
                <a:lnTo>
                  <a:pt x="313740" y="144177"/>
                </a:lnTo>
                <a:lnTo>
                  <a:pt x="249696" y="256712"/>
                </a:lnTo>
                <a:close/>
              </a:path>
              <a:path w="328930" h="627379">
                <a:moveTo>
                  <a:pt x="200532" y="156687"/>
                </a:moveTo>
                <a:lnTo>
                  <a:pt x="90741" y="156687"/>
                </a:lnTo>
                <a:lnTo>
                  <a:pt x="111205" y="151901"/>
                </a:lnTo>
                <a:lnTo>
                  <a:pt x="129889" y="146527"/>
                </a:lnTo>
                <a:lnTo>
                  <a:pt x="168287" y="124942"/>
                </a:lnTo>
                <a:lnTo>
                  <a:pt x="179323" y="104325"/>
                </a:lnTo>
                <a:lnTo>
                  <a:pt x="185635" y="94165"/>
                </a:lnTo>
                <a:lnTo>
                  <a:pt x="195122" y="81668"/>
                </a:lnTo>
                <a:lnTo>
                  <a:pt x="199872" y="81668"/>
                </a:lnTo>
                <a:lnTo>
                  <a:pt x="202618" y="87428"/>
                </a:lnTo>
                <a:lnTo>
                  <a:pt x="203973" y="94655"/>
                </a:lnTo>
                <a:lnTo>
                  <a:pt x="204046" y="95240"/>
                </a:lnTo>
                <a:lnTo>
                  <a:pt x="204548" y="103640"/>
                </a:lnTo>
                <a:lnTo>
                  <a:pt x="204498" y="115271"/>
                </a:lnTo>
                <a:lnTo>
                  <a:pt x="203880" y="126991"/>
                </a:lnTo>
                <a:lnTo>
                  <a:pt x="200614" y="155123"/>
                </a:lnTo>
                <a:lnTo>
                  <a:pt x="200532" y="156687"/>
                </a:lnTo>
                <a:close/>
              </a:path>
              <a:path w="328930" h="627379">
                <a:moveTo>
                  <a:pt x="105056" y="310441"/>
                </a:moveTo>
                <a:lnTo>
                  <a:pt x="67017" y="262961"/>
                </a:lnTo>
                <a:lnTo>
                  <a:pt x="53364" y="194102"/>
                </a:lnTo>
                <a:lnTo>
                  <a:pt x="43294" y="125432"/>
                </a:lnTo>
                <a:lnTo>
                  <a:pt x="42186" y="115172"/>
                </a:lnTo>
                <a:lnTo>
                  <a:pt x="45079" y="104325"/>
                </a:lnTo>
                <a:lnTo>
                  <a:pt x="50638" y="94655"/>
                </a:lnTo>
                <a:lnTo>
                  <a:pt x="57538" y="87913"/>
                </a:lnTo>
                <a:lnTo>
                  <a:pt x="67318" y="83811"/>
                </a:lnTo>
                <a:lnTo>
                  <a:pt x="75327" y="87916"/>
                </a:lnTo>
                <a:lnTo>
                  <a:pt x="81553" y="96707"/>
                </a:lnTo>
                <a:lnTo>
                  <a:pt x="86004" y="106674"/>
                </a:lnTo>
                <a:lnTo>
                  <a:pt x="86744" y="119764"/>
                </a:lnTo>
                <a:lnTo>
                  <a:pt x="90001" y="143597"/>
                </a:lnTo>
                <a:lnTo>
                  <a:pt x="90741" y="156687"/>
                </a:lnTo>
                <a:lnTo>
                  <a:pt x="200532" y="156687"/>
                </a:lnTo>
                <a:lnTo>
                  <a:pt x="199872" y="169184"/>
                </a:lnTo>
                <a:lnTo>
                  <a:pt x="152425" y="169184"/>
                </a:lnTo>
                <a:lnTo>
                  <a:pt x="135820" y="179349"/>
                </a:lnTo>
                <a:lnTo>
                  <a:pt x="127072" y="185891"/>
                </a:lnTo>
                <a:lnTo>
                  <a:pt x="119194" y="194196"/>
                </a:lnTo>
                <a:lnTo>
                  <a:pt x="112321" y="196340"/>
                </a:lnTo>
                <a:lnTo>
                  <a:pt x="106762" y="202008"/>
                </a:lnTo>
                <a:lnTo>
                  <a:pt x="103870" y="210022"/>
                </a:lnTo>
                <a:lnTo>
                  <a:pt x="104978" y="219209"/>
                </a:lnTo>
                <a:lnTo>
                  <a:pt x="106534" y="228584"/>
                </a:lnTo>
                <a:lnTo>
                  <a:pt x="110315" y="237961"/>
                </a:lnTo>
                <a:lnTo>
                  <a:pt x="114986" y="247338"/>
                </a:lnTo>
                <a:lnTo>
                  <a:pt x="119214" y="256712"/>
                </a:lnTo>
                <a:lnTo>
                  <a:pt x="249696" y="256712"/>
                </a:lnTo>
                <a:lnTo>
                  <a:pt x="231902" y="287980"/>
                </a:lnTo>
                <a:lnTo>
                  <a:pt x="171399" y="287980"/>
                </a:lnTo>
                <a:lnTo>
                  <a:pt x="167918" y="293740"/>
                </a:lnTo>
                <a:lnTo>
                  <a:pt x="165195" y="300476"/>
                </a:lnTo>
                <a:lnTo>
                  <a:pt x="133451" y="300476"/>
                </a:lnTo>
                <a:lnTo>
                  <a:pt x="105056" y="310441"/>
                </a:lnTo>
                <a:close/>
              </a:path>
              <a:path w="328930" h="627379">
                <a:moveTo>
                  <a:pt x="171399" y="256712"/>
                </a:moveTo>
                <a:lnTo>
                  <a:pt x="119214" y="256712"/>
                </a:lnTo>
                <a:lnTo>
                  <a:pt x="124252" y="255638"/>
                </a:lnTo>
                <a:lnTo>
                  <a:pt x="131071" y="252807"/>
                </a:lnTo>
                <a:lnTo>
                  <a:pt x="150052" y="212173"/>
                </a:lnTo>
                <a:lnTo>
                  <a:pt x="157175" y="175445"/>
                </a:lnTo>
                <a:lnTo>
                  <a:pt x="152425" y="169184"/>
                </a:lnTo>
                <a:lnTo>
                  <a:pt x="199872" y="169184"/>
                </a:lnTo>
                <a:lnTo>
                  <a:pt x="184673" y="180032"/>
                </a:lnTo>
                <a:lnTo>
                  <a:pt x="177928" y="199670"/>
                </a:lnTo>
                <a:lnTo>
                  <a:pt x="173853" y="222823"/>
                </a:lnTo>
                <a:lnTo>
                  <a:pt x="166662" y="244215"/>
                </a:lnTo>
                <a:lnTo>
                  <a:pt x="166662" y="250464"/>
                </a:lnTo>
                <a:lnTo>
                  <a:pt x="171399" y="250464"/>
                </a:lnTo>
                <a:lnTo>
                  <a:pt x="171399" y="256712"/>
                </a:lnTo>
                <a:close/>
              </a:path>
              <a:path w="328930" h="627379">
                <a:moveTo>
                  <a:pt x="213510" y="311421"/>
                </a:moveTo>
                <a:lnTo>
                  <a:pt x="204984" y="310051"/>
                </a:lnTo>
                <a:lnTo>
                  <a:pt x="195122" y="300476"/>
                </a:lnTo>
                <a:lnTo>
                  <a:pt x="190085" y="295888"/>
                </a:lnTo>
                <a:lnTo>
                  <a:pt x="183265" y="291885"/>
                </a:lnTo>
                <a:lnTo>
                  <a:pt x="176443" y="289053"/>
                </a:lnTo>
                <a:lnTo>
                  <a:pt x="171399" y="287980"/>
                </a:lnTo>
                <a:lnTo>
                  <a:pt x="231902" y="287980"/>
                </a:lnTo>
                <a:lnTo>
                  <a:pt x="228345" y="294228"/>
                </a:lnTo>
                <a:lnTo>
                  <a:pt x="221149" y="305756"/>
                </a:lnTo>
                <a:lnTo>
                  <a:pt x="213510" y="311421"/>
                </a:lnTo>
                <a:close/>
              </a:path>
              <a:path w="328930" h="627379">
                <a:moveTo>
                  <a:pt x="38557" y="469272"/>
                </a:moveTo>
                <a:lnTo>
                  <a:pt x="2149" y="451007"/>
                </a:lnTo>
                <a:lnTo>
                  <a:pt x="0" y="441923"/>
                </a:lnTo>
                <a:lnTo>
                  <a:pt x="4079" y="434009"/>
                </a:lnTo>
                <a:lnTo>
                  <a:pt x="14833" y="425508"/>
                </a:lnTo>
                <a:lnTo>
                  <a:pt x="42487" y="411447"/>
                </a:lnTo>
                <a:lnTo>
                  <a:pt x="68805" y="397382"/>
                </a:lnTo>
                <a:lnTo>
                  <a:pt x="119214" y="369247"/>
                </a:lnTo>
                <a:lnTo>
                  <a:pt x="123952" y="369247"/>
                </a:lnTo>
                <a:lnTo>
                  <a:pt x="128698" y="356745"/>
                </a:lnTo>
                <a:lnTo>
                  <a:pt x="128701" y="350489"/>
                </a:lnTo>
                <a:lnTo>
                  <a:pt x="131447" y="340040"/>
                </a:lnTo>
                <a:lnTo>
                  <a:pt x="132857" y="327831"/>
                </a:lnTo>
                <a:lnTo>
                  <a:pt x="133377" y="314447"/>
                </a:lnTo>
                <a:lnTo>
                  <a:pt x="133451" y="300476"/>
                </a:lnTo>
                <a:lnTo>
                  <a:pt x="165195" y="300476"/>
                </a:lnTo>
                <a:lnTo>
                  <a:pt x="164879" y="301259"/>
                </a:lnTo>
                <a:lnTo>
                  <a:pt x="162752" y="309855"/>
                </a:lnTo>
                <a:lnTo>
                  <a:pt x="162599" y="311421"/>
                </a:lnTo>
                <a:lnTo>
                  <a:pt x="159692" y="344438"/>
                </a:lnTo>
                <a:lnTo>
                  <a:pt x="161918" y="356745"/>
                </a:lnTo>
                <a:lnTo>
                  <a:pt x="171259" y="359673"/>
                </a:lnTo>
                <a:lnTo>
                  <a:pt x="245603" y="359673"/>
                </a:lnTo>
                <a:lnTo>
                  <a:pt x="247319" y="362998"/>
                </a:lnTo>
                <a:lnTo>
                  <a:pt x="249991" y="373350"/>
                </a:lnTo>
                <a:lnTo>
                  <a:pt x="250882" y="384876"/>
                </a:lnTo>
                <a:lnTo>
                  <a:pt x="249991" y="396404"/>
                </a:lnTo>
                <a:lnTo>
                  <a:pt x="247319" y="406763"/>
                </a:lnTo>
                <a:lnTo>
                  <a:pt x="242943" y="415061"/>
                </a:lnTo>
                <a:lnTo>
                  <a:pt x="237234" y="421604"/>
                </a:lnTo>
                <a:lnTo>
                  <a:pt x="232441" y="425508"/>
                </a:lnTo>
                <a:lnTo>
                  <a:pt x="123952" y="425508"/>
                </a:lnTo>
                <a:lnTo>
                  <a:pt x="116836" y="426584"/>
                </a:lnTo>
                <a:lnTo>
                  <a:pt x="109721" y="429419"/>
                </a:lnTo>
                <a:lnTo>
                  <a:pt x="102606" y="433427"/>
                </a:lnTo>
                <a:lnTo>
                  <a:pt x="95491" y="438017"/>
                </a:lnTo>
                <a:lnTo>
                  <a:pt x="81258" y="443780"/>
                </a:lnTo>
                <a:lnTo>
                  <a:pt x="67024" y="451302"/>
                </a:lnTo>
                <a:lnTo>
                  <a:pt x="52789" y="459995"/>
                </a:lnTo>
                <a:lnTo>
                  <a:pt x="38557" y="469272"/>
                </a:lnTo>
                <a:close/>
              </a:path>
              <a:path w="328930" h="627379">
                <a:moveTo>
                  <a:pt x="245603" y="359673"/>
                </a:moveTo>
                <a:lnTo>
                  <a:pt x="171259" y="359673"/>
                </a:lnTo>
                <a:lnTo>
                  <a:pt x="190385" y="356737"/>
                </a:lnTo>
                <a:lnTo>
                  <a:pt x="198243" y="352246"/>
                </a:lnTo>
                <a:lnTo>
                  <a:pt x="206990" y="348927"/>
                </a:lnTo>
                <a:lnTo>
                  <a:pt x="215738" y="347951"/>
                </a:lnTo>
                <a:lnTo>
                  <a:pt x="223596" y="350489"/>
                </a:lnTo>
                <a:lnTo>
                  <a:pt x="231305" y="351563"/>
                </a:lnTo>
                <a:lnTo>
                  <a:pt x="239015" y="354396"/>
                </a:lnTo>
                <a:lnTo>
                  <a:pt x="244947" y="358402"/>
                </a:lnTo>
                <a:lnTo>
                  <a:pt x="245603" y="359673"/>
                </a:lnTo>
                <a:close/>
              </a:path>
              <a:path w="328930" h="627379">
                <a:moveTo>
                  <a:pt x="105872" y="626840"/>
                </a:moveTo>
                <a:lnTo>
                  <a:pt x="94308" y="621664"/>
                </a:lnTo>
                <a:lnTo>
                  <a:pt x="84523" y="610628"/>
                </a:lnTo>
                <a:lnTo>
                  <a:pt x="76517" y="594316"/>
                </a:lnTo>
                <a:lnTo>
                  <a:pt x="71767" y="594316"/>
                </a:lnTo>
                <a:lnTo>
                  <a:pt x="71767" y="588055"/>
                </a:lnTo>
                <a:lnTo>
                  <a:pt x="67017" y="581807"/>
                </a:lnTo>
                <a:lnTo>
                  <a:pt x="56641" y="544978"/>
                </a:lnTo>
                <a:lnTo>
                  <a:pt x="55160" y="521631"/>
                </a:lnTo>
                <a:lnTo>
                  <a:pt x="64355" y="501804"/>
                </a:lnTo>
                <a:lnTo>
                  <a:pt x="86004" y="475533"/>
                </a:lnTo>
                <a:lnTo>
                  <a:pt x="95939" y="465175"/>
                </a:lnTo>
                <a:lnTo>
                  <a:pt x="114023" y="442120"/>
                </a:lnTo>
                <a:lnTo>
                  <a:pt x="123952" y="431769"/>
                </a:lnTo>
                <a:lnTo>
                  <a:pt x="123952" y="425508"/>
                </a:lnTo>
                <a:lnTo>
                  <a:pt x="232441" y="425508"/>
                </a:lnTo>
                <a:lnTo>
                  <a:pt x="230637" y="426978"/>
                </a:lnTo>
                <a:lnTo>
                  <a:pt x="223596" y="431769"/>
                </a:lnTo>
                <a:lnTo>
                  <a:pt x="208771" y="445152"/>
                </a:lnTo>
                <a:lnTo>
                  <a:pt x="193944" y="459120"/>
                </a:lnTo>
                <a:lnTo>
                  <a:pt x="180894" y="476605"/>
                </a:lnTo>
                <a:lnTo>
                  <a:pt x="171399" y="500539"/>
                </a:lnTo>
                <a:lnTo>
                  <a:pt x="209359" y="500539"/>
                </a:lnTo>
                <a:lnTo>
                  <a:pt x="229601" y="503957"/>
                </a:lnTo>
                <a:lnTo>
                  <a:pt x="246727" y="513820"/>
                </a:lnTo>
                <a:lnTo>
                  <a:pt x="259403" y="529547"/>
                </a:lnTo>
                <a:lnTo>
                  <a:pt x="266293" y="550552"/>
                </a:lnTo>
                <a:lnTo>
                  <a:pt x="266518" y="569014"/>
                </a:lnTo>
                <a:lnTo>
                  <a:pt x="260959" y="585717"/>
                </a:lnTo>
                <a:lnTo>
                  <a:pt x="250952" y="598903"/>
                </a:lnTo>
                <a:lnTo>
                  <a:pt x="237832" y="606813"/>
                </a:lnTo>
                <a:lnTo>
                  <a:pt x="150423" y="620884"/>
                </a:lnTo>
                <a:lnTo>
                  <a:pt x="119214" y="625571"/>
                </a:lnTo>
                <a:lnTo>
                  <a:pt x="105872" y="62684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71485" y="4708097"/>
            <a:ext cx="178435" cy="610870"/>
          </a:xfrm>
          <a:custGeom>
            <a:avLst/>
            <a:gdLst/>
            <a:ahLst/>
            <a:cxnLst/>
            <a:rect l="l" t="t" r="r" b="b"/>
            <a:pathLst>
              <a:path w="178434" h="610870">
                <a:moveTo>
                  <a:pt x="41268" y="99221"/>
                </a:moveTo>
                <a:lnTo>
                  <a:pt x="30657" y="98927"/>
                </a:lnTo>
                <a:lnTo>
                  <a:pt x="20046" y="97460"/>
                </a:lnTo>
                <a:lnTo>
                  <a:pt x="9436" y="96579"/>
                </a:lnTo>
                <a:lnTo>
                  <a:pt x="5968" y="90896"/>
                </a:lnTo>
                <a:lnTo>
                  <a:pt x="2946" y="84038"/>
                </a:lnTo>
                <a:lnTo>
                  <a:pt x="810" y="77180"/>
                </a:lnTo>
                <a:lnTo>
                  <a:pt x="0" y="71497"/>
                </a:lnTo>
                <a:lnTo>
                  <a:pt x="9436" y="58962"/>
                </a:lnTo>
                <a:lnTo>
                  <a:pt x="14147" y="58962"/>
                </a:lnTo>
                <a:lnTo>
                  <a:pt x="29037" y="51617"/>
                </a:lnTo>
                <a:lnTo>
                  <a:pt x="44810" y="47210"/>
                </a:lnTo>
                <a:lnTo>
                  <a:pt x="60580" y="43976"/>
                </a:lnTo>
                <a:lnTo>
                  <a:pt x="75463" y="40153"/>
                </a:lnTo>
                <a:lnTo>
                  <a:pt x="86149" y="30850"/>
                </a:lnTo>
                <a:lnTo>
                  <a:pt x="97280" y="22133"/>
                </a:lnTo>
                <a:lnTo>
                  <a:pt x="109294" y="14591"/>
                </a:lnTo>
                <a:lnTo>
                  <a:pt x="122631" y="8810"/>
                </a:lnTo>
                <a:lnTo>
                  <a:pt x="131033" y="4308"/>
                </a:lnTo>
                <a:lnTo>
                  <a:pt x="140317" y="978"/>
                </a:lnTo>
                <a:lnTo>
                  <a:pt x="147832" y="0"/>
                </a:lnTo>
                <a:lnTo>
                  <a:pt x="150926" y="2548"/>
                </a:lnTo>
                <a:lnTo>
                  <a:pt x="157120" y="13028"/>
                </a:lnTo>
                <a:lnTo>
                  <a:pt x="161545" y="25270"/>
                </a:lnTo>
                <a:lnTo>
                  <a:pt x="164201" y="38687"/>
                </a:lnTo>
                <a:lnTo>
                  <a:pt x="165087" y="52688"/>
                </a:lnTo>
                <a:lnTo>
                  <a:pt x="169798" y="52688"/>
                </a:lnTo>
                <a:lnTo>
                  <a:pt x="160362" y="65236"/>
                </a:lnTo>
                <a:lnTo>
                  <a:pt x="157455" y="71497"/>
                </a:lnTo>
                <a:lnTo>
                  <a:pt x="108483" y="71497"/>
                </a:lnTo>
                <a:lnTo>
                  <a:pt x="94331" y="77180"/>
                </a:lnTo>
                <a:lnTo>
                  <a:pt x="66031" y="90896"/>
                </a:lnTo>
                <a:lnTo>
                  <a:pt x="51879" y="96579"/>
                </a:lnTo>
                <a:lnTo>
                  <a:pt x="41268" y="99221"/>
                </a:lnTo>
                <a:close/>
              </a:path>
              <a:path w="178434" h="610870">
                <a:moveTo>
                  <a:pt x="127455" y="235758"/>
                </a:moveTo>
                <a:lnTo>
                  <a:pt x="70311" y="235758"/>
                </a:lnTo>
                <a:lnTo>
                  <a:pt x="77828" y="230566"/>
                </a:lnTo>
                <a:lnTo>
                  <a:pt x="81807" y="219499"/>
                </a:lnTo>
                <a:lnTo>
                  <a:pt x="84899" y="203145"/>
                </a:lnTo>
                <a:lnTo>
                  <a:pt x="89245" y="171116"/>
                </a:lnTo>
                <a:lnTo>
                  <a:pt x="94919" y="139674"/>
                </a:lnTo>
                <a:lnTo>
                  <a:pt x="101480" y="107054"/>
                </a:lnTo>
                <a:lnTo>
                  <a:pt x="108483" y="71497"/>
                </a:lnTo>
                <a:lnTo>
                  <a:pt x="157455" y="71497"/>
                </a:lnTo>
                <a:lnTo>
                  <a:pt x="141943" y="104899"/>
                </a:lnTo>
                <a:lnTo>
                  <a:pt x="133248" y="147505"/>
                </a:lnTo>
                <a:lnTo>
                  <a:pt x="129859" y="191289"/>
                </a:lnTo>
                <a:lnTo>
                  <a:pt x="127355" y="234489"/>
                </a:lnTo>
                <a:lnTo>
                  <a:pt x="127455" y="235758"/>
                </a:lnTo>
                <a:close/>
              </a:path>
              <a:path w="178434" h="610870">
                <a:moveTo>
                  <a:pt x="177805" y="272093"/>
                </a:moveTo>
                <a:lnTo>
                  <a:pt x="141503" y="272093"/>
                </a:lnTo>
                <a:lnTo>
                  <a:pt x="148573" y="257891"/>
                </a:lnTo>
                <a:lnTo>
                  <a:pt x="155646" y="243102"/>
                </a:lnTo>
                <a:lnTo>
                  <a:pt x="162722" y="227138"/>
                </a:lnTo>
                <a:lnTo>
                  <a:pt x="169798" y="209406"/>
                </a:lnTo>
                <a:lnTo>
                  <a:pt x="173849" y="236639"/>
                </a:lnTo>
                <a:lnTo>
                  <a:pt x="177460" y="262692"/>
                </a:lnTo>
                <a:lnTo>
                  <a:pt x="177805" y="272093"/>
                </a:lnTo>
                <a:close/>
              </a:path>
              <a:path w="178434" h="610870">
                <a:moveTo>
                  <a:pt x="99047" y="610599"/>
                </a:moveTo>
                <a:lnTo>
                  <a:pt x="88510" y="606881"/>
                </a:lnTo>
                <a:lnTo>
                  <a:pt x="78414" y="604336"/>
                </a:lnTo>
                <a:lnTo>
                  <a:pt x="69202" y="601789"/>
                </a:lnTo>
                <a:lnTo>
                  <a:pt x="61315" y="598064"/>
                </a:lnTo>
                <a:lnTo>
                  <a:pt x="42155" y="585332"/>
                </a:lnTo>
                <a:lnTo>
                  <a:pt x="28300" y="566722"/>
                </a:lnTo>
                <a:lnTo>
                  <a:pt x="21519" y="543409"/>
                </a:lnTo>
                <a:lnTo>
                  <a:pt x="23583" y="516568"/>
                </a:lnTo>
                <a:lnTo>
                  <a:pt x="51879" y="384933"/>
                </a:lnTo>
                <a:lnTo>
                  <a:pt x="57704" y="355742"/>
                </a:lnTo>
                <a:lnTo>
                  <a:pt x="59550" y="325378"/>
                </a:lnTo>
                <a:lnTo>
                  <a:pt x="55204" y="295016"/>
                </a:lnTo>
                <a:lnTo>
                  <a:pt x="42456" y="265832"/>
                </a:lnTo>
                <a:lnTo>
                  <a:pt x="38696" y="250353"/>
                </a:lnTo>
                <a:lnTo>
                  <a:pt x="40686" y="240754"/>
                </a:lnTo>
                <a:lnTo>
                  <a:pt x="47097" y="235859"/>
                </a:lnTo>
                <a:lnTo>
                  <a:pt x="56603" y="234489"/>
                </a:lnTo>
                <a:lnTo>
                  <a:pt x="70311" y="235758"/>
                </a:lnTo>
                <a:lnTo>
                  <a:pt x="127455" y="235758"/>
                </a:lnTo>
                <a:lnTo>
                  <a:pt x="128091" y="243890"/>
                </a:lnTo>
                <a:lnTo>
                  <a:pt x="131331" y="262694"/>
                </a:lnTo>
                <a:lnTo>
                  <a:pt x="132067" y="272093"/>
                </a:lnTo>
                <a:lnTo>
                  <a:pt x="177805" y="272093"/>
                </a:lnTo>
                <a:lnTo>
                  <a:pt x="178417" y="288746"/>
                </a:lnTo>
                <a:lnTo>
                  <a:pt x="174510" y="315972"/>
                </a:lnTo>
                <a:lnTo>
                  <a:pt x="160364" y="363967"/>
                </a:lnTo>
                <a:lnTo>
                  <a:pt x="132066" y="462311"/>
                </a:lnTo>
                <a:lnTo>
                  <a:pt x="117919" y="510307"/>
                </a:lnTo>
                <a:lnTo>
                  <a:pt x="112316" y="533913"/>
                </a:lnTo>
                <a:lnTo>
                  <a:pt x="108483" y="558105"/>
                </a:lnTo>
                <a:lnTo>
                  <a:pt x="104649" y="583472"/>
                </a:lnTo>
                <a:lnTo>
                  <a:pt x="99047" y="61059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6615" y="515112"/>
            <a:ext cx="1722120" cy="5044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195995" y="1355991"/>
            <a:ext cx="0" cy="4590415"/>
          </a:xfrm>
          <a:custGeom>
            <a:avLst/>
            <a:gdLst/>
            <a:ahLst/>
            <a:cxnLst/>
            <a:rect l="l" t="t" r="r" b="b"/>
            <a:pathLst>
              <a:path w="0" h="4590415">
                <a:moveTo>
                  <a:pt x="0" y="0"/>
                </a:moveTo>
                <a:lnTo>
                  <a:pt x="0" y="458984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641905" y="1400594"/>
            <a:ext cx="0" cy="4545330"/>
          </a:xfrm>
          <a:custGeom>
            <a:avLst/>
            <a:gdLst/>
            <a:ahLst/>
            <a:cxnLst/>
            <a:rect l="l" t="t" r="r" b="b"/>
            <a:pathLst>
              <a:path w="0" h="4545330">
                <a:moveTo>
                  <a:pt x="0" y="0"/>
                </a:moveTo>
                <a:lnTo>
                  <a:pt x="0" y="4545241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2740647" y="1686242"/>
            <a:ext cx="309054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第4章</a:t>
            </a:r>
            <a:r>
              <a:rPr dirty="0" sz="3000" spc="144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类和对</a:t>
            </a:r>
            <a:r>
              <a:rPr dirty="0" sz="3000" spc="-15" b="1">
                <a:latin typeface="宋体"/>
                <a:cs typeface="宋体"/>
              </a:rPr>
              <a:t>象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61907" y="3865397"/>
            <a:ext cx="5465445" cy="0"/>
          </a:xfrm>
          <a:custGeom>
            <a:avLst/>
            <a:gdLst/>
            <a:ahLst/>
            <a:cxnLst/>
            <a:rect l="l" t="t" r="r" b="b"/>
            <a:pathLst>
              <a:path w="5465445" h="0">
                <a:moveTo>
                  <a:pt x="0" y="0"/>
                </a:moveTo>
                <a:lnTo>
                  <a:pt x="546533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18235" y="373460"/>
            <a:ext cx="2861902" cy="430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839411" y="476504"/>
            <a:ext cx="447255" cy="2948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250256" y="362838"/>
            <a:ext cx="1673440" cy="4567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917192"/>
            <a:ext cx="3264408" cy="28026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61765" y="1426210"/>
            <a:ext cx="4291965" cy="425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宋体"/>
                <a:cs typeface="宋体"/>
              </a:rPr>
              <a:t>面向过程</a:t>
            </a:r>
            <a:r>
              <a:rPr dirty="0" sz="2800" spc="-5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dirty="0" sz="2800">
                <a:latin typeface="宋体"/>
                <a:cs typeface="宋体"/>
              </a:rPr>
              <a:t>首先分析问题的步骤，按</a:t>
            </a:r>
            <a:r>
              <a:rPr dirty="0" sz="2800" spc="-5">
                <a:latin typeface="宋体"/>
                <a:cs typeface="宋体"/>
              </a:rPr>
              <a:t>步 </a:t>
            </a:r>
            <a:r>
              <a:rPr dirty="0" sz="2800">
                <a:latin typeface="宋体"/>
                <a:cs typeface="宋体"/>
              </a:rPr>
              <a:t>骤实现，以编程语言为</a:t>
            </a:r>
            <a:r>
              <a:rPr dirty="0" sz="2800" spc="-5">
                <a:latin typeface="宋体"/>
                <a:cs typeface="宋体"/>
              </a:rPr>
              <a:t>本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395"/>
              </a:spcBef>
            </a:pPr>
            <a:r>
              <a:rPr dirty="0" sz="2800" b="1">
                <a:latin typeface="宋体"/>
                <a:cs typeface="宋体"/>
              </a:rPr>
              <a:t>面向对象</a:t>
            </a:r>
            <a:r>
              <a:rPr dirty="0" sz="2800" spc="-20" b="1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algn="just" marL="12700" marR="5080">
              <a:lnSpc>
                <a:spcPct val="100000"/>
              </a:lnSpc>
              <a:spcBef>
                <a:spcPts val="670"/>
              </a:spcBef>
            </a:pPr>
            <a:r>
              <a:rPr dirty="0" sz="2800">
                <a:latin typeface="宋体"/>
                <a:cs typeface="宋体"/>
              </a:rPr>
              <a:t>将客观事物看作具有状态</a:t>
            </a:r>
            <a:r>
              <a:rPr dirty="0" sz="2800" spc="-5">
                <a:latin typeface="宋体"/>
                <a:cs typeface="宋体"/>
              </a:rPr>
              <a:t>和 </a:t>
            </a:r>
            <a:r>
              <a:rPr dirty="0" sz="2800">
                <a:latin typeface="宋体"/>
                <a:cs typeface="宋体"/>
              </a:rPr>
              <a:t>行为的</a:t>
            </a: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对象</a:t>
            </a:r>
            <a:r>
              <a:rPr dirty="0" sz="2800">
                <a:latin typeface="宋体"/>
                <a:cs typeface="宋体"/>
              </a:rPr>
              <a:t>，通过抽象找</a:t>
            </a:r>
            <a:r>
              <a:rPr dirty="0" sz="2800" spc="-5">
                <a:latin typeface="宋体"/>
                <a:cs typeface="宋体"/>
              </a:rPr>
              <a:t>出 </a:t>
            </a:r>
            <a:r>
              <a:rPr dirty="0" sz="2800">
                <a:latin typeface="宋体"/>
                <a:cs typeface="宋体"/>
              </a:rPr>
              <a:t>同一类对象的共同状态和</a:t>
            </a:r>
            <a:r>
              <a:rPr dirty="0" sz="2800" spc="-5">
                <a:latin typeface="宋体"/>
                <a:cs typeface="宋体"/>
              </a:rPr>
              <a:t>行 </a:t>
            </a:r>
            <a:r>
              <a:rPr dirty="0" sz="2800">
                <a:latin typeface="宋体"/>
                <a:cs typeface="宋体"/>
              </a:rPr>
              <a:t>为，构成</a:t>
            </a: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类</a:t>
            </a:r>
            <a:r>
              <a:rPr dirty="0" sz="2800">
                <a:latin typeface="宋体"/>
                <a:cs typeface="宋体"/>
              </a:rPr>
              <a:t>。可以</a:t>
            </a: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提高程</a:t>
            </a:r>
            <a:r>
              <a:rPr dirty="0" sz="2800" spc="-5">
                <a:solidFill>
                  <a:srgbClr val="FF0000"/>
                </a:solidFill>
                <a:latin typeface="宋体"/>
                <a:cs typeface="宋体"/>
              </a:rPr>
              <a:t>序 </a:t>
            </a: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的复用性和可扩展性</a:t>
            </a:r>
            <a:r>
              <a:rPr dirty="0" sz="2800" spc="-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155511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面向对</a:t>
            </a:r>
            <a:r>
              <a:rPr dirty="0" sz="3000" spc="-15" b="1">
                <a:latin typeface="宋体"/>
                <a:cs typeface="宋体"/>
              </a:rPr>
              <a:t>象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513715" y="1454784"/>
            <a:ext cx="7435850" cy="374396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algn="just" marL="184150" marR="5080" indent="-171450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面向对象的程序设计</a:t>
            </a: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将数据和对数据的操作 </a:t>
            </a:r>
            <a:r>
              <a:rPr dirty="0" sz="3000">
                <a:latin typeface="宋体"/>
                <a:cs typeface="宋体"/>
              </a:rPr>
              <a:t>行为封装在一起，作为一个相互依存、不可 分割的整体--</a:t>
            </a: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类</a:t>
            </a:r>
            <a:r>
              <a:rPr dirty="0" sz="3000"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35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类是抽象的数据类型，用类创建</a:t>
            </a: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对象。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700">
              <a:latin typeface="宋体"/>
              <a:cs typeface="宋体"/>
            </a:endParaRPr>
          </a:p>
          <a:p>
            <a:pPr marL="184150" marR="5080" indent="-171450">
              <a:lnSpc>
                <a:spcPts val="324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面向对象的显著特点包括：</a:t>
            </a: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封装性</a:t>
            </a:r>
            <a:r>
              <a:rPr dirty="0" sz="3000">
                <a:latin typeface="宋体"/>
                <a:cs typeface="宋体"/>
              </a:rPr>
              <a:t>、</a:t>
            </a: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继承性 </a:t>
            </a:r>
            <a:r>
              <a:rPr dirty="0" sz="3000">
                <a:latin typeface="宋体"/>
                <a:cs typeface="宋体"/>
              </a:rPr>
              <a:t>和</a:t>
            </a: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多态性</a:t>
            </a:r>
            <a:r>
              <a:rPr dirty="0" sz="3000"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969" y="370840"/>
            <a:ext cx="109220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微软雅黑"/>
                <a:cs typeface="微软雅黑"/>
              </a:rPr>
              <a:t>类和对象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8739" y="1825625"/>
            <a:ext cx="7527290" cy="139890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84150" marR="5080" indent="-171450">
              <a:lnSpc>
                <a:spcPts val="226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类（cl</a:t>
            </a:r>
            <a:r>
              <a:rPr dirty="0" sz="2100" spc="-5">
                <a:latin typeface="微软雅黑"/>
                <a:cs typeface="微软雅黑"/>
              </a:rPr>
              <a:t>ass</a:t>
            </a:r>
            <a:r>
              <a:rPr dirty="0" sz="2100">
                <a:latin typeface="微软雅黑"/>
                <a:cs typeface="微软雅黑"/>
              </a:rPr>
              <a:t>）：</a:t>
            </a:r>
            <a:r>
              <a:rPr dirty="0" sz="2100" spc="-5">
                <a:latin typeface="微软雅黑"/>
                <a:cs typeface="微软雅黑"/>
              </a:rPr>
              <a:t>OO</a:t>
            </a:r>
            <a:r>
              <a:rPr dirty="0" sz="2100">
                <a:latin typeface="微软雅黑"/>
                <a:cs typeface="微软雅黑"/>
              </a:rPr>
              <a:t>P中</a:t>
            </a:r>
            <a:r>
              <a:rPr dirty="0" sz="2100" b="1">
                <a:latin typeface="微软雅黑"/>
                <a:cs typeface="微软雅黑"/>
              </a:rPr>
              <a:t>抽取同类实体的共同性</a:t>
            </a:r>
            <a:r>
              <a:rPr dirty="0" sz="2100" b="1">
                <a:solidFill>
                  <a:srgbClr val="FF0000"/>
                </a:solidFill>
                <a:latin typeface="微软雅黑"/>
                <a:cs typeface="微软雅黑"/>
              </a:rPr>
              <a:t>自定义一种数据类 型</a:t>
            </a:r>
            <a:r>
              <a:rPr dirty="0" sz="2100" b="1">
                <a:latin typeface="微软雅黑"/>
                <a:cs typeface="微软雅黑"/>
              </a:rPr>
              <a:t>称之为类。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85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对象就是一个类的具体的实例。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0819" y="370840"/>
            <a:ext cx="109220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微软雅黑"/>
                <a:cs typeface="微软雅黑"/>
              </a:rPr>
              <a:t>类和对象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41576" y="1258824"/>
            <a:ext cx="7202424" cy="4690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98628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微软雅黑"/>
                <a:cs typeface="微软雅黑"/>
              </a:rPr>
              <a:t>U</a:t>
            </a:r>
            <a:r>
              <a:rPr dirty="0" sz="2100" b="1">
                <a:latin typeface="微软雅黑"/>
                <a:cs typeface="微软雅黑"/>
              </a:rPr>
              <a:t>ML中类的表示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60347" y="1557527"/>
            <a:ext cx="5166452" cy="34881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89660"/>
            <a:ext cx="4959350" cy="458597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8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1Java概述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2类的创建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3创建和使用对象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4构造器初始化对象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5变量和常量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6包的创建和使用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7基本类型与引用类型的转换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8操作符与对象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9对象初始化小结1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2430" y="381787"/>
            <a:ext cx="1863572" cy="3536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175513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4.1</a:t>
            </a:r>
            <a:r>
              <a:rPr dirty="0" sz="3000" spc="1445" b="1">
                <a:latin typeface="宋体"/>
                <a:cs typeface="宋体"/>
              </a:rPr>
              <a:t> </a:t>
            </a:r>
            <a:r>
              <a:rPr dirty="0" sz="3000" spc="-5" b="1">
                <a:latin typeface="宋体"/>
                <a:cs typeface="宋体"/>
              </a:rPr>
              <a:t>Java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56944" y="1457959"/>
            <a:ext cx="7172959" cy="247713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683260" marR="5080">
              <a:lnSpc>
                <a:spcPts val="3240"/>
              </a:lnSpc>
              <a:spcBef>
                <a:spcPts val="505"/>
              </a:spcBef>
            </a:pPr>
            <a:r>
              <a:rPr dirty="0" sz="3000">
                <a:latin typeface="宋体"/>
                <a:cs typeface="宋体"/>
              </a:rPr>
              <a:t>一种比较”纯粹“的面向对象的编程语 言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000">
              <a:latin typeface="宋体"/>
              <a:cs typeface="宋体"/>
            </a:endParaRPr>
          </a:p>
          <a:p>
            <a:pPr marL="12700" marR="50800">
              <a:lnSpc>
                <a:spcPts val="3240"/>
              </a:lnSpc>
              <a:spcBef>
                <a:spcPts val="2145"/>
              </a:spcBef>
            </a:pPr>
            <a:r>
              <a:rPr dirty="0" sz="3000" spc="-5" b="1">
                <a:solidFill>
                  <a:srgbClr val="FF0000"/>
                </a:solidFill>
                <a:latin typeface="Times New Roman"/>
                <a:cs typeface="Times New Roman"/>
              </a:rPr>
              <a:t>Everything </a:t>
            </a:r>
            <a:r>
              <a:rPr dirty="0" sz="3000" b="1">
                <a:solidFill>
                  <a:srgbClr val="FF0000"/>
                </a:solidFill>
                <a:latin typeface="Times New Roman"/>
                <a:cs typeface="Times New Roman"/>
              </a:rPr>
              <a:t>in Java is an </a:t>
            </a:r>
            <a:r>
              <a:rPr dirty="0" sz="3000" spc="-5" b="1">
                <a:solidFill>
                  <a:srgbClr val="FF0000"/>
                </a:solidFill>
                <a:latin typeface="Times New Roman"/>
                <a:cs typeface="Times New Roman"/>
              </a:rPr>
              <a:t>object, even </a:t>
            </a:r>
            <a:r>
              <a:rPr dirty="0" sz="3000" b="1">
                <a:solidFill>
                  <a:srgbClr val="FF0000"/>
                </a:solidFill>
                <a:latin typeface="Times New Roman"/>
                <a:cs typeface="Times New Roman"/>
              </a:rPr>
              <a:t>a Java  </a:t>
            </a:r>
            <a:r>
              <a:rPr dirty="0" sz="3000" spc="-10" b="1">
                <a:solidFill>
                  <a:srgbClr val="FF0000"/>
                </a:solidFill>
                <a:latin typeface="Times New Roman"/>
                <a:cs typeface="Times New Roman"/>
              </a:rPr>
              <a:t>program.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7469" y="1454784"/>
            <a:ext cx="6502400" cy="89408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 sz="3000">
                <a:latin typeface="宋体"/>
                <a:cs typeface="宋体"/>
              </a:rPr>
              <a:t>类作为一个抽象的数据类型，用来描述 相同类型的对象。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3652" y="303047"/>
            <a:ext cx="25171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4.2</a:t>
            </a:r>
            <a:r>
              <a:rPr dirty="0" sz="3000" spc="144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类的创</a:t>
            </a:r>
            <a:r>
              <a:rPr dirty="0" sz="3000" spc="-15" b="1">
                <a:latin typeface="宋体"/>
                <a:cs typeface="宋体"/>
              </a:rPr>
              <a:t>建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84120" y="2420111"/>
            <a:ext cx="5166452" cy="34881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4784"/>
            <a:ext cx="7853045" cy="89408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84150" marR="5080" indent="-171450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 b="1">
                <a:latin typeface="宋体"/>
                <a:cs typeface="宋体"/>
              </a:rPr>
              <a:t>酒店类的设计，酒店有若干客房，向客户提</a:t>
            </a:r>
            <a:r>
              <a:rPr dirty="0" sz="3000" spc="-10" b="1">
                <a:latin typeface="宋体"/>
                <a:cs typeface="宋体"/>
              </a:rPr>
              <a:t>供 </a:t>
            </a:r>
            <a:r>
              <a:rPr dirty="0" sz="3000" b="1">
                <a:latin typeface="宋体"/>
                <a:cs typeface="宋体"/>
              </a:rPr>
              <a:t>查询、入住、退房等功能</a:t>
            </a:r>
            <a:r>
              <a:rPr dirty="0" sz="3000" spc="-15" b="1"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29019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4.2.1</a:t>
            </a:r>
            <a:r>
              <a:rPr dirty="0" sz="3000" spc="145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类的设</a:t>
            </a:r>
            <a:r>
              <a:rPr dirty="0" sz="3000" spc="-15" b="1">
                <a:latin typeface="宋体"/>
                <a:cs typeface="宋体"/>
              </a:rPr>
              <a:t>计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7532" y="2852927"/>
            <a:ext cx="1656714" cy="460375"/>
          </a:xfrm>
          <a:custGeom>
            <a:avLst/>
            <a:gdLst/>
            <a:ahLst/>
            <a:cxnLst/>
            <a:rect l="l" t="t" r="r" b="b"/>
            <a:pathLst>
              <a:path w="1656714" h="460375">
                <a:moveTo>
                  <a:pt x="0" y="0"/>
                </a:moveTo>
                <a:lnTo>
                  <a:pt x="1656588" y="0"/>
                </a:lnTo>
                <a:lnTo>
                  <a:pt x="1656588" y="460248"/>
                </a:lnTo>
                <a:lnTo>
                  <a:pt x="0" y="460248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21232" y="2846590"/>
            <a:ext cx="1669414" cy="473075"/>
          </a:xfrm>
          <a:custGeom>
            <a:avLst/>
            <a:gdLst/>
            <a:ahLst/>
            <a:cxnLst/>
            <a:rect l="l" t="t" r="r" b="b"/>
            <a:pathLst>
              <a:path w="1669414" h="473075">
                <a:moveTo>
                  <a:pt x="1668881" y="473075"/>
                </a:moveTo>
                <a:lnTo>
                  <a:pt x="0" y="473075"/>
                </a:lnTo>
                <a:lnTo>
                  <a:pt x="0" y="0"/>
                </a:lnTo>
                <a:lnTo>
                  <a:pt x="1668881" y="0"/>
                </a:lnTo>
                <a:lnTo>
                  <a:pt x="1668881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0375"/>
                </a:lnTo>
                <a:lnTo>
                  <a:pt x="6350" y="460375"/>
                </a:lnTo>
                <a:lnTo>
                  <a:pt x="12700" y="466725"/>
                </a:lnTo>
                <a:lnTo>
                  <a:pt x="1668881" y="466725"/>
                </a:lnTo>
                <a:lnTo>
                  <a:pt x="1668881" y="473075"/>
                </a:lnTo>
                <a:close/>
              </a:path>
              <a:path w="1669414" h="4730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669414" h="473075">
                <a:moveTo>
                  <a:pt x="1656181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656181" y="6350"/>
                </a:lnTo>
                <a:lnTo>
                  <a:pt x="1656181" y="12700"/>
                </a:lnTo>
                <a:close/>
              </a:path>
              <a:path w="1669414" h="473075">
                <a:moveTo>
                  <a:pt x="1656181" y="466725"/>
                </a:moveTo>
                <a:lnTo>
                  <a:pt x="1656181" y="6350"/>
                </a:lnTo>
                <a:lnTo>
                  <a:pt x="1662531" y="12700"/>
                </a:lnTo>
                <a:lnTo>
                  <a:pt x="1668881" y="12700"/>
                </a:lnTo>
                <a:lnTo>
                  <a:pt x="1668881" y="460375"/>
                </a:lnTo>
                <a:lnTo>
                  <a:pt x="1662531" y="460375"/>
                </a:lnTo>
                <a:lnTo>
                  <a:pt x="1656181" y="466725"/>
                </a:lnTo>
                <a:close/>
              </a:path>
              <a:path w="1669414" h="473075">
                <a:moveTo>
                  <a:pt x="1668881" y="12700"/>
                </a:moveTo>
                <a:lnTo>
                  <a:pt x="1662531" y="12700"/>
                </a:lnTo>
                <a:lnTo>
                  <a:pt x="1656181" y="6350"/>
                </a:lnTo>
                <a:lnTo>
                  <a:pt x="1668881" y="6350"/>
                </a:lnTo>
                <a:lnTo>
                  <a:pt x="1668881" y="12700"/>
                </a:lnTo>
                <a:close/>
              </a:path>
              <a:path w="1669414" h="473075">
                <a:moveTo>
                  <a:pt x="12700" y="466725"/>
                </a:moveTo>
                <a:lnTo>
                  <a:pt x="6350" y="460375"/>
                </a:lnTo>
                <a:lnTo>
                  <a:pt x="12700" y="460375"/>
                </a:lnTo>
                <a:lnTo>
                  <a:pt x="12700" y="466725"/>
                </a:lnTo>
                <a:close/>
              </a:path>
              <a:path w="1669414" h="473075">
                <a:moveTo>
                  <a:pt x="1656181" y="466725"/>
                </a:moveTo>
                <a:lnTo>
                  <a:pt x="12700" y="466725"/>
                </a:lnTo>
                <a:lnTo>
                  <a:pt x="12700" y="460375"/>
                </a:lnTo>
                <a:lnTo>
                  <a:pt x="1656181" y="460375"/>
                </a:lnTo>
                <a:lnTo>
                  <a:pt x="1656181" y="466725"/>
                </a:lnTo>
                <a:close/>
              </a:path>
              <a:path w="1669414" h="473075">
                <a:moveTo>
                  <a:pt x="1668881" y="466725"/>
                </a:moveTo>
                <a:lnTo>
                  <a:pt x="1656181" y="466725"/>
                </a:lnTo>
                <a:lnTo>
                  <a:pt x="1662531" y="460375"/>
                </a:lnTo>
                <a:lnTo>
                  <a:pt x="1668881" y="460375"/>
                </a:lnTo>
                <a:lnTo>
                  <a:pt x="1668881" y="466725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76600" y="2852927"/>
            <a:ext cx="1655445" cy="460375"/>
          </a:xfrm>
          <a:custGeom>
            <a:avLst/>
            <a:gdLst/>
            <a:ahLst/>
            <a:cxnLst/>
            <a:rect l="l" t="t" r="r" b="b"/>
            <a:pathLst>
              <a:path w="1655445" h="460375">
                <a:moveTo>
                  <a:pt x="0" y="0"/>
                </a:moveTo>
                <a:lnTo>
                  <a:pt x="1655064" y="0"/>
                </a:lnTo>
                <a:lnTo>
                  <a:pt x="1655064" y="460248"/>
                </a:lnTo>
                <a:lnTo>
                  <a:pt x="0" y="460248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69500" y="2846590"/>
            <a:ext cx="1669414" cy="473075"/>
          </a:xfrm>
          <a:custGeom>
            <a:avLst/>
            <a:gdLst/>
            <a:ahLst/>
            <a:cxnLst/>
            <a:rect l="l" t="t" r="r" b="b"/>
            <a:pathLst>
              <a:path w="1669414" h="473075">
                <a:moveTo>
                  <a:pt x="1668894" y="473075"/>
                </a:moveTo>
                <a:lnTo>
                  <a:pt x="0" y="473075"/>
                </a:lnTo>
                <a:lnTo>
                  <a:pt x="0" y="0"/>
                </a:lnTo>
                <a:lnTo>
                  <a:pt x="1668894" y="0"/>
                </a:lnTo>
                <a:lnTo>
                  <a:pt x="1668894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0375"/>
                </a:lnTo>
                <a:lnTo>
                  <a:pt x="6350" y="460375"/>
                </a:lnTo>
                <a:lnTo>
                  <a:pt x="12700" y="466725"/>
                </a:lnTo>
                <a:lnTo>
                  <a:pt x="1668894" y="466725"/>
                </a:lnTo>
                <a:lnTo>
                  <a:pt x="1668894" y="473075"/>
                </a:lnTo>
                <a:close/>
              </a:path>
              <a:path w="1669414" h="4730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669414" h="473075">
                <a:moveTo>
                  <a:pt x="1656194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656194" y="6350"/>
                </a:lnTo>
                <a:lnTo>
                  <a:pt x="1656194" y="12700"/>
                </a:lnTo>
                <a:close/>
              </a:path>
              <a:path w="1669414" h="473075">
                <a:moveTo>
                  <a:pt x="1656194" y="466725"/>
                </a:moveTo>
                <a:lnTo>
                  <a:pt x="1656194" y="6350"/>
                </a:lnTo>
                <a:lnTo>
                  <a:pt x="1662544" y="12700"/>
                </a:lnTo>
                <a:lnTo>
                  <a:pt x="1668894" y="12700"/>
                </a:lnTo>
                <a:lnTo>
                  <a:pt x="1668894" y="460375"/>
                </a:lnTo>
                <a:lnTo>
                  <a:pt x="1662544" y="460375"/>
                </a:lnTo>
                <a:lnTo>
                  <a:pt x="1656194" y="466725"/>
                </a:lnTo>
                <a:close/>
              </a:path>
              <a:path w="1669414" h="473075">
                <a:moveTo>
                  <a:pt x="1668894" y="12700"/>
                </a:moveTo>
                <a:lnTo>
                  <a:pt x="1662544" y="12700"/>
                </a:lnTo>
                <a:lnTo>
                  <a:pt x="1656194" y="6350"/>
                </a:lnTo>
                <a:lnTo>
                  <a:pt x="1668894" y="6350"/>
                </a:lnTo>
                <a:lnTo>
                  <a:pt x="1668894" y="12700"/>
                </a:lnTo>
                <a:close/>
              </a:path>
              <a:path w="1669414" h="473075">
                <a:moveTo>
                  <a:pt x="12700" y="466725"/>
                </a:moveTo>
                <a:lnTo>
                  <a:pt x="6350" y="460375"/>
                </a:lnTo>
                <a:lnTo>
                  <a:pt x="12700" y="460375"/>
                </a:lnTo>
                <a:lnTo>
                  <a:pt x="12700" y="466725"/>
                </a:lnTo>
                <a:close/>
              </a:path>
              <a:path w="1669414" h="473075">
                <a:moveTo>
                  <a:pt x="1656194" y="466725"/>
                </a:moveTo>
                <a:lnTo>
                  <a:pt x="12700" y="466725"/>
                </a:lnTo>
                <a:lnTo>
                  <a:pt x="12700" y="460375"/>
                </a:lnTo>
                <a:lnTo>
                  <a:pt x="1656194" y="460375"/>
                </a:lnTo>
                <a:lnTo>
                  <a:pt x="1656194" y="466725"/>
                </a:lnTo>
                <a:close/>
              </a:path>
              <a:path w="1669414" h="473075">
                <a:moveTo>
                  <a:pt x="1668894" y="466725"/>
                </a:moveTo>
                <a:lnTo>
                  <a:pt x="1656194" y="466725"/>
                </a:lnTo>
                <a:lnTo>
                  <a:pt x="1662544" y="460375"/>
                </a:lnTo>
                <a:lnTo>
                  <a:pt x="1668894" y="460375"/>
                </a:lnTo>
                <a:lnTo>
                  <a:pt x="1668894" y="466725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7532" y="3314700"/>
            <a:ext cx="1656714" cy="460375"/>
          </a:xfrm>
          <a:custGeom>
            <a:avLst/>
            <a:gdLst/>
            <a:ahLst/>
            <a:cxnLst/>
            <a:rect l="l" t="t" r="r" b="b"/>
            <a:pathLst>
              <a:path w="1656714" h="460375">
                <a:moveTo>
                  <a:pt x="0" y="0"/>
                </a:moveTo>
                <a:lnTo>
                  <a:pt x="1656588" y="0"/>
                </a:lnTo>
                <a:lnTo>
                  <a:pt x="1656588" y="460248"/>
                </a:lnTo>
                <a:lnTo>
                  <a:pt x="0" y="460248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21232" y="3308248"/>
            <a:ext cx="1669414" cy="473075"/>
          </a:xfrm>
          <a:custGeom>
            <a:avLst/>
            <a:gdLst/>
            <a:ahLst/>
            <a:cxnLst/>
            <a:rect l="l" t="t" r="r" b="b"/>
            <a:pathLst>
              <a:path w="1669414" h="473075">
                <a:moveTo>
                  <a:pt x="1668881" y="473075"/>
                </a:moveTo>
                <a:lnTo>
                  <a:pt x="0" y="473075"/>
                </a:lnTo>
                <a:lnTo>
                  <a:pt x="0" y="0"/>
                </a:lnTo>
                <a:lnTo>
                  <a:pt x="1668881" y="0"/>
                </a:lnTo>
                <a:lnTo>
                  <a:pt x="1668881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0375"/>
                </a:lnTo>
                <a:lnTo>
                  <a:pt x="6350" y="460375"/>
                </a:lnTo>
                <a:lnTo>
                  <a:pt x="12700" y="466725"/>
                </a:lnTo>
                <a:lnTo>
                  <a:pt x="1668881" y="466725"/>
                </a:lnTo>
                <a:lnTo>
                  <a:pt x="1668881" y="473075"/>
                </a:lnTo>
                <a:close/>
              </a:path>
              <a:path w="1669414" h="4730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669414" h="473075">
                <a:moveTo>
                  <a:pt x="1656181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656181" y="6350"/>
                </a:lnTo>
                <a:lnTo>
                  <a:pt x="1656181" y="12700"/>
                </a:lnTo>
                <a:close/>
              </a:path>
              <a:path w="1669414" h="473075">
                <a:moveTo>
                  <a:pt x="1656181" y="466725"/>
                </a:moveTo>
                <a:lnTo>
                  <a:pt x="1656181" y="6350"/>
                </a:lnTo>
                <a:lnTo>
                  <a:pt x="1662531" y="12700"/>
                </a:lnTo>
                <a:lnTo>
                  <a:pt x="1668881" y="12700"/>
                </a:lnTo>
                <a:lnTo>
                  <a:pt x="1668881" y="460375"/>
                </a:lnTo>
                <a:lnTo>
                  <a:pt x="1662531" y="460375"/>
                </a:lnTo>
                <a:lnTo>
                  <a:pt x="1656181" y="466725"/>
                </a:lnTo>
                <a:close/>
              </a:path>
              <a:path w="1669414" h="473075">
                <a:moveTo>
                  <a:pt x="1668881" y="12700"/>
                </a:moveTo>
                <a:lnTo>
                  <a:pt x="1662531" y="12700"/>
                </a:lnTo>
                <a:lnTo>
                  <a:pt x="1656181" y="6350"/>
                </a:lnTo>
                <a:lnTo>
                  <a:pt x="1668881" y="6350"/>
                </a:lnTo>
                <a:lnTo>
                  <a:pt x="1668881" y="12700"/>
                </a:lnTo>
                <a:close/>
              </a:path>
              <a:path w="1669414" h="473075">
                <a:moveTo>
                  <a:pt x="12700" y="466725"/>
                </a:moveTo>
                <a:lnTo>
                  <a:pt x="6350" y="460375"/>
                </a:lnTo>
                <a:lnTo>
                  <a:pt x="12700" y="460375"/>
                </a:lnTo>
                <a:lnTo>
                  <a:pt x="12700" y="466725"/>
                </a:lnTo>
                <a:close/>
              </a:path>
              <a:path w="1669414" h="473075">
                <a:moveTo>
                  <a:pt x="1656181" y="466725"/>
                </a:moveTo>
                <a:lnTo>
                  <a:pt x="12700" y="466725"/>
                </a:lnTo>
                <a:lnTo>
                  <a:pt x="12700" y="460375"/>
                </a:lnTo>
                <a:lnTo>
                  <a:pt x="1656181" y="460375"/>
                </a:lnTo>
                <a:lnTo>
                  <a:pt x="1656181" y="466725"/>
                </a:lnTo>
                <a:close/>
              </a:path>
              <a:path w="1669414" h="473075">
                <a:moveTo>
                  <a:pt x="1668881" y="466725"/>
                </a:moveTo>
                <a:lnTo>
                  <a:pt x="1656181" y="466725"/>
                </a:lnTo>
                <a:lnTo>
                  <a:pt x="1662531" y="460375"/>
                </a:lnTo>
                <a:lnTo>
                  <a:pt x="1668881" y="460375"/>
                </a:lnTo>
                <a:lnTo>
                  <a:pt x="1668881" y="466725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76600" y="3314700"/>
            <a:ext cx="2231390" cy="460375"/>
          </a:xfrm>
          <a:custGeom>
            <a:avLst/>
            <a:gdLst/>
            <a:ahLst/>
            <a:cxnLst/>
            <a:rect l="l" t="t" r="r" b="b"/>
            <a:pathLst>
              <a:path w="2231390" h="460375">
                <a:moveTo>
                  <a:pt x="0" y="0"/>
                </a:moveTo>
                <a:lnTo>
                  <a:pt x="2231136" y="0"/>
                </a:lnTo>
                <a:lnTo>
                  <a:pt x="2231136" y="460248"/>
                </a:lnTo>
                <a:lnTo>
                  <a:pt x="0" y="460248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69500" y="3308248"/>
            <a:ext cx="2245360" cy="473075"/>
          </a:xfrm>
          <a:custGeom>
            <a:avLst/>
            <a:gdLst/>
            <a:ahLst/>
            <a:cxnLst/>
            <a:rect l="l" t="t" r="r" b="b"/>
            <a:pathLst>
              <a:path w="2245360" h="473075">
                <a:moveTo>
                  <a:pt x="2244953" y="473075"/>
                </a:moveTo>
                <a:lnTo>
                  <a:pt x="0" y="473075"/>
                </a:lnTo>
                <a:lnTo>
                  <a:pt x="0" y="0"/>
                </a:lnTo>
                <a:lnTo>
                  <a:pt x="2244953" y="0"/>
                </a:lnTo>
                <a:lnTo>
                  <a:pt x="2244953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0375"/>
                </a:lnTo>
                <a:lnTo>
                  <a:pt x="6350" y="460375"/>
                </a:lnTo>
                <a:lnTo>
                  <a:pt x="12700" y="466725"/>
                </a:lnTo>
                <a:lnTo>
                  <a:pt x="2244953" y="466725"/>
                </a:lnTo>
                <a:lnTo>
                  <a:pt x="2244953" y="473075"/>
                </a:lnTo>
                <a:close/>
              </a:path>
              <a:path w="2245360" h="47307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245360" h="473075">
                <a:moveTo>
                  <a:pt x="2232253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232253" y="6350"/>
                </a:lnTo>
                <a:lnTo>
                  <a:pt x="2232253" y="12700"/>
                </a:lnTo>
                <a:close/>
              </a:path>
              <a:path w="2245360" h="473075">
                <a:moveTo>
                  <a:pt x="2232253" y="466725"/>
                </a:moveTo>
                <a:lnTo>
                  <a:pt x="2232253" y="6350"/>
                </a:lnTo>
                <a:lnTo>
                  <a:pt x="2238603" y="12700"/>
                </a:lnTo>
                <a:lnTo>
                  <a:pt x="2244953" y="12700"/>
                </a:lnTo>
                <a:lnTo>
                  <a:pt x="2244953" y="460375"/>
                </a:lnTo>
                <a:lnTo>
                  <a:pt x="2238603" y="460375"/>
                </a:lnTo>
                <a:lnTo>
                  <a:pt x="2232253" y="466725"/>
                </a:lnTo>
                <a:close/>
              </a:path>
              <a:path w="2245360" h="473075">
                <a:moveTo>
                  <a:pt x="2244953" y="12700"/>
                </a:moveTo>
                <a:lnTo>
                  <a:pt x="2238603" y="12700"/>
                </a:lnTo>
                <a:lnTo>
                  <a:pt x="2232253" y="6350"/>
                </a:lnTo>
                <a:lnTo>
                  <a:pt x="2244953" y="6350"/>
                </a:lnTo>
                <a:lnTo>
                  <a:pt x="2244953" y="12700"/>
                </a:lnTo>
                <a:close/>
              </a:path>
              <a:path w="2245360" h="473075">
                <a:moveTo>
                  <a:pt x="12700" y="466725"/>
                </a:moveTo>
                <a:lnTo>
                  <a:pt x="6350" y="460375"/>
                </a:lnTo>
                <a:lnTo>
                  <a:pt x="12700" y="460375"/>
                </a:lnTo>
                <a:lnTo>
                  <a:pt x="12700" y="466725"/>
                </a:lnTo>
                <a:close/>
              </a:path>
              <a:path w="2245360" h="473075">
                <a:moveTo>
                  <a:pt x="2232253" y="466725"/>
                </a:moveTo>
                <a:lnTo>
                  <a:pt x="12700" y="466725"/>
                </a:lnTo>
                <a:lnTo>
                  <a:pt x="12700" y="460375"/>
                </a:lnTo>
                <a:lnTo>
                  <a:pt x="2232253" y="460375"/>
                </a:lnTo>
                <a:lnTo>
                  <a:pt x="2232253" y="466725"/>
                </a:lnTo>
                <a:close/>
              </a:path>
              <a:path w="2245360" h="473075">
                <a:moveTo>
                  <a:pt x="2244953" y="466725"/>
                </a:moveTo>
                <a:lnTo>
                  <a:pt x="2232253" y="466725"/>
                </a:lnTo>
                <a:lnTo>
                  <a:pt x="2238603" y="460375"/>
                </a:lnTo>
                <a:lnTo>
                  <a:pt x="2244953" y="460375"/>
                </a:lnTo>
                <a:lnTo>
                  <a:pt x="2244953" y="466725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90295" y="2782442"/>
            <a:ext cx="4213860" cy="327025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855"/>
              </a:spcBef>
              <a:tabLst>
                <a:tab pos="2676525" algn="l"/>
              </a:tabLst>
            </a:pPr>
            <a:r>
              <a:rPr dirty="0" sz="2400">
                <a:solidFill>
                  <a:srgbClr val="FFFFFF"/>
                </a:solidFill>
                <a:latin typeface="微软雅黑"/>
                <a:cs typeface="微软雅黑"/>
              </a:rPr>
              <a:t>名词	对象</a:t>
            </a:r>
            <a:endParaRPr sz="2400">
              <a:latin typeface="微软雅黑"/>
              <a:cs typeface="微软雅黑"/>
            </a:endParaRPr>
          </a:p>
          <a:p>
            <a:pPr marL="228600">
              <a:lnSpc>
                <a:spcPct val="100000"/>
              </a:lnSpc>
              <a:spcBef>
                <a:spcPts val="755"/>
              </a:spcBef>
              <a:tabLst>
                <a:tab pos="2676525" algn="l"/>
              </a:tabLst>
            </a:pPr>
            <a:r>
              <a:rPr dirty="0" sz="2400">
                <a:solidFill>
                  <a:srgbClr val="FFFFFF"/>
                </a:solidFill>
                <a:latin typeface="微软雅黑"/>
                <a:cs typeface="微软雅黑"/>
              </a:rPr>
              <a:t>动词	对象的行为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4000" b="1">
                <a:latin typeface="宋体"/>
                <a:cs typeface="宋体"/>
              </a:rPr>
              <a:t>酒</a:t>
            </a:r>
            <a:r>
              <a:rPr dirty="0" sz="4000" spc="-25" b="1">
                <a:latin typeface="宋体"/>
                <a:cs typeface="宋体"/>
              </a:rPr>
              <a:t>店</a:t>
            </a:r>
            <a:r>
              <a:rPr dirty="0" sz="4000" spc="475" b="1">
                <a:latin typeface="宋体"/>
                <a:cs typeface="宋体"/>
              </a:rPr>
              <a:t> </a:t>
            </a:r>
            <a:r>
              <a:rPr dirty="0" sz="4000" b="1">
                <a:latin typeface="宋体"/>
                <a:cs typeface="宋体"/>
              </a:rPr>
              <a:t>客</a:t>
            </a:r>
            <a:r>
              <a:rPr dirty="0" sz="4000" spc="-25" b="1">
                <a:latin typeface="宋体"/>
                <a:cs typeface="宋体"/>
              </a:rPr>
              <a:t>房</a:t>
            </a:r>
            <a:endParaRPr sz="4000">
              <a:latin typeface="宋体"/>
              <a:cs typeface="宋体"/>
            </a:endParaRPr>
          </a:p>
          <a:p>
            <a:pPr algn="just" marL="576580" marR="3136900" indent="33020">
              <a:lnSpc>
                <a:spcPct val="139100"/>
              </a:lnSpc>
              <a:spcBef>
                <a:spcPts val="400"/>
              </a:spcBef>
            </a:pPr>
            <a:r>
              <a:rPr dirty="0" sz="1800" b="1">
                <a:latin typeface="宋体"/>
                <a:cs typeface="宋体"/>
              </a:rPr>
              <a:t>查</a:t>
            </a:r>
            <a:r>
              <a:rPr dirty="0" sz="1800" spc="-10" b="1">
                <a:latin typeface="宋体"/>
                <a:cs typeface="宋体"/>
              </a:rPr>
              <a:t>询 </a:t>
            </a:r>
            <a:r>
              <a:rPr dirty="0" sz="1800" b="1">
                <a:latin typeface="宋体"/>
                <a:cs typeface="宋体"/>
              </a:rPr>
              <a:t>入</a:t>
            </a:r>
            <a:r>
              <a:rPr dirty="0" sz="1800" spc="-10" b="1">
                <a:latin typeface="宋体"/>
                <a:cs typeface="宋体"/>
              </a:rPr>
              <a:t>住 </a:t>
            </a:r>
            <a:r>
              <a:rPr dirty="0" sz="1800" b="1">
                <a:latin typeface="宋体"/>
                <a:cs typeface="宋体"/>
              </a:rPr>
              <a:t>退</a:t>
            </a:r>
            <a:r>
              <a:rPr dirty="0" sz="1800" spc="-10" b="1">
                <a:latin typeface="宋体"/>
                <a:cs typeface="宋体"/>
              </a:rPr>
              <a:t>房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88408" y="3822191"/>
            <a:ext cx="4032503" cy="2609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483764" y="3035541"/>
            <a:ext cx="792480" cy="96520"/>
          </a:xfrm>
          <a:custGeom>
            <a:avLst/>
            <a:gdLst/>
            <a:ahLst/>
            <a:cxnLst/>
            <a:rect l="l" t="t" r="r" b="b"/>
            <a:pathLst>
              <a:path w="792479" h="96519">
                <a:moveTo>
                  <a:pt x="777356" y="48228"/>
                </a:moveTo>
                <a:lnTo>
                  <a:pt x="706805" y="7073"/>
                </a:lnTo>
                <a:lnTo>
                  <a:pt x="705688" y="6083"/>
                </a:lnTo>
                <a:lnTo>
                  <a:pt x="705040" y="4749"/>
                </a:lnTo>
                <a:lnTo>
                  <a:pt x="704951" y="3263"/>
                </a:lnTo>
                <a:lnTo>
                  <a:pt x="705434" y="1854"/>
                </a:lnTo>
                <a:lnTo>
                  <a:pt x="706412" y="749"/>
                </a:lnTo>
                <a:lnTo>
                  <a:pt x="707758" y="88"/>
                </a:lnTo>
                <a:lnTo>
                  <a:pt x="709231" y="0"/>
                </a:lnTo>
                <a:lnTo>
                  <a:pt x="710641" y="482"/>
                </a:lnTo>
                <a:lnTo>
                  <a:pt x="785948" y="44411"/>
                </a:lnTo>
                <a:lnTo>
                  <a:pt x="784923" y="44411"/>
                </a:lnTo>
                <a:lnTo>
                  <a:pt x="784923" y="44932"/>
                </a:lnTo>
                <a:lnTo>
                  <a:pt x="783005" y="44932"/>
                </a:lnTo>
                <a:lnTo>
                  <a:pt x="777356" y="48228"/>
                </a:lnTo>
                <a:close/>
              </a:path>
              <a:path w="792479" h="96519">
                <a:moveTo>
                  <a:pt x="770835" y="52031"/>
                </a:moveTo>
                <a:lnTo>
                  <a:pt x="0" y="52031"/>
                </a:lnTo>
                <a:lnTo>
                  <a:pt x="0" y="44411"/>
                </a:lnTo>
                <a:lnTo>
                  <a:pt x="770813" y="44411"/>
                </a:lnTo>
                <a:lnTo>
                  <a:pt x="777356" y="48228"/>
                </a:lnTo>
                <a:lnTo>
                  <a:pt x="770835" y="52031"/>
                </a:lnTo>
                <a:close/>
              </a:path>
              <a:path w="792479" h="96519">
                <a:moveTo>
                  <a:pt x="785950" y="52031"/>
                </a:moveTo>
                <a:lnTo>
                  <a:pt x="784923" y="52031"/>
                </a:lnTo>
                <a:lnTo>
                  <a:pt x="784923" y="44411"/>
                </a:lnTo>
                <a:lnTo>
                  <a:pt x="785948" y="44411"/>
                </a:lnTo>
                <a:lnTo>
                  <a:pt x="792479" y="48221"/>
                </a:lnTo>
                <a:lnTo>
                  <a:pt x="785950" y="52031"/>
                </a:lnTo>
                <a:close/>
              </a:path>
              <a:path w="792479" h="96519">
                <a:moveTo>
                  <a:pt x="783005" y="51523"/>
                </a:moveTo>
                <a:lnTo>
                  <a:pt x="777356" y="48228"/>
                </a:lnTo>
                <a:lnTo>
                  <a:pt x="783005" y="44932"/>
                </a:lnTo>
                <a:lnTo>
                  <a:pt x="783005" y="51523"/>
                </a:lnTo>
                <a:close/>
              </a:path>
              <a:path w="792479" h="96519">
                <a:moveTo>
                  <a:pt x="784923" y="51523"/>
                </a:moveTo>
                <a:lnTo>
                  <a:pt x="783005" y="51523"/>
                </a:lnTo>
                <a:lnTo>
                  <a:pt x="783005" y="44932"/>
                </a:lnTo>
                <a:lnTo>
                  <a:pt x="784923" y="44932"/>
                </a:lnTo>
                <a:lnTo>
                  <a:pt x="784923" y="51523"/>
                </a:lnTo>
                <a:close/>
              </a:path>
              <a:path w="792479" h="96519">
                <a:moveTo>
                  <a:pt x="709231" y="96456"/>
                </a:moveTo>
                <a:lnTo>
                  <a:pt x="707758" y="96367"/>
                </a:lnTo>
                <a:lnTo>
                  <a:pt x="706412" y="95707"/>
                </a:lnTo>
                <a:lnTo>
                  <a:pt x="705434" y="94602"/>
                </a:lnTo>
                <a:lnTo>
                  <a:pt x="704951" y="93192"/>
                </a:lnTo>
                <a:lnTo>
                  <a:pt x="705040" y="91706"/>
                </a:lnTo>
                <a:lnTo>
                  <a:pt x="705688" y="90373"/>
                </a:lnTo>
                <a:lnTo>
                  <a:pt x="706805" y="89382"/>
                </a:lnTo>
                <a:lnTo>
                  <a:pt x="777356" y="48228"/>
                </a:lnTo>
                <a:lnTo>
                  <a:pt x="783005" y="51523"/>
                </a:lnTo>
                <a:lnTo>
                  <a:pt x="784923" y="51523"/>
                </a:lnTo>
                <a:lnTo>
                  <a:pt x="784923" y="52031"/>
                </a:lnTo>
                <a:lnTo>
                  <a:pt x="785950" y="52031"/>
                </a:lnTo>
                <a:lnTo>
                  <a:pt x="710641" y="95973"/>
                </a:lnTo>
                <a:lnTo>
                  <a:pt x="709231" y="96456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83764" y="3497211"/>
            <a:ext cx="792480" cy="96520"/>
          </a:xfrm>
          <a:custGeom>
            <a:avLst/>
            <a:gdLst/>
            <a:ahLst/>
            <a:cxnLst/>
            <a:rect l="l" t="t" r="r" b="b"/>
            <a:pathLst>
              <a:path w="792479" h="96520">
                <a:moveTo>
                  <a:pt x="776973" y="48221"/>
                </a:moveTo>
                <a:lnTo>
                  <a:pt x="706412" y="7061"/>
                </a:lnTo>
                <a:lnTo>
                  <a:pt x="705294" y="6070"/>
                </a:lnTo>
                <a:lnTo>
                  <a:pt x="704646" y="4737"/>
                </a:lnTo>
                <a:lnTo>
                  <a:pt x="704557" y="3251"/>
                </a:lnTo>
                <a:lnTo>
                  <a:pt x="705040" y="1854"/>
                </a:lnTo>
                <a:lnTo>
                  <a:pt x="706018" y="736"/>
                </a:lnTo>
                <a:lnTo>
                  <a:pt x="707364" y="88"/>
                </a:lnTo>
                <a:lnTo>
                  <a:pt x="708850" y="0"/>
                </a:lnTo>
                <a:lnTo>
                  <a:pt x="710247" y="482"/>
                </a:lnTo>
                <a:lnTo>
                  <a:pt x="785554" y="44411"/>
                </a:lnTo>
                <a:lnTo>
                  <a:pt x="784529" y="44411"/>
                </a:lnTo>
                <a:lnTo>
                  <a:pt x="784529" y="44932"/>
                </a:lnTo>
                <a:lnTo>
                  <a:pt x="782612" y="44932"/>
                </a:lnTo>
                <a:lnTo>
                  <a:pt x="776973" y="48221"/>
                </a:lnTo>
                <a:close/>
              </a:path>
              <a:path w="792479" h="96520">
                <a:moveTo>
                  <a:pt x="770441" y="52031"/>
                </a:moveTo>
                <a:lnTo>
                  <a:pt x="0" y="52031"/>
                </a:lnTo>
                <a:lnTo>
                  <a:pt x="0" y="44411"/>
                </a:lnTo>
                <a:lnTo>
                  <a:pt x="770441" y="44411"/>
                </a:lnTo>
                <a:lnTo>
                  <a:pt x="776973" y="48221"/>
                </a:lnTo>
                <a:lnTo>
                  <a:pt x="770441" y="52031"/>
                </a:lnTo>
                <a:close/>
              </a:path>
              <a:path w="792479" h="96520">
                <a:moveTo>
                  <a:pt x="785554" y="52031"/>
                </a:moveTo>
                <a:lnTo>
                  <a:pt x="784529" y="52031"/>
                </a:lnTo>
                <a:lnTo>
                  <a:pt x="784529" y="44411"/>
                </a:lnTo>
                <a:lnTo>
                  <a:pt x="785554" y="44411"/>
                </a:lnTo>
                <a:lnTo>
                  <a:pt x="792086" y="48221"/>
                </a:lnTo>
                <a:lnTo>
                  <a:pt x="785554" y="52031"/>
                </a:lnTo>
                <a:close/>
              </a:path>
              <a:path w="792479" h="96520">
                <a:moveTo>
                  <a:pt x="782612" y="51511"/>
                </a:moveTo>
                <a:lnTo>
                  <a:pt x="776973" y="48221"/>
                </a:lnTo>
                <a:lnTo>
                  <a:pt x="782612" y="44932"/>
                </a:lnTo>
                <a:lnTo>
                  <a:pt x="782612" y="51511"/>
                </a:lnTo>
                <a:close/>
              </a:path>
              <a:path w="792479" h="96520">
                <a:moveTo>
                  <a:pt x="784529" y="51511"/>
                </a:moveTo>
                <a:lnTo>
                  <a:pt x="782612" y="51511"/>
                </a:lnTo>
                <a:lnTo>
                  <a:pt x="782612" y="44932"/>
                </a:lnTo>
                <a:lnTo>
                  <a:pt x="784529" y="44932"/>
                </a:lnTo>
                <a:lnTo>
                  <a:pt x="784529" y="51511"/>
                </a:lnTo>
                <a:close/>
              </a:path>
              <a:path w="792479" h="96520">
                <a:moveTo>
                  <a:pt x="708850" y="96443"/>
                </a:moveTo>
                <a:lnTo>
                  <a:pt x="707364" y="96354"/>
                </a:lnTo>
                <a:lnTo>
                  <a:pt x="706018" y="95707"/>
                </a:lnTo>
                <a:lnTo>
                  <a:pt x="705040" y="94589"/>
                </a:lnTo>
                <a:lnTo>
                  <a:pt x="704557" y="93179"/>
                </a:lnTo>
                <a:lnTo>
                  <a:pt x="704646" y="91706"/>
                </a:lnTo>
                <a:lnTo>
                  <a:pt x="705294" y="90360"/>
                </a:lnTo>
                <a:lnTo>
                  <a:pt x="706412" y="89382"/>
                </a:lnTo>
                <a:lnTo>
                  <a:pt x="776973" y="48221"/>
                </a:lnTo>
                <a:lnTo>
                  <a:pt x="782612" y="51511"/>
                </a:lnTo>
                <a:lnTo>
                  <a:pt x="784529" y="51511"/>
                </a:lnTo>
                <a:lnTo>
                  <a:pt x="784529" y="52031"/>
                </a:lnTo>
                <a:lnTo>
                  <a:pt x="785554" y="52031"/>
                </a:lnTo>
                <a:lnTo>
                  <a:pt x="710247" y="95961"/>
                </a:lnTo>
                <a:lnTo>
                  <a:pt x="708850" y="96443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47"/>
            <a:ext cx="42468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4.2.2</a:t>
            </a:r>
            <a:r>
              <a:rPr dirty="0" sz="3000" spc="146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使用class定义</a:t>
            </a:r>
            <a:r>
              <a:rPr dirty="0" sz="3000" spc="-15" b="1">
                <a:latin typeface="宋体"/>
                <a:cs typeface="宋体"/>
              </a:rPr>
              <a:t>类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49630" y="1170304"/>
            <a:ext cx="7099934" cy="3832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宋体"/>
                <a:cs typeface="宋体"/>
              </a:rPr>
              <a:t>定义类的语法格式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400">
              <a:latin typeface="宋体"/>
              <a:cs typeface="宋体"/>
            </a:endParaRPr>
          </a:p>
          <a:p>
            <a:pPr marL="338455" marR="5080" indent="516255">
              <a:lnSpc>
                <a:spcPts val="3020"/>
              </a:lnSpc>
            </a:pPr>
            <a:r>
              <a:rPr dirty="0" sz="2800" spc="-5">
                <a:solidFill>
                  <a:srgbClr val="967A2C"/>
                </a:solidFill>
                <a:latin typeface="宋体"/>
                <a:cs typeface="宋体"/>
              </a:rPr>
              <a:t>[</a:t>
            </a:r>
            <a:r>
              <a:rPr dirty="0" sz="2800">
                <a:solidFill>
                  <a:srgbClr val="967A2C"/>
                </a:solidFill>
                <a:latin typeface="宋体"/>
                <a:cs typeface="宋体"/>
              </a:rPr>
              <a:t>类的修饰符</a:t>
            </a:r>
            <a:r>
              <a:rPr dirty="0" sz="2800" spc="-5">
                <a:solidFill>
                  <a:srgbClr val="967A2C"/>
                </a:solidFill>
                <a:latin typeface="宋体"/>
                <a:cs typeface="宋体"/>
              </a:rPr>
              <a:t>]</a:t>
            </a:r>
            <a:r>
              <a:rPr dirty="0" sz="2800" spc="-2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class</a:t>
            </a:r>
            <a:r>
              <a:rPr dirty="0" sz="2800" spc="-30" b="1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类名</a:t>
            </a:r>
            <a:r>
              <a:rPr dirty="0" sz="2800" spc="-2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967A2C"/>
                </a:solidFill>
                <a:latin typeface="宋体"/>
                <a:cs typeface="宋体"/>
              </a:rPr>
              <a:t>[extends</a:t>
            </a:r>
            <a:r>
              <a:rPr dirty="0" sz="2800" spc="-20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967A2C"/>
                </a:solidFill>
                <a:latin typeface="宋体"/>
                <a:cs typeface="宋体"/>
              </a:rPr>
              <a:t>父 </a:t>
            </a:r>
            <a:r>
              <a:rPr dirty="0" sz="2800">
                <a:solidFill>
                  <a:srgbClr val="967A2C"/>
                </a:solidFill>
                <a:latin typeface="宋体"/>
                <a:cs typeface="宋体"/>
              </a:rPr>
              <a:t>类 名 </a:t>
            </a:r>
            <a:r>
              <a:rPr dirty="0" sz="2800" spc="-5">
                <a:solidFill>
                  <a:srgbClr val="967A2C"/>
                </a:solidFill>
                <a:latin typeface="宋体"/>
                <a:cs typeface="宋体"/>
              </a:rPr>
              <a:t>]</a:t>
            </a:r>
            <a:r>
              <a:rPr dirty="0" sz="2800" spc="1375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ED7A07"/>
                </a:solidFill>
                <a:latin typeface="宋体"/>
                <a:cs typeface="宋体"/>
              </a:rPr>
              <a:t>{</a:t>
            </a:r>
            <a:endParaRPr sz="2800">
              <a:latin typeface="宋体"/>
              <a:cs typeface="宋体"/>
            </a:endParaRPr>
          </a:p>
          <a:p>
            <a:pPr marL="855344">
              <a:lnSpc>
                <a:spcPts val="3350"/>
              </a:lnSpc>
            </a:pPr>
            <a:r>
              <a:rPr dirty="0" sz="2800" spc="-5">
                <a:solidFill>
                  <a:srgbClr val="967A2C"/>
                </a:solidFill>
                <a:latin typeface="宋体"/>
                <a:cs typeface="宋体"/>
              </a:rPr>
              <a:t>       </a:t>
            </a:r>
            <a:r>
              <a:rPr dirty="0" sz="2800" spc="-5">
                <a:solidFill>
                  <a:srgbClr val="967A2C"/>
                </a:solidFill>
                <a:latin typeface="宋体"/>
                <a:cs typeface="宋体"/>
              </a:rPr>
              <a:t>……</a:t>
            </a:r>
            <a:r>
              <a:rPr dirty="0" sz="2800" spc="1365">
                <a:solidFill>
                  <a:srgbClr val="967A2C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967A2C"/>
                </a:solidFill>
                <a:latin typeface="宋体"/>
                <a:cs typeface="宋体"/>
              </a:rPr>
              <a:t>// </a:t>
            </a:r>
            <a:r>
              <a:rPr dirty="0" sz="2800">
                <a:solidFill>
                  <a:srgbClr val="967A2C"/>
                </a:solidFill>
                <a:latin typeface="宋体"/>
                <a:cs typeface="宋体"/>
              </a:rPr>
              <a:t>类 </a:t>
            </a:r>
            <a:r>
              <a:rPr dirty="0" sz="2800" spc="-5">
                <a:solidFill>
                  <a:srgbClr val="967A2C"/>
                </a:solidFill>
                <a:latin typeface="宋体"/>
                <a:cs typeface="宋体"/>
              </a:rPr>
              <a:t>体</a:t>
            </a:r>
            <a:endParaRPr sz="2800">
              <a:latin typeface="宋体"/>
              <a:cs typeface="宋体"/>
            </a:endParaRPr>
          </a:p>
          <a:p>
            <a:pPr marL="855344">
              <a:lnSpc>
                <a:spcPct val="100000"/>
              </a:lnSpc>
              <a:spcBef>
                <a:spcPts val="35"/>
              </a:spcBef>
            </a:pPr>
            <a:r>
              <a:rPr dirty="0" sz="2800" spc="-5">
                <a:solidFill>
                  <a:srgbClr val="ED7A07"/>
                </a:solidFill>
                <a:latin typeface="宋体"/>
                <a:cs typeface="宋体"/>
              </a:rPr>
              <a:t>}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1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3200">
                <a:latin typeface="宋体"/>
                <a:cs typeface="宋体"/>
              </a:rPr>
              <a:t>类体包括数据成员（属性）和方</a:t>
            </a:r>
            <a:r>
              <a:rPr dirty="0" sz="3200" spc="5">
                <a:latin typeface="宋体"/>
                <a:cs typeface="宋体"/>
              </a:rPr>
              <a:t>法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277802" y="2190432"/>
          <a:ext cx="3670300" cy="381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4600"/>
                <a:gridCol w="1101089"/>
                <a:gridCol w="1281430"/>
              </a:tblGrid>
              <a:tr h="338454">
                <a:tc>
                  <a:txBody>
                    <a:bodyPr/>
                    <a:lstStyle/>
                    <a:p>
                      <a:pPr algn="r" marR="158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800">
                          <a:latin typeface="宋体"/>
                          <a:cs typeface="宋体"/>
                        </a:rPr>
                        <a:t>数据类型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71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800">
                          <a:latin typeface="宋体"/>
                          <a:cs typeface="宋体"/>
                        </a:rPr>
                        <a:t>关键字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800">
                          <a:latin typeface="宋体"/>
                          <a:cs typeface="宋体"/>
                        </a:rPr>
                        <a:t>缺省数值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71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800">
                          <a:latin typeface="宋体"/>
                          <a:cs typeface="宋体"/>
                        </a:rPr>
                        <a:t>布尔型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952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spc="-5">
                          <a:latin typeface="Book Antiqua"/>
                          <a:cs typeface="Book Antiqua"/>
                        </a:rPr>
                        <a:t>boolean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88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>
                          <a:latin typeface="Book Antiqua"/>
                          <a:cs typeface="Book Antiqua"/>
                        </a:rPr>
                        <a:t>false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889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7354"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800">
                          <a:latin typeface="宋体"/>
                          <a:cs typeface="宋体"/>
                        </a:rPr>
                        <a:t>字符型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01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>
                          <a:latin typeface="Book Antiqua"/>
                          <a:cs typeface="Book Antiqua"/>
                        </a:rPr>
                        <a:t>char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00" spc="-5">
                          <a:latin typeface="Book Antiqua"/>
                          <a:cs typeface="Book Antiqua"/>
                        </a:rPr>
                        <a:t>‘\u0000’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宋体"/>
                          <a:cs typeface="宋体"/>
                        </a:rPr>
                        <a:t>字节型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dirty="0" sz="1800" spc="-5">
                          <a:latin typeface="Book Antiqua"/>
                          <a:cs typeface="Book Antiqua"/>
                        </a:rPr>
                        <a:t>byte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dirty="0" sz="1800">
                          <a:latin typeface="Book Antiqua"/>
                          <a:cs typeface="Book Antiqua"/>
                        </a:rPr>
                        <a:t>0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dirty="0" baseline="7407" sz="4500">
                          <a:latin typeface="宋体"/>
                          <a:cs typeface="宋体"/>
                        </a:rPr>
                        <a:t>;</a:t>
                      </a:r>
                      <a:r>
                        <a:rPr dirty="0" baseline="7407" sz="4500" spc="-82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800">
                          <a:latin typeface="宋体"/>
                          <a:cs typeface="宋体"/>
                        </a:rPr>
                        <a:t>短整型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dirty="0" sz="1800" spc="-5">
                          <a:latin typeface="Book Antiqua"/>
                          <a:cs typeface="Book Antiqua"/>
                        </a:rPr>
                        <a:t>short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dirty="0" sz="1800">
                          <a:latin typeface="Book Antiqua"/>
                          <a:cs typeface="Book Antiqua"/>
                        </a:rPr>
                        <a:t>0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>
                          <a:latin typeface="宋体"/>
                          <a:cs typeface="宋体"/>
                        </a:rPr>
                        <a:t>整型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572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>
                          <a:latin typeface="Book Antiqua"/>
                          <a:cs typeface="Book Antiqua"/>
                        </a:rPr>
                        <a:t>int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>
                          <a:latin typeface="Book Antiqua"/>
                          <a:cs typeface="Book Antiqua"/>
                        </a:rPr>
                        <a:t>0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>
                          <a:latin typeface="宋体"/>
                          <a:cs typeface="宋体"/>
                        </a:rPr>
                        <a:t>长整型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4762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Book Antiqua"/>
                          <a:cs typeface="Book Antiqua"/>
                        </a:rPr>
                        <a:t>long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Book Antiqua"/>
                          <a:cs typeface="Book Antiqua"/>
                        </a:rPr>
                        <a:t>0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宋体"/>
                          <a:cs typeface="宋体"/>
                        </a:rPr>
                        <a:t>浮点型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2222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>
                          <a:latin typeface="Book Antiqua"/>
                          <a:cs typeface="Book Antiqua"/>
                        </a:rPr>
                        <a:t>float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>
                          <a:latin typeface="Book Antiqua"/>
                          <a:cs typeface="Book Antiqua"/>
                        </a:rPr>
                        <a:t>0.0F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r" marR="158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>
                          <a:latin typeface="宋体"/>
                          <a:cs typeface="宋体"/>
                        </a:rPr>
                        <a:t>双精度型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683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-5">
                          <a:latin typeface="Book Antiqua"/>
                          <a:cs typeface="Book Antiqua"/>
                        </a:rPr>
                        <a:t>double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>
                          <a:latin typeface="Book Antiqua"/>
                          <a:cs typeface="Book Antiqua"/>
                        </a:rPr>
                        <a:t>0.0D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r" marR="1574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0" b="1">
                          <a:latin typeface="宋体"/>
                          <a:cs typeface="宋体"/>
                        </a:rPr>
                        <a:t>引用类</a:t>
                      </a:r>
                      <a:r>
                        <a:rPr dirty="0" sz="1800" b="1">
                          <a:latin typeface="宋体"/>
                          <a:cs typeface="宋体"/>
                        </a:rPr>
                        <a:t>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683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>
                          <a:latin typeface="宋体"/>
                          <a:cs typeface="宋体"/>
                        </a:rPr>
                        <a:t>类、接口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800" spc="-5">
                          <a:latin typeface="Book Antiqua"/>
                          <a:cs typeface="Book Antiqua"/>
                        </a:rPr>
                        <a:t>null</a:t>
                      </a:r>
                      <a:endParaRPr sz="1800">
                        <a:latin typeface="Book Antiqua"/>
                        <a:cs typeface="Book Antiqua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8739" y="303047"/>
            <a:ext cx="7835900" cy="4524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7295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4.2.2</a:t>
            </a:r>
            <a:r>
              <a:rPr dirty="0" sz="3000" spc="151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使用class定义</a:t>
            </a:r>
            <a:r>
              <a:rPr dirty="0" sz="3000" spc="-15" b="1">
                <a:latin typeface="宋体"/>
                <a:cs typeface="宋体"/>
              </a:rPr>
              <a:t>类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3000">
                <a:latin typeface="宋体"/>
                <a:cs typeface="宋体"/>
              </a:rPr>
              <a:t>1.</a:t>
            </a:r>
            <a:r>
              <a:rPr dirty="0" sz="3000" spc="-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数据成员（）</a:t>
            </a:r>
            <a:endParaRPr sz="3000">
              <a:latin typeface="宋体"/>
              <a:cs typeface="宋体"/>
            </a:endParaRPr>
          </a:p>
          <a:p>
            <a:pPr marL="12700">
              <a:lnSpc>
                <a:spcPts val="3420"/>
              </a:lnSpc>
              <a:spcBef>
                <a:spcPts val="40"/>
              </a:spcBef>
            </a:pPr>
            <a:r>
              <a:rPr dirty="0" sz="3000">
                <a:latin typeface="宋体"/>
                <a:cs typeface="宋体"/>
              </a:rPr>
              <a:t>        [修饰符]</a:t>
            </a:r>
            <a:r>
              <a:rPr dirty="0" sz="3000" spc="-3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数据类型</a:t>
            </a:r>
            <a:r>
              <a:rPr dirty="0" sz="3000" spc="143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成员名[=默认值</a:t>
            </a:r>
            <a:endParaRPr sz="3000">
              <a:latin typeface="宋体"/>
              <a:cs typeface="宋体"/>
            </a:endParaRPr>
          </a:p>
          <a:p>
            <a:pPr marL="12700">
              <a:lnSpc>
                <a:spcPts val="3420"/>
              </a:lnSpc>
            </a:pPr>
            <a:r>
              <a:rPr dirty="0" sz="3000">
                <a:latin typeface="宋体"/>
                <a:cs typeface="宋体"/>
              </a:rPr>
              <a:t>];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5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5"/>
              </a:spcBef>
            </a:pPr>
            <a:r>
              <a:rPr dirty="0" sz="3000">
                <a:latin typeface="宋体"/>
                <a:cs typeface="宋体"/>
              </a:rPr>
              <a:t>例：</a:t>
            </a:r>
            <a:endParaRPr sz="30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3000" b="1">
                <a:latin typeface="宋体"/>
                <a:cs typeface="宋体"/>
              </a:rPr>
              <a:t>private </a:t>
            </a:r>
            <a:r>
              <a:rPr dirty="0" sz="3000">
                <a:latin typeface="宋体"/>
                <a:cs typeface="宋体"/>
              </a:rPr>
              <a:t>String</a:t>
            </a:r>
            <a:r>
              <a:rPr dirty="0" sz="3000" spc="-9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hotelName</a:t>
            </a:r>
            <a:endParaRPr sz="30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3000" b="1">
                <a:latin typeface="宋体"/>
                <a:cs typeface="宋体"/>
              </a:rPr>
              <a:t>private </a:t>
            </a:r>
            <a:r>
              <a:rPr dirty="0" sz="3000">
                <a:latin typeface="宋体"/>
                <a:cs typeface="宋体"/>
              </a:rPr>
              <a:t>String[][]</a:t>
            </a:r>
            <a:r>
              <a:rPr dirty="0" sz="3000" spc="-9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rooms</a:t>
            </a:r>
            <a:endParaRPr sz="30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3000">
                <a:latin typeface="宋体"/>
                <a:cs typeface="宋体"/>
              </a:rPr>
              <a:t>private int</a:t>
            </a:r>
            <a:r>
              <a:rPr dirty="0" sz="3000" spc="-1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numRoom;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490" y="303047"/>
            <a:ext cx="7755890" cy="4396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7545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4.2.2 使用class定义</a:t>
            </a:r>
            <a:r>
              <a:rPr dirty="0" sz="3000" spc="-15" b="1">
                <a:latin typeface="宋体"/>
                <a:cs typeface="宋体"/>
              </a:rPr>
              <a:t>类</a:t>
            </a:r>
            <a:endParaRPr sz="3000">
              <a:latin typeface="宋体"/>
              <a:cs typeface="宋体"/>
            </a:endParaRPr>
          </a:p>
          <a:p>
            <a:pPr marL="394335" indent="-381635">
              <a:lnSpc>
                <a:spcPct val="100000"/>
              </a:lnSpc>
              <a:spcBef>
                <a:spcPts val="2655"/>
              </a:spcBef>
              <a:buSzPct val="96666"/>
              <a:buAutoNum type="arabicPeriod" startAt="2"/>
              <a:tabLst>
                <a:tab pos="394335" algn="l"/>
              </a:tabLst>
            </a:pPr>
            <a:r>
              <a:rPr dirty="0" sz="3000">
                <a:latin typeface="宋体"/>
                <a:cs typeface="宋体"/>
              </a:rPr>
              <a:t>方法</a:t>
            </a:r>
            <a:endParaRPr sz="3000">
              <a:latin typeface="宋体"/>
              <a:cs typeface="宋体"/>
            </a:endParaRPr>
          </a:p>
          <a:p>
            <a:pPr lvl="1" marL="725805" indent="-457834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725170" algn="l"/>
                <a:tab pos="725805" algn="l"/>
              </a:tabLst>
            </a:pPr>
            <a:r>
              <a:rPr dirty="0" sz="3000">
                <a:latin typeface="宋体"/>
                <a:cs typeface="宋体"/>
              </a:rPr>
              <a:t>一般是对类中的数据成员进行操作</a:t>
            </a:r>
            <a:endParaRPr sz="3000">
              <a:latin typeface="宋体"/>
              <a:cs typeface="宋体"/>
            </a:endParaRPr>
          </a:p>
          <a:p>
            <a:pPr lvl="1" marL="725805" indent="-457834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725170" algn="l"/>
                <a:tab pos="725805" algn="l"/>
              </a:tabLst>
            </a:pPr>
            <a:r>
              <a:rPr dirty="0" sz="3000">
                <a:latin typeface="宋体"/>
                <a:cs typeface="宋体"/>
              </a:rPr>
              <a:t>set/get方法</a:t>
            </a:r>
            <a:endParaRPr sz="3000">
              <a:latin typeface="宋体"/>
              <a:cs typeface="宋体"/>
            </a:endParaRPr>
          </a:p>
          <a:p>
            <a:pPr lvl="2" marL="1075690" marR="767715" indent="-171450">
              <a:lnSpc>
                <a:spcPts val="3240"/>
              </a:lnSpc>
              <a:spcBef>
                <a:spcPts val="425"/>
              </a:spcBef>
              <a:buFont typeface="Arial"/>
              <a:buChar char="•"/>
              <a:tabLst>
                <a:tab pos="1075690" algn="l"/>
              </a:tabLst>
            </a:pPr>
            <a:r>
              <a:rPr dirty="0" sz="3000">
                <a:latin typeface="宋体"/>
                <a:cs typeface="宋体"/>
              </a:rPr>
              <a:t>存：设置private成员变量的取值—  setXxxx(xxx){}</a:t>
            </a:r>
            <a:endParaRPr sz="3000">
              <a:latin typeface="宋体"/>
              <a:cs typeface="宋体"/>
            </a:endParaRPr>
          </a:p>
          <a:p>
            <a:pPr lvl="2" marL="1075690" marR="5080" indent="-171450">
              <a:lnSpc>
                <a:spcPts val="3240"/>
              </a:lnSpc>
              <a:spcBef>
                <a:spcPts val="375"/>
              </a:spcBef>
              <a:buFont typeface="Arial"/>
              <a:buChar char="•"/>
              <a:tabLst>
                <a:tab pos="1075690" algn="l"/>
              </a:tabLst>
            </a:pPr>
            <a:r>
              <a:rPr dirty="0" sz="3000">
                <a:latin typeface="宋体"/>
                <a:cs typeface="宋体"/>
              </a:rPr>
              <a:t>取：读取private成员变量的取值—xxx  getXxxx(){}</a:t>
            </a:r>
            <a:endParaRPr sz="3000">
              <a:latin typeface="宋体"/>
              <a:cs typeface="宋体"/>
            </a:endParaRPr>
          </a:p>
          <a:p>
            <a:pPr lvl="1" marL="725805" indent="-457834">
              <a:lnSpc>
                <a:spcPts val="3565"/>
              </a:lnSpc>
              <a:buFont typeface="Arial"/>
              <a:buChar char="•"/>
              <a:tabLst>
                <a:tab pos="725170" algn="l"/>
                <a:tab pos="725805" algn="l"/>
              </a:tabLst>
            </a:pPr>
            <a:r>
              <a:rPr dirty="0" sz="3000">
                <a:latin typeface="宋体"/>
                <a:cs typeface="宋体"/>
              </a:rPr>
              <a:t>业务方法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42468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4.2.2</a:t>
            </a:r>
            <a:r>
              <a:rPr dirty="0" sz="3000" spc="146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使用class定义</a:t>
            </a:r>
            <a:r>
              <a:rPr dirty="0" sz="3000" spc="-15" b="1">
                <a:latin typeface="宋体"/>
                <a:cs typeface="宋体"/>
              </a:rPr>
              <a:t>类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618490" y="1356995"/>
            <a:ext cx="6121400" cy="2218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方法主要包括：</a:t>
            </a:r>
            <a:endParaRPr sz="2400">
              <a:latin typeface="宋体"/>
              <a:cs typeface="宋体"/>
            </a:endParaRPr>
          </a:p>
          <a:p>
            <a:pPr marL="698500">
              <a:lnSpc>
                <a:spcPts val="2875"/>
              </a:lnSpc>
              <a:tabLst>
                <a:tab pos="2069464" algn="l"/>
                <a:tab pos="5193665" algn="l"/>
              </a:tabLst>
            </a:pPr>
            <a:r>
              <a:rPr dirty="0" sz="2400">
                <a:latin typeface="宋体"/>
                <a:cs typeface="宋体"/>
              </a:rPr>
              <a:t>方法名	参数列表</a:t>
            </a:r>
            <a:r>
              <a:rPr dirty="0" sz="2400" spc="600">
                <a:latin typeface="宋体"/>
                <a:cs typeface="宋体"/>
              </a:rPr>
              <a:t> </a:t>
            </a:r>
            <a:r>
              <a:rPr dirty="0" sz="2400">
                <a:latin typeface="宋体"/>
                <a:cs typeface="宋体"/>
              </a:rPr>
              <a:t>返回值类型	方法体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200">
              <a:latin typeface="宋体"/>
              <a:cs typeface="宋体"/>
            </a:endParaRPr>
          </a:p>
          <a:p>
            <a:pPr marL="850900">
              <a:lnSpc>
                <a:spcPct val="100000"/>
              </a:lnSpc>
              <a:tabLst>
                <a:tab pos="2526665" algn="l"/>
              </a:tabLst>
            </a:pPr>
            <a:r>
              <a:rPr dirty="0" sz="2400">
                <a:latin typeface="宋体"/>
                <a:cs typeface="宋体"/>
              </a:rPr>
              <a:t>返回值类型	方法名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/*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宋体"/>
                <a:cs typeface="宋体"/>
              </a:rPr>
              <a:t>参数列表</a:t>
            </a:r>
            <a:r>
              <a:rPr dirty="0" sz="2400" spc="-610">
                <a:latin typeface="宋体"/>
                <a:cs typeface="宋体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*/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070100">
              <a:lnSpc>
                <a:spcPct val="100000"/>
              </a:lnSpc>
            </a:pPr>
            <a:r>
              <a:rPr dirty="0" sz="2400" spc="-5">
                <a:latin typeface="Times New Roman"/>
                <a:cs typeface="Times New Roman"/>
              </a:rPr>
              <a:t>/* </a:t>
            </a:r>
            <a:r>
              <a:rPr dirty="0" sz="2400">
                <a:latin typeface="宋体"/>
                <a:cs typeface="宋体"/>
              </a:rPr>
              <a:t>方法体</a:t>
            </a:r>
            <a:r>
              <a:rPr dirty="0" sz="2400" spc="-605">
                <a:latin typeface="宋体"/>
                <a:cs typeface="宋体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*/</a:t>
            </a:r>
            <a:endParaRPr sz="2400">
              <a:latin typeface="Times New Roman"/>
              <a:cs typeface="Times New Roman"/>
            </a:endParaRPr>
          </a:p>
          <a:p>
            <a:pPr marL="145986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42468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4.2.2</a:t>
            </a:r>
            <a:r>
              <a:rPr dirty="0" sz="3000" spc="146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使用class定义</a:t>
            </a:r>
            <a:r>
              <a:rPr dirty="0" sz="3000" spc="-15" b="1">
                <a:latin typeface="宋体"/>
                <a:cs typeface="宋体"/>
              </a:rPr>
              <a:t>类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55015" y="1354455"/>
            <a:ext cx="7035800" cy="301371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3493135">
              <a:lnSpc>
                <a:spcPct val="100400"/>
              </a:lnSpc>
              <a:spcBef>
                <a:spcPts val="80"/>
              </a:spcBef>
            </a:pPr>
            <a:r>
              <a:rPr dirty="0" sz="2800" b="1">
                <a:latin typeface="宋体"/>
                <a:cs typeface="宋体"/>
              </a:rPr>
              <a:t>形参个数可变的方法</a:t>
            </a:r>
            <a:r>
              <a:rPr dirty="0" sz="2400">
                <a:latin typeface="宋体"/>
                <a:cs typeface="宋体"/>
              </a:rPr>
              <a:t>： 类型</a:t>
            </a:r>
            <a:r>
              <a:rPr dirty="0" sz="2400">
                <a:latin typeface="Times New Roman"/>
                <a:cs typeface="Times New Roman"/>
              </a:rPr>
              <a:t>...</a:t>
            </a:r>
            <a:r>
              <a:rPr dirty="0" sz="2400">
                <a:latin typeface="宋体"/>
                <a:cs typeface="宋体"/>
              </a:rPr>
              <a:t>形参名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tabLst>
                <a:tab pos="4025265" algn="l"/>
              </a:tabLst>
            </a:pPr>
            <a:r>
              <a:rPr dirty="0" sz="2400">
                <a:latin typeface="宋体"/>
                <a:cs typeface="宋体"/>
              </a:rPr>
              <a:t>本质是数组，等价于</a:t>
            </a:r>
            <a:r>
              <a:rPr dirty="0" sz="2400" spc="600">
                <a:latin typeface="宋体"/>
                <a:cs typeface="宋体"/>
              </a:rPr>
              <a:t> </a:t>
            </a:r>
            <a:r>
              <a:rPr dirty="0" sz="2400">
                <a:latin typeface="宋体"/>
                <a:cs typeface="宋体"/>
              </a:rPr>
              <a:t>类型</a:t>
            </a:r>
            <a:r>
              <a:rPr dirty="0" sz="2400">
                <a:latin typeface="Times New Roman"/>
                <a:cs typeface="Times New Roman"/>
              </a:rPr>
              <a:t>[]	</a:t>
            </a:r>
            <a:r>
              <a:rPr dirty="0" sz="2400">
                <a:latin typeface="宋体"/>
                <a:cs typeface="宋体"/>
              </a:rPr>
              <a:t>形参名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400">
                <a:latin typeface="宋体"/>
                <a:cs typeface="宋体"/>
              </a:rPr>
              <a:t>好处是更方便，即可传入多个参数，也可以传入数组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200">
              <a:latin typeface="宋体"/>
              <a:cs typeface="宋体"/>
            </a:endParaRPr>
          </a:p>
          <a:p>
            <a:pPr marL="12700">
              <a:lnSpc>
                <a:spcPts val="2875"/>
              </a:lnSpc>
            </a:pPr>
            <a:r>
              <a:rPr dirty="0" sz="2400">
                <a:latin typeface="宋体"/>
                <a:cs typeface="宋体"/>
              </a:rPr>
              <a:t>注意：</a:t>
            </a:r>
            <a:endParaRPr sz="2400">
              <a:latin typeface="宋体"/>
              <a:cs typeface="宋体"/>
            </a:endParaRPr>
          </a:p>
          <a:p>
            <a:pPr marL="926465" marR="1224280" indent="-914400">
              <a:lnSpc>
                <a:spcPts val="2880"/>
              </a:lnSpc>
              <a:spcBef>
                <a:spcPts val="90"/>
              </a:spcBef>
            </a:pPr>
            <a:r>
              <a:rPr dirty="0" sz="2400">
                <a:latin typeface="宋体"/>
                <a:cs typeface="宋体"/>
              </a:rPr>
              <a:t>类型</a:t>
            </a:r>
            <a:r>
              <a:rPr dirty="0" sz="2400">
                <a:latin typeface="Times New Roman"/>
                <a:cs typeface="Times New Roman"/>
              </a:rPr>
              <a:t>...</a:t>
            </a:r>
            <a:r>
              <a:rPr dirty="0" sz="2400">
                <a:latin typeface="宋体"/>
                <a:cs typeface="宋体"/>
              </a:rPr>
              <a:t>形参名，只能放在参数列表的最后；  一个方法只能有一个数可变的形参。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54784"/>
            <a:ext cx="7738109" cy="3237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宋体"/>
                <a:cs typeface="宋体"/>
              </a:rPr>
              <a:t>【例4-1】定义一个酒店类Hotel。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00">
              <a:latin typeface="宋体"/>
              <a:cs typeface="宋体"/>
            </a:endParaRPr>
          </a:p>
          <a:p>
            <a:pPr marL="1249045" indent="-953769">
              <a:lnSpc>
                <a:spcPct val="100000"/>
              </a:lnSpc>
              <a:buSzPct val="96666"/>
              <a:buAutoNum type="arabicPlain"/>
              <a:tabLst>
                <a:tab pos="1249045" algn="l"/>
              </a:tabLst>
            </a:pPr>
            <a:r>
              <a:rPr dirty="0" sz="3000">
                <a:latin typeface="宋体"/>
                <a:cs typeface="宋体"/>
              </a:rPr>
              <a:t>类的访问控制符</a:t>
            </a:r>
            <a:endParaRPr sz="3000">
              <a:latin typeface="宋体"/>
              <a:cs typeface="宋体"/>
            </a:endParaRPr>
          </a:p>
          <a:p>
            <a:pPr marL="295275" marR="5080">
              <a:lnSpc>
                <a:spcPts val="3240"/>
              </a:lnSpc>
              <a:spcBef>
                <a:spcPts val="425"/>
              </a:spcBef>
              <a:buSzPct val="96666"/>
              <a:buAutoNum type="arabicPlain"/>
              <a:tabLst>
                <a:tab pos="1249045" algn="l"/>
              </a:tabLst>
            </a:pPr>
            <a:r>
              <a:rPr dirty="0" sz="3000">
                <a:latin typeface="宋体"/>
                <a:cs typeface="宋体"/>
              </a:rPr>
              <a:t>数据成员（成员变量）：记录对象性质 和状态的变量</a:t>
            </a:r>
            <a:endParaRPr sz="3000">
              <a:latin typeface="宋体"/>
              <a:cs typeface="宋体"/>
            </a:endParaRPr>
          </a:p>
          <a:p>
            <a:pPr marL="1249045" indent="-953769">
              <a:lnSpc>
                <a:spcPts val="3565"/>
              </a:lnSpc>
              <a:buSzPct val="96666"/>
              <a:buAutoNum type="arabicPlain"/>
              <a:tabLst>
                <a:tab pos="1249045" algn="l"/>
              </a:tabLst>
            </a:pPr>
            <a:r>
              <a:rPr dirty="0" sz="3000">
                <a:latin typeface="宋体"/>
                <a:cs typeface="宋体"/>
              </a:rPr>
              <a:t>数据成员的set和get方法</a:t>
            </a:r>
            <a:endParaRPr sz="3000">
              <a:latin typeface="宋体"/>
              <a:cs typeface="宋体"/>
            </a:endParaRPr>
          </a:p>
          <a:p>
            <a:pPr marL="1249045" indent="-953769">
              <a:lnSpc>
                <a:spcPct val="100000"/>
              </a:lnSpc>
              <a:spcBef>
                <a:spcPts val="15"/>
              </a:spcBef>
              <a:buSzPct val="96666"/>
              <a:buAutoNum type="arabicPlain"/>
              <a:tabLst>
                <a:tab pos="1249045" algn="l"/>
              </a:tabLst>
            </a:pPr>
            <a:r>
              <a:rPr dirty="0" sz="3000">
                <a:latin typeface="宋体"/>
                <a:cs typeface="宋体"/>
              </a:rPr>
              <a:t>构造方法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42468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4.2.2</a:t>
            </a:r>
            <a:r>
              <a:rPr dirty="0" sz="3000" spc="146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使用class定义</a:t>
            </a:r>
            <a:r>
              <a:rPr dirty="0" sz="3000" spc="-15" b="1">
                <a:latin typeface="宋体"/>
                <a:cs typeface="宋体"/>
              </a:rPr>
              <a:t>类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0919" y="5097779"/>
            <a:ext cx="1997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微软雅黑"/>
                <a:cs typeface="微软雅黑"/>
              </a:rPr>
              <a:t>example.ex1.hotel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9459" y="2348357"/>
            <a:ext cx="7315834" cy="316357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000" spc="-5">
                <a:latin typeface="宋体"/>
                <a:cs typeface="宋体"/>
              </a:rPr>
              <a:t>public static void main(String[]</a:t>
            </a:r>
            <a:r>
              <a:rPr dirty="0" sz="2000">
                <a:latin typeface="宋体"/>
                <a:cs typeface="宋体"/>
              </a:rPr>
              <a:t> </a:t>
            </a:r>
            <a:r>
              <a:rPr dirty="0" sz="2000" spc="-5">
                <a:latin typeface="宋体"/>
                <a:cs typeface="宋体"/>
              </a:rPr>
              <a:t>args){</a:t>
            </a:r>
            <a:endParaRPr sz="2000">
              <a:latin typeface="宋体"/>
              <a:cs typeface="宋体"/>
            </a:endParaRPr>
          </a:p>
          <a:p>
            <a:pPr marL="12700" marR="5080" indent="1828800">
              <a:lnSpc>
                <a:spcPts val="2150"/>
              </a:lnSpc>
              <a:spcBef>
                <a:spcPts val="800"/>
              </a:spcBef>
            </a:pPr>
            <a:r>
              <a:rPr dirty="0" sz="2000" spc="-5">
                <a:latin typeface="宋体"/>
                <a:cs typeface="宋体"/>
              </a:rPr>
              <a:t>Hotel hotel1 = </a:t>
            </a:r>
            <a:r>
              <a:rPr dirty="0" sz="2000" spc="-5">
                <a:solidFill>
                  <a:srgbClr val="FF0000"/>
                </a:solidFill>
                <a:latin typeface="宋体"/>
                <a:cs typeface="宋体"/>
              </a:rPr>
              <a:t>new</a:t>
            </a:r>
            <a:r>
              <a:rPr dirty="0" sz="2000" spc="-5">
                <a:latin typeface="宋体"/>
                <a:cs typeface="宋体"/>
              </a:rPr>
              <a:t> Hotel("MiniHilton", new  String[10][20]);</a:t>
            </a:r>
            <a:endParaRPr sz="2000">
              <a:latin typeface="宋体"/>
              <a:cs typeface="宋体"/>
            </a:endParaRPr>
          </a:p>
          <a:p>
            <a:pPr marL="12700" marR="259079" indent="1828800">
              <a:lnSpc>
                <a:spcPts val="2150"/>
              </a:lnSpc>
              <a:spcBef>
                <a:spcPts val="770"/>
              </a:spcBef>
            </a:pPr>
            <a:r>
              <a:rPr dirty="0" sz="2000" spc="-5">
                <a:latin typeface="宋体"/>
                <a:cs typeface="宋体"/>
              </a:rPr>
              <a:t>Hotel hotel2 = new Hotel("MiniStarwood",  new String[15][20]);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50">
              <a:latin typeface="宋体"/>
              <a:cs typeface="宋体"/>
            </a:endParaRPr>
          </a:p>
          <a:p>
            <a:pPr marL="1841500">
              <a:lnSpc>
                <a:spcPct val="100000"/>
              </a:lnSpc>
            </a:pPr>
            <a:r>
              <a:rPr dirty="0" sz="2000" spc="-5">
                <a:latin typeface="宋体"/>
                <a:cs typeface="宋体"/>
              </a:rPr>
              <a:t>int res = hotel1.compareTo(hotel2);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5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</a:pPr>
            <a:r>
              <a:rPr dirty="0" sz="2000">
                <a:latin typeface="宋体"/>
                <a:cs typeface="宋体"/>
              </a:rPr>
              <a:t>}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47"/>
            <a:ext cx="3665854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4.3</a:t>
            </a:r>
            <a:r>
              <a:rPr dirty="0" sz="3000" spc="145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对象创建和使</a:t>
            </a:r>
            <a:r>
              <a:rPr dirty="0" sz="3000" spc="-15" b="1">
                <a:latin typeface="宋体"/>
                <a:cs typeface="宋体"/>
              </a:rPr>
              <a:t>用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3909" y="1179830"/>
            <a:ext cx="4293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宋体"/>
                <a:cs typeface="宋体"/>
              </a:rPr>
              <a:t>使用关键字</a:t>
            </a:r>
            <a:r>
              <a:rPr dirty="0" sz="3200" spc="-5">
                <a:solidFill>
                  <a:srgbClr val="FF0000"/>
                </a:solidFill>
                <a:latin typeface="宋体"/>
                <a:cs typeface="宋体"/>
              </a:rPr>
              <a:t>new</a:t>
            </a:r>
            <a:r>
              <a:rPr dirty="0" sz="3200">
                <a:latin typeface="宋体"/>
                <a:cs typeface="宋体"/>
              </a:rPr>
              <a:t>创建对</a:t>
            </a:r>
            <a:r>
              <a:rPr dirty="0" sz="3200" spc="5">
                <a:latin typeface="宋体"/>
                <a:cs typeface="宋体"/>
              </a:rPr>
              <a:t>象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57434" y="819340"/>
            <a:ext cx="4520412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544959" y="975143"/>
            <a:ext cx="2159000" cy="1267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9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标识符：对象的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ts val="2300"/>
              </a:lnSpc>
            </a:pPr>
            <a:r>
              <a:rPr dirty="0" sz="2400">
                <a:latin typeface="微软雅黑"/>
                <a:cs typeface="微软雅黑"/>
              </a:rPr>
              <a:t>应用，该标识符</a:t>
            </a:r>
            <a:endParaRPr sz="2400">
              <a:latin typeface="微软雅黑"/>
              <a:cs typeface="微软雅黑"/>
            </a:endParaRPr>
          </a:p>
          <a:p>
            <a:pPr marL="12700" marR="5080">
              <a:lnSpc>
                <a:spcPct val="79900"/>
              </a:lnSpc>
              <a:spcBef>
                <a:spcPts val="285"/>
              </a:spcBef>
            </a:pPr>
            <a:r>
              <a:rPr dirty="0" sz="2400">
                <a:latin typeface="微软雅黑"/>
                <a:cs typeface="微软雅黑"/>
              </a:rPr>
              <a:t>对应的变量的类 型为引用类型。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6730" y="1454784"/>
            <a:ext cx="7626350" cy="3553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ts val="342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对象：通过new关键字调用某个构造方法创建</a:t>
            </a:r>
            <a:endParaRPr sz="3000">
              <a:latin typeface="宋体"/>
              <a:cs typeface="宋体"/>
            </a:endParaRPr>
          </a:p>
          <a:p>
            <a:pPr algn="just" marL="184150" marR="195580">
              <a:lnSpc>
                <a:spcPts val="3240"/>
              </a:lnSpc>
              <a:spcBef>
                <a:spcPts val="225"/>
              </a:spcBef>
            </a:pPr>
            <a:r>
              <a:rPr dirty="0" sz="3000">
                <a:latin typeface="宋体"/>
                <a:cs typeface="宋体"/>
              </a:rPr>
              <a:t>，为该对象分配内存空间，并按照构造方法 的方法体对对象的数据成员赋初值，创建好 的对象在</a:t>
            </a: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堆内存</a:t>
            </a:r>
            <a:r>
              <a:rPr dirty="0" sz="3000">
                <a:latin typeface="宋体"/>
                <a:cs typeface="宋体"/>
              </a:rPr>
              <a:t>中。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50">
              <a:latin typeface="宋体"/>
              <a:cs typeface="宋体"/>
            </a:endParaRPr>
          </a:p>
          <a:p>
            <a:pPr marL="184150" indent="-171450">
              <a:lnSpc>
                <a:spcPts val="342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引用：Java不允许直接访问堆内存中的对象</a:t>
            </a:r>
            <a:endParaRPr sz="3000">
              <a:latin typeface="宋体"/>
              <a:cs typeface="宋体"/>
            </a:endParaRPr>
          </a:p>
          <a:p>
            <a:pPr marL="184150" marR="195580">
              <a:lnSpc>
                <a:spcPts val="3240"/>
              </a:lnSpc>
              <a:spcBef>
                <a:spcPts val="229"/>
              </a:spcBef>
            </a:pPr>
            <a:r>
              <a:rPr dirty="0" sz="3000">
                <a:latin typeface="宋体"/>
                <a:cs typeface="宋体"/>
              </a:rPr>
              <a:t>，只能通过标识符操作该对象，标识符存放 在</a:t>
            </a: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栈内存</a:t>
            </a:r>
            <a:r>
              <a:rPr dirty="0" sz="3000">
                <a:latin typeface="宋体"/>
                <a:cs typeface="宋体"/>
              </a:rPr>
              <a:t>中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47"/>
            <a:ext cx="44335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4.3.1</a:t>
            </a:r>
            <a:r>
              <a:rPr dirty="0" sz="3000" spc="146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对象和引用的关</a:t>
            </a:r>
            <a:r>
              <a:rPr dirty="0" sz="3000" spc="-15" b="1">
                <a:latin typeface="宋体"/>
                <a:cs typeface="宋体"/>
              </a:rPr>
              <a:t>系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4784"/>
            <a:ext cx="59118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【例】酒店问题中的对象和引用。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44335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4.3.1</a:t>
            </a:r>
            <a:r>
              <a:rPr dirty="0" sz="3000" spc="146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对象和引用的关</a:t>
            </a:r>
            <a:r>
              <a:rPr dirty="0" sz="3000" spc="-15" b="1">
                <a:latin typeface="宋体"/>
                <a:cs typeface="宋体"/>
              </a:rPr>
              <a:t>系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831" y="2122932"/>
            <a:ext cx="4357116" cy="25990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72000" y="2904744"/>
            <a:ext cx="3955803" cy="251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619" y="1454784"/>
            <a:ext cx="5715635" cy="36595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Java中的数据存放：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3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3200" spc="-5">
                <a:latin typeface="宋体"/>
                <a:cs typeface="宋体"/>
              </a:rPr>
              <a:t>    </a:t>
            </a:r>
            <a:r>
              <a:rPr dirty="0" sz="3200">
                <a:latin typeface="宋体"/>
                <a:cs typeface="宋体"/>
              </a:rPr>
              <a:t>寄存器</a:t>
            </a:r>
            <a:r>
              <a:rPr dirty="0" sz="3200" spc="5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3200" spc="-5">
                <a:latin typeface="宋体"/>
                <a:cs typeface="宋体"/>
              </a:rPr>
              <a:t>    </a:t>
            </a:r>
            <a:r>
              <a:rPr dirty="0" sz="3200" spc="5">
                <a:solidFill>
                  <a:srgbClr val="FF0000"/>
                </a:solidFill>
                <a:latin typeface="宋体"/>
                <a:cs typeface="宋体"/>
              </a:rPr>
              <a:t>栈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3200" spc="-5">
                <a:latin typeface="宋体"/>
                <a:cs typeface="宋体"/>
              </a:rPr>
              <a:t>    </a:t>
            </a:r>
            <a:r>
              <a:rPr dirty="0" sz="3200" spc="5">
                <a:solidFill>
                  <a:srgbClr val="FF0000"/>
                </a:solidFill>
                <a:latin typeface="宋体"/>
                <a:cs typeface="宋体"/>
              </a:rPr>
              <a:t>堆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3200" spc="-5">
                <a:latin typeface="宋体"/>
                <a:cs typeface="宋体"/>
              </a:rPr>
              <a:t>    常量值存放在程序代码内</a:t>
            </a:r>
            <a:r>
              <a:rPr dirty="0" sz="3200" spc="5">
                <a:latin typeface="宋体"/>
                <a:cs typeface="宋体"/>
              </a:rPr>
              <a:t>部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3200" spc="-5">
                <a:latin typeface="宋体"/>
                <a:cs typeface="宋体"/>
              </a:rPr>
              <a:t>    </a:t>
            </a:r>
            <a:r>
              <a:rPr dirty="0" sz="3200">
                <a:latin typeface="宋体"/>
                <a:cs typeface="宋体"/>
              </a:rPr>
              <a:t>非</a:t>
            </a:r>
            <a:r>
              <a:rPr dirty="0" sz="3200" spc="-5">
                <a:latin typeface="宋体"/>
                <a:cs typeface="宋体"/>
              </a:rPr>
              <a:t>RAM</a:t>
            </a:r>
            <a:r>
              <a:rPr dirty="0" sz="3200">
                <a:latin typeface="宋体"/>
                <a:cs typeface="宋体"/>
              </a:rPr>
              <a:t>存</a:t>
            </a:r>
            <a:r>
              <a:rPr dirty="0" sz="3200" spc="5">
                <a:latin typeface="宋体"/>
                <a:cs typeface="宋体"/>
              </a:rPr>
              <a:t>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44335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4.3.1</a:t>
            </a:r>
            <a:r>
              <a:rPr dirty="0" sz="3000" spc="146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对象和引用的关</a:t>
            </a:r>
            <a:r>
              <a:rPr dirty="0" sz="3000" spc="-15" b="1">
                <a:latin typeface="宋体"/>
                <a:cs typeface="宋体"/>
              </a:rPr>
              <a:t>系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9115" y="303047"/>
            <a:ext cx="7435850" cy="311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4.3.2</a:t>
            </a:r>
            <a:r>
              <a:rPr dirty="0" sz="3000" spc="151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对象的使</a:t>
            </a:r>
            <a:r>
              <a:rPr dirty="0" sz="3000" spc="-15" b="1">
                <a:latin typeface="宋体"/>
                <a:cs typeface="宋体"/>
              </a:rPr>
              <a:t>用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>
              <a:latin typeface="宋体"/>
              <a:cs typeface="宋体"/>
            </a:endParaRPr>
          </a:p>
          <a:p>
            <a:pPr marL="184150" marR="5080" indent="-171450">
              <a:lnSpc>
                <a:spcPts val="324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如果想使用对象，必须先创建对象，再使用 该对象。</a:t>
            </a:r>
            <a:endParaRPr sz="3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3000">
                <a:latin typeface="宋体"/>
                <a:cs typeface="宋体"/>
              </a:rPr>
              <a:t>        使用属性：</a:t>
            </a:r>
            <a:r>
              <a:rPr dirty="0" sz="3000" spc="-1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对象名.属性名</a:t>
            </a:r>
            <a:endParaRPr sz="3000">
              <a:latin typeface="宋体"/>
              <a:cs typeface="宋体"/>
            </a:endParaRPr>
          </a:p>
          <a:p>
            <a:pPr marL="12700" marR="176530">
              <a:lnSpc>
                <a:spcPts val="3240"/>
              </a:lnSpc>
              <a:spcBef>
                <a:spcPts val="800"/>
              </a:spcBef>
            </a:pPr>
            <a:r>
              <a:rPr dirty="0" sz="3000">
                <a:latin typeface="宋体"/>
                <a:cs typeface="宋体"/>
              </a:rPr>
              <a:t>        使用方法：</a:t>
            </a:r>
            <a:r>
              <a:rPr dirty="0" sz="3000" spc="-10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对象名.方法名（实参 列表）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4480" y="218440"/>
            <a:ext cx="36734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4.3.3</a:t>
            </a:r>
            <a:r>
              <a:rPr dirty="0" sz="3000" spc="146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static关键</a:t>
            </a:r>
            <a:r>
              <a:rPr dirty="0" sz="3000" spc="-15" b="1">
                <a:latin typeface="宋体"/>
                <a:cs typeface="宋体"/>
              </a:rPr>
              <a:t>字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618490" y="1313815"/>
            <a:ext cx="8026400" cy="4528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420"/>
              </a:lnSpc>
              <a:spcBef>
                <a:spcPts val="100"/>
              </a:spcBef>
            </a:pPr>
            <a:r>
              <a:rPr dirty="0" sz="3000">
                <a:latin typeface="宋体"/>
                <a:cs typeface="宋体"/>
              </a:rPr>
              <a:t>如果类中的数据成员和方法用关键字static声明</a:t>
            </a:r>
            <a:endParaRPr sz="3000">
              <a:latin typeface="宋体"/>
              <a:cs typeface="宋体"/>
            </a:endParaRPr>
          </a:p>
          <a:p>
            <a:pPr marL="12700">
              <a:lnSpc>
                <a:spcPts val="3420"/>
              </a:lnSpc>
            </a:pPr>
            <a:r>
              <a:rPr dirty="0" sz="3000">
                <a:latin typeface="宋体"/>
                <a:cs typeface="宋体"/>
              </a:rPr>
              <a:t>，则不需必创建对象直接使用类名即可调用。</a:t>
            </a:r>
            <a:endParaRPr sz="3000">
              <a:latin typeface="宋体"/>
              <a:cs typeface="宋体"/>
            </a:endParaRPr>
          </a:p>
          <a:p>
            <a:pPr marL="549910">
              <a:lnSpc>
                <a:spcPct val="100000"/>
              </a:lnSpc>
              <a:spcBef>
                <a:spcPts val="1425"/>
              </a:spcBef>
            </a:pPr>
            <a:r>
              <a:rPr dirty="0" sz="2400" spc="-5">
                <a:latin typeface="Times New Roman"/>
                <a:cs typeface="Times New Roman"/>
              </a:rPr>
              <a:t>class </a:t>
            </a:r>
            <a:r>
              <a:rPr dirty="0" sz="2400" spc="-20">
                <a:latin typeface="Times New Roman"/>
                <a:cs typeface="Times New Roman"/>
              </a:rPr>
              <a:t>StaticTest{</a:t>
            </a:r>
            <a:endParaRPr sz="2400">
              <a:latin typeface="Times New Roman"/>
              <a:cs typeface="Times New Roman"/>
            </a:endParaRPr>
          </a:p>
          <a:p>
            <a:pPr marL="1464310">
              <a:lnSpc>
                <a:spcPct val="100000"/>
              </a:lnSpc>
              <a:spcBef>
                <a:spcPts val="1460"/>
              </a:spcBef>
            </a:pP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static </a:t>
            </a:r>
            <a:r>
              <a:rPr dirty="0" sz="2400" spc="-5">
                <a:latin typeface="Times New Roman"/>
                <a:cs typeface="Times New Roman"/>
              </a:rPr>
              <a:t>int </a:t>
            </a:r>
            <a:r>
              <a:rPr dirty="0" sz="2400">
                <a:latin typeface="Times New Roman"/>
                <a:cs typeface="Times New Roman"/>
              </a:rPr>
              <a:t>i =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47;</a:t>
            </a:r>
            <a:endParaRPr sz="2400">
              <a:latin typeface="Times New Roman"/>
              <a:cs typeface="Times New Roman"/>
            </a:endParaRPr>
          </a:p>
          <a:p>
            <a:pPr marL="854710">
              <a:lnSpc>
                <a:spcPct val="100000"/>
              </a:lnSpc>
              <a:spcBef>
                <a:spcPts val="1420"/>
              </a:spcBef>
            </a:pPr>
            <a:r>
              <a:rPr dirty="0" sz="240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549910">
              <a:lnSpc>
                <a:spcPct val="100000"/>
              </a:lnSpc>
              <a:spcBef>
                <a:spcPts val="1440"/>
              </a:spcBef>
            </a:pPr>
            <a:r>
              <a:rPr dirty="0" sz="2400" spc="-25">
                <a:latin typeface="Times New Roman"/>
                <a:cs typeface="Times New Roman"/>
              </a:rPr>
              <a:t>StaticTest </a:t>
            </a:r>
            <a:r>
              <a:rPr dirty="0" sz="2400" spc="-5">
                <a:latin typeface="Times New Roman"/>
                <a:cs typeface="Times New Roman"/>
              </a:rPr>
              <a:t>st1 </a:t>
            </a:r>
            <a:r>
              <a:rPr dirty="0" sz="2400">
                <a:latin typeface="Times New Roman"/>
                <a:cs typeface="Times New Roman"/>
              </a:rPr>
              <a:t>= </a:t>
            </a:r>
            <a:r>
              <a:rPr dirty="0" sz="2400" spc="-5">
                <a:latin typeface="Times New Roman"/>
                <a:cs typeface="Times New Roman"/>
              </a:rPr>
              <a:t>new </a:t>
            </a:r>
            <a:r>
              <a:rPr dirty="0" sz="2400" spc="-20">
                <a:latin typeface="Times New Roman"/>
                <a:cs typeface="Times New Roman"/>
              </a:rPr>
              <a:t>StaticTest(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 marL="1021715">
              <a:lnSpc>
                <a:spcPct val="100000"/>
              </a:lnSpc>
              <a:spcBef>
                <a:spcPts val="1270"/>
              </a:spcBef>
            </a:pP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静态变量</a:t>
            </a:r>
            <a:r>
              <a:rPr dirty="0" sz="2800">
                <a:latin typeface="宋体"/>
                <a:cs typeface="宋体"/>
              </a:rPr>
              <a:t>访问方式：类名</a:t>
            </a:r>
            <a:r>
              <a:rPr dirty="0" sz="2800" spc="-5">
                <a:latin typeface="Times New Roman"/>
                <a:cs typeface="Times New Roman"/>
              </a:rPr>
              <a:t>.</a:t>
            </a:r>
            <a:r>
              <a:rPr dirty="0" sz="2800">
                <a:latin typeface="宋体"/>
                <a:cs typeface="宋体"/>
              </a:rPr>
              <a:t>数据成员</a:t>
            </a:r>
            <a:r>
              <a:rPr dirty="0" sz="2800" spc="-5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00">
              <a:latin typeface="宋体"/>
              <a:cs typeface="宋体"/>
            </a:endParaRPr>
          </a:p>
          <a:p>
            <a:pPr algn="ctr" marR="197485">
              <a:lnSpc>
                <a:spcPct val="100000"/>
              </a:lnSpc>
              <a:tabLst>
                <a:tab pos="1136015" algn="l"/>
              </a:tabLst>
            </a:pPr>
            <a:r>
              <a:rPr dirty="0" sz="2800" spc="-5">
                <a:latin typeface="Times New Roman"/>
                <a:cs typeface="Times New Roman"/>
              </a:rPr>
              <a:t>st1.i	</a:t>
            </a:r>
            <a:r>
              <a:rPr dirty="0" sz="2800" spc="-25" b="1">
                <a:latin typeface="Times New Roman"/>
                <a:cs typeface="Times New Roman"/>
              </a:rPr>
              <a:t>StaticTest.i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5254"/>
            <a:ext cx="8197850" cy="145034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static数据成员：为</a:t>
            </a: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类的对象所共享</a:t>
            </a:r>
            <a:r>
              <a:rPr dirty="0" sz="3000">
                <a:latin typeface="宋体"/>
                <a:cs typeface="宋体"/>
              </a:rPr>
              <a:t>的数据</a:t>
            </a:r>
            <a:endParaRPr sz="3000">
              <a:latin typeface="宋体"/>
              <a:cs typeface="宋体"/>
            </a:endParaRPr>
          </a:p>
          <a:p>
            <a:pPr marL="184150" marR="5080" indent="-171450">
              <a:lnSpc>
                <a:spcPts val="324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static方法：不必创建对象直接使用类名即可调 用。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2832099"/>
            <a:ext cx="2501900" cy="1545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dirty="0" sz="3000">
                <a:latin typeface="宋体"/>
                <a:cs typeface="宋体"/>
              </a:rPr>
              <a:t>Math.PI  Math.random()  Math.sin()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3652" y="303047"/>
            <a:ext cx="36734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4.3.3</a:t>
            </a:r>
            <a:r>
              <a:rPr dirty="0" sz="3000" spc="146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static关键</a:t>
            </a:r>
            <a:r>
              <a:rPr dirty="0" sz="3000" spc="-15" b="1">
                <a:latin typeface="宋体"/>
                <a:cs typeface="宋体"/>
              </a:rPr>
              <a:t>字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52671" y="4364735"/>
            <a:ext cx="1554479" cy="1458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650740" y="2903854"/>
            <a:ext cx="293243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0000"/>
                </a:solidFill>
                <a:latin typeface="微软雅黑"/>
                <a:cs typeface="微软雅黑"/>
              </a:rPr>
              <a:t>s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t</a:t>
            </a:r>
            <a:r>
              <a:rPr dirty="0" sz="2400" spc="-5">
                <a:solidFill>
                  <a:srgbClr val="FF0000"/>
                </a:solidFill>
                <a:latin typeface="微软雅黑"/>
                <a:cs typeface="微软雅黑"/>
              </a:rPr>
              <a:t>a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tic修饰的数据成员 不建议使用对象名.成 员变量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4784"/>
            <a:ext cx="7816850" cy="1812289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84150" marR="5080" indent="-171450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在static方法中不允许使用非static成员和方 法</a:t>
            </a:r>
            <a:endParaRPr sz="3000">
              <a:latin typeface="宋体"/>
              <a:cs typeface="宋体"/>
            </a:endParaRPr>
          </a:p>
          <a:p>
            <a:pPr marL="184150" marR="5080" indent="-171450">
              <a:lnSpc>
                <a:spcPts val="3240"/>
              </a:lnSpc>
              <a:spcBef>
                <a:spcPts val="75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在非static方法中既可以使用非static成员， 也可以使用static成员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36734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4.3.3</a:t>
            </a:r>
            <a:r>
              <a:rPr dirty="0" sz="3000" spc="146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static关键</a:t>
            </a:r>
            <a:r>
              <a:rPr dirty="0" sz="3000" spc="-15" b="1">
                <a:latin typeface="宋体"/>
                <a:cs typeface="宋体"/>
              </a:rPr>
              <a:t>字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53411" y="2836164"/>
            <a:ext cx="4825365" cy="2087880"/>
          </a:xfrm>
          <a:custGeom>
            <a:avLst/>
            <a:gdLst/>
            <a:ahLst/>
            <a:cxnLst/>
            <a:rect l="l" t="t" r="r" b="b"/>
            <a:pathLst>
              <a:path w="4825365" h="2087879">
                <a:moveTo>
                  <a:pt x="3259333" y="420624"/>
                </a:moveTo>
                <a:lnTo>
                  <a:pt x="2560320" y="420624"/>
                </a:lnTo>
                <a:lnTo>
                  <a:pt x="3304032" y="0"/>
                </a:lnTo>
                <a:lnTo>
                  <a:pt x="3259333" y="420624"/>
                </a:lnTo>
                <a:close/>
              </a:path>
              <a:path w="4825365" h="2087879">
                <a:moveTo>
                  <a:pt x="3674449" y="617220"/>
                </a:moveTo>
                <a:lnTo>
                  <a:pt x="1909572" y="617220"/>
                </a:lnTo>
                <a:lnTo>
                  <a:pt x="2171700" y="182880"/>
                </a:lnTo>
                <a:lnTo>
                  <a:pt x="2560320" y="420624"/>
                </a:lnTo>
                <a:lnTo>
                  <a:pt x="3259333" y="420624"/>
                </a:lnTo>
                <a:lnTo>
                  <a:pt x="3244596" y="559308"/>
                </a:lnTo>
                <a:lnTo>
                  <a:pt x="3739159" y="559308"/>
                </a:lnTo>
                <a:lnTo>
                  <a:pt x="3674449" y="617220"/>
                </a:lnTo>
                <a:close/>
              </a:path>
              <a:path w="4825365" h="2087879">
                <a:moveTo>
                  <a:pt x="3739159" y="559308"/>
                </a:moveTo>
                <a:lnTo>
                  <a:pt x="3244596" y="559308"/>
                </a:lnTo>
                <a:lnTo>
                  <a:pt x="4021836" y="306324"/>
                </a:lnTo>
                <a:lnTo>
                  <a:pt x="3739159" y="559308"/>
                </a:lnTo>
                <a:close/>
              </a:path>
              <a:path w="4825365" h="2087879">
                <a:moveTo>
                  <a:pt x="1098803" y="2087880"/>
                </a:moveTo>
                <a:lnTo>
                  <a:pt x="1072895" y="1763268"/>
                </a:lnTo>
                <a:lnTo>
                  <a:pt x="286512" y="1723644"/>
                </a:lnTo>
                <a:lnTo>
                  <a:pt x="743712" y="1485900"/>
                </a:lnTo>
                <a:lnTo>
                  <a:pt x="0" y="1245108"/>
                </a:lnTo>
                <a:lnTo>
                  <a:pt x="879348" y="1120139"/>
                </a:lnTo>
                <a:lnTo>
                  <a:pt x="262127" y="800100"/>
                </a:lnTo>
                <a:lnTo>
                  <a:pt x="1199388" y="755903"/>
                </a:lnTo>
                <a:lnTo>
                  <a:pt x="1005839" y="350519"/>
                </a:lnTo>
                <a:lnTo>
                  <a:pt x="1909572" y="617220"/>
                </a:lnTo>
                <a:lnTo>
                  <a:pt x="3674449" y="617220"/>
                </a:lnTo>
                <a:lnTo>
                  <a:pt x="3659124" y="630936"/>
                </a:lnTo>
                <a:lnTo>
                  <a:pt x="4824984" y="643127"/>
                </a:lnTo>
                <a:lnTo>
                  <a:pt x="3793236" y="909827"/>
                </a:lnTo>
                <a:lnTo>
                  <a:pt x="4081272" y="1091184"/>
                </a:lnTo>
                <a:lnTo>
                  <a:pt x="3659124" y="1190244"/>
                </a:lnTo>
                <a:lnTo>
                  <a:pt x="4000138" y="1386839"/>
                </a:lnTo>
                <a:lnTo>
                  <a:pt x="3270504" y="1386839"/>
                </a:lnTo>
                <a:lnTo>
                  <a:pt x="3305778" y="1540764"/>
                </a:lnTo>
                <a:lnTo>
                  <a:pt x="2720340" y="1540764"/>
                </a:lnTo>
                <a:lnTo>
                  <a:pt x="2657781" y="1679448"/>
                </a:lnTo>
                <a:lnTo>
                  <a:pt x="2205228" y="1679448"/>
                </a:lnTo>
                <a:lnTo>
                  <a:pt x="2120784" y="1752600"/>
                </a:lnTo>
                <a:lnTo>
                  <a:pt x="1680972" y="1752600"/>
                </a:lnTo>
                <a:lnTo>
                  <a:pt x="1098803" y="2087880"/>
                </a:lnTo>
                <a:close/>
              </a:path>
              <a:path w="4825365" h="2087879">
                <a:moveTo>
                  <a:pt x="4216908" y="1511808"/>
                </a:moveTo>
                <a:lnTo>
                  <a:pt x="3270504" y="1386839"/>
                </a:lnTo>
                <a:lnTo>
                  <a:pt x="4000138" y="1386839"/>
                </a:lnTo>
                <a:lnTo>
                  <a:pt x="4216908" y="1511808"/>
                </a:lnTo>
                <a:close/>
              </a:path>
              <a:path w="4825365" h="2087879">
                <a:moveTo>
                  <a:pt x="3337560" y="1679448"/>
                </a:moveTo>
                <a:lnTo>
                  <a:pt x="2720340" y="1540764"/>
                </a:lnTo>
                <a:lnTo>
                  <a:pt x="3305778" y="1540764"/>
                </a:lnTo>
                <a:lnTo>
                  <a:pt x="3337560" y="1679448"/>
                </a:lnTo>
                <a:close/>
              </a:path>
              <a:path w="4825365" h="2087879">
                <a:moveTo>
                  <a:pt x="2593848" y="1821180"/>
                </a:moveTo>
                <a:lnTo>
                  <a:pt x="2205228" y="1679448"/>
                </a:lnTo>
                <a:lnTo>
                  <a:pt x="2657781" y="1679448"/>
                </a:lnTo>
                <a:lnTo>
                  <a:pt x="2593848" y="1821180"/>
                </a:lnTo>
                <a:close/>
              </a:path>
              <a:path w="4825365" h="2087879">
                <a:moveTo>
                  <a:pt x="1943100" y="1906524"/>
                </a:moveTo>
                <a:lnTo>
                  <a:pt x="1680972" y="1752600"/>
                </a:lnTo>
                <a:lnTo>
                  <a:pt x="2120784" y="1752600"/>
                </a:lnTo>
                <a:lnTo>
                  <a:pt x="1943100" y="1906524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25510" y="2824683"/>
            <a:ext cx="4900930" cy="2110740"/>
          </a:xfrm>
          <a:custGeom>
            <a:avLst/>
            <a:gdLst/>
            <a:ahLst/>
            <a:cxnLst/>
            <a:rect l="l" t="t" r="r" b="b"/>
            <a:pathLst>
              <a:path w="4900930" h="2110740">
                <a:moveTo>
                  <a:pt x="2610779" y="425945"/>
                </a:moveTo>
                <a:lnTo>
                  <a:pt x="2591562" y="425945"/>
                </a:lnTo>
                <a:lnTo>
                  <a:pt x="2588388" y="424007"/>
                </a:lnTo>
                <a:lnTo>
                  <a:pt x="3339211" y="0"/>
                </a:lnTo>
                <a:lnTo>
                  <a:pt x="3338053" y="10922"/>
                </a:lnTo>
                <a:lnTo>
                  <a:pt x="3325279" y="10922"/>
                </a:lnTo>
                <a:lnTo>
                  <a:pt x="3323979" y="23182"/>
                </a:lnTo>
                <a:lnTo>
                  <a:pt x="2610779" y="425945"/>
                </a:lnTo>
                <a:close/>
              </a:path>
              <a:path w="4900930" h="2110740">
                <a:moveTo>
                  <a:pt x="3323979" y="23182"/>
                </a:moveTo>
                <a:lnTo>
                  <a:pt x="3325279" y="10922"/>
                </a:lnTo>
                <a:lnTo>
                  <a:pt x="3334715" y="17119"/>
                </a:lnTo>
                <a:lnTo>
                  <a:pt x="3323979" y="23182"/>
                </a:lnTo>
                <a:close/>
              </a:path>
              <a:path w="4900930" h="2110740">
                <a:moveTo>
                  <a:pt x="3265055" y="579158"/>
                </a:moveTo>
                <a:lnTo>
                  <a:pt x="3323979" y="23182"/>
                </a:lnTo>
                <a:lnTo>
                  <a:pt x="3334715" y="17119"/>
                </a:lnTo>
                <a:lnTo>
                  <a:pt x="3325279" y="10922"/>
                </a:lnTo>
                <a:lnTo>
                  <a:pt x="3338053" y="10922"/>
                </a:lnTo>
                <a:lnTo>
                  <a:pt x="3279751" y="561042"/>
                </a:lnTo>
                <a:lnTo>
                  <a:pt x="3270440" y="564057"/>
                </a:lnTo>
                <a:lnTo>
                  <a:pt x="3278720" y="570763"/>
                </a:lnTo>
                <a:lnTo>
                  <a:pt x="3290978" y="570763"/>
                </a:lnTo>
                <a:lnTo>
                  <a:pt x="3265055" y="579158"/>
                </a:lnTo>
                <a:close/>
              </a:path>
              <a:path w="4900930" h="2110740">
                <a:moveTo>
                  <a:pt x="1947230" y="625309"/>
                </a:moveTo>
                <a:lnTo>
                  <a:pt x="1932393" y="625309"/>
                </a:lnTo>
                <a:lnTo>
                  <a:pt x="1939632" y="622503"/>
                </a:lnTo>
                <a:lnTo>
                  <a:pt x="1934921" y="621114"/>
                </a:lnTo>
                <a:lnTo>
                  <a:pt x="2197468" y="185280"/>
                </a:lnTo>
                <a:lnTo>
                  <a:pt x="2217141" y="197294"/>
                </a:lnTo>
                <a:lnTo>
                  <a:pt x="2205050" y="197294"/>
                </a:lnTo>
                <a:lnTo>
                  <a:pt x="2196299" y="199440"/>
                </a:lnTo>
                <a:lnTo>
                  <a:pt x="2201751" y="202770"/>
                </a:lnTo>
                <a:lnTo>
                  <a:pt x="1947230" y="625309"/>
                </a:lnTo>
                <a:close/>
              </a:path>
              <a:path w="4900930" h="2110740">
                <a:moveTo>
                  <a:pt x="2201751" y="202770"/>
                </a:moveTo>
                <a:lnTo>
                  <a:pt x="2196299" y="199440"/>
                </a:lnTo>
                <a:lnTo>
                  <a:pt x="2205050" y="197294"/>
                </a:lnTo>
                <a:lnTo>
                  <a:pt x="2201751" y="202770"/>
                </a:lnTo>
                <a:close/>
              </a:path>
              <a:path w="4900930" h="2110740">
                <a:moveTo>
                  <a:pt x="2588133" y="438734"/>
                </a:moveTo>
                <a:lnTo>
                  <a:pt x="2201751" y="202770"/>
                </a:lnTo>
                <a:lnTo>
                  <a:pt x="2205050" y="197294"/>
                </a:lnTo>
                <a:lnTo>
                  <a:pt x="2217141" y="197294"/>
                </a:lnTo>
                <a:lnTo>
                  <a:pt x="2588388" y="424007"/>
                </a:lnTo>
                <a:lnTo>
                  <a:pt x="2585135" y="425843"/>
                </a:lnTo>
                <a:lnTo>
                  <a:pt x="2591562" y="425945"/>
                </a:lnTo>
                <a:lnTo>
                  <a:pt x="2610779" y="425945"/>
                </a:lnTo>
                <a:lnTo>
                  <a:pt x="2588133" y="438734"/>
                </a:lnTo>
                <a:close/>
              </a:path>
              <a:path w="4900930" h="2110740">
                <a:moveTo>
                  <a:pt x="3290978" y="570763"/>
                </a:moveTo>
                <a:lnTo>
                  <a:pt x="3278720" y="570763"/>
                </a:lnTo>
                <a:lnTo>
                  <a:pt x="3279751" y="561042"/>
                </a:lnTo>
                <a:lnTo>
                  <a:pt x="4076788" y="302945"/>
                </a:lnTo>
                <a:lnTo>
                  <a:pt x="4064953" y="313524"/>
                </a:lnTo>
                <a:lnTo>
                  <a:pt x="4045902" y="313524"/>
                </a:lnTo>
                <a:lnTo>
                  <a:pt x="4023496" y="333553"/>
                </a:lnTo>
                <a:lnTo>
                  <a:pt x="3290978" y="570763"/>
                </a:lnTo>
                <a:close/>
              </a:path>
              <a:path w="4900930" h="2110740">
                <a:moveTo>
                  <a:pt x="4023496" y="333553"/>
                </a:moveTo>
                <a:lnTo>
                  <a:pt x="4045902" y="313524"/>
                </a:lnTo>
                <a:lnTo>
                  <a:pt x="4052087" y="324294"/>
                </a:lnTo>
                <a:lnTo>
                  <a:pt x="4023496" y="333553"/>
                </a:lnTo>
                <a:close/>
              </a:path>
              <a:path w="4900930" h="2110740">
                <a:moveTo>
                  <a:pt x="4804484" y="659911"/>
                </a:moveTo>
                <a:lnTo>
                  <a:pt x="3670274" y="649287"/>
                </a:lnTo>
                <a:lnTo>
                  <a:pt x="4023496" y="333553"/>
                </a:lnTo>
                <a:lnTo>
                  <a:pt x="4052087" y="324294"/>
                </a:lnTo>
                <a:lnTo>
                  <a:pt x="4045902" y="313524"/>
                </a:lnTo>
                <a:lnTo>
                  <a:pt x="4064953" y="313524"/>
                </a:lnTo>
                <a:lnTo>
                  <a:pt x="3703366" y="636739"/>
                </a:lnTo>
                <a:lnTo>
                  <a:pt x="3686784" y="636739"/>
                </a:lnTo>
                <a:lnTo>
                  <a:pt x="3690962" y="647826"/>
                </a:lnTo>
                <a:lnTo>
                  <a:pt x="4869676" y="647826"/>
                </a:lnTo>
                <a:lnTo>
                  <a:pt x="4851069" y="647865"/>
                </a:lnTo>
                <a:lnTo>
                  <a:pt x="4804484" y="659911"/>
                </a:lnTo>
                <a:close/>
              </a:path>
              <a:path w="4900930" h="2110740">
                <a:moveTo>
                  <a:pt x="1218133" y="761430"/>
                </a:moveTo>
                <a:lnTo>
                  <a:pt x="1021778" y="351917"/>
                </a:lnTo>
                <a:lnTo>
                  <a:pt x="1046850" y="359308"/>
                </a:lnTo>
                <a:lnTo>
                  <a:pt x="1039406" y="359308"/>
                </a:lnTo>
                <a:lnTo>
                  <a:pt x="1031887" y="368134"/>
                </a:lnTo>
                <a:lnTo>
                  <a:pt x="1045572" y="372169"/>
                </a:lnTo>
                <a:lnTo>
                  <a:pt x="1232004" y="760984"/>
                </a:lnTo>
                <a:lnTo>
                  <a:pt x="1227709" y="760984"/>
                </a:lnTo>
                <a:lnTo>
                  <a:pt x="1218133" y="761430"/>
                </a:lnTo>
                <a:close/>
              </a:path>
              <a:path w="4900930" h="2110740">
                <a:moveTo>
                  <a:pt x="1045572" y="372169"/>
                </a:moveTo>
                <a:lnTo>
                  <a:pt x="1031887" y="368134"/>
                </a:lnTo>
                <a:lnTo>
                  <a:pt x="1039406" y="359308"/>
                </a:lnTo>
                <a:lnTo>
                  <a:pt x="1045572" y="372169"/>
                </a:lnTo>
                <a:close/>
              </a:path>
              <a:path w="4900930" h="2110740">
                <a:moveTo>
                  <a:pt x="1940750" y="636066"/>
                </a:moveTo>
                <a:lnTo>
                  <a:pt x="1045572" y="372169"/>
                </a:lnTo>
                <a:lnTo>
                  <a:pt x="1039406" y="359308"/>
                </a:lnTo>
                <a:lnTo>
                  <a:pt x="1046850" y="359308"/>
                </a:lnTo>
                <a:lnTo>
                  <a:pt x="1934921" y="621114"/>
                </a:lnTo>
                <a:lnTo>
                  <a:pt x="1932393" y="625309"/>
                </a:lnTo>
                <a:lnTo>
                  <a:pt x="1947230" y="625309"/>
                </a:lnTo>
                <a:lnTo>
                  <a:pt x="1940750" y="636066"/>
                </a:lnTo>
                <a:close/>
              </a:path>
              <a:path w="4900930" h="2110740">
                <a:moveTo>
                  <a:pt x="2591562" y="425945"/>
                </a:moveTo>
                <a:lnTo>
                  <a:pt x="2585135" y="425843"/>
                </a:lnTo>
                <a:lnTo>
                  <a:pt x="2588388" y="424007"/>
                </a:lnTo>
                <a:lnTo>
                  <a:pt x="2591562" y="425945"/>
                </a:lnTo>
                <a:close/>
              </a:path>
              <a:path w="4900930" h="2110740">
                <a:moveTo>
                  <a:pt x="3278720" y="570763"/>
                </a:moveTo>
                <a:lnTo>
                  <a:pt x="3270440" y="564057"/>
                </a:lnTo>
                <a:lnTo>
                  <a:pt x="3279751" y="561042"/>
                </a:lnTo>
                <a:lnTo>
                  <a:pt x="3278720" y="570763"/>
                </a:lnTo>
                <a:close/>
              </a:path>
              <a:path w="4900930" h="2110740">
                <a:moveTo>
                  <a:pt x="1932393" y="625309"/>
                </a:moveTo>
                <a:lnTo>
                  <a:pt x="1934921" y="621114"/>
                </a:lnTo>
                <a:lnTo>
                  <a:pt x="1939632" y="622503"/>
                </a:lnTo>
                <a:lnTo>
                  <a:pt x="1932393" y="625309"/>
                </a:lnTo>
                <a:close/>
              </a:path>
              <a:path w="4900930" h="2110740">
                <a:moveTo>
                  <a:pt x="3690962" y="647826"/>
                </a:moveTo>
                <a:lnTo>
                  <a:pt x="3686784" y="636739"/>
                </a:lnTo>
                <a:lnTo>
                  <a:pt x="3703194" y="636893"/>
                </a:lnTo>
                <a:lnTo>
                  <a:pt x="3690962" y="647826"/>
                </a:lnTo>
                <a:close/>
              </a:path>
              <a:path w="4900930" h="2110740">
                <a:moveTo>
                  <a:pt x="3703194" y="636893"/>
                </a:moveTo>
                <a:lnTo>
                  <a:pt x="3686784" y="636739"/>
                </a:lnTo>
                <a:lnTo>
                  <a:pt x="3703366" y="636739"/>
                </a:lnTo>
                <a:lnTo>
                  <a:pt x="3703194" y="636893"/>
                </a:lnTo>
                <a:close/>
              </a:path>
              <a:path w="4900930" h="2110740">
                <a:moveTo>
                  <a:pt x="4869676" y="647826"/>
                </a:moveTo>
                <a:lnTo>
                  <a:pt x="3690962" y="647826"/>
                </a:lnTo>
                <a:lnTo>
                  <a:pt x="3703194" y="636893"/>
                </a:lnTo>
                <a:lnTo>
                  <a:pt x="4869676" y="647826"/>
                </a:lnTo>
                <a:close/>
              </a:path>
              <a:path w="4900930" h="2110740">
                <a:moveTo>
                  <a:pt x="4852606" y="660361"/>
                </a:moveTo>
                <a:lnTo>
                  <a:pt x="4804484" y="659911"/>
                </a:lnTo>
                <a:lnTo>
                  <a:pt x="4851069" y="647865"/>
                </a:lnTo>
                <a:lnTo>
                  <a:pt x="4852606" y="660361"/>
                </a:lnTo>
                <a:close/>
              </a:path>
              <a:path w="4900930" h="2110740">
                <a:moveTo>
                  <a:pt x="4853494" y="660361"/>
                </a:moveTo>
                <a:lnTo>
                  <a:pt x="4852606" y="660361"/>
                </a:lnTo>
                <a:lnTo>
                  <a:pt x="4851069" y="647865"/>
                </a:lnTo>
                <a:lnTo>
                  <a:pt x="4873741" y="647865"/>
                </a:lnTo>
                <a:lnTo>
                  <a:pt x="4900841" y="648119"/>
                </a:lnTo>
                <a:lnTo>
                  <a:pt x="4853494" y="660361"/>
                </a:lnTo>
                <a:close/>
              </a:path>
              <a:path w="4900930" h="2110740">
                <a:moveTo>
                  <a:pt x="4092718" y="1100336"/>
                </a:moveTo>
                <a:lnTo>
                  <a:pt x="3806113" y="918070"/>
                </a:lnTo>
                <a:lnTo>
                  <a:pt x="4804484" y="659911"/>
                </a:lnTo>
                <a:lnTo>
                  <a:pt x="4853494" y="660361"/>
                </a:lnTo>
                <a:lnTo>
                  <a:pt x="3867947" y="915200"/>
                </a:lnTo>
                <a:lnTo>
                  <a:pt x="3825265" y="915200"/>
                </a:lnTo>
                <a:lnTo>
                  <a:pt x="3823449" y="926706"/>
                </a:lnTo>
                <a:lnTo>
                  <a:pt x="3843359" y="926706"/>
                </a:lnTo>
                <a:lnTo>
                  <a:pt x="4110996" y="1096899"/>
                </a:lnTo>
                <a:lnTo>
                  <a:pt x="4107434" y="1096899"/>
                </a:lnTo>
                <a:lnTo>
                  <a:pt x="4092718" y="1100336"/>
                </a:lnTo>
                <a:close/>
              </a:path>
              <a:path w="4900930" h="2110740">
                <a:moveTo>
                  <a:pt x="1222273" y="770064"/>
                </a:moveTo>
                <a:lnTo>
                  <a:pt x="1218133" y="761430"/>
                </a:lnTo>
                <a:lnTo>
                  <a:pt x="1227709" y="760984"/>
                </a:lnTo>
                <a:lnTo>
                  <a:pt x="1222273" y="770064"/>
                </a:lnTo>
                <a:close/>
              </a:path>
              <a:path w="4900930" h="2110740">
                <a:moveTo>
                  <a:pt x="1236358" y="770064"/>
                </a:moveTo>
                <a:lnTo>
                  <a:pt x="1222273" y="770064"/>
                </a:lnTo>
                <a:lnTo>
                  <a:pt x="1227709" y="760984"/>
                </a:lnTo>
                <a:lnTo>
                  <a:pt x="1232004" y="760984"/>
                </a:lnTo>
                <a:lnTo>
                  <a:pt x="1236358" y="770064"/>
                </a:lnTo>
                <a:close/>
              </a:path>
              <a:path w="4900930" h="2110740">
                <a:moveTo>
                  <a:pt x="886545" y="1128765"/>
                </a:moveTo>
                <a:lnTo>
                  <a:pt x="266064" y="805865"/>
                </a:lnTo>
                <a:lnTo>
                  <a:pt x="1218133" y="761430"/>
                </a:lnTo>
                <a:lnTo>
                  <a:pt x="1222273" y="770064"/>
                </a:lnTo>
                <a:lnTo>
                  <a:pt x="1236358" y="770064"/>
                </a:lnTo>
                <a:lnTo>
                  <a:pt x="1237869" y="773214"/>
                </a:lnTo>
                <a:lnTo>
                  <a:pt x="546698" y="805484"/>
                </a:lnTo>
                <a:lnTo>
                  <a:pt x="292836" y="805484"/>
                </a:lnTo>
                <a:lnTo>
                  <a:pt x="290194" y="817460"/>
                </a:lnTo>
                <a:lnTo>
                  <a:pt x="315849" y="817460"/>
                </a:lnTo>
                <a:lnTo>
                  <a:pt x="908728" y="1125994"/>
                </a:lnTo>
                <a:lnTo>
                  <a:pt x="906144" y="1125994"/>
                </a:lnTo>
                <a:lnTo>
                  <a:pt x="886545" y="1128765"/>
                </a:lnTo>
                <a:close/>
              </a:path>
              <a:path w="4900930" h="2110740">
                <a:moveTo>
                  <a:pt x="290194" y="817460"/>
                </a:moveTo>
                <a:lnTo>
                  <a:pt x="292836" y="805484"/>
                </a:lnTo>
                <a:lnTo>
                  <a:pt x="313737" y="816361"/>
                </a:lnTo>
                <a:lnTo>
                  <a:pt x="290194" y="817460"/>
                </a:lnTo>
                <a:close/>
              </a:path>
              <a:path w="4900930" h="2110740">
                <a:moveTo>
                  <a:pt x="313737" y="816361"/>
                </a:moveTo>
                <a:lnTo>
                  <a:pt x="292836" y="805484"/>
                </a:lnTo>
                <a:lnTo>
                  <a:pt x="546698" y="805484"/>
                </a:lnTo>
                <a:lnTo>
                  <a:pt x="313737" y="816361"/>
                </a:lnTo>
                <a:close/>
              </a:path>
              <a:path w="4900930" h="2110740">
                <a:moveTo>
                  <a:pt x="315849" y="817460"/>
                </a:moveTo>
                <a:lnTo>
                  <a:pt x="290194" y="817460"/>
                </a:lnTo>
                <a:lnTo>
                  <a:pt x="313737" y="816361"/>
                </a:lnTo>
                <a:lnTo>
                  <a:pt x="315849" y="817460"/>
                </a:lnTo>
                <a:close/>
              </a:path>
              <a:path w="4900930" h="2110740">
                <a:moveTo>
                  <a:pt x="3823449" y="926706"/>
                </a:moveTo>
                <a:lnTo>
                  <a:pt x="3825265" y="915200"/>
                </a:lnTo>
                <a:lnTo>
                  <a:pt x="3837603" y="923046"/>
                </a:lnTo>
                <a:lnTo>
                  <a:pt x="3823449" y="926706"/>
                </a:lnTo>
                <a:close/>
              </a:path>
              <a:path w="4900930" h="2110740">
                <a:moveTo>
                  <a:pt x="3837603" y="923046"/>
                </a:moveTo>
                <a:lnTo>
                  <a:pt x="3825265" y="915200"/>
                </a:lnTo>
                <a:lnTo>
                  <a:pt x="3867947" y="915200"/>
                </a:lnTo>
                <a:lnTo>
                  <a:pt x="3837603" y="923046"/>
                </a:lnTo>
                <a:close/>
              </a:path>
              <a:path w="4900930" h="2110740">
                <a:moveTo>
                  <a:pt x="3843359" y="926706"/>
                </a:moveTo>
                <a:lnTo>
                  <a:pt x="3823449" y="926706"/>
                </a:lnTo>
                <a:lnTo>
                  <a:pt x="3837603" y="923046"/>
                </a:lnTo>
                <a:lnTo>
                  <a:pt x="3843359" y="926706"/>
                </a:lnTo>
                <a:close/>
              </a:path>
              <a:path w="4900930" h="2110740">
                <a:moveTo>
                  <a:pt x="4105465" y="1108443"/>
                </a:moveTo>
                <a:lnTo>
                  <a:pt x="4092718" y="1100336"/>
                </a:lnTo>
                <a:lnTo>
                  <a:pt x="4107434" y="1096899"/>
                </a:lnTo>
                <a:lnTo>
                  <a:pt x="4105465" y="1108443"/>
                </a:lnTo>
                <a:close/>
              </a:path>
              <a:path w="4900930" h="2110740">
                <a:moveTo>
                  <a:pt x="4113836" y="1108443"/>
                </a:moveTo>
                <a:lnTo>
                  <a:pt x="4105465" y="1108443"/>
                </a:lnTo>
                <a:lnTo>
                  <a:pt x="4107434" y="1096899"/>
                </a:lnTo>
                <a:lnTo>
                  <a:pt x="4110996" y="1096899"/>
                </a:lnTo>
                <a:lnTo>
                  <a:pt x="4125036" y="1105827"/>
                </a:lnTo>
                <a:lnTo>
                  <a:pt x="4113836" y="1108443"/>
                </a:lnTo>
                <a:close/>
              </a:path>
              <a:path w="4900930" h="2110740">
                <a:moveTo>
                  <a:pt x="4266748" y="1528356"/>
                </a:moveTo>
                <a:lnTo>
                  <a:pt x="4241292" y="1528356"/>
                </a:lnTo>
                <a:lnTo>
                  <a:pt x="4245279" y="1516557"/>
                </a:lnTo>
                <a:lnTo>
                  <a:pt x="4213596" y="1512408"/>
                </a:lnTo>
                <a:lnTo>
                  <a:pt x="3669626" y="1199172"/>
                </a:lnTo>
                <a:lnTo>
                  <a:pt x="4092718" y="1100336"/>
                </a:lnTo>
                <a:lnTo>
                  <a:pt x="4105465" y="1108443"/>
                </a:lnTo>
                <a:lnTo>
                  <a:pt x="4113836" y="1108443"/>
                </a:lnTo>
                <a:lnTo>
                  <a:pt x="3738201" y="1196187"/>
                </a:lnTo>
                <a:lnTo>
                  <a:pt x="3689896" y="1196187"/>
                </a:lnTo>
                <a:lnTo>
                  <a:pt x="3688181" y="1207871"/>
                </a:lnTo>
                <a:lnTo>
                  <a:pt x="3710186" y="1207871"/>
                </a:lnTo>
                <a:lnTo>
                  <a:pt x="4266748" y="1528356"/>
                </a:lnTo>
                <a:close/>
              </a:path>
              <a:path w="4900930" h="2110740">
                <a:moveTo>
                  <a:pt x="904113" y="1137907"/>
                </a:moveTo>
                <a:lnTo>
                  <a:pt x="886545" y="1128765"/>
                </a:lnTo>
                <a:lnTo>
                  <a:pt x="906144" y="1125994"/>
                </a:lnTo>
                <a:lnTo>
                  <a:pt x="904113" y="1137907"/>
                </a:lnTo>
                <a:close/>
              </a:path>
              <a:path w="4900930" h="2110740">
                <a:moveTo>
                  <a:pt x="912540" y="1137907"/>
                </a:moveTo>
                <a:lnTo>
                  <a:pt x="904113" y="1137907"/>
                </a:lnTo>
                <a:lnTo>
                  <a:pt x="906144" y="1125994"/>
                </a:lnTo>
                <a:lnTo>
                  <a:pt x="908728" y="1125994"/>
                </a:lnTo>
                <a:lnTo>
                  <a:pt x="927544" y="1135786"/>
                </a:lnTo>
                <a:lnTo>
                  <a:pt x="912540" y="1137907"/>
                </a:lnTo>
                <a:close/>
              </a:path>
              <a:path w="4900930" h="2110740">
                <a:moveTo>
                  <a:pt x="755521" y="1498890"/>
                </a:moveTo>
                <a:lnTo>
                  <a:pt x="0" y="1254074"/>
                </a:lnTo>
                <a:lnTo>
                  <a:pt x="886545" y="1128765"/>
                </a:lnTo>
                <a:lnTo>
                  <a:pt x="904113" y="1137907"/>
                </a:lnTo>
                <a:lnTo>
                  <a:pt x="912540" y="1137907"/>
                </a:lnTo>
                <a:lnTo>
                  <a:pt x="116257" y="1250467"/>
                </a:lnTo>
                <a:lnTo>
                  <a:pt x="30086" y="1250467"/>
                </a:lnTo>
                <a:lnTo>
                  <a:pt x="29019" y="1262799"/>
                </a:lnTo>
                <a:lnTo>
                  <a:pt x="68142" y="1262799"/>
                </a:lnTo>
                <a:lnTo>
                  <a:pt x="775133" y="1491894"/>
                </a:lnTo>
                <a:lnTo>
                  <a:pt x="768985" y="1491894"/>
                </a:lnTo>
                <a:lnTo>
                  <a:pt x="755521" y="1498890"/>
                </a:lnTo>
                <a:close/>
              </a:path>
              <a:path w="4900930" h="2110740">
                <a:moveTo>
                  <a:pt x="3688181" y="1207871"/>
                </a:moveTo>
                <a:lnTo>
                  <a:pt x="3689896" y="1196187"/>
                </a:lnTo>
                <a:lnTo>
                  <a:pt x="3703836" y="1204214"/>
                </a:lnTo>
                <a:lnTo>
                  <a:pt x="3688181" y="1207871"/>
                </a:lnTo>
                <a:close/>
              </a:path>
              <a:path w="4900930" h="2110740">
                <a:moveTo>
                  <a:pt x="3703836" y="1204214"/>
                </a:moveTo>
                <a:lnTo>
                  <a:pt x="3689896" y="1196187"/>
                </a:lnTo>
                <a:lnTo>
                  <a:pt x="3738201" y="1196187"/>
                </a:lnTo>
                <a:lnTo>
                  <a:pt x="3703836" y="1204214"/>
                </a:lnTo>
                <a:close/>
              </a:path>
              <a:path w="4900930" h="2110740">
                <a:moveTo>
                  <a:pt x="3710186" y="1207871"/>
                </a:moveTo>
                <a:lnTo>
                  <a:pt x="3688181" y="1207871"/>
                </a:lnTo>
                <a:lnTo>
                  <a:pt x="3703836" y="1204214"/>
                </a:lnTo>
                <a:lnTo>
                  <a:pt x="3710186" y="1207871"/>
                </a:lnTo>
                <a:close/>
              </a:path>
              <a:path w="4900930" h="2110740">
                <a:moveTo>
                  <a:pt x="29019" y="1262799"/>
                </a:moveTo>
                <a:lnTo>
                  <a:pt x="30086" y="1250467"/>
                </a:lnTo>
                <a:lnTo>
                  <a:pt x="56259" y="1258948"/>
                </a:lnTo>
                <a:lnTo>
                  <a:pt x="29019" y="1262799"/>
                </a:lnTo>
                <a:close/>
              </a:path>
              <a:path w="4900930" h="2110740">
                <a:moveTo>
                  <a:pt x="56259" y="1258948"/>
                </a:moveTo>
                <a:lnTo>
                  <a:pt x="30086" y="1250467"/>
                </a:lnTo>
                <a:lnTo>
                  <a:pt x="116257" y="1250467"/>
                </a:lnTo>
                <a:lnTo>
                  <a:pt x="56259" y="1258948"/>
                </a:lnTo>
                <a:close/>
              </a:path>
              <a:path w="4900930" h="2110740">
                <a:moveTo>
                  <a:pt x="68142" y="1262799"/>
                </a:moveTo>
                <a:lnTo>
                  <a:pt x="29019" y="1262799"/>
                </a:lnTo>
                <a:lnTo>
                  <a:pt x="56259" y="1258948"/>
                </a:lnTo>
                <a:lnTo>
                  <a:pt x="68142" y="1262799"/>
                </a:lnTo>
                <a:close/>
              </a:path>
              <a:path w="4900930" h="2110740">
                <a:moveTo>
                  <a:pt x="3372397" y="1692313"/>
                </a:moveTo>
                <a:lnTo>
                  <a:pt x="3359353" y="1692313"/>
                </a:lnTo>
                <a:lnTo>
                  <a:pt x="3366935" y="1684680"/>
                </a:lnTo>
                <a:lnTo>
                  <a:pt x="3357077" y="1682463"/>
                </a:lnTo>
                <a:lnTo>
                  <a:pt x="3289846" y="1391424"/>
                </a:lnTo>
                <a:lnTo>
                  <a:pt x="3336100" y="1397482"/>
                </a:lnTo>
                <a:lnTo>
                  <a:pt x="3304273" y="1397482"/>
                </a:lnTo>
                <a:lnTo>
                  <a:pt x="3297262" y="1405204"/>
                </a:lnTo>
                <a:lnTo>
                  <a:pt x="3306331" y="1406391"/>
                </a:lnTo>
                <a:lnTo>
                  <a:pt x="3372397" y="1692313"/>
                </a:lnTo>
                <a:close/>
              </a:path>
              <a:path w="4900930" h="2110740">
                <a:moveTo>
                  <a:pt x="3306331" y="1406391"/>
                </a:moveTo>
                <a:lnTo>
                  <a:pt x="3297262" y="1405204"/>
                </a:lnTo>
                <a:lnTo>
                  <a:pt x="3304273" y="1397482"/>
                </a:lnTo>
                <a:lnTo>
                  <a:pt x="3306331" y="1406391"/>
                </a:lnTo>
                <a:close/>
              </a:path>
              <a:path w="4900930" h="2110740">
                <a:moveTo>
                  <a:pt x="4275328" y="1533296"/>
                </a:moveTo>
                <a:lnTo>
                  <a:pt x="3306331" y="1406391"/>
                </a:lnTo>
                <a:lnTo>
                  <a:pt x="3304273" y="1397482"/>
                </a:lnTo>
                <a:lnTo>
                  <a:pt x="3336100" y="1397482"/>
                </a:lnTo>
                <a:lnTo>
                  <a:pt x="4213596" y="1512408"/>
                </a:lnTo>
                <a:lnTo>
                  <a:pt x="4241292" y="1528356"/>
                </a:lnTo>
                <a:lnTo>
                  <a:pt x="4266748" y="1528356"/>
                </a:lnTo>
                <a:lnTo>
                  <a:pt x="4275328" y="1533296"/>
                </a:lnTo>
                <a:close/>
              </a:path>
              <a:path w="4900930" h="2110740">
                <a:moveTo>
                  <a:pt x="769950" y="1503565"/>
                </a:moveTo>
                <a:lnTo>
                  <a:pt x="755521" y="1498890"/>
                </a:lnTo>
                <a:lnTo>
                  <a:pt x="768985" y="1491894"/>
                </a:lnTo>
                <a:lnTo>
                  <a:pt x="769950" y="1503565"/>
                </a:lnTo>
                <a:close/>
              </a:path>
              <a:path w="4900930" h="2110740">
                <a:moveTo>
                  <a:pt x="774053" y="1503565"/>
                </a:moveTo>
                <a:lnTo>
                  <a:pt x="769950" y="1503565"/>
                </a:lnTo>
                <a:lnTo>
                  <a:pt x="768985" y="1491894"/>
                </a:lnTo>
                <a:lnTo>
                  <a:pt x="775133" y="1491894"/>
                </a:lnTo>
                <a:lnTo>
                  <a:pt x="788301" y="1496161"/>
                </a:lnTo>
                <a:lnTo>
                  <a:pt x="774053" y="1503565"/>
                </a:lnTo>
                <a:close/>
              </a:path>
              <a:path w="4900930" h="2110740">
                <a:moveTo>
                  <a:pt x="1095460" y="1781042"/>
                </a:moveTo>
                <a:lnTo>
                  <a:pt x="291452" y="1740014"/>
                </a:lnTo>
                <a:lnTo>
                  <a:pt x="755521" y="1498890"/>
                </a:lnTo>
                <a:lnTo>
                  <a:pt x="769950" y="1503565"/>
                </a:lnTo>
                <a:lnTo>
                  <a:pt x="774053" y="1503565"/>
                </a:lnTo>
                <a:lnTo>
                  <a:pt x="341143" y="1728520"/>
                </a:lnTo>
                <a:lnTo>
                  <a:pt x="315468" y="1728520"/>
                </a:lnTo>
                <a:lnTo>
                  <a:pt x="318071" y="1740509"/>
                </a:lnTo>
                <a:lnTo>
                  <a:pt x="550368" y="1740509"/>
                </a:lnTo>
                <a:lnTo>
                  <a:pt x="1107262" y="1768932"/>
                </a:lnTo>
                <a:lnTo>
                  <a:pt x="1107766" y="1775472"/>
                </a:lnTo>
                <a:lnTo>
                  <a:pt x="1095032" y="1775472"/>
                </a:lnTo>
                <a:lnTo>
                  <a:pt x="1095460" y="1781042"/>
                </a:lnTo>
                <a:close/>
              </a:path>
              <a:path w="4900930" h="2110740">
                <a:moveTo>
                  <a:pt x="4241292" y="1528356"/>
                </a:moveTo>
                <a:lnTo>
                  <a:pt x="4213596" y="1512408"/>
                </a:lnTo>
                <a:lnTo>
                  <a:pt x="4245279" y="1516557"/>
                </a:lnTo>
                <a:lnTo>
                  <a:pt x="4241292" y="1528356"/>
                </a:lnTo>
                <a:close/>
              </a:path>
              <a:path w="4900930" h="2110740">
                <a:moveTo>
                  <a:pt x="2629902" y="1830577"/>
                </a:moveTo>
                <a:lnTo>
                  <a:pt x="2615971" y="1830577"/>
                </a:lnTo>
                <a:lnTo>
                  <a:pt x="2623947" y="1827225"/>
                </a:lnTo>
                <a:lnTo>
                  <a:pt x="2618401" y="1825194"/>
                </a:lnTo>
                <a:lnTo>
                  <a:pt x="2744965" y="1544815"/>
                </a:lnTo>
                <a:lnTo>
                  <a:pt x="2789185" y="1554759"/>
                </a:lnTo>
                <a:lnTo>
                  <a:pt x="2754414" y="1554759"/>
                </a:lnTo>
                <a:lnTo>
                  <a:pt x="2747238" y="1558340"/>
                </a:lnTo>
                <a:lnTo>
                  <a:pt x="2752285" y="1559475"/>
                </a:lnTo>
                <a:lnTo>
                  <a:pt x="2629902" y="1830577"/>
                </a:lnTo>
                <a:close/>
              </a:path>
              <a:path w="4900930" h="2110740">
                <a:moveTo>
                  <a:pt x="2752285" y="1559475"/>
                </a:moveTo>
                <a:lnTo>
                  <a:pt x="2747238" y="1558340"/>
                </a:lnTo>
                <a:lnTo>
                  <a:pt x="2754414" y="1554759"/>
                </a:lnTo>
                <a:lnTo>
                  <a:pt x="2752285" y="1559475"/>
                </a:lnTo>
                <a:close/>
              </a:path>
              <a:path w="4900930" h="2110740">
                <a:moveTo>
                  <a:pt x="3374009" y="1699285"/>
                </a:moveTo>
                <a:lnTo>
                  <a:pt x="2752285" y="1559475"/>
                </a:lnTo>
                <a:lnTo>
                  <a:pt x="2754414" y="1554759"/>
                </a:lnTo>
                <a:lnTo>
                  <a:pt x="2789185" y="1554759"/>
                </a:lnTo>
                <a:lnTo>
                  <a:pt x="3357077" y="1682463"/>
                </a:lnTo>
                <a:lnTo>
                  <a:pt x="3359353" y="1692313"/>
                </a:lnTo>
                <a:lnTo>
                  <a:pt x="3372397" y="1692313"/>
                </a:lnTo>
                <a:lnTo>
                  <a:pt x="3374009" y="1699285"/>
                </a:lnTo>
                <a:close/>
              </a:path>
              <a:path w="4900930" h="2110740">
                <a:moveTo>
                  <a:pt x="3359353" y="1692313"/>
                </a:moveTo>
                <a:lnTo>
                  <a:pt x="3357077" y="1682463"/>
                </a:lnTo>
                <a:lnTo>
                  <a:pt x="3366935" y="1684680"/>
                </a:lnTo>
                <a:lnTo>
                  <a:pt x="3359353" y="1692313"/>
                </a:lnTo>
                <a:close/>
              </a:path>
              <a:path w="4900930" h="2110740">
                <a:moveTo>
                  <a:pt x="1986606" y="1912492"/>
                </a:moveTo>
                <a:lnTo>
                  <a:pt x="1967191" y="1912492"/>
                </a:lnTo>
                <a:lnTo>
                  <a:pt x="1974545" y="1911819"/>
                </a:lnTo>
                <a:lnTo>
                  <a:pt x="1970624" y="1909523"/>
                </a:lnTo>
                <a:lnTo>
                  <a:pt x="2231783" y="1683626"/>
                </a:lnTo>
                <a:lnTo>
                  <a:pt x="2264698" y="1695678"/>
                </a:lnTo>
                <a:lnTo>
                  <a:pt x="2237270" y="1695678"/>
                </a:lnTo>
                <a:lnTo>
                  <a:pt x="2230932" y="1696847"/>
                </a:lnTo>
                <a:lnTo>
                  <a:pt x="2234436" y="1698129"/>
                </a:lnTo>
                <a:lnTo>
                  <a:pt x="1986606" y="1912492"/>
                </a:lnTo>
                <a:close/>
              </a:path>
              <a:path w="4900930" h="2110740">
                <a:moveTo>
                  <a:pt x="2234436" y="1698129"/>
                </a:moveTo>
                <a:lnTo>
                  <a:pt x="2230932" y="1696847"/>
                </a:lnTo>
                <a:lnTo>
                  <a:pt x="2237270" y="1695678"/>
                </a:lnTo>
                <a:lnTo>
                  <a:pt x="2234436" y="1698129"/>
                </a:lnTo>
                <a:close/>
              </a:path>
              <a:path w="4900930" h="2110740">
                <a:moveTo>
                  <a:pt x="2625115" y="1841182"/>
                </a:moveTo>
                <a:lnTo>
                  <a:pt x="2234436" y="1698129"/>
                </a:lnTo>
                <a:lnTo>
                  <a:pt x="2237270" y="1695678"/>
                </a:lnTo>
                <a:lnTo>
                  <a:pt x="2264698" y="1695678"/>
                </a:lnTo>
                <a:lnTo>
                  <a:pt x="2618401" y="1825194"/>
                </a:lnTo>
                <a:lnTo>
                  <a:pt x="2615971" y="1830577"/>
                </a:lnTo>
                <a:lnTo>
                  <a:pt x="2629902" y="1830577"/>
                </a:lnTo>
                <a:lnTo>
                  <a:pt x="2625115" y="1841182"/>
                </a:lnTo>
                <a:close/>
              </a:path>
              <a:path w="4900930" h="2110740">
                <a:moveTo>
                  <a:pt x="318071" y="1740509"/>
                </a:moveTo>
                <a:lnTo>
                  <a:pt x="315468" y="1728520"/>
                </a:lnTo>
                <a:lnTo>
                  <a:pt x="338846" y="1729714"/>
                </a:lnTo>
                <a:lnTo>
                  <a:pt x="318071" y="1740509"/>
                </a:lnTo>
                <a:close/>
              </a:path>
              <a:path w="4900930" h="2110740">
                <a:moveTo>
                  <a:pt x="338846" y="1729714"/>
                </a:moveTo>
                <a:lnTo>
                  <a:pt x="315468" y="1728520"/>
                </a:lnTo>
                <a:lnTo>
                  <a:pt x="341143" y="1728520"/>
                </a:lnTo>
                <a:lnTo>
                  <a:pt x="338846" y="1729714"/>
                </a:lnTo>
                <a:close/>
              </a:path>
              <a:path w="4900930" h="2110740">
                <a:moveTo>
                  <a:pt x="550368" y="1740509"/>
                </a:moveTo>
                <a:lnTo>
                  <a:pt x="318071" y="1740509"/>
                </a:lnTo>
                <a:lnTo>
                  <a:pt x="338846" y="1729714"/>
                </a:lnTo>
                <a:lnTo>
                  <a:pt x="550368" y="1740509"/>
                </a:lnTo>
                <a:close/>
              </a:path>
              <a:path w="4900930" h="2110740">
                <a:moveTo>
                  <a:pt x="1139941" y="2099335"/>
                </a:moveTo>
                <a:lnTo>
                  <a:pt x="1132713" y="2099335"/>
                </a:lnTo>
                <a:lnTo>
                  <a:pt x="1131938" y="2089283"/>
                </a:lnTo>
                <a:lnTo>
                  <a:pt x="1709369" y="1756524"/>
                </a:lnTo>
                <a:lnTo>
                  <a:pt x="1731272" y="1769351"/>
                </a:lnTo>
                <a:lnTo>
                  <a:pt x="1706130" y="1769351"/>
                </a:lnTo>
                <a:lnTo>
                  <a:pt x="1709314" y="1771215"/>
                </a:lnTo>
                <a:lnTo>
                  <a:pt x="1139941" y="2099335"/>
                </a:lnTo>
                <a:close/>
              </a:path>
              <a:path w="4900930" h="2110740">
                <a:moveTo>
                  <a:pt x="1709314" y="1771215"/>
                </a:moveTo>
                <a:lnTo>
                  <a:pt x="1706130" y="1769351"/>
                </a:lnTo>
                <a:lnTo>
                  <a:pt x="1712506" y="1769376"/>
                </a:lnTo>
                <a:lnTo>
                  <a:pt x="1709314" y="1771215"/>
                </a:lnTo>
                <a:close/>
              </a:path>
              <a:path w="4900930" h="2110740">
                <a:moveTo>
                  <a:pt x="1972055" y="1925078"/>
                </a:moveTo>
                <a:lnTo>
                  <a:pt x="1709314" y="1771215"/>
                </a:lnTo>
                <a:lnTo>
                  <a:pt x="1712506" y="1769376"/>
                </a:lnTo>
                <a:lnTo>
                  <a:pt x="1706130" y="1769351"/>
                </a:lnTo>
                <a:lnTo>
                  <a:pt x="1731272" y="1769351"/>
                </a:lnTo>
                <a:lnTo>
                  <a:pt x="1970624" y="1909523"/>
                </a:lnTo>
                <a:lnTo>
                  <a:pt x="1967191" y="1912492"/>
                </a:lnTo>
                <a:lnTo>
                  <a:pt x="1986606" y="1912492"/>
                </a:lnTo>
                <a:lnTo>
                  <a:pt x="1972055" y="1925078"/>
                </a:lnTo>
                <a:close/>
              </a:path>
              <a:path w="4900930" h="2110740">
                <a:moveTo>
                  <a:pt x="1101039" y="1781327"/>
                </a:moveTo>
                <a:lnTo>
                  <a:pt x="1095460" y="1781042"/>
                </a:lnTo>
                <a:lnTo>
                  <a:pt x="1095032" y="1775472"/>
                </a:lnTo>
                <a:lnTo>
                  <a:pt x="1101039" y="1781327"/>
                </a:lnTo>
                <a:close/>
              </a:path>
              <a:path w="4900930" h="2110740">
                <a:moveTo>
                  <a:pt x="1108216" y="1781327"/>
                </a:moveTo>
                <a:lnTo>
                  <a:pt x="1101039" y="1781327"/>
                </a:lnTo>
                <a:lnTo>
                  <a:pt x="1095032" y="1775472"/>
                </a:lnTo>
                <a:lnTo>
                  <a:pt x="1107766" y="1775472"/>
                </a:lnTo>
                <a:lnTo>
                  <a:pt x="1108216" y="1781327"/>
                </a:lnTo>
                <a:close/>
              </a:path>
              <a:path w="4900930" h="2110740">
                <a:moveTo>
                  <a:pt x="1120813" y="2110359"/>
                </a:moveTo>
                <a:lnTo>
                  <a:pt x="1095460" y="1781042"/>
                </a:lnTo>
                <a:lnTo>
                  <a:pt x="1101039" y="1781327"/>
                </a:lnTo>
                <a:lnTo>
                  <a:pt x="1108216" y="1781327"/>
                </a:lnTo>
                <a:lnTo>
                  <a:pt x="1131938" y="2089283"/>
                </a:lnTo>
                <a:lnTo>
                  <a:pt x="1123200" y="2094318"/>
                </a:lnTo>
                <a:lnTo>
                  <a:pt x="1132713" y="2099335"/>
                </a:lnTo>
                <a:lnTo>
                  <a:pt x="1139941" y="2099335"/>
                </a:lnTo>
                <a:lnTo>
                  <a:pt x="1120813" y="2110359"/>
                </a:lnTo>
                <a:close/>
              </a:path>
              <a:path w="4900930" h="2110740">
                <a:moveTo>
                  <a:pt x="2615971" y="1830577"/>
                </a:moveTo>
                <a:lnTo>
                  <a:pt x="2618401" y="1825194"/>
                </a:lnTo>
                <a:lnTo>
                  <a:pt x="2623947" y="1827225"/>
                </a:lnTo>
                <a:lnTo>
                  <a:pt x="2615971" y="1830577"/>
                </a:lnTo>
                <a:close/>
              </a:path>
              <a:path w="4900930" h="2110740">
                <a:moveTo>
                  <a:pt x="1967191" y="1912492"/>
                </a:moveTo>
                <a:lnTo>
                  <a:pt x="1970624" y="1909523"/>
                </a:lnTo>
                <a:lnTo>
                  <a:pt x="1974545" y="1911819"/>
                </a:lnTo>
                <a:lnTo>
                  <a:pt x="1967191" y="1912492"/>
                </a:lnTo>
                <a:close/>
              </a:path>
              <a:path w="4900930" h="2110740">
                <a:moveTo>
                  <a:pt x="1132713" y="2099335"/>
                </a:moveTo>
                <a:lnTo>
                  <a:pt x="1123200" y="2094318"/>
                </a:lnTo>
                <a:lnTo>
                  <a:pt x="1131938" y="2089283"/>
                </a:lnTo>
                <a:lnTo>
                  <a:pt x="1132713" y="2099335"/>
                </a:lnTo>
                <a:close/>
              </a:path>
            </a:pathLst>
          </a:custGeom>
          <a:solidFill>
            <a:srgbClr val="004D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60826" y="3596779"/>
            <a:ext cx="18542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微软雅黑"/>
                <a:cs typeface="微软雅黑"/>
              </a:rPr>
              <a:t>生命周期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4313" y="5254599"/>
            <a:ext cx="6539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【例</a:t>
            </a:r>
            <a:r>
              <a:rPr dirty="0" sz="2400" spc="-5">
                <a:latin typeface="微软雅黑"/>
                <a:cs typeface="微软雅黑"/>
              </a:rPr>
              <a:t>4-3</a:t>
            </a:r>
            <a:r>
              <a:rPr dirty="0" sz="2400">
                <a:latin typeface="微软雅黑"/>
                <a:cs typeface="微软雅黑"/>
              </a:rPr>
              <a:t>】定义含有</a:t>
            </a:r>
            <a:r>
              <a:rPr dirty="0" sz="2400" spc="-5">
                <a:latin typeface="微软雅黑"/>
                <a:cs typeface="微软雅黑"/>
              </a:rPr>
              <a:t>static</a:t>
            </a:r>
            <a:r>
              <a:rPr dirty="0" sz="2400">
                <a:latin typeface="微软雅黑"/>
                <a:cs typeface="微软雅黑"/>
              </a:rPr>
              <a:t>数据成员的</a:t>
            </a:r>
            <a:r>
              <a:rPr dirty="0" sz="2400" spc="-20">
                <a:latin typeface="微软雅黑"/>
                <a:cs typeface="微软雅黑"/>
              </a:rPr>
              <a:t>Person</a:t>
            </a:r>
            <a:r>
              <a:rPr dirty="0" sz="2400">
                <a:latin typeface="微软雅黑"/>
                <a:cs typeface="微软雅黑"/>
              </a:rPr>
              <a:t>类。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67396" y="829919"/>
            <a:ext cx="1416735" cy="8343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103704" y="977277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易考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6684009" y="3978275"/>
            <a:ext cx="1495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微软雅黑"/>
                <a:cs typeface="微软雅黑"/>
              </a:rPr>
              <a:t>StaticErr.java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8580" y="189865"/>
            <a:ext cx="34810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4.3.4</a:t>
            </a:r>
            <a:r>
              <a:rPr dirty="0" sz="3000" spc="-5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static代码</a:t>
            </a:r>
            <a:r>
              <a:rPr dirty="0" sz="3000" spc="-15" b="1">
                <a:latin typeface="宋体"/>
                <a:cs typeface="宋体"/>
              </a:rPr>
              <a:t>块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5904" y="4131564"/>
            <a:ext cx="1152144" cy="1223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1454784"/>
            <a:ext cx="8084184" cy="392049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algn="just" marL="184150" marR="273050" indent="-171450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如果在</a:t>
            </a: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加载类时</a:t>
            </a:r>
            <a:r>
              <a:rPr dirty="0" sz="3000">
                <a:latin typeface="宋体"/>
                <a:cs typeface="宋体"/>
              </a:rPr>
              <a:t>希望先进行一些特殊的初始化 动作，可以使用static定义一个代码块，将期 望最早执行的初始化任务写在代码块中。</a:t>
            </a:r>
            <a:endParaRPr sz="3000">
              <a:latin typeface="宋体"/>
              <a:cs typeface="宋体"/>
            </a:endParaRPr>
          </a:p>
          <a:p>
            <a:pPr algn="just" marL="184150" indent="-171450">
              <a:lnSpc>
                <a:spcPct val="100000"/>
              </a:lnSpc>
              <a:spcBef>
                <a:spcPts val="44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宋体"/>
                <a:cs typeface="宋体"/>
              </a:rPr>
              <a:t>StaticInit.java</a:t>
            </a:r>
            <a:endParaRPr sz="24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【例4-5】静态代码块示例。</a:t>
            </a:r>
            <a:endParaRPr sz="3000">
              <a:latin typeface="宋体"/>
              <a:cs typeface="宋体"/>
            </a:endParaRPr>
          </a:p>
          <a:p>
            <a:pPr algn="just" marL="2280285" marR="5080">
              <a:lnSpc>
                <a:spcPct val="100000"/>
              </a:lnSpc>
              <a:spcBef>
                <a:spcPts val="1735"/>
              </a:spcBef>
            </a:pPr>
            <a:r>
              <a:rPr dirty="0" sz="2400" b="1">
                <a:latin typeface="微软雅黑"/>
                <a:cs typeface="微软雅黑"/>
              </a:rPr>
              <a:t>静态代码块一般用来在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类加载</a:t>
            </a:r>
            <a:r>
              <a:rPr dirty="0" sz="2400" b="1">
                <a:latin typeface="微软雅黑"/>
                <a:cs typeface="微软雅黑"/>
              </a:rPr>
              <a:t>以后初始化一 些静态资源时候使用，如：加载配置文件。 类加载：第一次主动使用该类时（定义变量 不算）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47"/>
            <a:ext cx="32829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4.3.5对象的作用</a:t>
            </a:r>
            <a:r>
              <a:rPr dirty="0" sz="3000" spc="-15" b="1">
                <a:latin typeface="宋体"/>
                <a:cs typeface="宋体"/>
              </a:rPr>
              <a:t>域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048385" y="1059814"/>
            <a:ext cx="6798945" cy="40106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dirty="0" sz="3200">
                <a:latin typeface="宋体"/>
                <a:cs typeface="宋体"/>
              </a:rPr>
              <a:t>由</a:t>
            </a:r>
            <a:r>
              <a:rPr dirty="0" sz="3200" spc="-5">
                <a:latin typeface="Times New Roman"/>
                <a:cs typeface="Times New Roman"/>
              </a:rPr>
              <a:t>new</a:t>
            </a:r>
            <a:r>
              <a:rPr dirty="0" sz="3200">
                <a:latin typeface="宋体"/>
                <a:cs typeface="宋体"/>
              </a:rPr>
              <a:t>创建的对象一直存在直至被垃</a:t>
            </a:r>
            <a:r>
              <a:rPr dirty="0" sz="3200">
                <a:latin typeface="宋体"/>
                <a:cs typeface="宋体"/>
              </a:rPr>
              <a:t>圾 </a:t>
            </a:r>
            <a:r>
              <a:rPr dirty="0" sz="3200">
                <a:latin typeface="宋体"/>
                <a:cs typeface="宋体"/>
              </a:rPr>
              <a:t>回收器销</a:t>
            </a:r>
            <a:r>
              <a:rPr dirty="0" sz="3200" spc="5">
                <a:latin typeface="宋体"/>
                <a:cs typeface="宋体"/>
              </a:rPr>
              <a:t>毁</a:t>
            </a:r>
            <a:endParaRPr sz="3200">
              <a:latin typeface="宋体"/>
              <a:cs typeface="宋体"/>
            </a:endParaRPr>
          </a:p>
          <a:p>
            <a:pPr marL="661670">
              <a:lnSpc>
                <a:spcPct val="100000"/>
              </a:lnSpc>
              <a:spcBef>
                <a:spcPts val="1945"/>
              </a:spcBef>
            </a:pPr>
            <a:r>
              <a:rPr dirty="0" sz="3200">
                <a:latin typeface="Times New Roman"/>
                <a:cs typeface="Times New Roman"/>
              </a:rPr>
              <a:t>{</a:t>
            </a:r>
            <a:endParaRPr sz="3200">
              <a:latin typeface="Times New Roman"/>
              <a:cs typeface="Times New Roman"/>
            </a:endParaRPr>
          </a:p>
          <a:p>
            <a:pPr marL="1068070">
              <a:lnSpc>
                <a:spcPct val="100000"/>
              </a:lnSpc>
            </a:pPr>
            <a:r>
              <a:rPr dirty="0" sz="3200" spc="-5">
                <a:latin typeface="Times New Roman"/>
                <a:cs typeface="Times New Roman"/>
              </a:rPr>
              <a:t>String s=new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String(“world”)</a:t>
            </a:r>
            <a:endParaRPr sz="3200">
              <a:latin typeface="Times New Roman"/>
              <a:cs typeface="Times New Roman"/>
            </a:endParaRPr>
          </a:p>
          <a:p>
            <a:pPr marL="661670">
              <a:lnSpc>
                <a:spcPct val="100000"/>
              </a:lnSpc>
            </a:pPr>
            <a:r>
              <a:rPr dirty="0" sz="3200"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  <a:spcBef>
                <a:spcPts val="2830"/>
              </a:spcBef>
            </a:pPr>
            <a:r>
              <a:rPr dirty="0" sz="2800">
                <a:latin typeface="微软雅黑"/>
                <a:cs typeface="微软雅黑"/>
              </a:rPr>
              <a:t>但标识符</a:t>
            </a:r>
            <a:r>
              <a:rPr dirty="0" sz="2800" spc="-5">
                <a:latin typeface="微软雅黑"/>
                <a:cs typeface="微软雅黑"/>
              </a:rPr>
              <a:t>s</a:t>
            </a:r>
            <a:r>
              <a:rPr dirty="0" sz="2800">
                <a:latin typeface="微软雅黑"/>
                <a:cs typeface="微软雅黑"/>
              </a:rPr>
              <a:t>的作用域为</a:t>
            </a:r>
            <a:r>
              <a:rPr dirty="0" sz="2800" spc="-5">
                <a:latin typeface="微软雅黑"/>
                <a:cs typeface="微软雅黑"/>
              </a:rPr>
              <a:t>{}</a:t>
            </a:r>
            <a:r>
              <a:rPr dirty="0" sz="2800">
                <a:latin typeface="微软雅黑"/>
                <a:cs typeface="微软雅黑"/>
              </a:rPr>
              <a:t>内</a:t>
            </a:r>
            <a:r>
              <a:rPr dirty="0" sz="2800" spc="-5">
                <a:latin typeface="微软雅黑"/>
                <a:cs typeface="微软雅黑"/>
              </a:rPr>
              <a:t>，{}</a:t>
            </a:r>
            <a:r>
              <a:rPr dirty="0" sz="2800">
                <a:latin typeface="微软雅黑"/>
                <a:cs typeface="微软雅黑"/>
              </a:rPr>
              <a:t>外</a:t>
            </a:r>
            <a:r>
              <a:rPr dirty="0" sz="2800" spc="-5">
                <a:latin typeface="微软雅黑"/>
                <a:cs typeface="微软雅黑"/>
              </a:rPr>
              <a:t>s</a:t>
            </a:r>
            <a:r>
              <a:rPr dirty="0" sz="2800">
                <a:latin typeface="微软雅黑"/>
                <a:cs typeface="微软雅黑"/>
              </a:rPr>
              <a:t>不可</a:t>
            </a:r>
            <a:r>
              <a:rPr dirty="0" sz="2800" spc="-5">
                <a:latin typeface="微软雅黑"/>
                <a:cs typeface="微软雅黑"/>
              </a:rPr>
              <a:t>用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47"/>
            <a:ext cx="21342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4.4</a:t>
            </a:r>
            <a:r>
              <a:rPr dirty="0" sz="3000" spc="144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构造</a:t>
            </a:r>
            <a:r>
              <a:rPr dirty="0" sz="3000" spc="-15" b="1">
                <a:latin typeface="宋体"/>
                <a:cs typeface="宋体"/>
              </a:rPr>
              <a:t>器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67410" y="1365250"/>
            <a:ext cx="749935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latin typeface="微软雅黑"/>
                <a:cs typeface="微软雅黑"/>
              </a:rPr>
              <a:t>Java</a:t>
            </a:r>
            <a:r>
              <a:rPr dirty="0" sz="2800">
                <a:latin typeface="微软雅黑"/>
                <a:cs typeface="微软雅黑"/>
              </a:rPr>
              <a:t>通过构造器</a:t>
            </a:r>
            <a:r>
              <a:rPr dirty="0" sz="2800" spc="-10">
                <a:latin typeface="微软雅黑"/>
                <a:cs typeface="微软雅黑"/>
              </a:rPr>
              <a:t>constructore</a:t>
            </a:r>
            <a:r>
              <a:rPr dirty="0" sz="2800">
                <a:latin typeface="微软雅黑"/>
                <a:cs typeface="微软雅黑"/>
              </a:rPr>
              <a:t>保证对象的初始</a:t>
            </a:r>
            <a:r>
              <a:rPr dirty="0" sz="2800" spc="-5">
                <a:latin typeface="微软雅黑"/>
                <a:cs typeface="微软雅黑"/>
              </a:rPr>
              <a:t>化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900" y="2157094"/>
            <a:ext cx="3225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构造器名与类名一</a:t>
            </a:r>
            <a:r>
              <a:rPr dirty="0" sz="2800" spc="-5">
                <a:latin typeface="微软雅黑"/>
                <a:cs typeface="微软雅黑"/>
              </a:rPr>
              <a:t>致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6780" y="3053080"/>
            <a:ext cx="2869565" cy="1283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构造器没有返回</a:t>
            </a:r>
            <a:r>
              <a:rPr dirty="0" sz="2800" spc="-5">
                <a:latin typeface="微软雅黑"/>
                <a:cs typeface="微软雅黑"/>
              </a:rPr>
              <a:t>值</a:t>
            </a:r>
            <a:endParaRPr sz="2800">
              <a:latin typeface="微软雅黑"/>
              <a:cs typeface="微软雅黑"/>
            </a:endParaRPr>
          </a:p>
          <a:p>
            <a:pPr marL="83185">
              <a:lnSpc>
                <a:spcPct val="100000"/>
              </a:lnSpc>
              <a:spcBef>
                <a:spcPts val="3195"/>
              </a:spcBef>
            </a:pPr>
            <a:r>
              <a:rPr dirty="0" sz="2800">
                <a:latin typeface="微软雅黑"/>
                <a:cs typeface="微软雅黑"/>
              </a:rPr>
              <a:t>构造器可以重</a:t>
            </a:r>
            <a:r>
              <a:rPr dirty="0" sz="2800" spc="-5">
                <a:latin typeface="微软雅黑"/>
                <a:cs typeface="微软雅黑"/>
              </a:rPr>
              <a:t>载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7900" y="4677409"/>
            <a:ext cx="7094220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如果没有定义构造器，</a:t>
            </a:r>
            <a:r>
              <a:rPr dirty="0" sz="2800" spc="-5">
                <a:latin typeface="微软雅黑"/>
                <a:cs typeface="微软雅黑"/>
              </a:rPr>
              <a:t>j</a:t>
            </a:r>
            <a:r>
              <a:rPr dirty="0" sz="2800">
                <a:latin typeface="微软雅黑"/>
                <a:cs typeface="微软雅黑"/>
              </a:rPr>
              <a:t>a</a:t>
            </a:r>
            <a:r>
              <a:rPr dirty="0" sz="2800" spc="-60">
                <a:latin typeface="微软雅黑"/>
                <a:cs typeface="微软雅黑"/>
              </a:rPr>
              <a:t>v</a:t>
            </a:r>
            <a:r>
              <a:rPr dirty="0" sz="2800">
                <a:latin typeface="微软雅黑"/>
                <a:cs typeface="微软雅黑"/>
              </a:rPr>
              <a:t>a编译器才会自动</a:t>
            </a:r>
            <a:r>
              <a:rPr dirty="0" sz="2800" spc="-5">
                <a:latin typeface="微软雅黑"/>
                <a:cs typeface="微软雅黑"/>
              </a:rPr>
              <a:t>为 </a:t>
            </a:r>
            <a:r>
              <a:rPr dirty="0" sz="2800">
                <a:latin typeface="微软雅黑"/>
                <a:cs typeface="微软雅黑"/>
              </a:rPr>
              <a:t>类提供默认构造器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91709" y="2165350"/>
            <a:ext cx="3434079" cy="1518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954405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Sample :  </a:t>
            </a: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Ove</a:t>
            </a:r>
            <a:r>
              <a:rPr dirty="0" sz="2800" spc="-10">
                <a:solidFill>
                  <a:srgbClr val="006C39"/>
                </a:solidFill>
                <a:latin typeface="Times New Roman"/>
                <a:cs typeface="Times New Roman"/>
              </a:rPr>
              <a:t>r</a:t>
            </a: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loading.java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800" spc="-10">
                <a:solidFill>
                  <a:srgbClr val="006C39"/>
                </a:solidFill>
                <a:latin typeface="Times New Roman"/>
                <a:cs typeface="Times New Roman"/>
              </a:rPr>
              <a:t>DefaultConstructor.java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47"/>
            <a:ext cx="290576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4.4.1</a:t>
            </a:r>
            <a:r>
              <a:rPr dirty="0" sz="3000" spc="145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this引</a:t>
            </a:r>
            <a:r>
              <a:rPr dirty="0" sz="3000" spc="-15" b="1">
                <a:latin typeface="宋体"/>
                <a:cs typeface="宋体"/>
              </a:rPr>
              <a:t>用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1975" y="2564892"/>
            <a:ext cx="6608064" cy="522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27835" y="2561094"/>
            <a:ext cx="6615430" cy="529590"/>
          </a:xfrm>
          <a:custGeom>
            <a:avLst/>
            <a:gdLst/>
            <a:ahLst/>
            <a:cxnLst/>
            <a:rect l="l" t="t" r="r" b="b"/>
            <a:pathLst>
              <a:path w="6615430" h="529589">
                <a:moveTo>
                  <a:pt x="6615417" y="529589"/>
                </a:moveTo>
                <a:lnTo>
                  <a:pt x="0" y="529589"/>
                </a:lnTo>
                <a:lnTo>
                  <a:pt x="0" y="0"/>
                </a:lnTo>
                <a:lnTo>
                  <a:pt x="6615417" y="0"/>
                </a:lnTo>
                <a:lnTo>
                  <a:pt x="6615417" y="3810"/>
                </a:lnTo>
                <a:lnTo>
                  <a:pt x="7619" y="3810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521969"/>
                </a:lnTo>
                <a:lnTo>
                  <a:pt x="3809" y="521969"/>
                </a:lnTo>
                <a:lnTo>
                  <a:pt x="7619" y="525780"/>
                </a:lnTo>
                <a:lnTo>
                  <a:pt x="6615417" y="525780"/>
                </a:lnTo>
                <a:lnTo>
                  <a:pt x="6615417" y="529589"/>
                </a:lnTo>
                <a:close/>
              </a:path>
              <a:path w="6615430" h="529589">
                <a:moveTo>
                  <a:pt x="7619" y="7619"/>
                </a:moveTo>
                <a:lnTo>
                  <a:pt x="3809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6615430" h="529589">
                <a:moveTo>
                  <a:pt x="6607810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6607810" y="3810"/>
                </a:lnTo>
                <a:lnTo>
                  <a:pt x="6607810" y="7619"/>
                </a:lnTo>
                <a:close/>
              </a:path>
              <a:path w="6615430" h="529589">
                <a:moveTo>
                  <a:pt x="6607810" y="525780"/>
                </a:moveTo>
                <a:lnTo>
                  <a:pt x="6607810" y="3810"/>
                </a:lnTo>
                <a:lnTo>
                  <a:pt x="6611620" y="7619"/>
                </a:lnTo>
                <a:lnTo>
                  <a:pt x="6615417" y="7619"/>
                </a:lnTo>
                <a:lnTo>
                  <a:pt x="6615417" y="521969"/>
                </a:lnTo>
                <a:lnTo>
                  <a:pt x="6611620" y="521969"/>
                </a:lnTo>
                <a:lnTo>
                  <a:pt x="6607810" y="525780"/>
                </a:lnTo>
                <a:close/>
              </a:path>
              <a:path w="6615430" h="529589">
                <a:moveTo>
                  <a:pt x="6615417" y="7619"/>
                </a:moveTo>
                <a:lnTo>
                  <a:pt x="6611620" y="7619"/>
                </a:lnTo>
                <a:lnTo>
                  <a:pt x="6607810" y="3810"/>
                </a:lnTo>
                <a:lnTo>
                  <a:pt x="6615417" y="3810"/>
                </a:lnTo>
                <a:lnTo>
                  <a:pt x="6615417" y="7619"/>
                </a:lnTo>
                <a:close/>
              </a:path>
              <a:path w="6615430" h="529589">
                <a:moveTo>
                  <a:pt x="7619" y="525780"/>
                </a:moveTo>
                <a:lnTo>
                  <a:pt x="3809" y="521969"/>
                </a:lnTo>
                <a:lnTo>
                  <a:pt x="7619" y="521969"/>
                </a:lnTo>
                <a:lnTo>
                  <a:pt x="7619" y="525780"/>
                </a:lnTo>
                <a:close/>
              </a:path>
              <a:path w="6615430" h="529589">
                <a:moveTo>
                  <a:pt x="6607810" y="525780"/>
                </a:moveTo>
                <a:lnTo>
                  <a:pt x="7619" y="525780"/>
                </a:lnTo>
                <a:lnTo>
                  <a:pt x="7619" y="521969"/>
                </a:lnTo>
                <a:lnTo>
                  <a:pt x="6607810" y="521969"/>
                </a:lnTo>
                <a:lnTo>
                  <a:pt x="6607810" y="525780"/>
                </a:lnTo>
                <a:close/>
              </a:path>
              <a:path w="6615430" h="529589">
                <a:moveTo>
                  <a:pt x="6615417" y="525780"/>
                </a:moveTo>
                <a:lnTo>
                  <a:pt x="6607810" y="525780"/>
                </a:lnTo>
                <a:lnTo>
                  <a:pt x="6611620" y="521969"/>
                </a:lnTo>
                <a:lnTo>
                  <a:pt x="6615417" y="521969"/>
                </a:lnTo>
                <a:lnTo>
                  <a:pt x="6615417" y="52578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01496" y="3383279"/>
            <a:ext cx="6859524" cy="10149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98282" y="3379609"/>
            <a:ext cx="6866890" cy="1022350"/>
          </a:xfrm>
          <a:custGeom>
            <a:avLst/>
            <a:gdLst/>
            <a:ahLst/>
            <a:cxnLst/>
            <a:rect l="l" t="t" r="r" b="b"/>
            <a:pathLst>
              <a:path w="6866890" h="1022350">
                <a:moveTo>
                  <a:pt x="6866280" y="1022350"/>
                </a:moveTo>
                <a:lnTo>
                  <a:pt x="0" y="1022350"/>
                </a:lnTo>
                <a:lnTo>
                  <a:pt x="0" y="0"/>
                </a:lnTo>
                <a:lnTo>
                  <a:pt x="6866280" y="0"/>
                </a:lnTo>
                <a:lnTo>
                  <a:pt x="686628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1014730"/>
                </a:lnTo>
                <a:lnTo>
                  <a:pt x="3809" y="1014730"/>
                </a:lnTo>
                <a:lnTo>
                  <a:pt x="7619" y="1018539"/>
                </a:lnTo>
                <a:lnTo>
                  <a:pt x="6866280" y="1018539"/>
                </a:lnTo>
                <a:lnTo>
                  <a:pt x="6866280" y="1022350"/>
                </a:lnTo>
                <a:close/>
              </a:path>
              <a:path w="6866890" h="102235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6866890" h="1022350">
                <a:moveTo>
                  <a:pt x="685866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6858660" y="3810"/>
                </a:lnTo>
                <a:lnTo>
                  <a:pt x="6858660" y="7620"/>
                </a:lnTo>
                <a:close/>
              </a:path>
              <a:path w="6866890" h="1022350">
                <a:moveTo>
                  <a:pt x="6858660" y="1018539"/>
                </a:moveTo>
                <a:lnTo>
                  <a:pt x="6858660" y="3810"/>
                </a:lnTo>
                <a:lnTo>
                  <a:pt x="6862470" y="7620"/>
                </a:lnTo>
                <a:lnTo>
                  <a:pt x="6866280" y="7620"/>
                </a:lnTo>
                <a:lnTo>
                  <a:pt x="6866280" y="1014730"/>
                </a:lnTo>
                <a:lnTo>
                  <a:pt x="6862470" y="1014730"/>
                </a:lnTo>
                <a:lnTo>
                  <a:pt x="6858660" y="1018539"/>
                </a:lnTo>
                <a:close/>
              </a:path>
              <a:path w="6866890" h="1022350">
                <a:moveTo>
                  <a:pt x="6866280" y="7620"/>
                </a:moveTo>
                <a:lnTo>
                  <a:pt x="6862470" y="7620"/>
                </a:lnTo>
                <a:lnTo>
                  <a:pt x="6858660" y="3810"/>
                </a:lnTo>
                <a:lnTo>
                  <a:pt x="6866280" y="3810"/>
                </a:lnTo>
                <a:lnTo>
                  <a:pt x="6866280" y="7620"/>
                </a:lnTo>
                <a:close/>
              </a:path>
              <a:path w="6866890" h="1022350">
                <a:moveTo>
                  <a:pt x="7619" y="1018539"/>
                </a:moveTo>
                <a:lnTo>
                  <a:pt x="3809" y="1014730"/>
                </a:lnTo>
                <a:lnTo>
                  <a:pt x="7619" y="1014730"/>
                </a:lnTo>
                <a:lnTo>
                  <a:pt x="7619" y="1018539"/>
                </a:lnTo>
                <a:close/>
              </a:path>
              <a:path w="6866890" h="1022350">
                <a:moveTo>
                  <a:pt x="6858660" y="1018539"/>
                </a:moveTo>
                <a:lnTo>
                  <a:pt x="7619" y="1018539"/>
                </a:lnTo>
                <a:lnTo>
                  <a:pt x="7619" y="1014730"/>
                </a:lnTo>
                <a:lnTo>
                  <a:pt x="6858660" y="1014730"/>
                </a:lnTo>
                <a:lnTo>
                  <a:pt x="6858660" y="1018539"/>
                </a:lnTo>
                <a:close/>
              </a:path>
              <a:path w="6866890" h="1022350">
                <a:moveTo>
                  <a:pt x="6866280" y="1018539"/>
                </a:moveTo>
                <a:lnTo>
                  <a:pt x="6858660" y="1018539"/>
                </a:lnTo>
                <a:lnTo>
                  <a:pt x="6862470" y="1014730"/>
                </a:lnTo>
                <a:lnTo>
                  <a:pt x="6866280" y="1014730"/>
                </a:lnTo>
                <a:lnTo>
                  <a:pt x="6866280" y="101853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739" y="1454784"/>
            <a:ext cx="8082280" cy="3805554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84150" marR="271145" indent="-171450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this：代表一个引用，指向正在调用该方法的 当前对象。</a:t>
            </a:r>
            <a:endParaRPr sz="3000">
              <a:latin typeface="宋体"/>
              <a:cs typeface="宋体"/>
            </a:endParaRPr>
          </a:p>
          <a:p>
            <a:pPr marL="1344295">
              <a:lnSpc>
                <a:spcPct val="100000"/>
              </a:lnSpc>
              <a:spcBef>
                <a:spcPts val="2045"/>
              </a:spcBef>
            </a:pPr>
            <a:r>
              <a:rPr dirty="0" sz="2800" spc="-5">
                <a:latin typeface="微软雅黑"/>
                <a:cs typeface="微软雅黑"/>
              </a:rPr>
              <a:t>hotel.setHotelName("MiniStarwood");</a:t>
            </a:r>
            <a:endParaRPr sz="2800">
              <a:latin typeface="微软雅黑"/>
              <a:cs typeface="微软雅黑"/>
            </a:endParaRPr>
          </a:p>
          <a:p>
            <a:pPr algn="ctr" marL="252095">
              <a:lnSpc>
                <a:spcPct val="100000"/>
              </a:lnSpc>
              <a:spcBef>
                <a:spcPts val="3105"/>
              </a:spcBef>
            </a:pPr>
            <a:r>
              <a:rPr dirty="0" sz="2000" spc="-5" b="1">
                <a:latin typeface="微软雅黑"/>
                <a:cs typeface="微软雅黑"/>
              </a:rPr>
              <a:t>public </a:t>
            </a:r>
            <a:r>
              <a:rPr dirty="0" sz="2000" spc="-10" b="1">
                <a:latin typeface="微软雅黑"/>
                <a:cs typeface="微软雅黑"/>
              </a:rPr>
              <a:t>void </a:t>
            </a:r>
            <a:r>
              <a:rPr dirty="0" sz="2000" spc="-10">
                <a:latin typeface="微软雅黑"/>
                <a:cs typeface="微软雅黑"/>
              </a:rPr>
              <a:t>setHotelName(String </a:t>
            </a:r>
            <a:r>
              <a:rPr dirty="0" sz="2000" spc="-5">
                <a:latin typeface="微软雅黑"/>
                <a:cs typeface="微软雅黑"/>
              </a:rPr>
              <a:t>hotelName)</a:t>
            </a:r>
            <a:r>
              <a:rPr dirty="0" sz="2000" spc="-1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{</a:t>
            </a:r>
            <a:endParaRPr sz="2000">
              <a:latin typeface="微软雅黑"/>
              <a:cs typeface="微软雅黑"/>
            </a:endParaRPr>
          </a:p>
          <a:p>
            <a:pPr algn="ctr" marL="5715">
              <a:lnSpc>
                <a:spcPct val="100000"/>
              </a:lnSpc>
            </a:pPr>
            <a:r>
              <a:rPr dirty="0" sz="2000" spc="-5" b="1">
                <a:latin typeface="微软雅黑"/>
                <a:cs typeface="微软雅黑"/>
              </a:rPr>
              <a:t>this</a:t>
            </a:r>
            <a:r>
              <a:rPr dirty="0" sz="2000" spc="-5">
                <a:latin typeface="微软雅黑"/>
                <a:cs typeface="微软雅黑"/>
              </a:rPr>
              <a:t>.hotelName </a:t>
            </a:r>
            <a:r>
              <a:rPr dirty="0" sz="2000">
                <a:latin typeface="微软雅黑"/>
                <a:cs typeface="微软雅黑"/>
              </a:rPr>
              <a:t>=</a:t>
            </a:r>
            <a:r>
              <a:rPr dirty="0" sz="2000" spc="-10">
                <a:latin typeface="微软雅黑"/>
                <a:cs typeface="微软雅黑"/>
              </a:rPr>
              <a:t> </a:t>
            </a:r>
            <a:r>
              <a:rPr dirty="0" sz="2000" spc="-5">
                <a:latin typeface="微软雅黑"/>
                <a:cs typeface="微软雅黑"/>
              </a:rPr>
              <a:t>hotelName;</a:t>
            </a:r>
            <a:endParaRPr sz="2000">
              <a:latin typeface="微软雅黑"/>
              <a:cs typeface="微软雅黑"/>
            </a:endParaRPr>
          </a:p>
          <a:p>
            <a:pPr algn="ctr" marR="5360670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}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微软雅黑"/>
              <a:cs typeface="微软雅黑"/>
            </a:endParaRPr>
          </a:p>
          <a:p>
            <a:pPr marL="1992630">
              <a:lnSpc>
                <a:spcPct val="100000"/>
              </a:lnSpc>
            </a:pP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r>
              <a:rPr dirty="0" sz="280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Leaf.java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29002" y="6410007"/>
            <a:ext cx="204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29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794384" y="1111884"/>
            <a:ext cx="245618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5100" marR="148590" indent="-1524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public class Leaf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{  </a:t>
            </a:r>
            <a:r>
              <a:rPr dirty="0" sz="2400" spc="-5">
                <a:latin typeface="Times New Roman"/>
                <a:cs typeface="Times New Roman"/>
              </a:rPr>
              <a:t>int </a:t>
            </a:r>
            <a:r>
              <a:rPr dirty="0" sz="2400">
                <a:latin typeface="Times New Roman"/>
                <a:cs typeface="Times New Roman"/>
              </a:rPr>
              <a:t>i =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317500" marR="5080" indent="-152400">
              <a:lnSpc>
                <a:spcPct val="100000"/>
              </a:lnSpc>
            </a:pPr>
            <a:r>
              <a:rPr dirty="0" sz="2400" spc="-5">
                <a:latin typeface="Times New Roman"/>
                <a:cs typeface="Times New Roman"/>
              </a:rPr>
              <a:t>Leaf increment()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{  </a:t>
            </a:r>
            <a:r>
              <a:rPr dirty="0" sz="2400" spc="-5">
                <a:latin typeface="Times New Roman"/>
                <a:cs typeface="Times New Roman"/>
              </a:rPr>
              <a:t>i++;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6785" y="2574925"/>
            <a:ext cx="164465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return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this;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>
                <a:latin typeface="Times New Roman"/>
                <a:cs typeface="Times New Roman"/>
              </a:rPr>
              <a:t>void print()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99185" y="3672204"/>
            <a:ext cx="37528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System.out.println("i </a:t>
            </a:r>
            <a:r>
              <a:rPr dirty="0" sz="2400">
                <a:latin typeface="Times New Roman"/>
                <a:cs typeface="Times New Roman"/>
              </a:rPr>
              <a:t>= " + </a:t>
            </a:r>
            <a:r>
              <a:rPr dirty="0" sz="2400" spc="-5">
                <a:latin typeface="Times New Roman"/>
                <a:cs typeface="Times New Roman"/>
              </a:rPr>
              <a:t>i);  String </a:t>
            </a:r>
            <a:r>
              <a:rPr dirty="0" sz="2400">
                <a:latin typeface="Times New Roman"/>
                <a:cs typeface="Times New Roman"/>
              </a:rPr>
              <a:t>s= </a:t>
            </a:r>
            <a:r>
              <a:rPr dirty="0" sz="2400" spc="-5">
                <a:latin typeface="Times New Roman"/>
                <a:cs typeface="Times New Roman"/>
              </a:rPr>
              <a:t>new String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(“print”);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6785" y="4403725"/>
            <a:ext cx="576199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65100" marR="1005205" indent="-152400">
              <a:lnSpc>
                <a:spcPct val="100000"/>
              </a:lnSpc>
            </a:pPr>
            <a:r>
              <a:rPr dirty="0" sz="2400" spc="-5">
                <a:latin typeface="Times New Roman"/>
                <a:cs typeface="Times New Roman"/>
              </a:rPr>
              <a:t>public static void main(String[] </a:t>
            </a:r>
            <a:r>
              <a:rPr dirty="0" sz="2400" spc="-10">
                <a:latin typeface="Times New Roman"/>
                <a:cs typeface="Times New Roman"/>
              </a:rPr>
              <a:t>args) </a:t>
            </a:r>
            <a:r>
              <a:rPr dirty="0" sz="2400">
                <a:latin typeface="Times New Roman"/>
                <a:cs typeface="Times New Roman"/>
              </a:rPr>
              <a:t>{  </a:t>
            </a:r>
            <a:r>
              <a:rPr dirty="0" sz="2400" spc="-5">
                <a:latin typeface="Times New Roman"/>
                <a:cs typeface="Times New Roman"/>
              </a:rPr>
              <a:t>Leaf </a:t>
            </a:r>
            <a:r>
              <a:rPr dirty="0" sz="2400">
                <a:latin typeface="Times New Roman"/>
                <a:cs typeface="Times New Roman"/>
              </a:rPr>
              <a:t>x = </a:t>
            </a:r>
            <a:r>
              <a:rPr dirty="0" sz="2400" spc="-5">
                <a:latin typeface="Times New Roman"/>
                <a:cs typeface="Times New Roman"/>
              </a:rPr>
              <a:t>new Leaf();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dirty="0" sz="2400" spc="-5">
                <a:latin typeface="Times New Roman"/>
                <a:cs typeface="Times New Roman"/>
              </a:rPr>
              <a:t>x.increment().increment().increment().print();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4384" y="6232525"/>
            <a:ext cx="750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}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///:~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703320" y="1479550"/>
            <a:ext cx="2098675" cy="469900"/>
          </a:xfrm>
          <a:custGeom>
            <a:avLst/>
            <a:gdLst/>
            <a:ahLst/>
            <a:cxnLst/>
            <a:rect l="l" t="t" r="r" b="b"/>
            <a:pathLst>
              <a:path w="2098675" h="469900">
                <a:moveTo>
                  <a:pt x="2098675" y="469900"/>
                </a:moveTo>
                <a:lnTo>
                  <a:pt x="0" y="469900"/>
                </a:lnTo>
                <a:lnTo>
                  <a:pt x="0" y="0"/>
                </a:lnTo>
                <a:lnTo>
                  <a:pt x="2098675" y="0"/>
                </a:lnTo>
                <a:lnTo>
                  <a:pt x="209867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60375"/>
                </a:lnTo>
                <a:lnTo>
                  <a:pt x="4762" y="460375"/>
                </a:lnTo>
                <a:lnTo>
                  <a:pt x="9525" y="465137"/>
                </a:lnTo>
                <a:lnTo>
                  <a:pt x="2098675" y="465137"/>
                </a:lnTo>
                <a:lnTo>
                  <a:pt x="2098675" y="469900"/>
                </a:lnTo>
                <a:close/>
              </a:path>
              <a:path w="2098675" h="46990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98675" h="469900">
                <a:moveTo>
                  <a:pt x="208915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89150" y="4762"/>
                </a:lnTo>
                <a:lnTo>
                  <a:pt x="2089150" y="9525"/>
                </a:lnTo>
                <a:close/>
              </a:path>
              <a:path w="2098675" h="469900">
                <a:moveTo>
                  <a:pt x="2089150" y="465137"/>
                </a:moveTo>
                <a:lnTo>
                  <a:pt x="2089150" y="4762"/>
                </a:lnTo>
                <a:lnTo>
                  <a:pt x="2093912" y="9525"/>
                </a:lnTo>
                <a:lnTo>
                  <a:pt x="2098675" y="9525"/>
                </a:lnTo>
                <a:lnTo>
                  <a:pt x="2098675" y="460375"/>
                </a:lnTo>
                <a:lnTo>
                  <a:pt x="2093912" y="460375"/>
                </a:lnTo>
                <a:lnTo>
                  <a:pt x="2089150" y="465137"/>
                </a:lnTo>
                <a:close/>
              </a:path>
              <a:path w="2098675" h="469900">
                <a:moveTo>
                  <a:pt x="2098675" y="9525"/>
                </a:moveTo>
                <a:lnTo>
                  <a:pt x="2093912" y="9525"/>
                </a:lnTo>
                <a:lnTo>
                  <a:pt x="2089150" y="4762"/>
                </a:lnTo>
                <a:lnTo>
                  <a:pt x="2098675" y="4762"/>
                </a:lnTo>
                <a:lnTo>
                  <a:pt x="2098675" y="9525"/>
                </a:lnTo>
                <a:close/>
              </a:path>
              <a:path w="2098675" h="469900">
                <a:moveTo>
                  <a:pt x="9525" y="465137"/>
                </a:moveTo>
                <a:lnTo>
                  <a:pt x="4762" y="460375"/>
                </a:lnTo>
                <a:lnTo>
                  <a:pt x="9525" y="460375"/>
                </a:lnTo>
                <a:lnTo>
                  <a:pt x="9525" y="465137"/>
                </a:lnTo>
                <a:close/>
              </a:path>
              <a:path w="2098675" h="469900">
                <a:moveTo>
                  <a:pt x="2089150" y="465137"/>
                </a:moveTo>
                <a:lnTo>
                  <a:pt x="9525" y="465137"/>
                </a:lnTo>
                <a:lnTo>
                  <a:pt x="9525" y="460375"/>
                </a:lnTo>
                <a:lnTo>
                  <a:pt x="2089150" y="460375"/>
                </a:lnTo>
                <a:lnTo>
                  <a:pt x="2089150" y="465137"/>
                </a:lnTo>
                <a:close/>
              </a:path>
              <a:path w="2098675" h="469900">
                <a:moveTo>
                  <a:pt x="2098675" y="465137"/>
                </a:moveTo>
                <a:lnTo>
                  <a:pt x="2089150" y="465137"/>
                </a:lnTo>
                <a:lnTo>
                  <a:pt x="2093912" y="460375"/>
                </a:lnTo>
                <a:lnTo>
                  <a:pt x="2098675" y="460375"/>
                </a:lnTo>
                <a:lnTo>
                  <a:pt x="2098675" y="46513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786822" y="1500187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类成员变量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907984" y="1624012"/>
            <a:ext cx="1800860" cy="81280"/>
          </a:xfrm>
          <a:custGeom>
            <a:avLst/>
            <a:gdLst/>
            <a:ahLst/>
            <a:cxnLst/>
            <a:rect l="l" t="t" r="r" b="b"/>
            <a:pathLst>
              <a:path w="1800860" h="81280">
                <a:moveTo>
                  <a:pt x="1800225" y="80962"/>
                </a:moveTo>
                <a:lnTo>
                  <a:pt x="0" y="9525"/>
                </a:lnTo>
                <a:lnTo>
                  <a:pt x="380" y="0"/>
                </a:lnTo>
                <a:lnTo>
                  <a:pt x="1800605" y="71437"/>
                </a:lnTo>
                <a:lnTo>
                  <a:pt x="1800225" y="80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430837" y="3986212"/>
            <a:ext cx="2098675" cy="469900"/>
          </a:xfrm>
          <a:custGeom>
            <a:avLst/>
            <a:gdLst/>
            <a:ahLst/>
            <a:cxnLst/>
            <a:rect l="l" t="t" r="r" b="b"/>
            <a:pathLst>
              <a:path w="2098675" h="469900">
                <a:moveTo>
                  <a:pt x="2098675" y="469900"/>
                </a:moveTo>
                <a:lnTo>
                  <a:pt x="0" y="469900"/>
                </a:lnTo>
                <a:lnTo>
                  <a:pt x="0" y="0"/>
                </a:lnTo>
                <a:lnTo>
                  <a:pt x="2098675" y="0"/>
                </a:lnTo>
                <a:lnTo>
                  <a:pt x="209867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60375"/>
                </a:lnTo>
                <a:lnTo>
                  <a:pt x="4762" y="460375"/>
                </a:lnTo>
                <a:lnTo>
                  <a:pt x="9525" y="465137"/>
                </a:lnTo>
                <a:lnTo>
                  <a:pt x="2098675" y="465137"/>
                </a:lnTo>
                <a:lnTo>
                  <a:pt x="2098675" y="469900"/>
                </a:lnTo>
                <a:close/>
              </a:path>
              <a:path w="2098675" h="46990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98675" h="469900">
                <a:moveTo>
                  <a:pt x="208915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89150" y="4762"/>
                </a:lnTo>
                <a:lnTo>
                  <a:pt x="2089150" y="9525"/>
                </a:lnTo>
                <a:close/>
              </a:path>
              <a:path w="2098675" h="469900">
                <a:moveTo>
                  <a:pt x="2089150" y="465137"/>
                </a:moveTo>
                <a:lnTo>
                  <a:pt x="2089150" y="4762"/>
                </a:lnTo>
                <a:lnTo>
                  <a:pt x="2093912" y="9525"/>
                </a:lnTo>
                <a:lnTo>
                  <a:pt x="2098675" y="9525"/>
                </a:lnTo>
                <a:lnTo>
                  <a:pt x="2098675" y="460375"/>
                </a:lnTo>
                <a:lnTo>
                  <a:pt x="2093912" y="460375"/>
                </a:lnTo>
                <a:lnTo>
                  <a:pt x="2089150" y="465137"/>
                </a:lnTo>
                <a:close/>
              </a:path>
              <a:path w="2098675" h="469900">
                <a:moveTo>
                  <a:pt x="2098675" y="9525"/>
                </a:moveTo>
                <a:lnTo>
                  <a:pt x="2093912" y="9525"/>
                </a:lnTo>
                <a:lnTo>
                  <a:pt x="2089150" y="4762"/>
                </a:lnTo>
                <a:lnTo>
                  <a:pt x="2098675" y="4762"/>
                </a:lnTo>
                <a:lnTo>
                  <a:pt x="2098675" y="9525"/>
                </a:lnTo>
                <a:close/>
              </a:path>
              <a:path w="2098675" h="469900">
                <a:moveTo>
                  <a:pt x="9525" y="465137"/>
                </a:moveTo>
                <a:lnTo>
                  <a:pt x="4762" y="460375"/>
                </a:lnTo>
                <a:lnTo>
                  <a:pt x="9525" y="460375"/>
                </a:lnTo>
                <a:lnTo>
                  <a:pt x="9525" y="465137"/>
                </a:lnTo>
                <a:close/>
              </a:path>
              <a:path w="2098675" h="469900">
                <a:moveTo>
                  <a:pt x="2089150" y="465137"/>
                </a:moveTo>
                <a:lnTo>
                  <a:pt x="9525" y="465137"/>
                </a:lnTo>
                <a:lnTo>
                  <a:pt x="9525" y="460375"/>
                </a:lnTo>
                <a:lnTo>
                  <a:pt x="2089150" y="460375"/>
                </a:lnTo>
                <a:lnTo>
                  <a:pt x="2089150" y="465137"/>
                </a:lnTo>
                <a:close/>
              </a:path>
              <a:path w="2098675" h="469900">
                <a:moveTo>
                  <a:pt x="2098675" y="465137"/>
                </a:moveTo>
                <a:lnTo>
                  <a:pt x="2089150" y="465137"/>
                </a:lnTo>
                <a:lnTo>
                  <a:pt x="2093912" y="460375"/>
                </a:lnTo>
                <a:lnTo>
                  <a:pt x="2098675" y="460375"/>
                </a:lnTo>
                <a:lnTo>
                  <a:pt x="2098675" y="46513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514340" y="4006850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局部变量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052218" y="4216717"/>
            <a:ext cx="3455670" cy="81280"/>
          </a:xfrm>
          <a:custGeom>
            <a:avLst/>
            <a:gdLst/>
            <a:ahLst/>
            <a:cxnLst/>
            <a:rect l="l" t="t" r="r" b="b"/>
            <a:pathLst>
              <a:path w="3455670" h="81279">
                <a:moveTo>
                  <a:pt x="203" y="81280"/>
                </a:moveTo>
                <a:lnTo>
                  <a:pt x="0" y="71755"/>
                </a:lnTo>
                <a:lnTo>
                  <a:pt x="3455034" y="0"/>
                </a:lnTo>
                <a:lnTo>
                  <a:pt x="3455238" y="9525"/>
                </a:lnTo>
                <a:lnTo>
                  <a:pt x="203" y="812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0335" y="132079"/>
            <a:ext cx="3284854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4.4.2</a:t>
            </a:r>
            <a:r>
              <a:rPr dirty="0" sz="3000" spc="145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构造器调</a:t>
            </a:r>
            <a:r>
              <a:rPr dirty="0" sz="3000" spc="-15" b="1">
                <a:latin typeface="宋体"/>
                <a:cs typeface="宋体"/>
              </a:rPr>
              <a:t>用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41730" y="1355090"/>
            <a:ext cx="7034530" cy="289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In a </a:t>
            </a:r>
            <a:r>
              <a:rPr dirty="0" sz="2400" spc="-10">
                <a:latin typeface="Times New Roman"/>
                <a:cs typeface="Times New Roman"/>
              </a:rPr>
              <a:t>constructor, </a:t>
            </a:r>
            <a:r>
              <a:rPr dirty="0" sz="2400" spc="-5">
                <a:latin typeface="Times New Roman"/>
                <a:cs typeface="Times New Roman"/>
              </a:rPr>
              <a:t>the </a:t>
            </a:r>
            <a:r>
              <a:rPr dirty="0" sz="2400" spc="-5" b="1">
                <a:latin typeface="Times New Roman"/>
                <a:cs typeface="Times New Roman"/>
              </a:rPr>
              <a:t>this </a:t>
            </a:r>
            <a:r>
              <a:rPr dirty="0" sz="2400" spc="-5">
                <a:latin typeface="Times New Roman"/>
                <a:cs typeface="Times New Roman"/>
              </a:rPr>
              <a:t>keyword takes </a:t>
            </a:r>
            <a:r>
              <a:rPr dirty="0" sz="2400">
                <a:latin typeface="Times New Roman"/>
                <a:cs typeface="Times New Roman"/>
              </a:rPr>
              <a:t>on a </a:t>
            </a:r>
            <a:r>
              <a:rPr dirty="0" sz="2400" spc="-10">
                <a:latin typeface="Times New Roman"/>
                <a:cs typeface="Times New Roman"/>
              </a:rPr>
              <a:t>different  </a:t>
            </a:r>
            <a:r>
              <a:rPr dirty="0" sz="2400" spc="-5">
                <a:latin typeface="Times New Roman"/>
                <a:cs typeface="Times New Roman"/>
              </a:rPr>
              <a:t>meaning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when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you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give it an </a:t>
            </a:r>
            <a:r>
              <a:rPr dirty="0" sz="2400" spc="-10">
                <a:solidFill>
                  <a:srgbClr val="FF0000"/>
                </a:solidFill>
                <a:latin typeface="Times New Roman"/>
                <a:cs typeface="Times New Roman"/>
              </a:rPr>
              <a:t>argument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list </a:t>
            </a:r>
            <a:r>
              <a:rPr dirty="0" sz="2400">
                <a:latin typeface="Times New Roman"/>
                <a:cs typeface="Times New Roman"/>
              </a:rPr>
              <a:t>---- </a:t>
            </a:r>
            <a:r>
              <a:rPr dirty="0" sz="2400" spc="-5">
                <a:latin typeface="Times New Roman"/>
                <a:cs typeface="Times New Roman"/>
              </a:rPr>
              <a:t>it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calls the  constructor that matches that </a:t>
            </a:r>
            <a:r>
              <a:rPr dirty="0" sz="2400" spc="-10">
                <a:solidFill>
                  <a:srgbClr val="FF0000"/>
                </a:solidFill>
                <a:latin typeface="Times New Roman"/>
                <a:cs typeface="Times New Roman"/>
              </a:rPr>
              <a:t>argument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list</a:t>
            </a:r>
            <a:r>
              <a:rPr dirty="0" sz="2400" spc="-5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dirty="0" sz="2400" spc="-5">
                <a:latin typeface="Times New Roman"/>
                <a:cs typeface="Times New Roman"/>
              </a:rPr>
              <a:t>this</a:t>
            </a: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>
                <a:latin typeface="宋体"/>
                <a:cs typeface="宋体"/>
              </a:rPr>
              <a:t>参数列表）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400">
                <a:latin typeface="宋体"/>
                <a:cs typeface="宋体"/>
              </a:rPr>
              <a:t>必须放在构造器的第一行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 marL="1144905">
              <a:lnSpc>
                <a:spcPct val="100000"/>
              </a:lnSpc>
              <a:spcBef>
                <a:spcPts val="1770"/>
              </a:spcBef>
            </a:pP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r>
              <a:rPr dirty="0" sz="280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006C39"/>
                </a:solidFill>
                <a:latin typeface="Times New Roman"/>
                <a:cs typeface="Times New Roman"/>
              </a:rPr>
              <a:t>Flower.java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303072"/>
            <a:ext cx="7835900" cy="4895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76275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练</a:t>
            </a:r>
            <a:r>
              <a:rPr dirty="0" sz="3000" spc="-15" b="1">
                <a:latin typeface="宋体"/>
                <a:cs typeface="宋体"/>
              </a:rPr>
              <a:t>习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000">
              <a:latin typeface="宋体"/>
              <a:cs typeface="宋体"/>
            </a:endParaRPr>
          </a:p>
          <a:p>
            <a:pPr marL="12700" marR="195580">
              <a:lnSpc>
                <a:spcPts val="3240"/>
              </a:lnSpc>
              <a:spcBef>
                <a:spcPts val="2030"/>
              </a:spcBef>
            </a:pPr>
            <a:r>
              <a:rPr dirty="0" sz="3000">
                <a:latin typeface="宋体"/>
                <a:cs typeface="宋体"/>
              </a:rPr>
              <a:t>【题目】编写一个学生类，包括学号、姓名、 性别、年龄和记录学生总数的数据成员。</a:t>
            </a:r>
            <a:endParaRPr sz="3000">
              <a:latin typeface="宋体"/>
              <a:cs typeface="宋体"/>
            </a:endParaRPr>
          </a:p>
          <a:p>
            <a:pPr marL="965835" indent="-953135">
              <a:lnSpc>
                <a:spcPct val="100000"/>
              </a:lnSpc>
              <a:spcBef>
                <a:spcPts val="345"/>
              </a:spcBef>
              <a:buSzPct val="96666"/>
              <a:buAutoNum type="arabicPlain"/>
              <a:tabLst>
                <a:tab pos="965835" algn="l"/>
              </a:tabLst>
            </a:pPr>
            <a:r>
              <a:rPr dirty="0" sz="3000">
                <a:latin typeface="宋体"/>
                <a:cs typeface="宋体"/>
              </a:rPr>
              <a:t>编写合理的重载构造方法。</a:t>
            </a:r>
            <a:endParaRPr sz="3000">
              <a:latin typeface="宋体"/>
              <a:cs typeface="宋体"/>
            </a:endParaRPr>
          </a:p>
          <a:p>
            <a:pPr marL="965835" indent="-953135">
              <a:lnSpc>
                <a:spcPct val="100000"/>
              </a:lnSpc>
              <a:spcBef>
                <a:spcPts val="390"/>
              </a:spcBef>
              <a:buSzPct val="96666"/>
              <a:buAutoNum type="arabicPlain"/>
              <a:tabLst>
                <a:tab pos="965835" algn="l"/>
              </a:tabLst>
            </a:pPr>
            <a:r>
              <a:rPr dirty="0" sz="3000">
                <a:latin typeface="宋体"/>
                <a:cs typeface="宋体"/>
              </a:rPr>
              <a:t>编写各数据成员的set、get方法。</a:t>
            </a:r>
            <a:endParaRPr sz="3000">
              <a:latin typeface="宋体"/>
              <a:cs typeface="宋体"/>
            </a:endParaRPr>
          </a:p>
          <a:p>
            <a:pPr marL="12700" marR="5080">
              <a:lnSpc>
                <a:spcPts val="3240"/>
              </a:lnSpc>
              <a:spcBef>
                <a:spcPts val="795"/>
              </a:spcBef>
              <a:buSzPct val="96666"/>
              <a:buAutoNum type="arabicPlain"/>
              <a:tabLst>
                <a:tab pos="965835" algn="l"/>
              </a:tabLst>
            </a:pPr>
            <a:r>
              <a:rPr dirty="0" sz="3000">
                <a:latin typeface="宋体"/>
                <a:cs typeface="宋体"/>
              </a:rPr>
              <a:t>编写测试类创建几个学生，打印他们的信 息。</a:t>
            </a:r>
            <a:endParaRPr sz="3000">
              <a:latin typeface="宋体"/>
              <a:cs typeface="宋体"/>
            </a:endParaRPr>
          </a:p>
          <a:p>
            <a:pPr marL="12700" marR="5080">
              <a:lnSpc>
                <a:spcPts val="3240"/>
              </a:lnSpc>
              <a:spcBef>
                <a:spcPts val="750"/>
              </a:spcBef>
              <a:buSzPct val="96666"/>
              <a:buAutoNum type="arabicPlain"/>
              <a:tabLst>
                <a:tab pos="965835" algn="l"/>
              </a:tabLst>
            </a:pPr>
            <a:r>
              <a:rPr dirty="0" sz="3000">
                <a:latin typeface="宋体"/>
                <a:cs typeface="宋体"/>
              </a:rPr>
              <a:t>在测试类中创建学生数组存储学生对象， 打印数组中每个学生的信息。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5254"/>
            <a:ext cx="6102350" cy="255905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数据成员/局部变量？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数据成员：属于每个对象/属于类？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方法局部变量/代码块局部变量？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4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【例4-4】变量的使用规则示例。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1135" y="302895"/>
            <a:ext cx="290004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4.5</a:t>
            </a:r>
            <a:r>
              <a:rPr dirty="0" sz="3000" spc="144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变量和常</a:t>
            </a:r>
            <a:r>
              <a:rPr dirty="0" sz="3000" spc="-15" b="1">
                <a:latin typeface="宋体"/>
                <a:cs typeface="宋体"/>
              </a:rPr>
              <a:t>量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29002" y="6410007"/>
            <a:ext cx="204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33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8739" y="1403349"/>
            <a:ext cx="7814945" cy="490601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代码段1：</a:t>
            </a:r>
            <a:endParaRPr sz="3000">
              <a:latin typeface="宋体"/>
              <a:cs typeface="宋体"/>
            </a:endParaRPr>
          </a:p>
          <a:p>
            <a:pPr marL="121920">
              <a:lnSpc>
                <a:spcPct val="100000"/>
              </a:lnSpc>
              <a:spcBef>
                <a:spcPts val="405"/>
              </a:spcBef>
            </a:pPr>
            <a:r>
              <a:rPr dirty="0" sz="3000" b="1">
                <a:latin typeface="宋体"/>
                <a:cs typeface="宋体"/>
              </a:rPr>
              <a:t>public class </a:t>
            </a:r>
            <a:r>
              <a:rPr dirty="0" sz="3000">
                <a:latin typeface="宋体"/>
                <a:cs typeface="宋体"/>
              </a:rPr>
              <a:t>TestScope1</a:t>
            </a:r>
            <a:r>
              <a:rPr dirty="0" sz="3000" spc="-3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{</a:t>
            </a:r>
            <a:endParaRPr sz="3000">
              <a:latin typeface="宋体"/>
              <a:cs typeface="宋体"/>
            </a:endParaRPr>
          </a:p>
          <a:p>
            <a:pPr marL="121920" marR="5080" indent="804545">
              <a:lnSpc>
                <a:spcPts val="3229"/>
              </a:lnSpc>
              <a:spcBef>
                <a:spcPts val="805"/>
              </a:spcBef>
            </a:pPr>
            <a:r>
              <a:rPr dirty="0" sz="3000" b="1">
                <a:latin typeface="宋体"/>
                <a:cs typeface="宋体"/>
              </a:rPr>
              <a:t>static</a:t>
            </a:r>
            <a:r>
              <a:rPr dirty="0" sz="3000" spc="-2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int</a:t>
            </a:r>
            <a:r>
              <a:rPr dirty="0" sz="3000" spc="-155" b="1">
                <a:latin typeface="宋体"/>
                <a:cs typeface="宋体"/>
              </a:rPr>
              <a:t> </a:t>
            </a:r>
            <a:r>
              <a:rPr dirty="0" sz="3150" spc="-450" i="1">
                <a:latin typeface="宋体"/>
                <a:cs typeface="宋体"/>
              </a:rPr>
              <a:t>i</a:t>
            </a:r>
            <a:r>
              <a:rPr dirty="0" sz="3000" spc="-450">
                <a:latin typeface="宋体"/>
                <a:cs typeface="宋体"/>
              </a:rPr>
              <a:t>;</a:t>
            </a:r>
            <a:r>
              <a:rPr dirty="0" sz="3000" spc="10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//</a:t>
            </a:r>
            <a:r>
              <a:rPr dirty="0" sz="3000" spc="-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定义一个类数据 成员作为循环变量</a:t>
            </a:r>
            <a:endParaRPr sz="3000">
              <a:latin typeface="宋体"/>
              <a:cs typeface="宋体"/>
            </a:endParaRPr>
          </a:p>
          <a:p>
            <a:pPr marL="121920" marR="563245" indent="804545">
              <a:lnSpc>
                <a:spcPts val="3229"/>
              </a:lnSpc>
              <a:spcBef>
                <a:spcPts val="770"/>
              </a:spcBef>
            </a:pPr>
            <a:r>
              <a:rPr dirty="0" sz="3000" b="1">
                <a:latin typeface="宋体"/>
                <a:cs typeface="宋体"/>
              </a:rPr>
              <a:t>public static void </a:t>
            </a:r>
            <a:r>
              <a:rPr dirty="0" sz="3000">
                <a:latin typeface="宋体"/>
                <a:cs typeface="宋体"/>
              </a:rPr>
              <a:t>main(String[]  args)</a:t>
            </a:r>
            <a:r>
              <a:rPr dirty="0" sz="3000" spc="-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{</a:t>
            </a:r>
            <a:endParaRPr sz="3000">
              <a:latin typeface="宋体"/>
              <a:cs typeface="宋体"/>
            </a:endParaRPr>
          </a:p>
          <a:p>
            <a:pPr marL="2755900" marR="860425" indent="-914400">
              <a:lnSpc>
                <a:spcPts val="3990"/>
              </a:lnSpc>
              <a:spcBef>
                <a:spcPts val="160"/>
              </a:spcBef>
            </a:pPr>
            <a:r>
              <a:rPr dirty="0" sz="3000" spc="-130" b="1">
                <a:latin typeface="宋体"/>
                <a:cs typeface="宋体"/>
              </a:rPr>
              <a:t>for</a:t>
            </a:r>
            <a:r>
              <a:rPr dirty="0" sz="3000" spc="-130">
                <a:latin typeface="宋体"/>
                <a:cs typeface="宋体"/>
              </a:rPr>
              <a:t>(</a:t>
            </a:r>
            <a:r>
              <a:rPr dirty="0" sz="3150" spc="-130" i="1">
                <a:latin typeface="宋体"/>
                <a:cs typeface="宋体"/>
              </a:rPr>
              <a:t>i</a:t>
            </a:r>
            <a:r>
              <a:rPr dirty="0" sz="3000" spc="-130">
                <a:latin typeface="宋体"/>
                <a:cs typeface="宋体"/>
              </a:rPr>
              <a:t>=0; </a:t>
            </a:r>
            <a:r>
              <a:rPr dirty="0" sz="3150" spc="-180" i="1">
                <a:latin typeface="宋体"/>
                <a:cs typeface="宋体"/>
              </a:rPr>
              <a:t>i</a:t>
            </a:r>
            <a:r>
              <a:rPr dirty="0" sz="3000" spc="-180">
                <a:latin typeface="宋体"/>
                <a:cs typeface="宋体"/>
              </a:rPr>
              <a:t>&lt;10; </a:t>
            </a:r>
            <a:r>
              <a:rPr dirty="0" sz="3150" spc="-180" i="1">
                <a:latin typeface="宋体"/>
                <a:cs typeface="宋体"/>
              </a:rPr>
              <a:t>i</a:t>
            </a:r>
            <a:r>
              <a:rPr dirty="0" sz="3000" spc="-180">
                <a:latin typeface="宋体"/>
                <a:cs typeface="宋体"/>
              </a:rPr>
              <a:t>++){  </a:t>
            </a:r>
            <a:r>
              <a:rPr dirty="0" sz="3000" spc="-190">
                <a:latin typeface="宋体"/>
                <a:cs typeface="宋体"/>
              </a:rPr>
              <a:t>System.</a:t>
            </a:r>
            <a:r>
              <a:rPr dirty="0" sz="3150" spc="-190" i="1">
                <a:latin typeface="宋体"/>
                <a:cs typeface="宋体"/>
              </a:rPr>
              <a:t>out</a:t>
            </a:r>
            <a:r>
              <a:rPr dirty="0" sz="3000" spc="-190">
                <a:latin typeface="宋体"/>
                <a:cs typeface="宋体"/>
              </a:rPr>
              <a:t>.println(</a:t>
            </a:r>
            <a:r>
              <a:rPr dirty="0" sz="3150" spc="-190" i="1">
                <a:latin typeface="宋体"/>
                <a:cs typeface="宋体"/>
              </a:rPr>
              <a:t>i</a:t>
            </a:r>
            <a:r>
              <a:rPr dirty="0" sz="3000" spc="-190">
                <a:latin typeface="宋体"/>
                <a:cs typeface="宋体"/>
              </a:rPr>
              <a:t>);</a:t>
            </a:r>
            <a:endParaRPr sz="3000">
              <a:latin typeface="宋体"/>
              <a:cs typeface="宋体"/>
            </a:endParaRPr>
          </a:p>
          <a:p>
            <a:pPr marL="1841500">
              <a:lnSpc>
                <a:spcPct val="100000"/>
              </a:lnSpc>
              <a:spcBef>
                <a:spcPts val="195"/>
              </a:spcBef>
            </a:pPr>
            <a:r>
              <a:rPr dirty="0" sz="3000">
                <a:latin typeface="宋体"/>
                <a:cs typeface="宋体"/>
              </a:rPr>
              <a:t>}</a:t>
            </a:r>
            <a:endParaRPr sz="30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90"/>
              </a:spcBef>
            </a:pPr>
            <a:r>
              <a:rPr dirty="0" sz="3000">
                <a:latin typeface="宋体"/>
                <a:cs typeface="宋体"/>
              </a:rPr>
              <a:t>}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595" y="6331584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宋体"/>
                <a:cs typeface="宋体"/>
              </a:rPr>
              <a:t>}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40506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4.5.1</a:t>
            </a:r>
            <a:r>
              <a:rPr dirty="0" sz="3000" spc="145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变量的使用规</a:t>
            </a:r>
            <a:r>
              <a:rPr dirty="0" sz="3000" spc="-15" b="1">
                <a:latin typeface="宋体"/>
                <a:cs typeface="宋体"/>
              </a:rPr>
              <a:t>则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29002" y="6410007"/>
            <a:ext cx="204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34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8739" y="1403349"/>
            <a:ext cx="7765415" cy="490601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代码段2：</a:t>
            </a:r>
            <a:endParaRPr sz="3000">
              <a:latin typeface="宋体"/>
              <a:cs typeface="宋体"/>
            </a:endParaRPr>
          </a:p>
          <a:p>
            <a:pPr marL="121920">
              <a:lnSpc>
                <a:spcPct val="100000"/>
              </a:lnSpc>
              <a:spcBef>
                <a:spcPts val="405"/>
              </a:spcBef>
            </a:pPr>
            <a:r>
              <a:rPr dirty="0" sz="3000" b="1">
                <a:latin typeface="宋体"/>
                <a:cs typeface="宋体"/>
              </a:rPr>
              <a:t>public class </a:t>
            </a:r>
            <a:r>
              <a:rPr dirty="0" sz="3000">
                <a:latin typeface="宋体"/>
                <a:cs typeface="宋体"/>
              </a:rPr>
              <a:t>TestScope2</a:t>
            </a:r>
            <a:r>
              <a:rPr dirty="0" sz="3000" spc="-3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{</a:t>
            </a:r>
            <a:endParaRPr sz="3000">
              <a:latin typeface="宋体"/>
              <a:cs typeface="宋体"/>
            </a:endParaRPr>
          </a:p>
          <a:p>
            <a:pPr marL="121920" marR="513715" indent="804545">
              <a:lnSpc>
                <a:spcPts val="3240"/>
              </a:lnSpc>
              <a:spcBef>
                <a:spcPts val="795"/>
              </a:spcBef>
            </a:pPr>
            <a:r>
              <a:rPr dirty="0" sz="3000" b="1">
                <a:latin typeface="宋体"/>
                <a:cs typeface="宋体"/>
              </a:rPr>
              <a:t>public static void </a:t>
            </a:r>
            <a:r>
              <a:rPr dirty="0" sz="3000">
                <a:latin typeface="宋体"/>
                <a:cs typeface="宋体"/>
              </a:rPr>
              <a:t>main(String[]  args)</a:t>
            </a:r>
            <a:r>
              <a:rPr dirty="0" sz="3000" spc="-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{</a:t>
            </a:r>
            <a:endParaRPr sz="3000">
              <a:latin typeface="宋体"/>
              <a:cs typeface="宋体"/>
            </a:endParaRPr>
          </a:p>
          <a:p>
            <a:pPr marL="121920" marR="5080" indent="1718945">
              <a:lnSpc>
                <a:spcPts val="3229"/>
              </a:lnSpc>
              <a:spcBef>
                <a:spcPts val="760"/>
              </a:spcBef>
            </a:pPr>
            <a:r>
              <a:rPr dirty="0" sz="3000" b="1">
                <a:latin typeface="宋体"/>
                <a:cs typeface="宋体"/>
              </a:rPr>
              <a:t>int</a:t>
            </a:r>
            <a:r>
              <a:rPr dirty="0" sz="3000" spc="-30" b="1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i;</a:t>
            </a:r>
            <a:r>
              <a:rPr dirty="0" sz="3000" spc="144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//</a:t>
            </a:r>
            <a:r>
              <a:rPr dirty="0" sz="3000" spc="-1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定义一个方法局部变 量做循环变量</a:t>
            </a:r>
            <a:endParaRPr sz="3000">
              <a:latin typeface="宋体"/>
              <a:cs typeface="宋体"/>
            </a:endParaRPr>
          </a:p>
          <a:p>
            <a:pPr marL="2755900" marR="810895" indent="-914400">
              <a:lnSpc>
                <a:spcPct val="106700"/>
              </a:lnSpc>
              <a:spcBef>
                <a:spcPts val="110"/>
              </a:spcBef>
            </a:pPr>
            <a:r>
              <a:rPr dirty="0" sz="3000" b="1">
                <a:latin typeface="宋体"/>
                <a:cs typeface="宋体"/>
              </a:rPr>
              <a:t>for</a:t>
            </a:r>
            <a:r>
              <a:rPr dirty="0" sz="3000">
                <a:latin typeface="宋体"/>
                <a:cs typeface="宋体"/>
              </a:rPr>
              <a:t>(i=0; i&lt;10; i++){  </a:t>
            </a:r>
            <a:r>
              <a:rPr dirty="0" sz="3000" spc="-145">
                <a:latin typeface="宋体"/>
                <a:cs typeface="宋体"/>
              </a:rPr>
              <a:t>System.</a:t>
            </a:r>
            <a:r>
              <a:rPr dirty="0" sz="3150" spc="-145" i="1">
                <a:latin typeface="宋体"/>
                <a:cs typeface="宋体"/>
              </a:rPr>
              <a:t>out</a:t>
            </a:r>
            <a:r>
              <a:rPr dirty="0" sz="3000" spc="-145">
                <a:latin typeface="宋体"/>
                <a:cs typeface="宋体"/>
              </a:rPr>
              <a:t>.println(i);</a:t>
            </a:r>
            <a:endParaRPr sz="3000">
              <a:latin typeface="宋体"/>
              <a:cs typeface="宋体"/>
            </a:endParaRPr>
          </a:p>
          <a:p>
            <a:pPr marL="1841500">
              <a:lnSpc>
                <a:spcPct val="100000"/>
              </a:lnSpc>
              <a:spcBef>
                <a:spcPts val="360"/>
              </a:spcBef>
            </a:pPr>
            <a:r>
              <a:rPr dirty="0" sz="3000">
                <a:latin typeface="宋体"/>
                <a:cs typeface="宋体"/>
              </a:rPr>
              <a:t>}</a:t>
            </a:r>
            <a:endParaRPr sz="30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90"/>
              </a:spcBef>
            </a:pPr>
            <a:r>
              <a:rPr dirty="0" sz="3000">
                <a:latin typeface="宋体"/>
                <a:cs typeface="宋体"/>
              </a:rPr>
              <a:t>}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595" y="6331584"/>
            <a:ext cx="2159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宋体"/>
                <a:cs typeface="宋体"/>
              </a:rPr>
              <a:t>}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40506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4.5.1</a:t>
            </a:r>
            <a:r>
              <a:rPr dirty="0" sz="3000" spc="145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变量的使用规</a:t>
            </a:r>
            <a:r>
              <a:rPr dirty="0" sz="3000" spc="-15" b="1">
                <a:latin typeface="宋体"/>
                <a:cs typeface="宋体"/>
              </a:rPr>
              <a:t>则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3349"/>
            <a:ext cx="7961630" cy="490410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代码段3：</a:t>
            </a:r>
            <a:endParaRPr sz="3000">
              <a:latin typeface="宋体"/>
              <a:cs typeface="宋体"/>
            </a:endParaRPr>
          </a:p>
          <a:p>
            <a:pPr marL="121920">
              <a:lnSpc>
                <a:spcPct val="100000"/>
              </a:lnSpc>
              <a:spcBef>
                <a:spcPts val="405"/>
              </a:spcBef>
            </a:pPr>
            <a:r>
              <a:rPr dirty="0" sz="3000" b="1">
                <a:latin typeface="宋体"/>
                <a:cs typeface="宋体"/>
              </a:rPr>
              <a:t>public class </a:t>
            </a:r>
            <a:r>
              <a:rPr dirty="0" sz="3000">
                <a:latin typeface="宋体"/>
                <a:cs typeface="宋体"/>
              </a:rPr>
              <a:t>TestScope3</a:t>
            </a:r>
            <a:r>
              <a:rPr dirty="0" sz="3000" spc="-3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{</a:t>
            </a:r>
            <a:endParaRPr sz="3000">
              <a:latin typeface="宋体"/>
              <a:cs typeface="宋体"/>
            </a:endParaRPr>
          </a:p>
          <a:p>
            <a:pPr marL="121920" marR="709930" indent="804545">
              <a:lnSpc>
                <a:spcPts val="3240"/>
              </a:lnSpc>
              <a:spcBef>
                <a:spcPts val="795"/>
              </a:spcBef>
            </a:pPr>
            <a:r>
              <a:rPr dirty="0" sz="3000" b="1">
                <a:latin typeface="宋体"/>
                <a:cs typeface="宋体"/>
              </a:rPr>
              <a:t>public static void </a:t>
            </a:r>
            <a:r>
              <a:rPr dirty="0" sz="3000">
                <a:latin typeface="宋体"/>
                <a:cs typeface="宋体"/>
              </a:rPr>
              <a:t>main(String[]  args)</a:t>
            </a:r>
            <a:r>
              <a:rPr dirty="0" sz="3000" spc="-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{</a:t>
            </a:r>
            <a:endParaRPr sz="3000">
              <a:latin typeface="宋体"/>
              <a:cs typeface="宋体"/>
            </a:endParaRPr>
          </a:p>
          <a:p>
            <a:pPr marL="121920" marR="5080" indent="1718945">
              <a:lnSpc>
                <a:spcPts val="3229"/>
              </a:lnSpc>
              <a:spcBef>
                <a:spcPts val="760"/>
              </a:spcBef>
            </a:pPr>
            <a:r>
              <a:rPr dirty="0" sz="3000" b="1">
                <a:latin typeface="宋体"/>
                <a:cs typeface="宋体"/>
              </a:rPr>
              <a:t>for</a:t>
            </a:r>
            <a:r>
              <a:rPr dirty="0" sz="3000">
                <a:latin typeface="宋体"/>
                <a:cs typeface="宋体"/>
              </a:rPr>
              <a:t>(</a:t>
            </a:r>
            <a:r>
              <a:rPr dirty="0" sz="3000" b="1">
                <a:latin typeface="宋体"/>
                <a:cs typeface="宋体"/>
              </a:rPr>
              <a:t>int </a:t>
            </a:r>
            <a:r>
              <a:rPr dirty="0" sz="3000">
                <a:latin typeface="宋体"/>
                <a:cs typeface="宋体"/>
              </a:rPr>
              <a:t>i=0; i&lt;10; i++){ //</a:t>
            </a:r>
            <a:r>
              <a:rPr dirty="0" sz="3000" spc="-9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定 义一个代码块局部变量作为循环变量</a:t>
            </a:r>
            <a:endParaRPr sz="3000">
              <a:latin typeface="宋体"/>
              <a:cs typeface="宋体"/>
            </a:endParaRPr>
          </a:p>
          <a:p>
            <a:pPr marL="2755900">
              <a:lnSpc>
                <a:spcPct val="100000"/>
              </a:lnSpc>
              <a:spcBef>
                <a:spcPts val="204"/>
              </a:spcBef>
            </a:pPr>
            <a:r>
              <a:rPr dirty="0" sz="3000" spc="-145">
                <a:latin typeface="宋体"/>
                <a:cs typeface="宋体"/>
              </a:rPr>
              <a:t>System.</a:t>
            </a:r>
            <a:r>
              <a:rPr dirty="0" sz="3150" spc="-145" i="1">
                <a:latin typeface="宋体"/>
                <a:cs typeface="宋体"/>
              </a:rPr>
              <a:t>out</a:t>
            </a:r>
            <a:r>
              <a:rPr dirty="0" sz="3000" spc="-145">
                <a:latin typeface="宋体"/>
                <a:cs typeface="宋体"/>
              </a:rPr>
              <a:t>.println(i);</a:t>
            </a:r>
            <a:endParaRPr sz="3000">
              <a:latin typeface="宋体"/>
              <a:cs typeface="宋体"/>
            </a:endParaRPr>
          </a:p>
          <a:p>
            <a:pPr marL="1841500">
              <a:lnSpc>
                <a:spcPct val="100000"/>
              </a:lnSpc>
              <a:spcBef>
                <a:spcPts val="360"/>
              </a:spcBef>
            </a:pPr>
            <a:r>
              <a:rPr dirty="0" sz="3000">
                <a:latin typeface="宋体"/>
                <a:cs typeface="宋体"/>
              </a:rPr>
              <a:t>}</a:t>
            </a:r>
            <a:endParaRPr sz="30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390"/>
              </a:spcBef>
            </a:pPr>
            <a:r>
              <a:rPr dirty="0" sz="3000">
                <a:latin typeface="宋体"/>
                <a:cs typeface="宋体"/>
              </a:rPr>
              <a:t>}</a:t>
            </a:r>
            <a:endParaRPr sz="3000">
              <a:latin typeface="宋体"/>
              <a:cs typeface="宋体"/>
            </a:endParaRPr>
          </a:p>
          <a:p>
            <a:pPr marL="121920">
              <a:lnSpc>
                <a:spcPct val="100000"/>
              </a:lnSpc>
              <a:spcBef>
                <a:spcPts val="375"/>
              </a:spcBef>
            </a:pPr>
            <a:r>
              <a:rPr dirty="0" sz="3000">
                <a:latin typeface="宋体"/>
                <a:cs typeface="宋体"/>
              </a:rPr>
              <a:t>}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35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4775" y="302895"/>
            <a:ext cx="40506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4.5.1</a:t>
            </a:r>
            <a:r>
              <a:rPr dirty="0" sz="3000" spc="145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变量的使用规</a:t>
            </a:r>
            <a:r>
              <a:rPr dirty="0" sz="3000" spc="-15" b="1">
                <a:latin typeface="宋体"/>
                <a:cs typeface="宋体"/>
              </a:rPr>
              <a:t>则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4784"/>
            <a:ext cx="8007350" cy="323723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84150" marR="5080" indent="-171450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final：放在变量声明前，表示该变量一旦被赋 值后，就不能再改变其取值，即通常意义上的 符号常量。</a:t>
            </a:r>
            <a:endParaRPr sz="3000">
              <a:latin typeface="宋体"/>
              <a:cs typeface="宋体"/>
            </a:endParaRPr>
          </a:p>
          <a:p>
            <a:pPr marL="184150" marR="195580" indent="-171450">
              <a:lnSpc>
                <a:spcPts val="3240"/>
              </a:lnSpc>
              <a:spcBef>
                <a:spcPts val="75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static：如果这个常量属于类的每一个对象， 则可以在其定义前加上修饰。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35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static final</a:t>
            </a:r>
            <a:r>
              <a:rPr dirty="0" sz="3000" spc="-1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……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35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969" y="265429"/>
            <a:ext cx="366776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4.5.2</a:t>
            </a:r>
            <a:r>
              <a:rPr dirty="0" sz="3000" spc="145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类常量的定</a:t>
            </a:r>
            <a:r>
              <a:rPr dirty="0" sz="3000" spc="-15" b="1">
                <a:latin typeface="宋体"/>
                <a:cs typeface="宋体"/>
              </a:rPr>
              <a:t>义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29002" y="6410007"/>
            <a:ext cx="204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37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88595" y="1427643"/>
            <a:ext cx="8108950" cy="469138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3000" b="1">
                <a:latin typeface="宋体"/>
                <a:cs typeface="宋体"/>
              </a:rPr>
              <a:t>public class </a:t>
            </a:r>
            <a:r>
              <a:rPr dirty="0" sz="3000">
                <a:latin typeface="宋体"/>
                <a:cs typeface="宋体"/>
              </a:rPr>
              <a:t>Hotel</a:t>
            </a:r>
            <a:r>
              <a:rPr dirty="0" sz="3000" spc="-3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{</a:t>
            </a:r>
            <a:endParaRPr sz="3000">
              <a:latin typeface="宋体"/>
              <a:cs typeface="宋体"/>
            </a:endParaRPr>
          </a:p>
          <a:p>
            <a:pPr marL="817244">
              <a:lnSpc>
                <a:spcPts val="3575"/>
              </a:lnSpc>
              <a:spcBef>
                <a:spcPts val="240"/>
              </a:spcBef>
            </a:pPr>
            <a:r>
              <a:rPr dirty="0" sz="3000" b="1">
                <a:solidFill>
                  <a:srgbClr val="FF0000"/>
                </a:solidFill>
                <a:latin typeface="宋体"/>
                <a:cs typeface="宋体"/>
              </a:rPr>
              <a:t>private static final int</a:t>
            </a:r>
            <a:r>
              <a:rPr dirty="0" sz="3000" spc="-185" b="1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3150" spc="-610" i="1">
                <a:solidFill>
                  <a:srgbClr val="FF0000"/>
                </a:solidFill>
                <a:latin typeface="宋体"/>
                <a:cs typeface="宋体"/>
              </a:rPr>
              <a:t>HEIGHT</a:t>
            </a:r>
            <a:r>
              <a:rPr dirty="0" sz="3000" spc="-610">
                <a:solidFill>
                  <a:srgbClr val="FF0000"/>
                </a:solidFill>
                <a:latin typeface="宋体"/>
                <a:cs typeface="宋体"/>
              </a:rPr>
              <a:t>=10;  </a:t>
            </a:r>
            <a:endParaRPr sz="3000">
              <a:latin typeface="宋体"/>
              <a:cs typeface="宋体"/>
            </a:endParaRPr>
          </a:p>
          <a:p>
            <a:pPr marL="12700">
              <a:lnSpc>
                <a:spcPts val="3400"/>
              </a:lnSpc>
            </a:pP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//层数</a:t>
            </a:r>
            <a:endParaRPr sz="3000">
              <a:latin typeface="宋体"/>
              <a:cs typeface="宋体"/>
            </a:endParaRPr>
          </a:p>
          <a:p>
            <a:pPr marL="817244">
              <a:lnSpc>
                <a:spcPts val="3575"/>
              </a:lnSpc>
              <a:spcBef>
                <a:spcPts val="254"/>
              </a:spcBef>
            </a:pPr>
            <a:r>
              <a:rPr dirty="0" sz="3000" b="1">
                <a:solidFill>
                  <a:srgbClr val="FF0000"/>
                </a:solidFill>
                <a:latin typeface="宋体"/>
                <a:cs typeface="宋体"/>
              </a:rPr>
              <a:t>private static final int</a:t>
            </a:r>
            <a:r>
              <a:rPr dirty="0" sz="3000" spc="-195" b="1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3150" spc="-560" i="1">
                <a:solidFill>
                  <a:srgbClr val="FF0000"/>
                </a:solidFill>
                <a:latin typeface="宋体"/>
                <a:cs typeface="宋体"/>
              </a:rPr>
              <a:t>WIDTH</a:t>
            </a:r>
            <a:r>
              <a:rPr dirty="0" sz="3000" spc="-560">
                <a:solidFill>
                  <a:srgbClr val="FF0000"/>
                </a:solidFill>
                <a:latin typeface="宋体"/>
                <a:cs typeface="宋体"/>
              </a:rPr>
              <a:t>=12;    </a:t>
            </a:r>
            <a:endParaRPr sz="3000">
              <a:latin typeface="宋体"/>
              <a:cs typeface="宋体"/>
            </a:endParaRPr>
          </a:p>
          <a:p>
            <a:pPr marL="12700">
              <a:lnSpc>
                <a:spcPts val="3400"/>
              </a:lnSpc>
            </a:pP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//客房数</a:t>
            </a:r>
            <a:endParaRPr sz="3000">
              <a:latin typeface="宋体"/>
              <a:cs typeface="宋体"/>
            </a:endParaRPr>
          </a:p>
          <a:p>
            <a:pPr marL="12700" marR="436245">
              <a:lnSpc>
                <a:spcPts val="3240"/>
              </a:lnSpc>
              <a:spcBef>
                <a:spcPts val="800"/>
              </a:spcBef>
            </a:pPr>
            <a:r>
              <a:rPr dirty="0" sz="3000" spc="-1500">
                <a:latin typeface="宋体"/>
                <a:cs typeface="宋体"/>
              </a:rPr>
              <a:t> </a:t>
            </a:r>
            <a:r>
              <a:rPr dirty="0" sz="3000" b="1">
                <a:latin typeface="宋体"/>
                <a:cs typeface="宋体"/>
              </a:rPr>
              <a:t>private </a:t>
            </a:r>
            <a:r>
              <a:rPr dirty="0" sz="3000">
                <a:latin typeface="宋体"/>
                <a:cs typeface="宋体"/>
              </a:rPr>
              <a:t>String</a:t>
            </a:r>
            <a:r>
              <a:rPr dirty="0" sz="3000" spc="-2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hotelName;</a:t>
            </a:r>
            <a:r>
              <a:rPr dirty="0" sz="3000" spc="149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// 酒店名</a:t>
            </a:r>
            <a:endParaRPr sz="3000">
              <a:latin typeface="宋体"/>
              <a:cs typeface="宋体"/>
            </a:endParaRPr>
          </a:p>
          <a:p>
            <a:pPr marL="817244">
              <a:lnSpc>
                <a:spcPts val="3420"/>
              </a:lnSpc>
              <a:spcBef>
                <a:spcPts val="355"/>
              </a:spcBef>
            </a:pPr>
            <a:r>
              <a:rPr dirty="0" sz="3000" b="1">
                <a:latin typeface="宋体"/>
                <a:cs typeface="宋体"/>
              </a:rPr>
              <a:t>private</a:t>
            </a:r>
            <a:r>
              <a:rPr dirty="0" sz="3000" spc="-25" b="1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String[][]</a:t>
            </a:r>
            <a:r>
              <a:rPr dirty="0" sz="3000" spc="-1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rooms;</a:t>
            </a:r>
            <a:r>
              <a:rPr dirty="0" sz="3000" spc="145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//酒店客</a:t>
            </a:r>
            <a:endParaRPr sz="3000">
              <a:latin typeface="宋体"/>
              <a:cs typeface="宋体"/>
            </a:endParaRPr>
          </a:p>
          <a:p>
            <a:pPr marL="12700">
              <a:lnSpc>
                <a:spcPts val="3420"/>
              </a:lnSpc>
            </a:pPr>
            <a:r>
              <a:rPr dirty="0" sz="3000">
                <a:latin typeface="宋体"/>
                <a:cs typeface="宋体"/>
              </a:rPr>
              <a:t>房</a:t>
            </a:r>
            <a:endParaRPr sz="3000">
              <a:latin typeface="宋体"/>
              <a:cs typeface="宋体"/>
            </a:endParaRPr>
          </a:p>
          <a:p>
            <a:pPr marL="817244">
              <a:lnSpc>
                <a:spcPct val="100000"/>
              </a:lnSpc>
              <a:spcBef>
                <a:spcPts val="390"/>
              </a:spcBef>
            </a:pPr>
            <a:r>
              <a:rPr dirty="0" sz="3000" b="1">
                <a:latin typeface="宋体"/>
                <a:cs typeface="宋体"/>
              </a:rPr>
              <a:t>public</a:t>
            </a:r>
            <a:r>
              <a:rPr dirty="0" sz="3000" spc="-15" b="1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Hotel(){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07539" y="6142990"/>
            <a:ext cx="23171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宋体"/>
                <a:cs typeface="宋体"/>
              </a:rPr>
              <a:t>rooms =</a:t>
            </a:r>
            <a:r>
              <a:rPr dirty="0" sz="3000" spc="-60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new</a:t>
            </a:r>
            <a:r>
              <a:rPr dirty="0" sz="3000">
                <a:latin typeface="宋体"/>
                <a:cs typeface="宋体"/>
              </a:rPr>
              <a:t> 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8595" y="6533532"/>
            <a:ext cx="421640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20">
                <a:latin typeface="宋体"/>
                <a:cs typeface="宋体"/>
              </a:rPr>
              <a:t>String[</a:t>
            </a:r>
            <a:r>
              <a:rPr dirty="0" sz="3150" spc="-520" i="1">
                <a:latin typeface="宋体"/>
                <a:cs typeface="宋体"/>
              </a:rPr>
              <a:t>HEIGHT</a:t>
            </a:r>
            <a:r>
              <a:rPr dirty="0" sz="3000" spc="-520">
                <a:latin typeface="宋体"/>
                <a:cs typeface="宋体"/>
              </a:rPr>
              <a:t>][</a:t>
            </a:r>
            <a:r>
              <a:rPr dirty="0" sz="3150" spc="-520" i="1">
                <a:latin typeface="宋体"/>
                <a:cs typeface="宋体"/>
              </a:rPr>
              <a:t>WIDTH</a:t>
            </a:r>
            <a:r>
              <a:rPr dirty="0" sz="3000" spc="-520">
                <a:latin typeface="宋体"/>
                <a:cs typeface="宋体"/>
              </a:rPr>
              <a:t>];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366776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4.5.2</a:t>
            </a:r>
            <a:r>
              <a:rPr dirty="0" sz="3000" spc="145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类常量的定</a:t>
            </a:r>
            <a:r>
              <a:rPr dirty="0" sz="3000" spc="-15" b="1">
                <a:latin typeface="宋体"/>
                <a:cs typeface="宋体"/>
              </a:rPr>
              <a:t>义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4784"/>
            <a:ext cx="8007350" cy="3553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ts val="342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“包”</a:t>
            </a:r>
            <a:r>
              <a:rPr dirty="0" sz="3000" spc="-9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方式：包与磁盘的文件系统结构相对应</a:t>
            </a:r>
            <a:endParaRPr sz="3000">
              <a:latin typeface="宋体"/>
              <a:cs typeface="宋体"/>
            </a:endParaRPr>
          </a:p>
          <a:p>
            <a:pPr marL="184150" marR="195580">
              <a:lnSpc>
                <a:spcPts val="3240"/>
              </a:lnSpc>
              <a:spcBef>
                <a:spcPts val="225"/>
              </a:spcBef>
            </a:pPr>
            <a:r>
              <a:rPr dirty="0" sz="3000">
                <a:latin typeface="宋体"/>
                <a:cs typeface="宋体"/>
              </a:rPr>
              <a:t>，一个包就相当于一个文件夹，包中的类相当 于文件夹下的文件。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700">
              <a:latin typeface="宋体"/>
              <a:cs typeface="宋体"/>
            </a:endParaRPr>
          </a:p>
          <a:p>
            <a:pPr algn="just" marL="184150" marR="195580" indent="-171450">
              <a:lnSpc>
                <a:spcPts val="324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Java用为类定义不同的包，即定义不同的存储 位置的方式解决同名类的冲突。同时包也提供 了类的分类管理，使类可以按功能、来源等分 为不同的集合，便于组织和使用。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47"/>
            <a:ext cx="42468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4.7</a:t>
            </a:r>
            <a:r>
              <a:rPr dirty="0" sz="3000" spc="148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java</a:t>
            </a:r>
            <a:r>
              <a:rPr dirty="0" sz="3000" spc="-1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文件组织--</a:t>
            </a:r>
            <a:r>
              <a:rPr dirty="0" sz="3000" spc="-15" b="1">
                <a:latin typeface="宋体"/>
                <a:cs typeface="宋体"/>
              </a:rPr>
              <a:t>包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4784"/>
            <a:ext cx="8007350" cy="2730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ts val="342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java.lang：这个包下包含了Java语言的核心类</a:t>
            </a:r>
            <a:endParaRPr sz="3000">
              <a:latin typeface="宋体"/>
              <a:cs typeface="宋体"/>
            </a:endParaRPr>
          </a:p>
          <a:p>
            <a:pPr marL="184150" marR="195580">
              <a:lnSpc>
                <a:spcPts val="3240"/>
              </a:lnSpc>
              <a:spcBef>
                <a:spcPts val="225"/>
              </a:spcBef>
            </a:pPr>
            <a:r>
              <a:rPr dirty="0" sz="3000">
                <a:latin typeface="宋体"/>
                <a:cs typeface="宋体"/>
              </a:rPr>
              <a:t>，如String、Math、System等，这个包下的类 在程序运行时</a:t>
            </a: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自动导入</a:t>
            </a:r>
            <a:r>
              <a:rPr dirty="0" sz="3000">
                <a:latin typeface="宋体"/>
                <a:cs typeface="宋体"/>
              </a:rPr>
              <a:t>。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ts val="3420"/>
              </a:lnSpc>
              <a:spcBef>
                <a:spcPts val="34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java.util：包含了大量实用的工具类和集合等</a:t>
            </a:r>
            <a:endParaRPr sz="3000">
              <a:latin typeface="宋体"/>
              <a:cs typeface="宋体"/>
            </a:endParaRPr>
          </a:p>
          <a:p>
            <a:pPr marL="184150">
              <a:lnSpc>
                <a:spcPts val="3420"/>
              </a:lnSpc>
            </a:pPr>
            <a:r>
              <a:rPr dirty="0" sz="3000">
                <a:latin typeface="宋体"/>
                <a:cs typeface="宋体"/>
              </a:rPr>
              <a:t>，如Scanner、Date、Arrays、List等。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java.text：包含了一些与Java格式化相关的类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136842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4.6</a:t>
            </a:r>
            <a:r>
              <a:rPr dirty="0" sz="3000" spc="1430" b="1">
                <a:latin typeface="宋体"/>
                <a:cs typeface="宋体"/>
              </a:rPr>
              <a:t> </a:t>
            </a:r>
            <a:r>
              <a:rPr dirty="0" sz="3000" spc="-15" b="1">
                <a:latin typeface="宋体"/>
                <a:cs typeface="宋体"/>
              </a:rPr>
              <a:t>包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5254"/>
            <a:ext cx="8007350" cy="241617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创建包：Java文件的第一条语句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语句格式</a:t>
            </a:r>
            <a:endParaRPr sz="300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15"/>
              </a:spcBef>
            </a:pPr>
            <a:r>
              <a:rPr dirty="0" sz="3000">
                <a:latin typeface="宋体"/>
                <a:cs typeface="宋体"/>
              </a:rPr>
              <a:t>package</a:t>
            </a:r>
            <a:r>
              <a:rPr dirty="0" sz="3000" spc="-1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包名[.包名[.包名]…];</a:t>
            </a:r>
            <a:endParaRPr sz="3000">
              <a:latin typeface="宋体"/>
              <a:cs typeface="宋体"/>
            </a:endParaRPr>
          </a:p>
          <a:p>
            <a:pPr marL="184150" marR="5080" indent="-171450">
              <a:lnSpc>
                <a:spcPts val="324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Java包的名字都是由小写字母组成，“.”指明 包（文件夹）的层次。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47"/>
            <a:ext cx="29019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4.6.1</a:t>
            </a:r>
            <a:r>
              <a:rPr dirty="0" sz="3000" spc="145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包的创</a:t>
            </a:r>
            <a:r>
              <a:rPr dirty="0" sz="3000" spc="-15" b="1">
                <a:latin typeface="宋体"/>
                <a:cs typeface="宋体"/>
              </a:rPr>
              <a:t>建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1639" y="4108703"/>
            <a:ext cx="5615940" cy="1088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87868" y="4104563"/>
            <a:ext cx="5624830" cy="1095375"/>
          </a:xfrm>
          <a:custGeom>
            <a:avLst/>
            <a:gdLst/>
            <a:ahLst/>
            <a:cxnLst/>
            <a:rect l="l" t="t" r="r" b="b"/>
            <a:pathLst>
              <a:path w="5624830" h="1095375">
                <a:moveTo>
                  <a:pt x="5624245" y="1095375"/>
                </a:moveTo>
                <a:lnTo>
                  <a:pt x="0" y="1095375"/>
                </a:lnTo>
                <a:lnTo>
                  <a:pt x="0" y="0"/>
                </a:lnTo>
                <a:lnTo>
                  <a:pt x="5624245" y="0"/>
                </a:lnTo>
                <a:lnTo>
                  <a:pt x="5624245" y="3810"/>
                </a:lnTo>
                <a:lnTo>
                  <a:pt x="7619" y="3810"/>
                </a:lnTo>
                <a:lnTo>
                  <a:pt x="3810" y="7619"/>
                </a:lnTo>
                <a:lnTo>
                  <a:pt x="7619" y="7619"/>
                </a:lnTo>
                <a:lnTo>
                  <a:pt x="7619" y="1087754"/>
                </a:lnTo>
                <a:lnTo>
                  <a:pt x="3810" y="1087754"/>
                </a:lnTo>
                <a:lnTo>
                  <a:pt x="7619" y="1091564"/>
                </a:lnTo>
                <a:lnTo>
                  <a:pt x="5624245" y="1091564"/>
                </a:lnTo>
                <a:lnTo>
                  <a:pt x="5624245" y="1095375"/>
                </a:lnTo>
                <a:close/>
              </a:path>
              <a:path w="5624830" h="1095375">
                <a:moveTo>
                  <a:pt x="7619" y="7619"/>
                </a:moveTo>
                <a:lnTo>
                  <a:pt x="3810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5624830" h="1095375">
                <a:moveTo>
                  <a:pt x="5616625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5616625" y="3810"/>
                </a:lnTo>
                <a:lnTo>
                  <a:pt x="5616625" y="7619"/>
                </a:lnTo>
                <a:close/>
              </a:path>
              <a:path w="5624830" h="1095375">
                <a:moveTo>
                  <a:pt x="5616625" y="1091564"/>
                </a:moveTo>
                <a:lnTo>
                  <a:pt x="5616625" y="3810"/>
                </a:lnTo>
                <a:lnTo>
                  <a:pt x="5620435" y="7619"/>
                </a:lnTo>
                <a:lnTo>
                  <a:pt x="5624245" y="7619"/>
                </a:lnTo>
                <a:lnTo>
                  <a:pt x="5624245" y="1087754"/>
                </a:lnTo>
                <a:lnTo>
                  <a:pt x="5620435" y="1087754"/>
                </a:lnTo>
                <a:lnTo>
                  <a:pt x="5616625" y="1091564"/>
                </a:lnTo>
                <a:close/>
              </a:path>
              <a:path w="5624830" h="1095375">
                <a:moveTo>
                  <a:pt x="5624245" y="7619"/>
                </a:moveTo>
                <a:lnTo>
                  <a:pt x="5620435" y="7619"/>
                </a:lnTo>
                <a:lnTo>
                  <a:pt x="5616625" y="3810"/>
                </a:lnTo>
                <a:lnTo>
                  <a:pt x="5624245" y="3810"/>
                </a:lnTo>
                <a:lnTo>
                  <a:pt x="5624245" y="7619"/>
                </a:lnTo>
                <a:close/>
              </a:path>
              <a:path w="5624830" h="1095375">
                <a:moveTo>
                  <a:pt x="7619" y="1091564"/>
                </a:moveTo>
                <a:lnTo>
                  <a:pt x="3810" y="1087754"/>
                </a:lnTo>
                <a:lnTo>
                  <a:pt x="7619" y="1087754"/>
                </a:lnTo>
                <a:lnTo>
                  <a:pt x="7619" y="1091564"/>
                </a:lnTo>
                <a:close/>
              </a:path>
              <a:path w="5624830" h="1095375">
                <a:moveTo>
                  <a:pt x="5616625" y="1091564"/>
                </a:moveTo>
                <a:lnTo>
                  <a:pt x="7619" y="1091564"/>
                </a:lnTo>
                <a:lnTo>
                  <a:pt x="7619" y="1087754"/>
                </a:lnTo>
                <a:lnTo>
                  <a:pt x="5616625" y="1087754"/>
                </a:lnTo>
                <a:lnTo>
                  <a:pt x="5616625" y="1091564"/>
                </a:lnTo>
                <a:close/>
              </a:path>
              <a:path w="5624830" h="1095375">
                <a:moveTo>
                  <a:pt x="5624245" y="1091564"/>
                </a:moveTo>
                <a:lnTo>
                  <a:pt x="5616625" y="1091564"/>
                </a:lnTo>
                <a:lnTo>
                  <a:pt x="5620435" y="1087754"/>
                </a:lnTo>
                <a:lnTo>
                  <a:pt x="5624245" y="1087754"/>
                </a:lnTo>
                <a:lnTo>
                  <a:pt x="5624245" y="1091564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83118" y="4103293"/>
            <a:ext cx="2205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218565" algn="l"/>
              </a:tabLst>
            </a:pPr>
            <a:r>
              <a:rPr dirty="0" sz="2400">
                <a:solidFill>
                  <a:srgbClr val="FFFFFF"/>
                </a:solidFill>
                <a:latin typeface="微软雅黑"/>
                <a:cs typeface="微软雅黑"/>
              </a:rPr>
              <a:t>例如：	</a:t>
            </a:r>
            <a:r>
              <a:rPr dirty="0" sz="2400">
                <a:solidFill>
                  <a:srgbClr val="FFFFFF"/>
                </a:solidFill>
                <a:latin typeface="Book Antiqua"/>
                <a:cs typeface="Book Antiqua"/>
              </a:rPr>
              <a:t>pakage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3002318" y="4422063"/>
            <a:ext cx="32156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260475" algn="l"/>
              </a:tabLst>
            </a:pPr>
            <a:r>
              <a:rPr dirty="0" sz="2400" spc="-5">
                <a:solidFill>
                  <a:srgbClr val="FFFFFF"/>
                </a:solidFill>
                <a:latin typeface="Book Antiqua"/>
                <a:cs typeface="Book Antiqua"/>
              </a:rPr>
              <a:t>package	chap4.lesson1;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04373" y="4103293"/>
            <a:ext cx="1630045" cy="1049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Book Antiqua"/>
                <a:cs typeface="Book Antiqua"/>
              </a:rPr>
              <a:t>chap4;</a:t>
            </a:r>
            <a:endParaRPr sz="2400">
              <a:latin typeface="Book Antiqua"/>
              <a:cs typeface="Book Antiqua"/>
            </a:endParaRPr>
          </a:p>
          <a:p>
            <a:pPr marL="321945">
              <a:lnSpc>
                <a:spcPct val="100000"/>
              </a:lnSpc>
              <a:spcBef>
                <a:spcPts val="2300"/>
              </a:spcBef>
              <a:tabLst>
                <a:tab pos="1007110" algn="l"/>
              </a:tabLst>
            </a:pPr>
            <a:r>
              <a:rPr dirty="0" sz="2400">
                <a:solidFill>
                  <a:srgbClr val="FFFF00"/>
                </a:solidFill>
                <a:latin typeface="微软雅黑"/>
                <a:cs typeface="微软雅黑"/>
              </a:rPr>
              <a:t>包	子包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461835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命令行方式下的编译和执</a:t>
            </a:r>
            <a:r>
              <a:rPr dirty="0" sz="3000" spc="-15" b="1">
                <a:latin typeface="宋体"/>
                <a:cs typeface="宋体"/>
              </a:rPr>
              <a:t>行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76142" y="2851276"/>
            <a:ext cx="406400" cy="484505"/>
          </a:xfrm>
          <a:custGeom>
            <a:avLst/>
            <a:gdLst/>
            <a:ahLst/>
            <a:cxnLst/>
            <a:rect l="l" t="t" r="r" b="b"/>
            <a:pathLst>
              <a:path w="406400" h="484504">
                <a:moveTo>
                  <a:pt x="7315" y="483933"/>
                </a:moveTo>
                <a:lnTo>
                  <a:pt x="0" y="477837"/>
                </a:lnTo>
                <a:lnTo>
                  <a:pt x="398462" y="0"/>
                </a:lnTo>
                <a:lnTo>
                  <a:pt x="405777" y="6096"/>
                </a:lnTo>
                <a:lnTo>
                  <a:pt x="7315" y="4839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46450" y="3789362"/>
            <a:ext cx="0" cy="360680"/>
          </a:xfrm>
          <a:custGeom>
            <a:avLst/>
            <a:gdLst/>
            <a:ahLst/>
            <a:cxnLst/>
            <a:rect l="l" t="t" r="r" b="b"/>
            <a:pathLst>
              <a:path w="0"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54350" y="2471737"/>
            <a:ext cx="2891155" cy="377825"/>
          </a:xfrm>
          <a:custGeom>
            <a:avLst/>
            <a:gdLst/>
            <a:ahLst/>
            <a:cxnLst/>
            <a:rect l="l" t="t" r="r" b="b"/>
            <a:pathLst>
              <a:path w="2891154" h="377825">
                <a:moveTo>
                  <a:pt x="2890837" y="377825"/>
                </a:moveTo>
                <a:lnTo>
                  <a:pt x="0" y="377825"/>
                </a:lnTo>
                <a:lnTo>
                  <a:pt x="0" y="0"/>
                </a:lnTo>
                <a:lnTo>
                  <a:pt x="2890837" y="0"/>
                </a:lnTo>
                <a:lnTo>
                  <a:pt x="28908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68300"/>
                </a:lnTo>
                <a:lnTo>
                  <a:pt x="4762" y="368300"/>
                </a:lnTo>
                <a:lnTo>
                  <a:pt x="9525" y="373062"/>
                </a:lnTo>
                <a:lnTo>
                  <a:pt x="2890837" y="373062"/>
                </a:lnTo>
                <a:lnTo>
                  <a:pt x="2890837" y="377825"/>
                </a:lnTo>
                <a:close/>
              </a:path>
              <a:path w="2891154" h="3778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891154" h="377825">
                <a:moveTo>
                  <a:pt x="28813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881312" y="4762"/>
                </a:lnTo>
                <a:lnTo>
                  <a:pt x="2881312" y="9525"/>
                </a:lnTo>
                <a:close/>
              </a:path>
              <a:path w="2891154" h="377825">
                <a:moveTo>
                  <a:pt x="2881312" y="373062"/>
                </a:moveTo>
                <a:lnTo>
                  <a:pt x="2881312" y="4762"/>
                </a:lnTo>
                <a:lnTo>
                  <a:pt x="2886075" y="9525"/>
                </a:lnTo>
                <a:lnTo>
                  <a:pt x="2890837" y="9525"/>
                </a:lnTo>
                <a:lnTo>
                  <a:pt x="2890837" y="368300"/>
                </a:lnTo>
                <a:lnTo>
                  <a:pt x="2886075" y="368300"/>
                </a:lnTo>
                <a:lnTo>
                  <a:pt x="2881312" y="373062"/>
                </a:lnTo>
                <a:close/>
              </a:path>
              <a:path w="2891154" h="377825">
                <a:moveTo>
                  <a:pt x="2890837" y="9525"/>
                </a:moveTo>
                <a:lnTo>
                  <a:pt x="2886075" y="9525"/>
                </a:lnTo>
                <a:lnTo>
                  <a:pt x="2881312" y="4762"/>
                </a:lnTo>
                <a:lnTo>
                  <a:pt x="2890837" y="4762"/>
                </a:lnTo>
                <a:lnTo>
                  <a:pt x="2890837" y="9525"/>
                </a:lnTo>
                <a:close/>
              </a:path>
              <a:path w="2891154" h="377825">
                <a:moveTo>
                  <a:pt x="9525" y="373062"/>
                </a:moveTo>
                <a:lnTo>
                  <a:pt x="4762" y="368300"/>
                </a:lnTo>
                <a:lnTo>
                  <a:pt x="9525" y="368300"/>
                </a:lnTo>
                <a:lnTo>
                  <a:pt x="9525" y="373062"/>
                </a:lnTo>
                <a:close/>
              </a:path>
              <a:path w="2891154" h="377825">
                <a:moveTo>
                  <a:pt x="2881312" y="373062"/>
                </a:moveTo>
                <a:lnTo>
                  <a:pt x="9525" y="373062"/>
                </a:lnTo>
                <a:lnTo>
                  <a:pt x="9525" y="368300"/>
                </a:lnTo>
                <a:lnTo>
                  <a:pt x="2881312" y="368300"/>
                </a:lnTo>
                <a:lnTo>
                  <a:pt x="2881312" y="373062"/>
                </a:lnTo>
                <a:close/>
              </a:path>
              <a:path w="2891154" h="377825">
                <a:moveTo>
                  <a:pt x="2890837" y="373062"/>
                </a:moveTo>
                <a:lnTo>
                  <a:pt x="2881312" y="373062"/>
                </a:lnTo>
                <a:lnTo>
                  <a:pt x="2886075" y="368300"/>
                </a:lnTo>
                <a:lnTo>
                  <a:pt x="2890837" y="368300"/>
                </a:lnTo>
                <a:lnTo>
                  <a:pt x="2890837" y="373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38229" y="2851276"/>
            <a:ext cx="606425" cy="725805"/>
          </a:xfrm>
          <a:custGeom>
            <a:avLst/>
            <a:gdLst/>
            <a:ahLst/>
            <a:cxnLst/>
            <a:rect l="l" t="t" r="r" b="b"/>
            <a:pathLst>
              <a:path w="606425" h="725804">
                <a:moveTo>
                  <a:pt x="598487" y="725233"/>
                </a:moveTo>
                <a:lnTo>
                  <a:pt x="0" y="6096"/>
                </a:lnTo>
                <a:lnTo>
                  <a:pt x="7315" y="0"/>
                </a:lnTo>
                <a:lnTo>
                  <a:pt x="605802" y="719137"/>
                </a:lnTo>
                <a:lnTo>
                  <a:pt x="598487" y="7252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78112" y="3352800"/>
            <a:ext cx="1405255" cy="377825"/>
          </a:xfrm>
          <a:custGeom>
            <a:avLst/>
            <a:gdLst/>
            <a:ahLst/>
            <a:cxnLst/>
            <a:rect l="l" t="t" r="r" b="b"/>
            <a:pathLst>
              <a:path w="1405254" h="377825">
                <a:moveTo>
                  <a:pt x="1404937" y="377825"/>
                </a:moveTo>
                <a:lnTo>
                  <a:pt x="0" y="377825"/>
                </a:lnTo>
                <a:lnTo>
                  <a:pt x="0" y="0"/>
                </a:lnTo>
                <a:lnTo>
                  <a:pt x="1404937" y="0"/>
                </a:lnTo>
                <a:lnTo>
                  <a:pt x="14049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68300"/>
                </a:lnTo>
                <a:lnTo>
                  <a:pt x="4762" y="368300"/>
                </a:lnTo>
                <a:lnTo>
                  <a:pt x="9525" y="373062"/>
                </a:lnTo>
                <a:lnTo>
                  <a:pt x="1404937" y="373062"/>
                </a:lnTo>
                <a:lnTo>
                  <a:pt x="1404937" y="377825"/>
                </a:lnTo>
                <a:close/>
              </a:path>
              <a:path w="1405254" h="3778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405254" h="377825">
                <a:moveTo>
                  <a:pt x="13954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95412" y="4762"/>
                </a:lnTo>
                <a:lnTo>
                  <a:pt x="1395412" y="9525"/>
                </a:lnTo>
                <a:close/>
              </a:path>
              <a:path w="1405254" h="377825">
                <a:moveTo>
                  <a:pt x="1395412" y="373062"/>
                </a:moveTo>
                <a:lnTo>
                  <a:pt x="1395412" y="4762"/>
                </a:lnTo>
                <a:lnTo>
                  <a:pt x="1400175" y="9525"/>
                </a:lnTo>
                <a:lnTo>
                  <a:pt x="1404937" y="9525"/>
                </a:lnTo>
                <a:lnTo>
                  <a:pt x="1404937" y="368300"/>
                </a:lnTo>
                <a:lnTo>
                  <a:pt x="1400175" y="368300"/>
                </a:lnTo>
                <a:lnTo>
                  <a:pt x="1395412" y="373062"/>
                </a:lnTo>
                <a:close/>
              </a:path>
              <a:path w="1405254" h="377825">
                <a:moveTo>
                  <a:pt x="1404937" y="9525"/>
                </a:moveTo>
                <a:lnTo>
                  <a:pt x="1400175" y="9525"/>
                </a:lnTo>
                <a:lnTo>
                  <a:pt x="1395412" y="4762"/>
                </a:lnTo>
                <a:lnTo>
                  <a:pt x="1404937" y="4762"/>
                </a:lnTo>
                <a:lnTo>
                  <a:pt x="1404937" y="9525"/>
                </a:lnTo>
                <a:close/>
              </a:path>
              <a:path w="1405254" h="377825">
                <a:moveTo>
                  <a:pt x="9525" y="373062"/>
                </a:moveTo>
                <a:lnTo>
                  <a:pt x="4762" y="368300"/>
                </a:lnTo>
                <a:lnTo>
                  <a:pt x="9525" y="368300"/>
                </a:lnTo>
                <a:lnTo>
                  <a:pt x="9525" y="373062"/>
                </a:lnTo>
                <a:close/>
              </a:path>
              <a:path w="1405254" h="377825">
                <a:moveTo>
                  <a:pt x="1395412" y="373062"/>
                </a:moveTo>
                <a:lnTo>
                  <a:pt x="9525" y="373062"/>
                </a:lnTo>
                <a:lnTo>
                  <a:pt x="9525" y="368300"/>
                </a:lnTo>
                <a:lnTo>
                  <a:pt x="1395412" y="368300"/>
                </a:lnTo>
                <a:lnTo>
                  <a:pt x="1395412" y="373062"/>
                </a:lnTo>
                <a:close/>
              </a:path>
              <a:path w="1405254" h="377825">
                <a:moveTo>
                  <a:pt x="1404937" y="373062"/>
                </a:moveTo>
                <a:lnTo>
                  <a:pt x="1395412" y="373062"/>
                </a:lnTo>
                <a:lnTo>
                  <a:pt x="1400175" y="368300"/>
                </a:lnTo>
                <a:lnTo>
                  <a:pt x="1404937" y="368300"/>
                </a:lnTo>
                <a:lnTo>
                  <a:pt x="1404937" y="373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67050" y="3377247"/>
            <a:ext cx="6261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967A2C"/>
                </a:solidFill>
                <a:latin typeface="Book Antiqua"/>
                <a:cs typeface="Book Antiqua"/>
              </a:rPr>
              <a:t>cha</a:t>
            </a:r>
            <a:r>
              <a:rPr dirty="0" sz="1800" spc="-5">
                <a:solidFill>
                  <a:srgbClr val="967A2C"/>
                </a:solidFill>
                <a:latin typeface="Book Antiqua"/>
                <a:cs typeface="Book Antiqua"/>
              </a:rPr>
              <a:t>p</a:t>
            </a:r>
            <a:r>
              <a:rPr dirty="0" sz="1800">
                <a:solidFill>
                  <a:srgbClr val="967A2C"/>
                </a:solidFill>
                <a:latin typeface="Book Antiqua"/>
                <a:cs typeface="Book Antiqua"/>
              </a:rPr>
              <a:t>4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78112" y="4144962"/>
            <a:ext cx="1405255" cy="377825"/>
          </a:xfrm>
          <a:custGeom>
            <a:avLst/>
            <a:gdLst/>
            <a:ahLst/>
            <a:cxnLst/>
            <a:rect l="l" t="t" r="r" b="b"/>
            <a:pathLst>
              <a:path w="1405254" h="377825">
                <a:moveTo>
                  <a:pt x="1404937" y="377825"/>
                </a:moveTo>
                <a:lnTo>
                  <a:pt x="0" y="377825"/>
                </a:lnTo>
                <a:lnTo>
                  <a:pt x="0" y="0"/>
                </a:lnTo>
                <a:lnTo>
                  <a:pt x="1404937" y="0"/>
                </a:lnTo>
                <a:lnTo>
                  <a:pt x="14049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68300"/>
                </a:lnTo>
                <a:lnTo>
                  <a:pt x="4762" y="368300"/>
                </a:lnTo>
                <a:lnTo>
                  <a:pt x="9525" y="373062"/>
                </a:lnTo>
                <a:lnTo>
                  <a:pt x="1404937" y="373062"/>
                </a:lnTo>
                <a:lnTo>
                  <a:pt x="1404937" y="377825"/>
                </a:lnTo>
                <a:close/>
              </a:path>
              <a:path w="1405254" h="3778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405254" h="377825">
                <a:moveTo>
                  <a:pt x="13954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95412" y="4762"/>
                </a:lnTo>
                <a:lnTo>
                  <a:pt x="1395412" y="9525"/>
                </a:lnTo>
                <a:close/>
              </a:path>
              <a:path w="1405254" h="377825">
                <a:moveTo>
                  <a:pt x="1395412" y="373062"/>
                </a:moveTo>
                <a:lnTo>
                  <a:pt x="1395412" y="4762"/>
                </a:lnTo>
                <a:lnTo>
                  <a:pt x="1400175" y="9525"/>
                </a:lnTo>
                <a:lnTo>
                  <a:pt x="1404937" y="9525"/>
                </a:lnTo>
                <a:lnTo>
                  <a:pt x="1404937" y="368300"/>
                </a:lnTo>
                <a:lnTo>
                  <a:pt x="1400175" y="368300"/>
                </a:lnTo>
                <a:lnTo>
                  <a:pt x="1395412" y="373062"/>
                </a:lnTo>
                <a:close/>
              </a:path>
              <a:path w="1405254" h="377825">
                <a:moveTo>
                  <a:pt x="1404937" y="9525"/>
                </a:moveTo>
                <a:lnTo>
                  <a:pt x="1400175" y="9525"/>
                </a:lnTo>
                <a:lnTo>
                  <a:pt x="1395412" y="4762"/>
                </a:lnTo>
                <a:lnTo>
                  <a:pt x="1404937" y="4762"/>
                </a:lnTo>
                <a:lnTo>
                  <a:pt x="1404937" y="9525"/>
                </a:lnTo>
                <a:close/>
              </a:path>
              <a:path w="1405254" h="377825">
                <a:moveTo>
                  <a:pt x="9525" y="373062"/>
                </a:moveTo>
                <a:lnTo>
                  <a:pt x="4762" y="368300"/>
                </a:lnTo>
                <a:lnTo>
                  <a:pt x="9525" y="368300"/>
                </a:lnTo>
                <a:lnTo>
                  <a:pt x="9525" y="373062"/>
                </a:lnTo>
                <a:close/>
              </a:path>
              <a:path w="1405254" h="377825">
                <a:moveTo>
                  <a:pt x="1395412" y="373062"/>
                </a:moveTo>
                <a:lnTo>
                  <a:pt x="9525" y="373062"/>
                </a:lnTo>
                <a:lnTo>
                  <a:pt x="9525" y="368300"/>
                </a:lnTo>
                <a:lnTo>
                  <a:pt x="1395412" y="368300"/>
                </a:lnTo>
                <a:lnTo>
                  <a:pt x="1395412" y="373062"/>
                </a:lnTo>
                <a:close/>
              </a:path>
              <a:path w="1405254" h="377825">
                <a:moveTo>
                  <a:pt x="1404937" y="373062"/>
                </a:moveTo>
                <a:lnTo>
                  <a:pt x="1395412" y="373062"/>
                </a:lnTo>
                <a:lnTo>
                  <a:pt x="1400175" y="368300"/>
                </a:lnTo>
                <a:lnTo>
                  <a:pt x="1404937" y="368300"/>
                </a:lnTo>
                <a:lnTo>
                  <a:pt x="1404937" y="373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995929" y="4169409"/>
            <a:ext cx="768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967A2C"/>
                </a:solidFill>
                <a:latin typeface="Book Antiqua"/>
                <a:cs typeface="Book Antiqua"/>
              </a:rPr>
              <a:t>lesson2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46450" y="4583112"/>
            <a:ext cx="0" cy="503555"/>
          </a:xfrm>
          <a:custGeom>
            <a:avLst/>
            <a:gdLst/>
            <a:ahLst/>
            <a:cxnLst/>
            <a:rect l="l" t="t" r="r" b="b"/>
            <a:pathLst>
              <a:path w="0" h="503554">
                <a:moveTo>
                  <a:pt x="0" y="0"/>
                </a:moveTo>
                <a:lnTo>
                  <a:pt x="0" y="50323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80693" y="4714646"/>
            <a:ext cx="4130675" cy="1677670"/>
          </a:xfrm>
          <a:custGeom>
            <a:avLst/>
            <a:gdLst/>
            <a:ahLst/>
            <a:cxnLst/>
            <a:rect l="l" t="t" r="r" b="b"/>
            <a:pathLst>
              <a:path w="4130675" h="1677670">
                <a:moveTo>
                  <a:pt x="2073065" y="450761"/>
                </a:moveTo>
                <a:lnTo>
                  <a:pt x="2055279" y="450761"/>
                </a:lnTo>
                <a:lnTo>
                  <a:pt x="2060232" y="450672"/>
                </a:lnTo>
                <a:lnTo>
                  <a:pt x="2057723" y="449209"/>
                </a:lnTo>
                <a:lnTo>
                  <a:pt x="2765691" y="0"/>
                </a:lnTo>
                <a:lnTo>
                  <a:pt x="2764176" y="8953"/>
                </a:lnTo>
                <a:lnTo>
                  <a:pt x="2754515" y="8953"/>
                </a:lnTo>
                <a:lnTo>
                  <a:pt x="2752728" y="19514"/>
                </a:lnTo>
                <a:lnTo>
                  <a:pt x="2073065" y="450761"/>
                </a:lnTo>
                <a:close/>
              </a:path>
              <a:path w="4130675" h="1677670">
                <a:moveTo>
                  <a:pt x="2752728" y="19514"/>
                </a:moveTo>
                <a:lnTo>
                  <a:pt x="2754515" y="8953"/>
                </a:lnTo>
                <a:lnTo>
                  <a:pt x="2761767" y="13779"/>
                </a:lnTo>
                <a:lnTo>
                  <a:pt x="2752728" y="19514"/>
                </a:lnTo>
                <a:close/>
              </a:path>
              <a:path w="4130675" h="1677670">
                <a:moveTo>
                  <a:pt x="2684335" y="423595"/>
                </a:moveTo>
                <a:lnTo>
                  <a:pt x="2752728" y="19514"/>
                </a:lnTo>
                <a:lnTo>
                  <a:pt x="2761767" y="13779"/>
                </a:lnTo>
                <a:lnTo>
                  <a:pt x="2754515" y="8953"/>
                </a:lnTo>
                <a:lnTo>
                  <a:pt x="2764176" y="8953"/>
                </a:lnTo>
                <a:lnTo>
                  <a:pt x="2695773" y="413076"/>
                </a:lnTo>
                <a:lnTo>
                  <a:pt x="2689656" y="413588"/>
                </a:lnTo>
                <a:lnTo>
                  <a:pt x="2694749" y="419125"/>
                </a:lnTo>
                <a:lnTo>
                  <a:pt x="2737770" y="419125"/>
                </a:lnTo>
                <a:lnTo>
                  <a:pt x="2684335" y="423595"/>
                </a:lnTo>
                <a:close/>
              </a:path>
              <a:path w="4130675" h="1677670">
                <a:moveTo>
                  <a:pt x="877607" y="590911"/>
                </a:moveTo>
                <a:lnTo>
                  <a:pt x="56527" y="172948"/>
                </a:lnTo>
                <a:lnTo>
                  <a:pt x="56680" y="172529"/>
                </a:lnTo>
                <a:lnTo>
                  <a:pt x="95090" y="181597"/>
                </a:lnTo>
                <a:lnTo>
                  <a:pt x="94538" y="181597"/>
                </a:lnTo>
                <a:lnTo>
                  <a:pt x="91287" y="190487"/>
                </a:lnTo>
                <a:lnTo>
                  <a:pt x="129917" y="199607"/>
                </a:lnTo>
                <a:lnTo>
                  <a:pt x="895750" y="589457"/>
                </a:lnTo>
                <a:lnTo>
                  <a:pt x="894156" y="589457"/>
                </a:lnTo>
                <a:lnTo>
                  <a:pt x="877607" y="590911"/>
                </a:lnTo>
                <a:close/>
              </a:path>
              <a:path w="4130675" h="1677670">
                <a:moveTo>
                  <a:pt x="1407814" y="492125"/>
                </a:moveTo>
                <a:lnTo>
                  <a:pt x="1396530" y="492125"/>
                </a:lnTo>
                <a:lnTo>
                  <a:pt x="1401635" y="490042"/>
                </a:lnTo>
                <a:lnTo>
                  <a:pt x="1398344" y="489265"/>
                </a:lnTo>
                <a:lnTo>
                  <a:pt x="1594967" y="179425"/>
                </a:lnTo>
                <a:lnTo>
                  <a:pt x="1610368" y="188404"/>
                </a:lnTo>
                <a:lnTo>
                  <a:pt x="1600542" y="188404"/>
                </a:lnTo>
                <a:lnTo>
                  <a:pt x="1594129" y="189966"/>
                </a:lnTo>
                <a:lnTo>
                  <a:pt x="1598087" y="192274"/>
                </a:lnTo>
                <a:lnTo>
                  <a:pt x="1407814" y="492125"/>
                </a:lnTo>
                <a:close/>
              </a:path>
              <a:path w="4130675" h="1677670">
                <a:moveTo>
                  <a:pt x="129917" y="199607"/>
                </a:moveTo>
                <a:lnTo>
                  <a:pt x="91287" y="190487"/>
                </a:lnTo>
                <a:lnTo>
                  <a:pt x="94538" y="181597"/>
                </a:lnTo>
                <a:lnTo>
                  <a:pt x="129917" y="199607"/>
                </a:lnTo>
                <a:close/>
              </a:path>
              <a:path w="4130675" h="1677670">
                <a:moveTo>
                  <a:pt x="1402753" y="500100"/>
                </a:moveTo>
                <a:lnTo>
                  <a:pt x="129917" y="199607"/>
                </a:lnTo>
                <a:lnTo>
                  <a:pt x="94538" y="181597"/>
                </a:lnTo>
                <a:lnTo>
                  <a:pt x="95090" y="181597"/>
                </a:lnTo>
                <a:lnTo>
                  <a:pt x="1398344" y="489265"/>
                </a:lnTo>
                <a:lnTo>
                  <a:pt x="1396530" y="492125"/>
                </a:lnTo>
                <a:lnTo>
                  <a:pt x="1407814" y="492125"/>
                </a:lnTo>
                <a:lnTo>
                  <a:pt x="1402753" y="500100"/>
                </a:lnTo>
                <a:close/>
              </a:path>
              <a:path w="4130675" h="1677670">
                <a:moveTo>
                  <a:pt x="1598087" y="192274"/>
                </a:moveTo>
                <a:lnTo>
                  <a:pt x="1594129" y="189966"/>
                </a:lnTo>
                <a:lnTo>
                  <a:pt x="1600542" y="188404"/>
                </a:lnTo>
                <a:lnTo>
                  <a:pt x="1598087" y="192274"/>
                </a:lnTo>
                <a:close/>
              </a:path>
              <a:path w="4130675" h="1677670">
                <a:moveTo>
                  <a:pt x="2057933" y="460362"/>
                </a:moveTo>
                <a:lnTo>
                  <a:pt x="1598087" y="192274"/>
                </a:lnTo>
                <a:lnTo>
                  <a:pt x="1600542" y="188404"/>
                </a:lnTo>
                <a:lnTo>
                  <a:pt x="1610368" y="188404"/>
                </a:lnTo>
                <a:lnTo>
                  <a:pt x="2057723" y="449209"/>
                </a:lnTo>
                <a:lnTo>
                  <a:pt x="2055279" y="450761"/>
                </a:lnTo>
                <a:lnTo>
                  <a:pt x="2073065" y="450761"/>
                </a:lnTo>
                <a:lnTo>
                  <a:pt x="2057933" y="460362"/>
                </a:lnTo>
                <a:close/>
              </a:path>
              <a:path w="4130675" h="1677670">
                <a:moveTo>
                  <a:pt x="2737770" y="419125"/>
                </a:moveTo>
                <a:lnTo>
                  <a:pt x="2694749" y="419125"/>
                </a:lnTo>
                <a:lnTo>
                  <a:pt x="2695773" y="413076"/>
                </a:lnTo>
                <a:lnTo>
                  <a:pt x="3503561" y="345503"/>
                </a:lnTo>
                <a:lnTo>
                  <a:pt x="3500210" y="347827"/>
                </a:lnTo>
                <a:lnTo>
                  <a:pt x="3483508" y="347827"/>
                </a:lnTo>
                <a:lnTo>
                  <a:pt x="3468899" y="357958"/>
                </a:lnTo>
                <a:lnTo>
                  <a:pt x="2737770" y="419125"/>
                </a:lnTo>
                <a:close/>
              </a:path>
              <a:path w="4130675" h="1677670">
                <a:moveTo>
                  <a:pt x="3468899" y="357958"/>
                </a:moveTo>
                <a:lnTo>
                  <a:pt x="3483508" y="347827"/>
                </a:lnTo>
                <a:lnTo>
                  <a:pt x="3486619" y="356476"/>
                </a:lnTo>
                <a:lnTo>
                  <a:pt x="3468899" y="357958"/>
                </a:lnTo>
                <a:close/>
              </a:path>
              <a:path w="4130675" h="1677670">
                <a:moveTo>
                  <a:pt x="3970374" y="636755"/>
                </a:moveTo>
                <a:lnTo>
                  <a:pt x="3156280" y="574763"/>
                </a:lnTo>
                <a:lnTo>
                  <a:pt x="3468899" y="357958"/>
                </a:lnTo>
                <a:lnTo>
                  <a:pt x="3486619" y="356476"/>
                </a:lnTo>
                <a:lnTo>
                  <a:pt x="3483508" y="347827"/>
                </a:lnTo>
                <a:lnTo>
                  <a:pt x="3500210" y="347827"/>
                </a:lnTo>
                <a:lnTo>
                  <a:pt x="3185215" y="566280"/>
                </a:lnTo>
                <a:lnTo>
                  <a:pt x="3170377" y="566280"/>
                </a:lnTo>
                <a:lnTo>
                  <a:pt x="3172726" y="574941"/>
                </a:lnTo>
                <a:lnTo>
                  <a:pt x="3284111" y="574941"/>
                </a:lnTo>
                <a:lnTo>
                  <a:pt x="4000537" y="629500"/>
                </a:lnTo>
                <a:lnTo>
                  <a:pt x="3996969" y="629500"/>
                </a:lnTo>
                <a:lnTo>
                  <a:pt x="3970374" y="636755"/>
                </a:lnTo>
                <a:close/>
              </a:path>
              <a:path w="4130675" h="1677670">
                <a:moveTo>
                  <a:pt x="2694749" y="419125"/>
                </a:moveTo>
                <a:lnTo>
                  <a:pt x="2689656" y="413588"/>
                </a:lnTo>
                <a:lnTo>
                  <a:pt x="2695773" y="413076"/>
                </a:lnTo>
                <a:lnTo>
                  <a:pt x="2694749" y="419125"/>
                </a:lnTo>
                <a:close/>
              </a:path>
              <a:path w="4130675" h="1677670">
                <a:moveTo>
                  <a:pt x="2055279" y="450761"/>
                </a:moveTo>
                <a:lnTo>
                  <a:pt x="2057723" y="449209"/>
                </a:lnTo>
                <a:lnTo>
                  <a:pt x="2060232" y="450672"/>
                </a:lnTo>
                <a:lnTo>
                  <a:pt x="2055279" y="450761"/>
                </a:lnTo>
                <a:close/>
              </a:path>
              <a:path w="4130675" h="1677670">
                <a:moveTo>
                  <a:pt x="1396530" y="492125"/>
                </a:moveTo>
                <a:lnTo>
                  <a:pt x="1398344" y="489265"/>
                </a:lnTo>
                <a:lnTo>
                  <a:pt x="1401635" y="490042"/>
                </a:lnTo>
                <a:lnTo>
                  <a:pt x="1396530" y="492125"/>
                </a:lnTo>
                <a:close/>
              </a:path>
              <a:path w="4130675" h="1677670">
                <a:moveTo>
                  <a:pt x="3172726" y="574941"/>
                </a:moveTo>
                <a:lnTo>
                  <a:pt x="3170377" y="566280"/>
                </a:lnTo>
                <a:lnTo>
                  <a:pt x="3183747" y="567298"/>
                </a:lnTo>
                <a:lnTo>
                  <a:pt x="3172726" y="574941"/>
                </a:lnTo>
                <a:close/>
              </a:path>
              <a:path w="4130675" h="1677670">
                <a:moveTo>
                  <a:pt x="3183747" y="567298"/>
                </a:moveTo>
                <a:lnTo>
                  <a:pt x="3170377" y="566280"/>
                </a:lnTo>
                <a:lnTo>
                  <a:pt x="3185215" y="566280"/>
                </a:lnTo>
                <a:lnTo>
                  <a:pt x="3183747" y="567298"/>
                </a:lnTo>
                <a:close/>
              </a:path>
              <a:path w="4130675" h="1677670">
                <a:moveTo>
                  <a:pt x="3284111" y="574941"/>
                </a:moveTo>
                <a:lnTo>
                  <a:pt x="3172726" y="574941"/>
                </a:lnTo>
                <a:lnTo>
                  <a:pt x="3183747" y="567298"/>
                </a:lnTo>
                <a:lnTo>
                  <a:pt x="3284111" y="574941"/>
                </a:lnTo>
                <a:close/>
              </a:path>
              <a:path w="4130675" h="1677670">
                <a:moveTo>
                  <a:pt x="892416" y="598449"/>
                </a:moveTo>
                <a:lnTo>
                  <a:pt x="877607" y="590911"/>
                </a:lnTo>
                <a:lnTo>
                  <a:pt x="894156" y="589457"/>
                </a:lnTo>
                <a:lnTo>
                  <a:pt x="892416" y="598449"/>
                </a:lnTo>
                <a:close/>
              </a:path>
              <a:path w="4130675" h="1677670">
                <a:moveTo>
                  <a:pt x="900696" y="598449"/>
                </a:moveTo>
                <a:lnTo>
                  <a:pt x="892416" y="598449"/>
                </a:lnTo>
                <a:lnTo>
                  <a:pt x="894156" y="589457"/>
                </a:lnTo>
                <a:lnTo>
                  <a:pt x="895750" y="589457"/>
                </a:lnTo>
                <a:lnTo>
                  <a:pt x="911542" y="597496"/>
                </a:lnTo>
                <a:lnTo>
                  <a:pt x="900696" y="598449"/>
                </a:lnTo>
                <a:close/>
              </a:path>
              <a:path w="4130675" h="1677670">
                <a:moveTo>
                  <a:pt x="708933" y="913057"/>
                </a:moveTo>
                <a:lnTo>
                  <a:pt x="0" y="667981"/>
                </a:lnTo>
                <a:lnTo>
                  <a:pt x="877607" y="590911"/>
                </a:lnTo>
                <a:lnTo>
                  <a:pt x="892416" y="598449"/>
                </a:lnTo>
                <a:lnTo>
                  <a:pt x="900696" y="598449"/>
                </a:lnTo>
                <a:lnTo>
                  <a:pt x="128349" y="666280"/>
                </a:lnTo>
                <a:lnTo>
                  <a:pt x="24218" y="666280"/>
                </a:lnTo>
                <a:lnTo>
                  <a:pt x="23075" y="675525"/>
                </a:lnTo>
                <a:lnTo>
                  <a:pt x="50964" y="675525"/>
                </a:lnTo>
                <a:lnTo>
                  <a:pt x="725473" y="908697"/>
                </a:lnTo>
                <a:lnTo>
                  <a:pt x="722591" y="908697"/>
                </a:lnTo>
                <a:lnTo>
                  <a:pt x="708933" y="913057"/>
                </a:lnTo>
                <a:close/>
              </a:path>
              <a:path w="4130675" h="1677670">
                <a:moveTo>
                  <a:pt x="3997858" y="638848"/>
                </a:moveTo>
                <a:lnTo>
                  <a:pt x="3970374" y="636755"/>
                </a:lnTo>
                <a:lnTo>
                  <a:pt x="3996969" y="629500"/>
                </a:lnTo>
                <a:lnTo>
                  <a:pt x="3997858" y="638848"/>
                </a:lnTo>
                <a:close/>
              </a:path>
              <a:path w="4130675" h="1677670">
                <a:moveTo>
                  <a:pt x="3998908" y="638848"/>
                </a:moveTo>
                <a:lnTo>
                  <a:pt x="3997858" y="638848"/>
                </a:lnTo>
                <a:lnTo>
                  <a:pt x="3996969" y="629500"/>
                </a:lnTo>
                <a:lnTo>
                  <a:pt x="4000537" y="629500"/>
                </a:lnTo>
                <a:lnTo>
                  <a:pt x="4026052" y="631443"/>
                </a:lnTo>
                <a:lnTo>
                  <a:pt x="3998908" y="638848"/>
                </a:lnTo>
                <a:close/>
              </a:path>
              <a:path w="4130675" h="1677670">
                <a:moveTo>
                  <a:pt x="4126181" y="1034059"/>
                </a:moveTo>
                <a:lnTo>
                  <a:pt x="4091698" y="1034059"/>
                </a:lnTo>
                <a:lnTo>
                  <a:pt x="4093146" y="1024724"/>
                </a:lnTo>
                <a:lnTo>
                  <a:pt x="4055253" y="1023597"/>
                </a:lnTo>
                <a:lnTo>
                  <a:pt x="3322891" y="813371"/>
                </a:lnTo>
                <a:lnTo>
                  <a:pt x="3970374" y="636755"/>
                </a:lnTo>
                <a:lnTo>
                  <a:pt x="3997858" y="638848"/>
                </a:lnTo>
                <a:lnTo>
                  <a:pt x="3998908" y="638848"/>
                </a:lnTo>
                <a:lnTo>
                  <a:pt x="3375430" y="808913"/>
                </a:lnTo>
                <a:lnTo>
                  <a:pt x="3341865" y="808913"/>
                </a:lnTo>
                <a:lnTo>
                  <a:pt x="3341814" y="818083"/>
                </a:lnTo>
                <a:lnTo>
                  <a:pt x="3373807" y="818083"/>
                </a:lnTo>
                <a:lnTo>
                  <a:pt x="4126181" y="1034059"/>
                </a:lnTo>
                <a:close/>
              </a:path>
              <a:path w="4130675" h="1677670">
                <a:moveTo>
                  <a:pt x="23075" y="675525"/>
                </a:moveTo>
                <a:lnTo>
                  <a:pt x="24218" y="666280"/>
                </a:lnTo>
                <a:lnTo>
                  <a:pt x="45314" y="673572"/>
                </a:lnTo>
                <a:lnTo>
                  <a:pt x="23075" y="675525"/>
                </a:lnTo>
                <a:close/>
              </a:path>
              <a:path w="4130675" h="1677670">
                <a:moveTo>
                  <a:pt x="45314" y="673572"/>
                </a:moveTo>
                <a:lnTo>
                  <a:pt x="24218" y="666280"/>
                </a:lnTo>
                <a:lnTo>
                  <a:pt x="128349" y="666280"/>
                </a:lnTo>
                <a:lnTo>
                  <a:pt x="45314" y="673572"/>
                </a:lnTo>
                <a:close/>
              </a:path>
              <a:path w="4130675" h="1677670">
                <a:moveTo>
                  <a:pt x="50964" y="675525"/>
                </a:moveTo>
                <a:lnTo>
                  <a:pt x="23075" y="675525"/>
                </a:lnTo>
                <a:lnTo>
                  <a:pt x="45314" y="673572"/>
                </a:lnTo>
                <a:lnTo>
                  <a:pt x="50964" y="675525"/>
                </a:lnTo>
                <a:close/>
              </a:path>
              <a:path w="4130675" h="1677670">
                <a:moveTo>
                  <a:pt x="3341814" y="818083"/>
                </a:moveTo>
                <a:lnTo>
                  <a:pt x="3341865" y="808913"/>
                </a:lnTo>
                <a:lnTo>
                  <a:pt x="3358219" y="813608"/>
                </a:lnTo>
                <a:lnTo>
                  <a:pt x="3341814" y="818083"/>
                </a:lnTo>
                <a:close/>
              </a:path>
              <a:path w="4130675" h="1677670">
                <a:moveTo>
                  <a:pt x="3358219" y="813608"/>
                </a:moveTo>
                <a:lnTo>
                  <a:pt x="3341865" y="808913"/>
                </a:lnTo>
                <a:lnTo>
                  <a:pt x="3375430" y="808913"/>
                </a:lnTo>
                <a:lnTo>
                  <a:pt x="3358219" y="813608"/>
                </a:lnTo>
                <a:close/>
              </a:path>
              <a:path w="4130675" h="1677670">
                <a:moveTo>
                  <a:pt x="3373807" y="818083"/>
                </a:moveTo>
                <a:lnTo>
                  <a:pt x="3341814" y="818083"/>
                </a:lnTo>
                <a:lnTo>
                  <a:pt x="3358219" y="813608"/>
                </a:lnTo>
                <a:lnTo>
                  <a:pt x="3373807" y="818083"/>
                </a:lnTo>
                <a:close/>
              </a:path>
              <a:path w="4130675" h="1677670">
                <a:moveTo>
                  <a:pt x="722477" y="917740"/>
                </a:moveTo>
                <a:lnTo>
                  <a:pt x="708933" y="913057"/>
                </a:lnTo>
                <a:lnTo>
                  <a:pt x="722591" y="908697"/>
                </a:lnTo>
                <a:lnTo>
                  <a:pt x="722477" y="917740"/>
                </a:lnTo>
                <a:close/>
              </a:path>
              <a:path w="4130675" h="1677670">
                <a:moveTo>
                  <a:pt x="725612" y="917740"/>
                </a:moveTo>
                <a:lnTo>
                  <a:pt x="722477" y="917740"/>
                </a:lnTo>
                <a:lnTo>
                  <a:pt x="722591" y="908697"/>
                </a:lnTo>
                <a:lnTo>
                  <a:pt x="725473" y="908697"/>
                </a:lnTo>
                <a:lnTo>
                  <a:pt x="739140" y="913422"/>
                </a:lnTo>
                <a:lnTo>
                  <a:pt x="725612" y="917740"/>
                </a:lnTo>
                <a:close/>
              </a:path>
              <a:path w="4130675" h="1677670">
                <a:moveTo>
                  <a:pt x="12103" y="1135494"/>
                </a:moveTo>
                <a:lnTo>
                  <a:pt x="708933" y="913057"/>
                </a:lnTo>
                <a:lnTo>
                  <a:pt x="722477" y="917740"/>
                </a:lnTo>
                <a:lnTo>
                  <a:pt x="725612" y="917740"/>
                </a:lnTo>
                <a:lnTo>
                  <a:pt x="84096" y="1122509"/>
                </a:lnTo>
                <a:lnTo>
                  <a:pt x="47866" y="1124242"/>
                </a:lnTo>
                <a:lnTo>
                  <a:pt x="49542" y="1133538"/>
                </a:lnTo>
                <a:lnTo>
                  <a:pt x="52978" y="1133538"/>
                </a:lnTo>
                <a:lnTo>
                  <a:pt x="12103" y="1135494"/>
                </a:lnTo>
                <a:close/>
              </a:path>
              <a:path w="4130675" h="1677670">
                <a:moveTo>
                  <a:pt x="3449114" y="1400682"/>
                </a:moveTo>
                <a:lnTo>
                  <a:pt x="3437902" y="1400682"/>
                </a:lnTo>
                <a:lnTo>
                  <a:pt x="3443554" y="1393685"/>
                </a:lnTo>
                <a:lnTo>
                  <a:pt x="3430651" y="1389052"/>
                </a:lnTo>
                <a:lnTo>
                  <a:pt x="3186709" y="997762"/>
                </a:lnTo>
                <a:lnTo>
                  <a:pt x="3270820" y="1000264"/>
                </a:lnTo>
                <a:lnTo>
                  <a:pt x="3199498" y="1000264"/>
                </a:lnTo>
                <a:lnTo>
                  <a:pt x="3195319" y="1007541"/>
                </a:lnTo>
                <a:lnTo>
                  <a:pt x="3204199" y="1007805"/>
                </a:lnTo>
                <a:lnTo>
                  <a:pt x="3449114" y="1400682"/>
                </a:lnTo>
                <a:close/>
              </a:path>
              <a:path w="4130675" h="1677670">
                <a:moveTo>
                  <a:pt x="3204199" y="1007805"/>
                </a:moveTo>
                <a:lnTo>
                  <a:pt x="3195319" y="1007541"/>
                </a:lnTo>
                <a:lnTo>
                  <a:pt x="3199498" y="1000264"/>
                </a:lnTo>
                <a:lnTo>
                  <a:pt x="3204199" y="1007805"/>
                </a:lnTo>
                <a:close/>
              </a:path>
              <a:path w="4130675" h="1677670">
                <a:moveTo>
                  <a:pt x="4130649" y="1035367"/>
                </a:moveTo>
                <a:lnTo>
                  <a:pt x="3204199" y="1007805"/>
                </a:lnTo>
                <a:lnTo>
                  <a:pt x="3199498" y="1000264"/>
                </a:lnTo>
                <a:lnTo>
                  <a:pt x="3270820" y="1000264"/>
                </a:lnTo>
                <a:lnTo>
                  <a:pt x="4055253" y="1023597"/>
                </a:lnTo>
                <a:lnTo>
                  <a:pt x="4091698" y="1034059"/>
                </a:lnTo>
                <a:lnTo>
                  <a:pt x="4126181" y="1034059"/>
                </a:lnTo>
                <a:lnTo>
                  <a:pt x="4130649" y="1035342"/>
                </a:lnTo>
                <a:close/>
              </a:path>
              <a:path w="4130675" h="1677670">
                <a:moveTo>
                  <a:pt x="4091698" y="1034059"/>
                </a:moveTo>
                <a:lnTo>
                  <a:pt x="4055253" y="1023597"/>
                </a:lnTo>
                <a:lnTo>
                  <a:pt x="4093146" y="1024724"/>
                </a:lnTo>
                <a:lnTo>
                  <a:pt x="4091698" y="1034059"/>
                </a:lnTo>
                <a:close/>
              </a:path>
              <a:path w="4130675" h="1677670">
                <a:moveTo>
                  <a:pt x="52978" y="1133538"/>
                </a:moveTo>
                <a:lnTo>
                  <a:pt x="49542" y="1133538"/>
                </a:lnTo>
                <a:lnTo>
                  <a:pt x="84096" y="1122509"/>
                </a:lnTo>
                <a:lnTo>
                  <a:pt x="1099248" y="1073950"/>
                </a:lnTo>
                <a:lnTo>
                  <a:pt x="1097606" y="1076667"/>
                </a:lnTo>
                <a:lnTo>
                  <a:pt x="1086485" y="1076667"/>
                </a:lnTo>
                <a:lnTo>
                  <a:pt x="1081870" y="1084308"/>
                </a:lnTo>
                <a:lnTo>
                  <a:pt x="52978" y="1133538"/>
                </a:lnTo>
                <a:close/>
              </a:path>
              <a:path w="4130675" h="1677670">
                <a:moveTo>
                  <a:pt x="1081870" y="1084308"/>
                </a:moveTo>
                <a:lnTo>
                  <a:pt x="1086485" y="1076667"/>
                </a:lnTo>
                <a:lnTo>
                  <a:pt x="1090790" y="1083881"/>
                </a:lnTo>
                <a:lnTo>
                  <a:pt x="1081870" y="1084308"/>
                </a:lnTo>
                <a:close/>
              </a:path>
              <a:path w="4130675" h="1677670">
                <a:moveTo>
                  <a:pt x="909777" y="1369237"/>
                </a:moveTo>
                <a:lnTo>
                  <a:pt x="1081870" y="1084308"/>
                </a:lnTo>
                <a:lnTo>
                  <a:pt x="1090790" y="1083881"/>
                </a:lnTo>
                <a:lnTo>
                  <a:pt x="1086485" y="1076667"/>
                </a:lnTo>
                <a:lnTo>
                  <a:pt x="1097606" y="1076667"/>
                </a:lnTo>
                <a:lnTo>
                  <a:pt x="930261" y="1353736"/>
                </a:lnTo>
                <a:lnTo>
                  <a:pt x="918756" y="1356893"/>
                </a:lnTo>
                <a:lnTo>
                  <a:pt x="924090" y="1363954"/>
                </a:lnTo>
                <a:lnTo>
                  <a:pt x="929031" y="1363954"/>
                </a:lnTo>
                <a:lnTo>
                  <a:pt x="909777" y="1369237"/>
                </a:lnTo>
                <a:close/>
              </a:path>
              <a:path w="4130675" h="1677670">
                <a:moveTo>
                  <a:pt x="2524589" y="1522539"/>
                </a:moveTo>
                <a:lnTo>
                  <a:pt x="2514473" y="1522539"/>
                </a:lnTo>
                <a:lnTo>
                  <a:pt x="2521737" y="1520291"/>
                </a:lnTo>
                <a:lnTo>
                  <a:pt x="2516609" y="1516598"/>
                </a:lnTo>
                <a:lnTo>
                  <a:pt x="2661742" y="1112939"/>
                </a:lnTo>
                <a:lnTo>
                  <a:pt x="2683174" y="1120635"/>
                </a:lnTo>
                <a:lnTo>
                  <a:pt x="2669095" y="1120635"/>
                </a:lnTo>
                <a:lnTo>
                  <a:pt x="2662999" y="1123505"/>
                </a:lnTo>
                <a:lnTo>
                  <a:pt x="2667484" y="1125116"/>
                </a:lnTo>
                <a:lnTo>
                  <a:pt x="2524589" y="1522539"/>
                </a:lnTo>
                <a:close/>
              </a:path>
              <a:path w="4130675" h="1677670">
                <a:moveTo>
                  <a:pt x="2667484" y="1125116"/>
                </a:moveTo>
                <a:lnTo>
                  <a:pt x="2662999" y="1123505"/>
                </a:lnTo>
                <a:lnTo>
                  <a:pt x="2669095" y="1120635"/>
                </a:lnTo>
                <a:lnTo>
                  <a:pt x="2667484" y="1125116"/>
                </a:lnTo>
                <a:close/>
              </a:path>
              <a:path w="4130675" h="1677670">
                <a:moveTo>
                  <a:pt x="3453231" y="1407286"/>
                </a:moveTo>
                <a:lnTo>
                  <a:pt x="2667484" y="1125116"/>
                </a:lnTo>
                <a:lnTo>
                  <a:pt x="2669095" y="1120635"/>
                </a:lnTo>
                <a:lnTo>
                  <a:pt x="2683174" y="1120635"/>
                </a:lnTo>
                <a:lnTo>
                  <a:pt x="3430651" y="1389052"/>
                </a:lnTo>
                <a:lnTo>
                  <a:pt x="3437902" y="1400682"/>
                </a:lnTo>
                <a:lnTo>
                  <a:pt x="3449114" y="1400682"/>
                </a:lnTo>
                <a:lnTo>
                  <a:pt x="3453231" y="1407286"/>
                </a:lnTo>
                <a:close/>
              </a:path>
              <a:path w="4130675" h="1677670">
                <a:moveTo>
                  <a:pt x="49542" y="1133538"/>
                </a:moveTo>
                <a:lnTo>
                  <a:pt x="47866" y="1124242"/>
                </a:lnTo>
                <a:lnTo>
                  <a:pt x="84096" y="1122509"/>
                </a:lnTo>
                <a:lnTo>
                  <a:pt x="49542" y="1133538"/>
                </a:lnTo>
                <a:close/>
              </a:path>
              <a:path w="4130675" h="1677670">
                <a:moveTo>
                  <a:pt x="1628637" y="1665668"/>
                </a:moveTo>
                <a:lnTo>
                  <a:pt x="1626133" y="1665668"/>
                </a:lnTo>
                <a:lnTo>
                  <a:pt x="1623346" y="1656866"/>
                </a:lnTo>
                <a:lnTo>
                  <a:pt x="2006333" y="1149121"/>
                </a:lnTo>
                <a:lnTo>
                  <a:pt x="2019453" y="1158570"/>
                </a:lnTo>
                <a:lnTo>
                  <a:pt x="2011133" y="1158570"/>
                </a:lnTo>
                <a:lnTo>
                  <a:pt x="2004542" y="1159573"/>
                </a:lnTo>
                <a:lnTo>
                  <a:pt x="2008323" y="1162296"/>
                </a:lnTo>
                <a:lnTo>
                  <a:pt x="1628637" y="1665668"/>
                </a:lnTo>
                <a:close/>
              </a:path>
              <a:path w="4130675" h="1677670">
                <a:moveTo>
                  <a:pt x="2008323" y="1162296"/>
                </a:moveTo>
                <a:lnTo>
                  <a:pt x="2004542" y="1159573"/>
                </a:lnTo>
                <a:lnTo>
                  <a:pt x="2011133" y="1158570"/>
                </a:lnTo>
                <a:lnTo>
                  <a:pt x="2008323" y="1162296"/>
                </a:lnTo>
                <a:close/>
              </a:path>
              <a:path w="4130675" h="1677670">
                <a:moveTo>
                  <a:pt x="2521292" y="1531708"/>
                </a:moveTo>
                <a:lnTo>
                  <a:pt x="2008323" y="1162296"/>
                </a:lnTo>
                <a:lnTo>
                  <a:pt x="2011133" y="1158570"/>
                </a:lnTo>
                <a:lnTo>
                  <a:pt x="2019453" y="1158570"/>
                </a:lnTo>
                <a:lnTo>
                  <a:pt x="2516609" y="1516598"/>
                </a:lnTo>
                <a:lnTo>
                  <a:pt x="2514473" y="1522539"/>
                </a:lnTo>
                <a:lnTo>
                  <a:pt x="2524589" y="1522539"/>
                </a:lnTo>
                <a:lnTo>
                  <a:pt x="2521292" y="1531708"/>
                </a:lnTo>
                <a:close/>
              </a:path>
              <a:path w="4130675" h="1677670">
                <a:moveTo>
                  <a:pt x="929031" y="1363954"/>
                </a:moveTo>
                <a:lnTo>
                  <a:pt x="924090" y="1363954"/>
                </a:lnTo>
                <a:lnTo>
                  <a:pt x="930261" y="1353736"/>
                </a:lnTo>
                <a:lnTo>
                  <a:pt x="1479638" y="1202994"/>
                </a:lnTo>
                <a:lnTo>
                  <a:pt x="1481930" y="1210233"/>
                </a:lnTo>
                <a:lnTo>
                  <a:pt x="1471942" y="1210233"/>
                </a:lnTo>
                <a:lnTo>
                  <a:pt x="1473327" y="1214608"/>
                </a:lnTo>
                <a:lnTo>
                  <a:pt x="929031" y="1363954"/>
                </a:lnTo>
                <a:close/>
              </a:path>
              <a:path w="4130675" h="1677670">
                <a:moveTo>
                  <a:pt x="1473327" y="1214608"/>
                </a:moveTo>
                <a:lnTo>
                  <a:pt x="1471942" y="1210233"/>
                </a:lnTo>
                <a:lnTo>
                  <a:pt x="1477746" y="1213396"/>
                </a:lnTo>
                <a:lnTo>
                  <a:pt x="1473327" y="1214608"/>
                </a:lnTo>
                <a:close/>
              </a:path>
              <a:path w="4130675" h="1677670">
                <a:moveTo>
                  <a:pt x="1619834" y="1677339"/>
                </a:moveTo>
                <a:lnTo>
                  <a:pt x="1473327" y="1214608"/>
                </a:lnTo>
                <a:lnTo>
                  <a:pt x="1477746" y="1213396"/>
                </a:lnTo>
                <a:lnTo>
                  <a:pt x="1471942" y="1210233"/>
                </a:lnTo>
                <a:lnTo>
                  <a:pt x="1481930" y="1210233"/>
                </a:lnTo>
                <a:lnTo>
                  <a:pt x="1623346" y="1656866"/>
                </a:lnTo>
                <a:lnTo>
                  <a:pt x="1617789" y="1664233"/>
                </a:lnTo>
                <a:lnTo>
                  <a:pt x="1626133" y="1665668"/>
                </a:lnTo>
                <a:lnTo>
                  <a:pt x="1628637" y="1665668"/>
                </a:lnTo>
                <a:lnTo>
                  <a:pt x="1619834" y="1677339"/>
                </a:lnTo>
                <a:close/>
              </a:path>
              <a:path w="4130675" h="1677670">
                <a:moveTo>
                  <a:pt x="924090" y="1363954"/>
                </a:moveTo>
                <a:lnTo>
                  <a:pt x="918756" y="1356893"/>
                </a:lnTo>
                <a:lnTo>
                  <a:pt x="930261" y="1353736"/>
                </a:lnTo>
                <a:lnTo>
                  <a:pt x="924090" y="1363954"/>
                </a:lnTo>
                <a:close/>
              </a:path>
              <a:path w="4130675" h="1677670">
                <a:moveTo>
                  <a:pt x="3437902" y="1400682"/>
                </a:moveTo>
                <a:lnTo>
                  <a:pt x="3430651" y="1389052"/>
                </a:lnTo>
                <a:lnTo>
                  <a:pt x="3443554" y="1393685"/>
                </a:lnTo>
                <a:lnTo>
                  <a:pt x="3437902" y="1400682"/>
                </a:lnTo>
                <a:close/>
              </a:path>
              <a:path w="4130675" h="1677670">
                <a:moveTo>
                  <a:pt x="2514473" y="1522539"/>
                </a:moveTo>
                <a:lnTo>
                  <a:pt x="2516609" y="1516598"/>
                </a:lnTo>
                <a:lnTo>
                  <a:pt x="2521737" y="1520291"/>
                </a:lnTo>
                <a:lnTo>
                  <a:pt x="2514473" y="1522539"/>
                </a:lnTo>
                <a:close/>
              </a:path>
              <a:path w="4130675" h="1677670">
                <a:moveTo>
                  <a:pt x="1626133" y="1665668"/>
                </a:moveTo>
                <a:lnTo>
                  <a:pt x="1617789" y="1664233"/>
                </a:lnTo>
                <a:lnTo>
                  <a:pt x="1623346" y="1656866"/>
                </a:lnTo>
                <a:lnTo>
                  <a:pt x="1626133" y="1665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533078" y="4994059"/>
            <a:ext cx="175895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2250">
              <a:lnSpc>
                <a:spcPct val="15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Course.class  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C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o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u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r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se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T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est.class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75632" y="3357371"/>
            <a:ext cx="2859405" cy="1369060"/>
          </a:xfrm>
          <a:custGeom>
            <a:avLst/>
            <a:gdLst/>
            <a:ahLst/>
            <a:cxnLst/>
            <a:rect l="l" t="t" r="r" b="b"/>
            <a:pathLst>
              <a:path w="2859404" h="1369060">
                <a:moveTo>
                  <a:pt x="1638300" y="181355"/>
                </a:moveTo>
                <a:lnTo>
                  <a:pt x="1219200" y="181355"/>
                </a:lnTo>
                <a:lnTo>
                  <a:pt x="1429512" y="0"/>
                </a:lnTo>
                <a:lnTo>
                  <a:pt x="1638300" y="181355"/>
                </a:lnTo>
                <a:close/>
              </a:path>
              <a:path w="2859404" h="1369060">
                <a:moveTo>
                  <a:pt x="2025395" y="257555"/>
                </a:moveTo>
                <a:lnTo>
                  <a:pt x="833627" y="257555"/>
                </a:lnTo>
                <a:lnTo>
                  <a:pt x="882395" y="51815"/>
                </a:lnTo>
                <a:lnTo>
                  <a:pt x="1219200" y="181355"/>
                </a:lnTo>
                <a:lnTo>
                  <a:pt x="2007333" y="181355"/>
                </a:lnTo>
                <a:lnTo>
                  <a:pt x="2025395" y="257555"/>
                </a:lnTo>
                <a:close/>
              </a:path>
              <a:path w="2859404" h="1369060">
                <a:moveTo>
                  <a:pt x="2007333" y="181355"/>
                </a:moveTo>
                <a:lnTo>
                  <a:pt x="1638300" y="181355"/>
                </a:lnTo>
                <a:lnTo>
                  <a:pt x="1976627" y="51815"/>
                </a:lnTo>
                <a:lnTo>
                  <a:pt x="2007333" y="181355"/>
                </a:lnTo>
                <a:close/>
              </a:path>
              <a:path w="2859404" h="1369060">
                <a:moveTo>
                  <a:pt x="417575" y="1168907"/>
                </a:moveTo>
                <a:lnTo>
                  <a:pt x="537971" y="969263"/>
                </a:lnTo>
                <a:lnTo>
                  <a:pt x="108203" y="946403"/>
                </a:lnTo>
                <a:lnTo>
                  <a:pt x="377951" y="784860"/>
                </a:lnTo>
                <a:lnTo>
                  <a:pt x="0" y="684276"/>
                </a:lnTo>
                <a:lnTo>
                  <a:pt x="377951" y="583691"/>
                </a:lnTo>
                <a:lnTo>
                  <a:pt x="108203" y="422148"/>
                </a:lnTo>
                <a:lnTo>
                  <a:pt x="537971" y="399288"/>
                </a:lnTo>
                <a:lnTo>
                  <a:pt x="417575" y="201167"/>
                </a:lnTo>
                <a:lnTo>
                  <a:pt x="833627" y="257555"/>
                </a:lnTo>
                <a:lnTo>
                  <a:pt x="2406091" y="257555"/>
                </a:lnTo>
                <a:lnTo>
                  <a:pt x="2321051" y="399288"/>
                </a:lnTo>
                <a:lnTo>
                  <a:pt x="2749295" y="422148"/>
                </a:lnTo>
                <a:lnTo>
                  <a:pt x="2481071" y="583691"/>
                </a:lnTo>
                <a:lnTo>
                  <a:pt x="2859023" y="684276"/>
                </a:lnTo>
                <a:lnTo>
                  <a:pt x="2481071" y="784860"/>
                </a:lnTo>
                <a:lnTo>
                  <a:pt x="2749295" y="946403"/>
                </a:lnTo>
                <a:lnTo>
                  <a:pt x="2321051" y="969263"/>
                </a:lnTo>
                <a:lnTo>
                  <a:pt x="2405442" y="1110995"/>
                </a:lnTo>
                <a:lnTo>
                  <a:pt x="833627" y="1110995"/>
                </a:lnTo>
                <a:lnTo>
                  <a:pt x="417575" y="1168907"/>
                </a:lnTo>
                <a:close/>
              </a:path>
              <a:path w="2859404" h="1369060">
                <a:moveTo>
                  <a:pt x="2406091" y="257555"/>
                </a:moveTo>
                <a:lnTo>
                  <a:pt x="2025395" y="257555"/>
                </a:lnTo>
                <a:lnTo>
                  <a:pt x="2439923" y="201167"/>
                </a:lnTo>
                <a:lnTo>
                  <a:pt x="2406091" y="257555"/>
                </a:lnTo>
                <a:close/>
              </a:path>
              <a:path w="2859404" h="1369060">
                <a:moveTo>
                  <a:pt x="882395" y="1316736"/>
                </a:moveTo>
                <a:lnTo>
                  <a:pt x="833627" y="1110995"/>
                </a:lnTo>
                <a:lnTo>
                  <a:pt x="2025395" y="1110995"/>
                </a:lnTo>
                <a:lnTo>
                  <a:pt x="2007333" y="1187195"/>
                </a:lnTo>
                <a:lnTo>
                  <a:pt x="1219200" y="1187195"/>
                </a:lnTo>
                <a:lnTo>
                  <a:pt x="882395" y="1316736"/>
                </a:lnTo>
                <a:close/>
              </a:path>
              <a:path w="2859404" h="1369060">
                <a:moveTo>
                  <a:pt x="2439923" y="1168907"/>
                </a:moveTo>
                <a:lnTo>
                  <a:pt x="2025395" y="1110995"/>
                </a:lnTo>
                <a:lnTo>
                  <a:pt x="2405442" y="1110995"/>
                </a:lnTo>
                <a:lnTo>
                  <a:pt x="2439923" y="1168907"/>
                </a:lnTo>
                <a:close/>
              </a:path>
              <a:path w="2859404" h="1369060">
                <a:moveTo>
                  <a:pt x="1429512" y="1368552"/>
                </a:moveTo>
                <a:lnTo>
                  <a:pt x="1219200" y="1187195"/>
                </a:lnTo>
                <a:lnTo>
                  <a:pt x="1638300" y="1187195"/>
                </a:lnTo>
                <a:lnTo>
                  <a:pt x="1429512" y="1368552"/>
                </a:lnTo>
                <a:close/>
              </a:path>
              <a:path w="2859404" h="1369060">
                <a:moveTo>
                  <a:pt x="1976627" y="1316736"/>
                </a:moveTo>
                <a:lnTo>
                  <a:pt x="1638300" y="1187195"/>
                </a:lnTo>
                <a:lnTo>
                  <a:pt x="2007333" y="1187195"/>
                </a:lnTo>
                <a:lnTo>
                  <a:pt x="1976627" y="1316736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56582" y="3351263"/>
            <a:ext cx="2896870" cy="1381125"/>
          </a:xfrm>
          <a:custGeom>
            <a:avLst/>
            <a:gdLst/>
            <a:ahLst/>
            <a:cxnLst/>
            <a:rect l="l" t="t" r="r" b="b"/>
            <a:pathLst>
              <a:path w="2896870" h="1381125">
                <a:moveTo>
                  <a:pt x="1250423" y="183603"/>
                </a:moveTo>
                <a:lnTo>
                  <a:pt x="1235862" y="183603"/>
                </a:lnTo>
                <a:lnTo>
                  <a:pt x="1240675" y="182765"/>
                </a:lnTo>
                <a:lnTo>
                  <a:pt x="1238007" y="181748"/>
                </a:lnTo>
                <a:lnTo>
                  <a:pt x="1448155" y="0"/>
                </a:lnTo>
                <a:lnTo>
                  <a:pt x="1459608" y="9905"/>
                </a:lnTo>
                <a:lnTo>
                  <a:pt x="1445031" y="9905"/>
                </a:lnTo>
                <a:lnTo>
                  <a:pt x="1448149" y="12602"/>
                </a:lnTo>
                <a:lnTo>
                  <a:pt x="1250423" y="183603"/>
                </a:lnTo>
                <a:close/>
              </a:path>
              <a:path w="2896870" h="1381125">
                <a:moveTo>
                  <a:pt x="1448149" y="12602"/>
                </a:moveTo>
                <a:lnTo>
                  <a:pt x="1445031" y="9905"/>
                </a:lnTo>
                <a:lnTo>
                  <a:pt x="1451267" y="9905"/>
                </a:lnTo>
                <a:lnTo>
                  <a:pt x="1448149" y="12602"/>
                </a:lnTo>
                <a:close/>
              </a:path>
              <a:path w="2896870" h="1381125">
                <a:moveTo>
                  <a:pt x="1656359" y="192671"/>
                </a:moveTo>
                <a:lnTo>
                  <a:pt x="1448149" y="12602"/>
                </a:lnTo>
                <a:lnTo>
                  <a:pt x="1451267" y="9905"/>
                </a:lnTo>
                <a:lnTo>
                  <a:pt x="1459608" y="9905"/>
                </a:lnTo>
                <a:lnTo>
                  <a:pt x="1658290" y="181748"/>
                </a:lnTo>
                <a:lnTo>
                  <a:pt x="1655622" y="182765"/>
                </a:lnTo>
                <a:lnTo>
                  <a:pt x="1660436" y="183603"/>
                </a:lnTo>
                <a:lnTo>
                  <a:pt x="1680141" y="183603"/>
                </a:lnTo>
                <a:lnTo>
                  <a:pt x="1656359" y="192671"/>
                </a:lnTo>
                <a:close/>
              </a:path>
              <a:path w="2896870" h="1381125">
                <a:moveTo>
                  <a:pt x="857646" y="262737"/>
                </a:moveTo>
                <a:lnTo>
                  <a:pt x="847851" y="262737"/>
                </a:lnTo>
                <a:lnTo>
                  <a:pt x="853135" y="259118"/>
                </a:lnTo>
                <a:lnTo>
                  <a:pt x="848847" y="258528"/>
                </a:lnTo>
                <a:lnTo>
                  <a:pt x="897712" y="51993"/>
                </a:lnTo>
                <a:lnTo>
                  <a:pt x="917330" y="59474"/>
                </a:lnTo>
                <a:lnTo>
                  <a:pt x="905725" y="59474"/>
                </a:lnTo>
                <a:lnTo>
                  <a:pt x="899388" y="62826"/>
                </a:lnTo>
                <a:lnTo>
                  <a:pt x="904474" y="64765"/>
                </a:lnTo>
                <a:lnTo>
                  <a:pt x="857646" y="262737"/>
                </a:lnTo>
                <a:close/>
              </a:path>
              <a:path w="2896870" h="1381125">
                <a:moveTo>
                  <a:pt x="1680141" y="183603"/>
                </a:moveTo>
                <a:lnTo>
                  <a:pt x="1660436" y="183603"/>
                </a:lnTo>
                <a:lnTo>
                  <a:pt x="1658290" y="181748"/>
                </a:lnTo>
                <a:lnTo>
                  <a:pt x="1998586" y="51993"/>
                </a:lnTo>
                <a:lnTo>
                  <a:pt x="2000356" y="59474"/>
                </a:lnTo>
                <a:lnTo>
                  <a:pt x="1990572" y="59474"/>
                </a:lnTo>
                <a:lnTo>
                  <a:pt x="1991811" y="64765"/>
                </a:lnTo>
                <a:lnTo>
                  <a:pt x="1680141" y="183603"/>
                </a:lnTo>
                <a:close/>
              </a:path>
              <a:path w="2896870" h="1381125">
                <a:moveTo>
                  <a:pt x="904474" y="64765"/>
                </a:moveTo>
                <a:lnTo>
                  <a:pt x="899388" y="62826"/>
                </a:lnTo>
                <a:lnTo>
                  <a:pt x="905725" y="59474"/>
                </a:lnTo>
                <a:lnTo>
                  <a:pt x="904474" y="64765"/>
                </a:lnTo>
                <a:close/>
              </a:path>
              <a:path w="2896870" h="1381125">
                <a:moveTo>
                  <a:pt x="1239939" y="192671"/>
                </a:moveTo>
                <a:lnTo>
                  <a:pt x="904475" y="64761"/>
                </a:lnTo>
                <a:lnTo>
                  <a:pt x="905725" y="59474"/>
                </a:lnTo>
                <a:lnTo>
                  <a:pt x="917330" y="59474"/>
                </a:lnTo>
                <a:lnTo>
                  <a:pt x="1238007" y="181748"/>
                </a:lnTo>
                <a:lnTo>
                  <a:pt x="1235862" y="183603"/>
                </a:lnTo>
                <a:lnTo>
                  <a:pt x="1250423" y="183603"/>
                </a:lnTo>
                <a:lnTo>
                  <a:pt x="1239939" y="192671"/>
                </a:lnTo>
                <a:close/>
              </a:path>
              <a:path w="2896870" h="1381125">
                <a:moveTo>
                  <a:pt x="1991823" y="64761"/>
                </a:moveTo>
                <a:lnTo>
                  <a:pt x="1990572" y="59474"/>
                </a:lnTo>
                <a:lnTo>
                  <a:pt x="1996897" y="62826"/>
                </a:lnTo>
                <a:lnTo>
                  <a:pt x="1991823" y="64761"/>
                </a:lnTo>
                <a:close/>
              </a:path>
              <a:path w="2896870" h="1381125">
                <a:moveTo>
                  <a:pt x="2040166" y="269138"/>
                </a:moveTo>
                <a:lnTo>
                  <a:pt x="1991823" y="64761"/>
                </a:lnTo>
                <a:lnTo>
                  <a:pt x="1996897" y="62826"/>
                </a:lnTo>
                <a:lnTo>
                  <a:pt x="1990572" y="59474"/>
                </a:lnTo>
                <a:lnTo>
                  <a:pt x="2000356" y="59474"/>
                </a:lnTo>
                <a:lnTo>
                  <a:pt x="2047450" y="258528"/>
                </a:lnTo>
                <a:lnTo>
                  <a:pt x="2043163" y="259118"/>
                </a:lnTo>
                <a:lnTo>
                  <a:pt x="2048446" y="262737"/>
                </a:lnTo>
                <a:lnTo>
                  <a:pt x="2086682" y="262737"/>
                </a:lnTo>
                <a:lnTo>
                  <a:pt x="2040166" y="269138"/>
                </a:lnTo>
                <a:close/>
              </a:path>
              <a:path w="2896870" h="1381125">
                <a:moveTo>
                  <a:pt x="1660436" y="183603"/>
                </a:moveTo>
                <a:lnTo>
                  <a:pt x="1655622" y="182765"/>
                </a:lnTo>
                <a:lnTo>
                  <a:pt x="1658290" y="181748"/>
                </a:lnTo>
                <a:lnTo>
                  <a:pt x="1660436" y="183603"/>
                </a:lnTo>
                <a:close/>
              </a:path>
              <a:path w="2896870" h="1381125">
                <a:moveTo>
                  <a:pt x="1235862" y="183603"/>
                </a:moveTo>
                <a:lnTo>
                  <a:pt x="1238007" y="181748"/>
                </a:lnTo>
                <a:lnTo>
                  <a:pt x="1240675" y="182765"/>
                </a:lnTo>
                <a:lnTo>
                  <a:pt x="1235862" y="183603"/>
                </a:lnTo>
                <a:close/>
              </a:path>
              <a:path w="2896870" h="1381125">
                <a:moveTo>
                  <a:pt x="552602" y="407873"/>
                </a:moveTo>
                <a:lnTo>
                  <a:pt x="428104" y="200621"/>
                </a:lnTo>
                <a:lnTo>
                  <a:pt x="454403" y="204241"/>
                </a:lnTo>
                <a:lnTo>
                  <a:pt x="441388" y="204241"/>
                </a:lnTo>
                <a:lnTo>
                  <a:pt x="436651" y="211416"/>
                </a:lnTo>
                <a:lnTo>
                  <a:pt x="446514" y="212774"/>
                </a:lnTo>
                <a:lnTo>
                  <a:pt x="559377" y="400659"/>
                </a:lnTo>
                <a:lnTo>
                  <a:pt x="556425" y="400659"/>
                </a:lnTo>
                <a:lnTo>
                  <a:pt x="548526" y="401087"/>
                </a:lnTo>
                <a:lnTo>
                  <a:pt x="556198" y="401087"/>
                </a:lnTo>
                <a:lnTo>
                  <a:pt x="552602" y="407873"/>
                </a:lnTo>
                <a:close/>
              </a:path>
              <a:path w="2896870" h="1381125">
                <a:moveTo>
                  <a:pt x="2086682" y="262737"/>
                </a:moveTo>
                <a:lnTo>
                  <a:pt x="2048446" y="262737"/>
                </a:lnTo>
                <a:lnTo>
                  <a:pt x="2047450" y="258528"/>
                </a:lnTo>
                <a:lnTo>
                  <a:pt x="2468194" y="200621"/>
                </a:lnTo>
                <a:lnTo>
                  <a:pt x="2466019" y="204241"/>
                </a:lnTo>
                <a:lnTo>
                  <a:pt x="2454910" y="204241"/>
                </a:lnTo>
                <a:lnTo>
                  <a:pt x="2449784" y="212774"/>
                </a:lnTo>
                <a:lnTo>
                  <a:pt x="2086682" y="262737"/>
                </a:lnTo>
                <a:close/>
              </a:path>
              <a:path w="2896870" h="1381125">
                <a:moveTo>
                  <a:pt x="446514" y="212774"/>
                </a:moveTo>
                <a:lnTo>
                  <a:pt x="436651" y="211416"/>
                </a:lnTo>
                <a:lnTo>
                  <a:pt x="441388" y="204241"/>
                </a:lnTo>
                <a:lnTo>
                  <a:pt x="446514" y="212774"/>
                </a:lnTo>
                <a:close/>
              </a:path>
              <a:path w="2896870" h="1381125">
                <a:moveTo>
                  <a:pt x="856132" y="269138"/>
                </a:moveTo>
                <a:lnTo>
                  <a:pt x="446514" y="212774"/>
                </a:lnTo>
                <a:lnTo>
                  <a:pt x="441388" y="204241"/>
                </a:lnTo>
                <a:lnTo>
                  <a:pt x="454403" y="204241"/>
                </a:lnTo>
                <a:lnTo>
                  <a:pt x="848847" y="258528"/>
                </a:lnTo>
                <a:lnTo>
                  <a:pt x="847851" y="262737"/>
                </a:lnTo>
                <a:lnTo>
                  <a:pt x="857646" y="262737"/>
                </a:lnTo>
                <a:lnTo>
                  <a:pt x="856132" y="269138"/>
                </a:lnTo>
                <a:close/>
              </a:path>
              <a:path w="2896870" h="1381125">
                <a:moveTo>
                  <a:pt x="2449784" y="212774"/>
                </a:moveTo>
                <a:lnTo>
                  <a:pt x="2454910" y="204241"/>
                </a:lnTo>
                <a:lnTo>
                  <a:pt x="2459647" y="211416"/>
                </a:lnTo>
                <a:lnTo>
                  <a:pt x="2449784" y="212774"/>
                </a:lnTo>
                <a:close/>
              </a:path>
              <a:path w="2896870" h="1381125">
                <a:moveTo>
                  <a:pt x="2753114" y="432598"/>
                </a:moveTo>
                <a:lnTo>
                  <a:pt x="2331466" y="409740"/>
                </a:lnTo>
                <a:lnTo>
                  <a:pt x="2449784" y="212774"/>
                </a:lnTo>
                <a:lnTo>
                  <a:pt x="2459647" y="211416"/>
                </a:lnTo>
                <a:lnTo>
                  <a:pt x="2454910" y="204241"/>
                </a:lnTo>
                <a:lnTo>
                  <a:pt x="2466019" y="204241"/>
                </a:lnTo>
                <a:lnTo>
                  <a:pt x="2348029" y="400659"/>
                </a:lnTo>
                <a:lnTo>
                  <a:pt x="2339873" y="400659"/>
                </a:lnTo>
                <a:lnTo>
                  <a:pt x="2343696" y="407873"/>
                </a:lnTo>
                <a:lnTo>
                  <a:pt x="2472975" y="407873"/>
                </a:lnTo>
                <a:lnTo>
                  <a:pt x="2781593" y="424599"/>
                </a:lnTo>
                <a:lnTo>
                  <a:pt x="2766428" y="424599"/>
                </a:lnTo>
                <a:lnTo>
                  <a:pt x="2753114" y="432598"/>
                </a:lnTo>
                <a:close/>
              </a:path>
              <a:path w="2896870" h="1381125">
                <a:moveTo>
                  <a:pt x="847851" y="262737"/>
                </a:moveTo>
                <a:lnTo>
                  <a:pt x="848847" y="258528"/>
                </a:lnTo>
                <a:lnTo>
                  <a:pt x="853135" y="259118"/>
                </a:lnTo>
                <a:lnTo>
                  <a:pt x="847851" y="262737"/>
                </a:lnTo>
                <a:close/>
              </a:path>
              <a:path w="2896870" h="1381125">
                <a:moveTo>
                  <a:pt x="2048446" y="262737"/>
                </a:moveTo>
                <a:lnTo>
                  <a:pt x="2043163" y="259118"/>
                </a:lnTo>
                <a:lnTo>
                  <a:pt x="2047450" y="258528"/>
                </a:lnTo>
                <a:lnTo>
                  <a:pt x="2048446" y="262737"/>
                </a:lnTo>
                <a:close/>
              </a:path>
              <a:path w="2896870" h="1381125">
                <a:moveTo>
                  <a:pt x="556198" y="401087"/>
                </a:moveTo>
                <a:lnTo>
                  <a:pt x="548526" y="401087"/>
                </a:lnTo>
                <a:lnTo>
                  <a:pt x="556425" y="400659"/>
                </a:lnTo>
                <a:lnTo>
                  <a:pt x="556198" y="401087"/>
                </a:lnTo>
                <a:close/>
              </a:path>
              <a:path w="2896870" h="1381125">
                <a:moveTo>
                  <a:pt x="563711" y="407873"/>
                </a:moveTo>
                <a:lnTo>
                  <a:pt x="552602" y="407873"/>
                </a:lnTo>
                <a:lnTo>
                  <a:pt x="556425" y="400659"/>
                </a:lnTo>
                <a:lnTo>
                  <a:pt x="559377" y="400659"/>
                </a:lnTo>
                <a:lnTo>
                  <a:pt x="563711" y="407873"/>
                </a:lnTo>
                <a:close/>
              </a:path>
              <a:path w="2896870" h="1381125">
                <a:moveTo>
                  <a:pt x="2343696" y="407873"/>
                </a:moveTo>
                <a:lnTo>
                  <a:pt x="2339873" y="400659"/>
                </a:lnTo>
                <a:lnTo>
                  <a:pt x="2347772" y="401087"/>
                </a:lnTo>
                <a:lnTo>
                  <a:pt x="2343696" y="407873"/>
                </a:lnTo>
                <a:close/>
              </a:path>
              <a:path w="2896870" h="1381125">
                <a:moveTo>
                  <a:pt x="2347772" y="401087"/>
                </a:moveTo>
                <a:lnTo>
                  <a:pt x="2339873" y="400659"/>
                </a:lnTo>
                <a:lnTo>
                  <a:pt x="2348029" y="400659"/>
                </a:lnTo>
                <a:lnTo>
                  <a:pt x="2347772" y="401087"/>
                </a:lnTo>
                <a:close/>
              </a:path>
              <a:path w="2896870" h="1381125">
                <a:moveTo>
                  <a:pt x="384474" y="588684"/>
                </a:moveTo>
                <a:lnTo>
                  <a:pt x="111658" y="424764"/>
                </a:lnTo>
                <a:lnTo>
                  <a:pt x="548526" y="401087"/>
                </a:lnTo>
                <a:lnTo>
                  <a:pt x="552602" y="407873"/>
                </a:lnTo>
                <a:lnTo>
                  <a:pt x="563711" y="407873"/>
                </a:lnTo>
                <a:lnTo>
                  <a:pt x="564832" y="409740"/>
                </a:lnTo>
                <a:lnTo>
                  <a:pt x="290737" y="424599"/>
                </a:lnTo>
                <a:lnTo>
                  <a:pt x="129870" y="424599"/>
                </a:lnTo>
                <a:lnTo>
                  <a:pt x="127685" y="433438"/>
                </a:lnTo>
                <a:lnTo>
                  <a:pt x="144582" y="433438"/>
                </a:lnTo>
                <a:lnTo>
                  <a:pt x="398172" y="585800"/>
                </a:lnTo>
                <a:lnTo>
                  <a:pt x="395363" y="585800"/>
                </a:lnTo>
                <a:lnTo>
                  <a:pt x="384474" y="588684"/>
                </a:lnTo>
                <a:close/>
              </a:path>
              <a:path w="2896870" h="1381125">
                <a:moveTo>
                  <a:pt x="2472975" y="407873"/>
                </a:moveTo>
                <a:lnTo>
                  <a:pt x="2343696" y="407873"/>
                </a:lnTo>
                <a:lnTo>
                  <a:pt x="2347772" y="401087"/>
                </a:lnTo>
                <a:lnTo>
                  <a:pt x="2472975" y="407873"/>
                </a:lnTo>
                <a:close/>
              </a:path>
              <a:path w="2896870" h="1381125">
                <a:moveTo>
                  <a:pt x="127685" y="433438"/>
                </a:moveTo>
                <a:lnTo>
                  <a:pt x="129870" y="424599"/>
                </a:lnTo>
                <a:lnTo>
                  <a:pt x="143183" y="432598"/>
                </a:lnTo>
                <a:lnTo>
                  <a:pt x="127685" y="433438"/>
                </a:lnTo>
                <a:close/>
              </a:path>
              <a:path w="2896870" h="1381125">
                <a:moveTo>
                  <a:pt x="143183" y="432598"/>
                </a:moveTo>
                <a:lnTo>
                  <a:pt x="129870" y="424599"/>
                </a:lnTo>
                <a:lnTo>
                  <a:pt x="290737" y="424599"/>
                </a:lnTo>
                <a:lnTo>
                  <a:pt x="143183" y="432598"/>
                </a:lnTo>
                <a:close/>
              </a:path>
              <a:path w="2896870" h="1381125">
                <a:moveTo>
                  <a:pt x="2768612" y="433438"/>
                </a:moveTo>
                <a:lnTo>
                  <a:pt x="2753114" y="432598"/>
                </a:lnTo>
                <a:lnTo>
                  <a:pt x="2766428" y="424599"/>
                </a:lnTo>
                <a:lnTo>
                  <a:pt x="2768612" y="433438"/>
                </a:lnTo>
                <a:close/>
              </a:path>
              <a:path w="2896870" h="1381125">
                <a:moveTo>
                  <a:pt x="2770203" y="433438"/>
                </a:moveTo>
                <a:lnTo>
                  <a:pt x="2768612" y="433438"/>
                </a:lnTo>
                <a:lnTo>
                  <a:pt x="2766428" y="424599"/>
                </a:lnTo>
                <a:lnTo>
                  <a:pt x="2781593" y="424599"/>
                </a:lnTo>
                <a:lnTo>
                  <a:pt x="2784640" y="424764"/>
                </a:lnTo>
                <a:lnTo>
                  <a:pt x="2770203" y="433438"/>
                </a:lnTo>
                <a:close/>
              </a:path>
              <a:path w="2896870" h="1381125">
                <a:moveTo>
                  <a:pt x="144582" y="433438"/>
                </a:moveTo>
                <a:lnTo>
                  <a:pt x="127685" y="433438"/>
                </a:lnTo>
                <a:lnTo>
                  <a:pt x="143183" y="432598"/>
                </a:lnTo>
                <a:lnTo>
                  <a:pt x="144582" y="433438"/>
                </a:lnTo>
                <a:close/>
              </a:path>
              <a:path w="2896870" h="1381125">
                <a:moveTo>
                  <a:pt x="2859090" y="690517"/>
                </a:moveTo>
                <a:lnTo>
                  <a:pt x="2487599" y="592124"/>
                </a:lnTo>
                <a:lnTo>
                  <a:pt x="2753114" y="432598"/>
                </a:lnTo>
                <a:lnTo>
                  <a:pt x="2768612" y="433438"/>
                </a:lnTo>
                <a:lnTo>
                  <a:pt x="2770203" y="433438"/>
                </a:lnTo>
                <a:lnTo>
                  <a:pt x="2516624" y="585800"/>
                </a:lnTo>
                <a:lnTo>
                  <a:pt x="2500934" y="585800"/>
                </a:lnTo>
                <a:lnTo>
                  <a:pt x="2502166" y="594487"/>
                </a:lnTo>
                <a:lnTo>
                  <a:pt x="2533733" y="594487"/>
                </a:lnTo>
                <a:lnTo>
                  <a:pt x="2878939" y="685914"/>
                </a:lnTo>
                <a:lnTo>
                  <a:pt x="2876473" y="685914"/>
                </a:lnTo>
                <a:lnTo>
                  <a:pt x="2859090" y="690517"/>
                </a:lnTo>
                <a:close/>
              </a:path>
              <a:path w="2896870" h="1381125">
                <a:moveTo>
                  <a:pt x="394131" y="594487"/>
                </a:moveTo>
                <a:lnTo>
                  <a:pt x="384474" y="588684"/>
                </a:lnTo>
                <a:lnTo>
                  <a:pt x="395363" y="585800"/>
                </a:lnTo>
                <a:lnTo>
                  <a:pt x="394131" y="594487"/>
                </a:lnTo>
                <a:close/>
              </a:path>
              <a:path w="2896870" h="1381125">
                <a:moveTo>
                  <a:pt x="399780" y="594487"/>
                </a:moveTo>
                <a:lnTo>
                  <a:pt x="394131" y="594487"/>
                </a:lnTo>
                <a:lnTo>
                  <a:pt x="395363" y="585800"/>
                </a:lnTo>
                <a:lnTo>
                  <a:pt x="398172" y="585800"/>
                </a:lnTo>
                <a:lnTo>
                  <a:pt x="408698" y="592124"/>
                </a:lnTo>
                <a:lnTo>
                  <a:pt x="399780" y="594487"/>
                </a:lnTo>
                <a:close/>
              </a:path>
              <a:path w="2896870" h="1381125">
                <a:moveTo>
                  <a:pt x="2502166" y="594487"/>
                </a:moveTo>
                <a:lnTo>
                  <a:pt x="2500934" y="585800"/>
                </a:lnTo>
                <a:lnTo>
                  <a:pt x="2511824" y="588684"/>
                </a:lnTo>
                <a:lnTo>
                  <a:pt x="2502166" y="594487"/>
                </a:lnTo>
                <a:close/>
              </a:path>
              <a:path w="2896870" h="1381125">
                <a:moveTo>
                  <a:pt x="2511824" y="588684"/>
                </a:moveTo>
                <a:lnTo>
                  <a:pt x="2500934" y="585800"/>
                </a:lnTo>
                <a:lnTo>
                  <a:pt x="2516624" y="585800"/>
                </a:lnTo>
                <a:lnTo>
                  <a:pt x="2511824" y="588684"/>
                </a:lnTo>
                <a:close/>
              </a:path>
              <a:path w="2896870" h="1381125">
                <a:moveTo>
                  <a:pt x="384474" y="792339"/>
                </a:moveTo>
                <a:lnTo>
                  <a:pt x="0" y="690511"/>
                </a:lnTo>
                <a:lnTo>
                  <a:pt x="384474" y="588684"/>
                </a:lnTo>
                <a:lnTo>
                  <a:pt x="394131" y="594487"/>
                </a:lnTo>
                <a:lnTo>
                  <a:pt x="399780" y="594487"/>
                </a:lnTo>
                <a:lnTo>
                  <a:pt x="54588" y="685914"/>
                </a:lnTo>
                <a:lnTo>
                  <a:pt x="19824" y="685914"/>
                </a:lnTo>
                <a:lnTo>
                  <a:pt x="19824" y="695121"/>
                </a:lnTo>
                <a:lnTo>
                  <a:pt x="54592" y="695121"/>
                </a:lnTo>
                <a:lnTo>
                  <a:pt x="399778" y="786536"/>
                </a:lnTo>
                <a:lnTo>
                  <a:pt x="394131" y="786536"/>
                </a:lnTo>
                <a:lnTo>
                  <a:pt x="384474" y="792339"/>
                </a:lnTo>
                <a:close/>
              </a:path>
              <a:path w="2896870" h="1381125">
                <a:moveTo>
                  <a:pt x="2533733" y="594487"/>
                </a:moveTo>
                <a:lnTo>
                  <a:pt x="2502166" y="594487"/>
                </a:lnTo>
                <a:lnTo>
                  <a:pt x="2511824" y="588684"/>
                </a:lnTo>
                <a:lnTo>
                  <a:pt x="2533733" y="594487"/>
                </a:lnTo>
                <a:close/>
              </a:path>
              <a:path w="2896870" h="1381125">
                <a:moveTo>
                  <a:pt x="19824" y="695121"/>
                </a:moveTo>
                <a:lnTo>
                  <a:pt x="19824" y="685914"/>
                </a:lnTo>
                <a:lnTo>
                  <a:pt x="37207" y="690517"/>
                </a:lnTo>
                <a:lnTo>
                  <a:pt x="19824" y="695121"/>
                </a:lnTo>
                <a:close/>
              </a:path>
              <a:path w="2896870" h="1381125">
                <a:moveTo>
                  <a:pt x="37207" y="690517"/>
                </a:moveTo>
                <a:lnTo>
                  <a:pt x="19824" y="685914"/>
                </a:lnTo>
                <a:lnTo>
                  <a:pt x="54588" y="685914"/>
                </a:lnTo>
                <a:lnTo>
                  <a:pt x="37207" y="690517"/>
                </a:lnTo>
                <a:close/>
              </a:path>
              <a:path w="2896870" h="1381125">
                <a:moveTo>
                  <a:pt x="2876473" y="695121"/>
                </a:moveTo>
                <a:lnTo>
                  <a:pt x="2859090" y="690517"/>
                </a:lnTo>
                <a:lnTo>
                  <a:pt x="2876473" y="685914"/>
                </a:lnTo>
                <a:lnTo>
                  <a:pt x="2876473" y="695121"/>
                </a:lnTo>
                <a:close/>
              </a:path>
              <a:path w="2896870" h="1381125">
                <a:moveTo>
                  <a:pt x="2878891" y="695121"/>
                </a:moveTo>
                <a:lnTo>
                  <a:pt x="2876473" y="695121"/>
                </a:lnTo>
                <a:lnTo>
                  <a:pt x="2876473" y="685914"/>
                </a:lnTo>
                <a:lnTo>
                  <a:pt x="2878939" y="685914"/>
                </a:lnTo>
                <a:lnTo>
                  <a:pt x="2896298" y="690511"/>
                </a:lnTo>
                <a:lnTo>
                  <a:pt x="2878891" y="695121"/>
                </a:lnTo>
                <a:close/>
              </a:path>
              <a:path w="2896870" h="1381125">
                <a:moveTo>
                  <a:pt x="54592" y="695121"/>
                </a:moveTo>
                <a:lnTo>
                  <a:pt x="19824" y="695121"/>
                </a:lnTo>
                <a:lnTo>
                  <a:pt x="37207" y="690517"/>
                </a:lnTo>
                <a:lnTo>
                  <a:pt x="54592" y="695121"/>
                </a:lnTo>
                <a:close/>
              </a:path>
              <a:path w="2896870" h="1381125">
                <a:moveTo>
                  <a:pt x="2753114" y="948425"/>
                </a:moveTo>
                <a:lnTo>
                  <a:pt x="2487599" y="788898"/>
                </a:lnTo>
                <a:lnTo>
                  <a:pt x="2859090" y="690517"/>
                </a:lnTo>
                <a:lnTo>
                  <a:pt x="2876473" y="695121"/>
                </a:lnTo>
                <a:lnTo>
                  <a:pt x="2878891" y="695121"/>
                </a:lnTo>
                <a:lnTo>
                  <a:pt x="2533733" y="786536"/>
                </a:lnTo>
                <a:lnTo>
                  <a:pt x="2502166" y="786536"/>
                </a:lnTo>
                <a:lnTo>
                  <a:pt x="2500934" y="795223"/>
                </a:lnTo>
                <a:lnTo>
                  <a:pt x="2516624" y="795223"/>
                </a:lnTo>
                <a:lnTo>
                  <a:pt x="2770203" y="947585"/>
                </a:lnTo>
                <a:lnTo>
                  <a:pt x="2768612" y="947585"/>
                </a:lnTo>
                <a:lnTo>
                  <a:pt x="2753114" y="948425"/>
                </a:lnTo>
                <a:close/>
              </a:path>
              <a:path w="2896870" h="1381125">
                <a:moveTo>
                  <a:pt x="395363" y="795223"/>
                </a:moveTo>
                <a:lnTo>
                  <a:pt x="384474" y="792339"/>
                </a:lnTo>
                <a:lnTo>
                  <a:pt x="394131" y="786536"/>
                </a:lnTo>
                <a:lnTo>
                  <a:pt x="395363" y="795223"/>
                </a:lnTo>
                <a:close/>
              </a:path>
              <a:path w="2896870" h="1381125">
                <a:moveTo>
                  <a:pt x="398172" y="795223"/>
                </a:moveTo>
                <a:lnTo>
                  <a:pt x="395363" y="795223"/>
                </a:lnTo>
                <a:lnTo>
                  <a:pt x="394131" y="786536"/>
                </a:lnTo>
                <a:lnTo>
                  <a:pt x="399778" y="786536"/>
                </a:lnTo>
                <a:lnTo>
                  <a:pt x="408698" y="788898"/>
                </a:lnTo>
                <a:lnTo>
                  <a:pt x="398172" y="795223"/>
                </a:lnTo>
                <a:close/>
              </a:path>
              <a:path w="2896870" h="1381125">
                <a:moveTo>
                  <a:pt x="2500934" y="795223"/>
                </a:moveTo>
                <a:lnTo>
                  <a:pt x="2502166" y="786536"/>
                </a:lnTo>
                <a:lnTo>
                  <a:pt x="2511824" y="792339"/>
                </a:lnTo>
                <a:lnTo>
                  <a:pt x="2500934" y="795223"/>
                </a:lnTo>
                <a:close/>
              </a:path>
              <a:path w="2896870" h="1381125">
                <a:moveTo>
                  <a:pt x="2511824" y="792339"/>
                </a:moveTo>
                <a:lnTo>
                  <a:pt x="2502166" y="786536"/>
                </a:lnTo>
                <a:lnTo>
                  <a:pt x="2533733" y="786536"/>
                </a:lnTo>
                <a:lnTo>
                  <a:pt x="2511824" y="792339"/>
                </a:lnTo>
                <a:close/>
              </a:path>
              <a:path w="2896870" h="1381125">
                <a:moveTo>
                  <a:pt x="548526" y="979935"/>
                </a:moveTo>
                <a:lnTo>
                  <a:pt x="111658" y="956259"/>
                </a:lnTo>
                <a:lnTo>
                  <a:pt x="384474" y="792339"/>
                </a:lnTo>
                <a:lnTo>
                  <a:pt x="395363" y="795223"/>
                </a:lnTo>
                <a:lnTo>
                  <a:pt x="398172" y="795223"/>
                </a:lnTo>
                <a:lnTo>
                  <a:pt x="144582" y="947585"/>
                </a:lnTo>
                <a:lnTo>
                  <a:pt x="127685" y="947585"/>
                </a:lnTo>
                <a:lnTo>
                  <a:pt x="129870" y="956424"/>
                </a:lnTo>
                <a:lnTo>
                  <a:pt x="290737" y="956424"/>
                </a:lnTo>
                <a:lnTo>
                  <a:pt x="564832" y="971283"/>
                </a:lnTo>
                <a:lnTo>
                  <a:pt x="563711" y="973150"/>
                </a:lnTo>
                <a:lnTo>
                  <a:pt x="552602" y="973150"/>
                </a:lnTo>
                <a:lnTo>
                  <a:pt x="548526" y="979935"/>
                </a:lnTo>
                <a:close/>
              </a:path>
              <a:path w="2896870" h="1381125">
                <a:moveTo>
                  <a:pt x="2516624" y="795223"/>
                </a:moveTo>
                <a:lnTo>
                  <a:pt x="2500934" y="795223"/>
                </a:lnTo>
                <a:lnTo>
                  <a:pt x="2511824" y="792339"/>
                </a:lnTo>
                <a:lnTo>
                  <a:pt x="2516624" y="795223"/>
                </a:lnTo>
                <a:close/>
              </a:path>
              <a:path w="2896870" h="1381125">
                <a:moveTo>
                  <a:pt x="129870" y="956424"/>
                </a:moveTo>
                <a:lnTo>
                  <a:pt x="127685" y="947585"/>
                </a:lnTo>
                <a:lnTo>
                  <a:pt x="143183" y="948425"/>
                </a:lnTo>
                <a:lnTo>
                  <a:pt x="129870" y="956424"/>
                </a:lnTo>
                <a:close/>
              </a:path>
              <a:path w="2896870" h="1381125">
                <a:moveTo>
                  <a:pt x="143183" y="948425"/>
                </a:moveTo>
                <a:lnTo>
                  <a:pt x="127685" y="947585"/>
                </a:lnTo>
                <a:lnTo>
                  <a:pt x="144582" y="947585"/>
                </a:lnTo>
                <a:lnTo>
                  <a:pt x="143183" y="948425"/>
                </a:lnTo>
                <a:close/>
              </a:path>
              <a:path w="2896870" h="1381125">
                <a:moveTo>
                  <a:pt x="2766428" y="956424"/>
                </a:moveTo>
                <a:lnTo>
                  <a:pt x="2753114" y="948425"/>
                </a:lnTo>
                <a:lnTo>
                  <a:pt x="2768612" y="947585"/>
                </a:lnTo>
                <a:lnTo>
                  <a:pt x="2766428" y="956424"/>
                </a:lnTo>
                <a:close/>
              </a:path>
              <a:path w="2896870" h="1381125">
                <a:moveTo>
                  <a:pt x="2781593" y="956424"/>
                </a:moveTo>
                <a:lnTo>
                  <a:pt x="2766428" y="956424"/>
                </a:lnTo>
                <a:lnTo>
                  <a:pt x="2768612" y="947585"/>
                </a:lnTo>
                <a:lnTo>
                  <a:pt x="2770203" y="947585"/>
                </a:lnTo>
                <a:lnTo>
                  <a:pt x="2784640" y="956259"/>
                </a:lnTo>
                <a:lnTo>
                  <a:pt x="2781593" y="956424"/>
                </a:lnTo>
                <a:close/>
              </a:path>
              <a:path w="2896870" h="1381125">
                <a:moveTo>
                  <a:pt x="290737" y="956424"/>
                </a:moveTo>
                <a:lnTo>
                  <a:pt x="129870" y="956424"/>
                </a:lnTo>
                <a:lnTo>
                  <a:pt x="143183" y="948425"/>
                </a:lnTo>
                <a:lnTo>
                  <a:pt x="290737" y="956424"/>
                </a:lnTo>
                <a:close/>
              </a:path>
              <a:path w="2896870" h="1381125">
                <a:moveTo>
                  <a:pt x="2466019" y="1176781"/>
                </a:moveTo>
                <a:lnTo>
                  <a:pt x="2454910" y="1176781"/>
                </a:lnTo>
                <a:lnTo>
                  <a:pt x="2459647" y="1169606"/>
                </a:lnTo>
                <a:lnTo>
                  <a:pt x="2449784" y="1168249"/>
                </a:lnTo>
                <a:lnTo>
                  <a:pt x="2331466" y="971283"/>
                </a:lnTo>
                <a:lnTo>
                  <a:pt x="2753114" y="948425"/>
                </a:lnTo>
                <a:lnTo>
                  <a:pt x="2766428" y="956424"/>
                </a:lnTo>
                <a:lnTo>
                  <a:pt x="2781593" y="956424"/>
                </a:lnTo>
                <a:lnTo>
                  <a:pt x="2472975" y="973150"/>
                </a:lnTo>
                <a:lnTo>
                  <a:pt x="2343696" y="973150"/>
                </a:lnTo>
                <a:lnTo>
                  <a:pt x="2339873" y="980363"/>
                </a:lnTo>
                <a:lnTo>
                  <a:pt x="2348029" y="980363"/>
                </a:lnTo>
                <a:lnTo>
                  <a:pt x="2466019" y="1176781"/>
                </a:lnTo>
                <a:close/>
              </a:path>
              <a:path w="2896870" h="1381125">
                <a:moveTo>
                  <a:pt x="556425" y="980363"/>
                </a:moveTo>
                <a:lnTo>
                  <a:pt x="548526" y="979935"/>
                </a:lnTo>
                <a:lnTo>
                  <a:pt x="552602" y="973150"/>
                </a:lnTo>
                <a:lnTo>
                  <a:pt x="556425" y="980363"/>
                </a:lnTo>
                <a:close/>
              </a:path>
              <a:path w="2896870" h="1381125">
                <a:moveTo>
                  <a:pt x="559377" y="980363"/>
                </a:moveTo>
                <a:lnTo>
                  <a:pt x="556425" y="980363"/>
                </a:lnTo>
                <a:lnTo>
                  <a:pt x="552602" y="973150"/>
                </a:lnTo>
                <a:lnTo>
                  <a:pt x="563711" y="973150"/>
                </a:lnTo>
                <a:lnTo>
                  <a:pt x="559377" y="980363"/>
                </a:lnTo>
                <a:close/>
              </a:path>
              <a:path w="2896870" h="1381125">
                <a:moveTo>
                  <a:pt x="2339873" y="980363"/>
                </a:moveTo>
                <a:lnTo>
                  <a:pt x="2343696" y="973150"/>
                </a:lnTo>
                <a:lnTo>
                  <a:pt x="2347772" y="979935"/>
                </a:lnTo>
                <a:lnTo>
                  <a:pt x="2339873" y="980363"/>
                </a:lnTo>
                <a:close/>
              </a:path>
              <a:path w="2896870" h="1381125">
                <a:moveTo>
                  <a:pt x="2347772" y="979935"/>
                </a:moveTo>
                <a:lnTo>
                  <a:pt x="2343696" y="973150"/>
                </a:lnTo>
                <a:lnTo>
                  <a:pt x="2472975" y="973150"/>
                </a:lnTo>
                <a:lnTo>
                  <a:pt x="2347772" y="979935"/>
                </a:lnTo>
                <a:close/>
              </a:path>
              <a:path w="2896870" h="1381125">
                <a:moveTo>
                  <a:pt x="428104" y="1180401"/>
                </a:moveTo>
                <a:lnTo>
                  <a:pt x="548526" y="979935"/>
                </a:lnTo>
                <a:lnTo>
                  <a:pt x="556425" y="980363"/>
                </a:lnTo>
                <a:lnTo>
                  <a:pt x="559377" y="980363"/>
                </a:lnTo>
                <a:lnTo>
                  <a:pt x="446514" y="1168249"/>
                </a:lnTo>
                <a:lnTo>
                  <a:pt x="436651" y="1169606"/>
                </a:lnTo>
                <a:lnTo>
                  <a:pt x="441388" y="1176781"/>
                </a:lnTo>
                <a:lnTo>
                  <a:pt x="454403" y="1176781"/>
                </a:lnTo>
                <a:lnTo>
                  <a:pt x="428104" y="1180401"/>
                </a:lnTo>
                <a:close/>
              </a:path>
              <a:path w="2896870" h="1381125">
                <a:moveTo>
                  <a:pt x="2348029" y="980363"/>
                </a:moveTo>
                <a:lnTo>
                  <a:pt x="2339873" y="980363"/>
                </a:lnTo>
                <a:lnTo>
                  <a:pt x="2347772" y="979935"/>
                </a:lnTo>
                <a:lnTo>
                  <a:pt x="2348029" y="980363"/>
                </a:lnTo>
                <a:close/>
              </a:path>
              <a:path w="2896870" h="1381125">
                <a:moveTo>
                  <a:pt x="454403" y="1176781"/>
                </a:moveTo>
                <a:lnTo>
                  <a:pt x="441388" y="1176781"/>
                </a:lnTo>
                <a:lnTo>
                  <a:pt x="446514" y="1168249"/>
                </a:lnTo>
                <a:lnTo>
                  <a:pt x="856132" y="1111884"/>
                </a:lnTo>
                <a:lnTo>
                  <a:pt x="857646" y="1118285"/>
                </a:lnTo>
                <a:lnTo>
                  <a:pt x="847851" y="1118285"/>
                </a:lnTo>
                <a:lnTo>
                  <a:pt x="848847" y="1122495"/>
                </a:lnTo>
                <a:lnTo>
                  <a:pt x="454403" y="1176781"/>
                </a:lnTo>
                <a:close/>
              </a:path>
              <a:path w="2896870" h="1381125">
                <a:moveTo>
                  <a:pt x="2000356" y="1321549"/>
                </a:moveTo>
                <a:lnTo>
                  <a:pt x="1990572" y="1321549"/>
                </a:lnTo>
                <a:lnTo>
                  <a:pt x="1996897" y="1318196"/>
                </a:lnTo>
                <a:lnTo>
                  <a:pt x="1991824" y="1316257"/>
                </a:lnTo>
                <a:lnTo>
                  <a:pt x="2040166" y="1111884"/>
                </a:lnTo>
                <a:lnTo>
                  <a:pt x="2086682" y="1118285"/>
                </a:lnTo>
                <a:lnTo>
                  <a:pt x="2048446" y="1118285"/>
                </a:lnTo>
                <a:lnTo>
                  <a:pt x="2043163" y="1121905"/>
                </a:lnTo>
                <a:lnTo>
                  <a:pt x="2047450" y="1122495"/>
                </a:lnTo>
                <a:lnTo>
                  <a:pt x="2000356" y="1321549"/>
                </a:lnTo>
                <a:close/>
              </a:path>
              <a:path w="2896870" h="1381125">
                <a:moveTo>
                  <a:pt x="848847" y="1122495"/>
                </a:moveTo>
                <a:lnTo>
                  <a:pt x="847851" y="1118285"/>
                </a:lnTo>
                <a:lnTo>
                  <a:pt x="853135" y="1121905"/>
                </a:lnTo>
                <a:lnTo>
                  <a:pt x="848847" y="1122495"/>
                </a:lnTo>
                <a:close/>
              </a:path>
              <a:path w="2896870" h="1381125">
                <a:moveTo>
                  <a:pt x="897712" y="1329029"/>
                </a:moveTo>
                <a:lnTo>
                  <a:pt x="848847" y="1122495"/>
                </a:lnTo>
                <a:lnTo>
                  <a:pt x="853135" y="1121905"/>
                </a:lnTo>
                <a:lnTo>
                  <a:pt x="847851" y="1118285"/>
                </a:lnTo>
                <a:lnTo>
                  <a:pt x="857646" y="1118285"/>
                </a:lnTo>
                <a:lnTo>
                  <a:pt x="904462" y="1316261"/>
                </a:lnTo>
                <a:lnTo>
                  <a:pt x="899388" y="1318196"/>
                </a:lnTo>
                <a:lnTo>
                  <a:pt x="905725" y="1321549"/>
                </a:lnTo>
                <a:lnTo>
                  <a:pt x="917330" y="1321549"/>
                </a:lnTo>
                <a:lnTo>
                  <a:pt x="897712" y="1329029"/>
                </a:lnTo>
                <a:close/>
              </a:path>
              <a:path w="2896870" h="1381125">
                <a:moveTo>
                  <a:pt x="2047450" y="1122495"/>
                </a:moveTo>
                <a:lnTo>
                  <a:pt x="2043163" y="1121905"/>
                </a:lnTo>
                <a:lnTo>
                  <a:pt x="2048446" y="1118285"/>
                </a:lnTo>
                <a:lnTo>
                  <a:pt x="2047450" y="1122495"/>
                </a:lnTo>
                <a:close/>
              </a:path>
              <a:path w="2896870" h="1381125">
                <a:moveTo>
                  <a:pt x="2468194" y="1180401"/>
                </a:moveTo>
                <a:lnTo>
                  <a:pt x="2047450" y="1122495"/>
                </a:lnTo>
                <a:lnTo>
                  <a:pt x="2048446" y="1118285"/>
                </a:lnTo>
                <a:lnTo>
                  <a:pt x="2086682" y="1118285"/>
                </a:lnTo>
                <a:lnTo>
                  <a:pt x="2449784" y="1168249"/>
                </a:lnTo>
                <a:lnTo>
                  <a:pt x="2454910" y="1176781"/>
                </a:lnTo>
                <a:lnTo>
                  <a:pt x="2466019" y="1176781"/>
                </a:lnTo>
                <a:lnTo>
                  <a:pt x="2468194" y="1180401"/>
                </a:lnTo>
                <a:close/>
              </a:path>
              <a:path w="2896870" h="1381125">
                <a:moveTo>
                  <a:pt x="441388" y="1176781"/>
                </a:moveTo>
                <a:lnTo>
                  <a:pt x="436651" y="1169606"/>
                </a:lnTo>
                <a:lnTo>
                  <a:pt x="446514" y="1168249"/>
                </a:lnTo>
                <a:lnTo>
                  <a:pt x="441388" y="1176781"/>
                </a:lnTo>
                <a:close/>
              </a:path>
              <a:path w="2896870" h="1381125">
                <a:moveTo>
                  <a:pt x="2454910" y="1176781"/>
                </a:moveTo>
                <a:lnTo>
                  <a:pt x="2449784" y="1168249"/>
                </a:lnTo>
                <a:lnTo>
                  <a:pt x="2459647" y="1169606"/>
                </a:lnTo>
                <a:lnTo>
                  <a:pt x="2454910" y="1176781"/>
                </a:lnTo>
                <a:close/>
              </a:path>
              <a:path w="2896870" h="1381125">
                <a:moveTo>
                  <a:pt x="917330" y="1321549"/>
                </a:moveTo>
                <a:lnTo>
                  <a:pt x="905725" y="1321549"/>
                </a:lnTo>
                <a:lnTo>
                  <a:pt x="904474" y="1316257"/>
                </a:lnTo>
                <a:lnTo>
                  <a:pt x="1239939" y="1188351"/>
                </a:lnTo>
                <a:lnTo>
                  <a:pt x="1250423" y="1197419"/>
                </a:lnTo>
                <a:lnTo>
                  <a:pt x="1235862" y="1197419"/>
                </a:lnTo>
                <a:lnTo>
                  <a:pt x="1238007" y="1199274"/>
                </a:lnTo>
                <a:lnTo>
                  <a:pt x="917330" y="1321549"/>
                </a:lnTo>
                <a:close/>
              </a:path>
              <a:path w="2896870" h="1381125">
                <a:moveTo>
                  <a:pt x="1459608" y="1371117"/>
                </a:moveTo>
                <a:lnTo>
                  <a:pt x="1451267" y="1371117"/>
                </a:lnTo>
                <a:lnTo>
                  <a:pt x="1448149" y="1368420"/>
                </a:lnTo>
                <a:lnTo>
                  <a:pt x="1656359" y="1188351"/>
                </a:lnTo>
                <a:lnTo>
                  <a:pt x="1680141" y="1197419"/>
                </a:lnTo>
                <a:lnTo>
                  <a:pt x="1660436" y="1197419"/>
                </a:lnTo>
                <a:lnTo>
                  <a:pt x="1655622" y="1198257"/>
                </a:lnTo>
                <a:lnTo>
                  <a:pt x="1658290" y="1199275"/>
                </a:lnTo>
                <a:lnTo>
                  <a:pt x="1459608" y="1371117"/>
                </a:lnTo>
                <a:close/>
              </a:path>
              <a:path w="2896870" h="1381125">
                <a:moveTo>
                  <a:pt x="1238007" y="1199274"/>
                </a:moveTo>
                <a:lnTo>
                  <a:pt x="1235862" y="1197419"/>
                </a:lnTo>
                <a:lnTo>
                  <a:pt x="1240675" y="1198257"/>
                </a:lnTo>
                <a:lnTo>
                  <a:pt x="1238007" y="1199274"/>
                </a:lnTo>
                <a:close/>
              </a:path>
              <a:path w="2896870" h="1381125">
                <a:moveTo>
                  <a:pt x="1448155" y="1381023"/>
                </a:moveTo>
                <a:lnTo>
                  <a:pt x="1238007" y="1199274"/>
                </a:lnTo>
                <a:lnTo>
                  <a:pt x="1240675" y="1198257"/>
                </a:lnTo>
                <a:lnTo>
                  <a:pt x="1235862" y="1197419"/>
                </a:lnTo>
                <a:lnTo>
                  <a:pt x="1250423" y="1197419"/>
                </a:lnTo>
                <a:lnTo>
                  <a:pt x="1448149" y="1368420"/>
                </a:lnTo>
                <a:lnTo>
                  <a:pt x="1445031" y="1371117"/>
                </a:lnTo>
                <a:lnTo>
                  <a:pt x="1459608" y="1371117"/>
                </a:lnTo>
                <a:lnTo>
                  <a:pt x="1448155" y="1381023"/>
                </a:lnTo>
                <a:close/>
              </a:path>
              <a:path w="2896870" h="1381125">
                <a:moveTo>
                  <a:pt x="1658290" y="1199275"/>
                </a:moveTo>
                <a:lnTo>
                  <a:pt x="1655622" y="1198257"/>
                </a:lnTo>
                <a:lnTo>
                  <a:pt x="1660436" y="1197419"/>
                </a:lnTo>
                <a:lnTo>
                  <a:pt x="1658290" y="1199275"/>
                </a:lnTo>
                <a:close/>
              </a:path>
              <a:path w="2896870" h="1381125">
                <a:moveTo>
                  <a:pt x="1998586" y="1329029"/>
                </a:moveTo>
                <a:lnTo>
                  <a:pt x="1658290" y="1199275"/>
                </a:lnTo>
                <a:lnTo>
                  <a:pt x="1660436" y="1197419"/>
                </a:lnTo>
                <a:lnTo>
                  <a:pt x="1680141" y="1197419"/>
                </a:lnTo>
                <a:lnTo>
                  <a:pt x="1991823" y="1316261"/>
                </a:lnTo>
                <a:lnTo>
                  <a:pt x="1990572" y="1321549"/>
                </a:lnTo>
                <a:lnTo>
                  <a:pt x="2000356" y="1321549"/>
                </a:lnTo>
                <a:lnTo>
                  <a:pt x="1998586" y="1329029"/>
                </a:lnTo>
                <a:close/>
              </a:path>
              <a:path w="2896870" h="1381125">
                <a:moveTo>
                  <a:pt x="905725" y="1321549"/>
                </a:moveTo>
                <a:lnTo>
                  <a:pt x="899388" y="1318196"/>
                </a:lnTo>
                <a:lnTo>
                  <a:pt x="904474" y="1316257"/>
                </a:lnTo>
                <a:lnTo>
                  <a:pt x="905725" y="1321549"/>
                </a:lnTo>
                <a:close/>
              </a:path>
              <a:path w="2896870" h="1381125">
                <a:moveTo>
                  <a:pt x="1990572" y="1321549"/>
                </a:moveTo>
                <a:lnTo>
                  <a:pt x="1991823" y="1316261"/>
                </a:lnTo>
                <a:lnTo>
                  <a:pt x="1996897" y="1318196"/>
                </a:lnTo>
                <a:lnTo>
                  <a:pt x="1990572" y="1321549"/>
                </a:lnTo>
                <a:close/>
              </a:path>
              <a:path w="2896870" h="1381125">
                <a:moveTo>
                  <a:pt x="1451267" y="1371117"/>
                </a:moveTo>
                <a:lnTo>
                  <a:pt x="1445031" y="1371117"/>
                </a:lnTo>
                <a:lnTo>
                  <a:pt x="1448149" y="1368420"/>
                </a:lnTo>
                <a:lnTo>
                  <a:pt x="1451267" y="13711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256428" y="3534130"/>
            <a:ext cx="169545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0" marR="5080" indent="-222250">
              <a:lnSpc>
                <a:spcPct val="150000"/>
              </a:lnSpc>
              <a:spcBef>
                <a:spcPts val="100"/>
              </a:spcBef>
            </a:pP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C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o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u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r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se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T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est.ja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v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a  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Course.java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995044" y="1192529"/>
            <a:ext cx="6292850" cy="161163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javac –d .</a:t>
            </a:r>
            <a:r>
              <a:rPr dirty="0" sz="3000" spc="143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Course.java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javac –d .</a:t>
            </a:r>
            <a:r>
              <a:rPr dirty="0" sz="3000" spc="140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CourseTest.java</a:t>
            </a:r>
            <a:endParaRPr sz="3000">
              <a:latin typeface="宋体"/>
              <a:cs typeface="宋体"/>
            </a:endParaRPr>
          </a:p>
          <a:p>
            <a:pPr marL="2272665">
              <a:lnSpc>
                <a:spcPct val="100000"/>
              </a:lnSpc>
              <a:spcBef>
                <a:spcPts val="2350"/>
              </a:spcBef>
            </a:pPr>
            <a:r>
              <a:rPr dirty="0" sz="1800">
                <a:solidFill>
                  <a:srgbClr val="967A2C"/>
                </a:solidFill>
                <a:latin typeface="微软雅黑"/>
                <a:cs typeface="微软雅黑"/>
              </a:rPr>
              <a:t>当前目录</a:t>
            </a:r>
            <a:r>
              <a:rPr dirty="0" sz="1800" spc="-90">
                <a:solidFill>
                  <a:srgbClr val="967A2C"/>
                </a:solidFill>
                <a:latin typeface="微软雅黑"/>
                <a:cs typeface="微软雅黑"/>
              </a:rPr>
              <a:t> </a:t>
            </a:r>
            <a:r>
              <a:rPr dirty="0" sz="1800" spc="-5">
                <a:solidFill>
                  <a:srgbClr val="967A2C"/>
                </a:solidFill>
                <a:latin typeface="Book Antiqua"/>
                <a:cs typeface="Book Antiqua"/>
              </a:rPr>
              <a:t>e:\java_source</a:t>
            </a:r>
            <a:endParaRPr sz="180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461835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命令行方式下的编译和执</a:t>
            </a:r>
            <a:r>
              <a:rPr dirty="0" sz="3000" spc="-15" b="1">
                <a:latin typeface="宋体"/>
                <a:cs typeface="宋体"/>
              </a:rPr>
              <a:t>行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33267" y="3067176"/>
            <a:ext cx="406400" cy="484505"/>
          </a:xfrm>
          <a:custGeom>
            <a:avLst/>
            <a:gdLst/>
            <a:ahLst/>
            <a:cxnLst/>
            <a:rect l="l" t="t" r="r" b="b"/>
            <a:pathLst>
              <a:path w="406400" h="484504">
                <a:moveTo>
                  <a:pt x="7315" y="483933"/>
                </a:moveTo>
                <a:lnTo>
                  <a:pt x="0" y="477837"/>
                </a:lnTo>
                <a:lnTo>
                  <a:pt x="398462" y="0"/>
                </a:lnTo>
                <a:lnTo>
                  <a:pt x="405777" y="6096"/>
                </a:lnTo>
                <a:lnTo>
                  <a:pt x="7315" y="4839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03575" y="4005262"/>
            <a:ext cx="0" cy="360680"/>
          </a:xfrm>
          <a:custGeom>
            <a:avLst/>
            <a:gdLst/>
            <a:ahLst/>
            <a:cxnLst/>
            <a:rect l="l" t="t" r="r" b="b"/>
            <a:pathLst>
              <a:path w="0"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90750" y="2687637"/>
            <a:ext cx="4257675" cy="377825"/>
          </a:xfrm>
          <a:custGeom>
            <a:avLst/>
            <a:gdLst/>
            <a:ahLst/>
            <a:cxnLst/>
            <a:rect l="l" t="t" r="r" b="b"/>
            <a:pathLst>
              <a:path w="4257675" h="377825">
                <a:moveTo>
                  <a:pt x="4257675" y="377825"/>
                </a:moveTo>
                <a:lnTo>
                  <a:pt x="0" y="377825"/>
                </a:lnTo>
                <a:lnTo>
                  <a:pt x="0" y="0"/>
                </a:lnTo>
                <a:lnTo>
                  <a:pt x="4257675" y="0"/>
                </a:lnTo>
                <a:lnTo>
                  <a:pt x="425767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68300"/>
                </a:lnTo>
                <a:lnTo>
                  <a:pt x="4762" y="368300"/>
                </a:lnTo>
                <a:lnTo>
                  <a:pt x="9525" y="373062"/>
                </a:lnTo>
                <a:lnTo>
                  <a:pt x="4257675" y="373062"/>
                </a:lnTo>
                <a:lnTo>
                  <a:pt x="4257675" y="377825"/>
                </a:lnTo>
                <a:close/>
              </a:path>
              <a:path w="4257675" h="3778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257675" h="377825">
                <a:moveTo>
                  <a:pt x="424815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248150" y="4762"/>
                </a:lnTo>
                <a:lnTo>
                  <a:pt x="4248150" y="9525"/>
                </a:lnTo>
                <a:close/>
              </a:path>
              <a:path w="4257675" h="377825">
                <a:moveTo>
                  <a:pt x="4248150" y="373062"/>
                </a:moveTo>
                <a:lnTo>
                  <a:pt x="4248150" y="4762"/>
                </a:lnTo>
                <a:lnTo>
                  <a:pt x="4252912" y="9525"/>
                </a:lnTo>
                <a:lnTo>
                  <a:pt x="4257675" y="9525"/>
                </a:lnTo>
                <a:lnTo>
                  <a:pt x="4257675" y="368300"/>
                </a:lnTo>
                <a:lnTo>
                  <a:pt x="4252912" y="368300"/>
                </a:lnTo>
                <a:lnTo>
                  <a:pt x="4248150" y="373062"/>
                </a:lnTo>
                <a:close/>
              </a:path>
              <a:path w="4257675" h="377825">
                <a:moveTo>
                  <a:pt x="4257675" y="9525"/>
                </a:moveTo>
                <a:lnTo>
                  <a:pt x="4252912" y="9525"/>
                </a:lnTo>
                <a:lnTo>
                  <a:pt x="4248150" y="4762"/>
                </a:lnTo>
                <a:lnTo>
                  <a:pt x="4257675" y="4762"/>
                </a:lnTo>
                <a:lnTo>
                  <a:pt x="4257675" y="9525"/>
                </a:lnTo>
                <a:close/>
              </a:path>
              <a:path w="4257675" h="377825">
                <a:moveTo>
                  <a:pt x="9525" y="373062"/>
                </a:moveTo>
                <a:lnTo>
                  <a:pt x="4762" y="368300"/>
                </a:lnTo>
                <a:lnTo>
                  <a:pt x="9525" y="368300"/>
                </a:lnTo>
                <a:lnTo>
                  <a:pt x="9525" y="373062"/>
                </a:lnTo>
                <a:close/>
              </a:path>
              <a:path w="4257675" h="377825">
                <a:moveTo>
                  <a:pt x="4248150" y="373062"/>
                </a:moveTo>
                <a:lnTo>
                  <a:pt x="9525" y="373062"/>
                </a:lnTo>
                <a:lnTo>
                  <a:pt x="9525" y="368300"/>
                </a:lnTo>
                <a:lnTo>
                  <a:pt x="4248150" y="368300"/>
                </a:lnTo>
                <a:lnTo>
                  <a:pt x="4248150" y="373062"/>
                </a:lnTo>
                <a:close/>
              </a:path>
              <a:path w="4257675" h="377825">
                <a:moveTo>
                  <a:pt x="4257675" y="373062"/>
                </a:moveTo>
                <a:lnTo>
                  <a:pt x="4248150" y="373062"/>
                </a:lnTo>
                <a:lnTo>
                  <a:pt x="4252912" y="368300"/>
                </a:lnTo>
                <a:lnTo>
                  <a:pt x="4257675" y="368300"/>
                </a:lnTo>
                <a:lnTo>
                  <a:pt x="4257675" y="373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8739" y="1170304"/>
            <a:ext cx="7207250" cy="184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带包定义的类的执行</a:t>
            </a:r>
            <a:endParaRPr sz="30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3000">
                <a:latin typeface="宋体"/>
                <a:cs typeface="宋体"/>
              </a:rPr>
              <a:t>需要在包的上级目录执行类的class文件</a:t>
            </a:r>
            <a:endParaRPr sz="30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3000">
                <a:latin typeface="宋体"/>
                <a:cs typeface="宋体"/>
              </a:rPr>
              <a:t>java</a:t>
            </a:r>
            <a:r>
              <a:rPr dirty="0" sz="3000" spc="147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chap4.lesson2.CourseTest</a:t>
            </a:r>
            <a:endParaRPr sz="3000">
              <a:latin typeface="宋体"/>
              <a:cs typeface="宋体"/>
            </a:endParaRPr>
          </a:p>
          <a:p>
            <a:pPr marL="3037840">
              <a:lnSpc>
                <a:spcPct val="100000"/>
              </a:lnSpc>
              <a:spcBef>
                <a:spcPts val="1375"/>
              </a:spcBef>
            </a:pPr>
            <a:r>
              <a:rPr dirty="0" sz="1800">
                <a:solidFill>
                  <a:srgbClr val="967A2C"/>
                </a:solidFill>
                <a:latin typeface="微软雅黑"/>
                <a:cs typeface="微软雅黑"/>
              </a:rPr>
              <a:t>当前目录</a:t>
            </a:r>
            <a:r>
              <a:rPr dirty="0" sz="1800" spc="-5">
                <a:solidFill>
                  <a:srgbClr val="967A2C"/>
                </a:solidFill>
                <a:latin typeface="Book Antiqua"/>
                <a:cs typeface="Book Antiqua"/>
              </a:rPr>
              <a:t>e:\java_source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95354" y="3067176"/>
            <a:ext cx="606425" cy="725805"/>
          </a:xfrm>
          <a:custGeom>
            <a:avLst/>
            <a:gdLst/>
            <a:ahLst/>
            <a:cxnLst/>
            <a:rect l="l" t="t" r="r" b="b"/>
            <a:pathLst>
              <a:path w="606425" h="725804">
                <a:moveTo>
                  <a:pt x="598487" y="725233"/>
                </a:moveTo>
                <a:lnTo>
                  <a:pt x="0" y="6096"/>
                </a:lnTo>
                <a:lnTo>
                  <a:pt x="7315" y="0"/>
                </a:lnTo>
                <a:lnTo>
                  <a:pt x="605802" y="719137"/>
                </a:lnTo>
                <a:lnTo>
                  <a:pt x="598487" y="7252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35237" y="3568700"/>
            <a:ext cx="1405255" cy="377825"/>
          </a:xfrm>
          <a:custGeom>
            <a:avLst/>
            <a:gdLst/>
            <a:ahLst/>
            <a:cxnLst/>
            <a:rect l="l" t="t" r="r" b="b"/>
            <a:pathLst>
              <a:path w="1405254" h="377825">
                <a:moveTo>
                  <a:pt x="1404937" y="377825"/>
                </a:moveTo>
                <a:lnTo>
                  <a:pt x="0" y="377825"/>
                </a:lnTo>
                <a:lnTo>
                  <a:pt x="0" y="0"/>
                </a:lnTo>
                <a:lnTo>
                  <a:pt x="1404937" y="0"/>
                </a:lnTo>
                <a:lnTo>
                  <a:pt x="14049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68300"/>
                </a:lnTo>
                <a:lnTo>
                  <a:pt x="4762" y="368300"/>
                </a:lnTo>
                <a:lnTo>
                  <a:pt x="9525" y="373062"/>
                </a:lnTo>
                <a:lnTo>
                  <a:pt x="1404937" y="373062"/>
                </a:lnTo>
                <a:lnTo>
                  <a:pt x="1404937" y="377825"/>
                </a:lnTo>
                <a:close/>
              </a:path>
              <a:path w="1405254" h="3778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405254" h="377825">
                <a:moveTo>
                  <a:pt x="13954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95412" y="4762"/>
                </a:lnTo>
                <a:lnTo>
                  <a:pt x="1395412" y="9525"/>
                </a:lnTo>
                <a:close/>
              </a:path>
              <a:path w="1405254" h="377825">
                <a:moveTo>
                  <a:pt x="1395412" y="373062"/>
                </a:moveTo>
                <a:lnTo>
                  <a:pt x="1395412" y="4762"/>
                </a:lnTo>
                <a:lnTo>
                  <a:pt x="1400175" y="9525"/>
                </a:lnTo>
                <a:lnTo>
                  <a:pt x="1404937" y="9525"/>
                </a:lnTo>
                <a:lnTo>
                  <a:pt x="1404937" y="368300"/>
                </a:lnTo>
                <a:lnTo>
                  <a:pt x="1400175" y="368300"/>
                </a:lnTo>
                <a:lnTo>
                  <a:pt x="1395412" y="373062"/>
                </a:lnTo>
                <a:close/>
              </a:path>
              <a:path w="1405254" h="377825">
                <a:moveTo>
                  <a:pt x="1404937" y="9525"/>
                </a:moveTo>
                <a:lnTo>
                  <a:pt x="1400175" y="9525"/>
                </a:lnTo>
                <a:lnTo>
                  <a:pt x="1395412" y="4762"/>
                </a:lnTo>
                <a:lnTo>
                  <a:pt x="1404937" y="4762"/>
                </a:lnTo>
                <a:lnTo>
                  <a:pt x="1404937" y="9525"/>
                </a:lnTo>
                <a:close/>
              </a:path>
              <a:path w="1405254" h="377825">
                <a:moveTo>
                  <a:pt x="9525" y="373062"/>
                </a:moveTo>
                <a:lnTo>
                  <a:pt x="4762" y="368300"/>
                </a:lnTo>
                <a:lnTo>
                  <a:pt x="9525" y="368300"/>
                </a:lnTo>
                <a:lnTo>
                  <a:pt x="9525" y="373062"/>
                </a:lnTo>
                <a:close/>
              </a:path>
              <a:path w="1405254" h="377825">
                <a:moveTo>
                  <a:pt x="1395412" y="373062"/>
                </a:moveTo>
                <a:lnTo>
                  <a:pt x="9525" y="373062"/>
                </a:lnTo>
                <a:lnTo>
                  <a:pt x="9525" y="368300"/>
                </a:lnTo>
                <a:lnTo>
                  <a:pt x="1395412" y="368300"/>
                </a:lnTo>
                <a:lnTo>
                  <a:pt x="1395412" y="373062"/>
                </a:lnTo>
                <a:close/>
              </a:path>
              <a:path w="1405254" h="377825">
                <a:moveTo>
                  <a:pt x="1404937" y="373062"/>
                </a:moveTo>
                <a:lnTo>
                  <a:pt x="1395412" y="373062"/>
                </a:lnTo>
                <a:lnTo>
                  <a:pt x="1400175" y="368300"/>
                </a:lnTo>
                <a:lnTo>
                  <a:pt x="1404937" y="368300"/>
                </a:lnTo>
                <a:lnTo>
                  <a:pt x="1404937" y="373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24175" y="3593147"/>
            <a:ext cx="6261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967A2C"/>
                </a:solidFill>
                <a:latin typeface="Book Antiqua"/>
                <a:cs typeface="Book Antiqua"/>
              </a:rPr>
              <a:t>cha</a:t>
            </a:r>
            <a:r>
              <a:rPr dirty="0" sz="1800" spc="-5">
                <a:solidFill>
                  <a:srgbClr val="967A2C"/>
                </a:solidFill>
                <a:latin typeface="Book Antiqua"/>
                <a:cs typeface="Book Antiqua"/>
              </a:rPr>
              <a:t>p</a:t>
            </a:r>
            <a:r>
              <a:rPr dirty="0" sz="1800">
                <a:solidFill>
                  <a:srgbClr val="967A2C"/>
                </a:solidFill>
                <a:latin typeface="Book Antiqua"/>
                <a:cs typeface="Book Antiqua"/>
              </a:rPr>
              <a:t>4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35237" y="4360862"/>
            <a:ext cx="1405255" cy="377825"/>
          </a:xfrm>
          <a:custGeom>
            <a:avLst/>
            <a:gdLst/>
            <a:ahLst/>
            <a:cxnLst/>
            <a:rect l="l" t="t" r="r" b="b"/>
            <a:pathLst>
              <a:path w="1405254" h="377825">
                <a:moveTo>
                  <a:pt x="1404937" y="377825"/>
                </a:moveTo>
                <a:lnTo>
                  <a:pt x="0" y="377825"/>
                </a:lnTo>
                <a:lnTo>
                  <a:pt x="0" y="0"/>
                </a:lnTo>
                <a:lnTo>
                  <a:pt x="1404937" y="0"/>
                </a:lnTo>
                <a:lnTo>
                  <a:pt x="14049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68300"/>
                </a:lnTo>
                <a:lnTo>
                  <a:pt x="4762" y="368300"/>
                </a:lnTo>
                <a:lnTo>
                  <a:pt x="9525" y="373062"/>
                </a:lnTo>
                <a:lnTo>
                  <a:pt x="1404937" y="373062"/>
                </a:lnTo>
                <a:lnTo>
                  <a:pt x="1404937" y="377825"/>
                </a:lnTo>
                <a:close/>
              </a:path>
              <a:path w="1405254" h="3778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405254" h="377825">
                <a:moveTo>
                  <a:pt x="13954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95412" y="4762"/>
                </a:lnTo>
                <a:lnTo>
                  <a:pt x="1395412" y="9525"/>
                </a:lnTo>
                <a:close/>
              </a:path>
              <a:path w="1405254" h="377825">
                <a:moveTo>
                  <a:pt x="1395412" y="373062"/>
                </a:moveTo>
                <a:lnTo>
                  <a:pt x="1395412" y="4762"/>
                </a:lnTo>
                <a:lnTo>
                  <a:pt x="1400175" y="9525"/>
                </a:lnTo>
                <a:lnTo>
                  <a:pt x="1404937" y="9525"/>
                </a:lnTo>
                <a:lnTo>
                  <a:pt x="1404937" y="368300"/>
                </a:lnTo>
                <a:lnTo>
                  <a:pt x="1400175" y="368300"/>
                </a:lnTo>
                <a:lnTo>
                  <a:pt x="1395412" y="373062"/>
                </a:lnTo>
                <a:close/>
              </a:path>
              <a:path w="1405254" h="377825">
                <a:moveTo>
                  <a:pt x="1404937" y="9525"/>
                </a:moveTo>
                <a:lnTo>
                  <a:pt x="1400175" y="9525"/>
                </a:lnTo>
                <a:lnTo>
                  <a:pt x="1395412" y="4762"/>
                </a:lnTo>
                <a:lnTo>
                  <a:pt x="1404937" y="4762"/>
                </a:lnTo>
                <a:lnTo>
                  <a:pt x="1404937" y="9525"/>
                </a:lnTo>
                <a:close/>
              </a:path>
              <a:path w="1405254" h="377825">
                <a:moveTo>
                  <a:pt x="9525" y="373062"/>
                </a:moveTo>
                <a:lnTo>
                  <a:pt x="4762" y="368300"/>
                </a:lnTo>
                <a:lnTo>
                  <a:pt x="9525" y="368300"/>
                </a:lnTo>
                <a:lnTo>
                  <a:pt x="9525" y="373062"/>
                </a:lnTo>
                <a:close/>
              </a:path>
              <a:path w="1405254" h="377825">
                <a:moveTo>
                  <a:pt x="1395412" y="373062"/>
                </a:moveTo>
                <a:lnTo>
                  <a:pt x="9525" y="373062"/>
                </a:lnTo>
                <a:lnTo>
                  <a:pt x="9525" y="368300"/>
                </a:lnTo>
                <a:lnTo>
                  <a:pt x="1395412" y="368300"/>
                </a:lnTo>
                <a:lnTo>
                  <a:pt x="1395412" y="373062"/>
                </a:lnTo>
                <a:close/>
              </a:path>
              <a:path w="1405254" h="377825">
                <a:moveTo>
                  <a:pt x="1404937" y="373062"/>
                </a:moveTo>
                <a:lnTo>
                  <a:pt x="1395412" y="373062"/>
                </a:lnTo>
                <a:lnTo>
                  <a:pt x="1400175" y="368300"/>
                </a:lnTo>
                <a:lnTo>
                  <a:pt x="1404937" y="368300"/>
                </a:lnTo>
                <a:lnTo>
                  <a:pt x="1404937" y="373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53054" y="4385309"/>
            <a:ext cx="768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967A2C"/>
                </a:solidFill>
                <a:latin typeface="Book Antiqua"/>
                <a:cs typeface="Book Antiqua"/>
              </a:rPr>
              <a:t>lesson2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03575" y="4799012"/>
            <a:ext cx="0" cy="503555"/>
          </a:xfrm>
          <a:custGeom>
            <a:avLst/>
            <a:gdLst/>
            <a:ahLst/>
            <a:cxnLst/>
            <a:rect l="l" t="t" r="r" b="b"/>
            <a:pathLst>
              <a:path w="0" h="503554">
                <a:moveTo>
                  <a:pt x="0" y="0"/>
                </a:moveTo>
                <a:lnTo>
                  <a:pt x="0" y="50323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58824" y="4942332"/>
            <a:ext cx="4070985" cy="1656714"/>
          </a:xfrm>
          <a:custGeom>
            <a:avLst/>
            <a:gdLst/>
            <a:ahLst/>
            <a:cxnLst/>
            <a:rect l="l" t="t" r="r" b="b"/>
            <a:pathLst>
              <a:path w="4070985" h="1656715">
                <a:moveTo>
                  <a:pt x="3314361" y="445007"/>
                </a:moveTo>
                <a:lnTo>
                  <a:pt x="2034539" y="445007"/>
                </a:lnTo>
                <a:lnTo>
                  <a:pt x="2737104" y="0"/>
                </a:lnTo>
                <a:lnTo>
                  <a:pt x="2667000" y="408431"/>
                </a:lnTo>
                <a:lnTo>
                  <a:pt x="3367193" y="408431"/>
                </a:lnTo>
                <a:lnTo>
                  <a:pt x="3314361" y="445007"/>
                </a:lnTo>
                <a:close/>
              </a:path>
              <a:path w="4070985" h="1656715">
                <a:moveTo>
                  <a:pt x="25907" y="1118615"/>
                </a:moveTo>
                <a:lnTo>
                  <a:pt x="701039" y="903731"/>
                </a:lnTo>
                <a:lnTo>
                  <a:pt x="0" y="659891"/>
                </a:lnTo>
                <a:lnTo>
                  <a:pt x="871727" y="583691"/>
                </a:lnTo>
                <a:lnTo>
                  <a:pt x="70103" y="175259"/>
                </a:lnTo>
                <a:lnTo>
                  <a:pt x="1377695" y="484631"/>
                </a:lnTo>
                <a:lnTo>
                  <a:pt x="3257126" y="484631"/>
                </a:lnTo>
                <a:lnTo>
                  <a:pt x="3147060" y="560831"/>
                </a:lnTo>
                <a:lnTo>
                  <a:pt x="3976116" y="623315"/>
                </a:lnTo>
                <a:lnTo>
                  <a:pt x="3317748" y="803147"/>
                </a:lnTo>
                <a:lnTo>
                  <a:pt x="3975171" y="992123"/>
                </a:lnTo>
                <a:lnTo>
                  <a:pt x="3172967" y="992123"/>
                </a:lnTo>
                <a:lnTo>
                  <a:pt x="3220446" y="1068323"/>
                </a:lnTo>
                <a:lnTo>
                  <a:pt x="1068324" y="1068323"/>
                </a:lnTo>
                <a:lnTo>
                  <a:pt x="25907" y="1118615"/>
                </a:lnTo>
                <a:close/>
              </a:path>
              <a:path w="4070985" h="1656715">
                <a:moveTo>
                  <a:pt x="3257126" y="484631"/>
                </a:moveTo>
                <a:lnTo>
                  <a:pt x="1377695" y="484631"/>
                </a:lnTo>
                <a:lnTo>
                  <a:pt x="1574292" y="175259"/>
                </a:lnTo>
                <a:lnTo>
                  <a:pt x="2034539" y="445007"/>
                </a:lnTo>
                <a:lnTo>
                  <a:pt x="3314361" y="445007"/>
                </a:lnTo>
                <a:lnTo>
                  <a:pt x="3257126" y="484631"/>
                </a:lnTo>
                <a:close/>
              </a:path>
              <a:path w="4070985" h="1656715">
                <a:moveTo>
                  <a:pt x="3367193" y="408431"/>
                </a:moveTo>
                <a:lnTo>
                  <a:pt x="2667000" y="408431"/>
                </a:lnTo>
                <a:lnTo>
                  <a:pt x="3464052" y="341375"/>
                </a:lnTo>
                <a:lnTo>
                  <a:pt x="3367193" y="408431"/>
                </a:lnTo>
                <a:close/>
              </a:path>
              <a:path w="4070985" h="1656715">
                <a:moveTo>
                  <a:pt x="4070604" y="1019555"/>
                </a:moveTo>
                <a:lnTo>
                  <a:pt x="3172967" y="992123"/>
                </a:lnTo>
                <a:lnTo>
                  <a:pt x="3975171" y="992123"/>
                </a:lnTo>
                <a:lnTo>
                  <a:pt x="4070604" y="1019555"/>
                </a:lnTo>
                <a:close/>
              </a:path>
              <a:path w="4070985" h="1656715">
                <a:moveTo>
                  <a:pt x="897636" y="1351788"/>
                </a:moveTo>
                <a:lnTo>
                  <a:pt x="1068324" y="1068323"/>
                </a:lnTo>
                <a:lnTo>
                  <a:pt x="3220446" y="1068323"/>
                </a:lnTo>
                <a:lnTo>
                  <a:pt x="3246084" y="1109471"/>
                </a:lnTo>
                <a:lnTo>
                  <a:pt x="2642616" y="1109471"/>
                </a:lnTo>
                <a:lnTo>
                  <a:pt x="2629365" y="1146047"/>
                </a:lnTo>
                <a:lnTo>
                  <a:pt x="1984248" y="1146047"/>
                </a:lnTo>
                <a:lnTo>
                  <a:pt x="1945115" y="1197864"/>
                </a:lnTo>
                <a:lnTo>
                  <a:pt x="1453895" y="1197864"/>
                </a:lnTo>
                <a:lnTo>
                  <a:pt x="897636" y="1351788"/>
                </a:lnTo>
                <a:close/>
              </a:path>
              <a:path w="4070985" h="1656715">
                <a:moveTo>
                  <a:pt x="3419855" y="1388364"/>
                </a:moveTo>
                <a:lnTo>
                  <a:pt x="2642616" y="1109471"/>
                </a:lnTo>
                <a:lnTo>
                  <a:pt x="3246084" y="1109471"/>
                </a:lnTo>
                <a:lnTo>
                  <a:pt x="3419855" y="1388364"/>
                </a:lnTo>
                <a:close/>
              </a:path>
              <a:path w="4070985" h="1656715">
                <a:moveTo>
                  <a:pt x="2496312" y="1513331"/>
                </a:moveTo>
                <a:lnTo>
                  <a:pt x="1984248" y="1146047"/>
                </a:lnTo>
                <a:lnTo>
                  <a:pt x="2629365" y="1146047"/>
                </a:lnTo>
                <a:lnTo>
                  <a:pt x="2496312" y="1513331"/>
                </a:lnTo>
                <a:close/>
              </a:path>
              <a:path w="4070985" h="1656715">
                <a:moveTo>
                  <a:pt x="1598676" y="1656588"/>
                </a:moveTo>
                <a:lnTo>
                  <a:pt x="1453895" y="1197864"/>
                </a:lnTo>
                <a:lnTo>
                  <a:pt x="1945115" y="1197864"/>
                </a:lnTo>
                <a:lnTo>
                  <a:pt x="1598676" y="1656588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36230" y="4932133"/>
            <a:ext cx="4130675" cy="1677670"/>
          </a:xfrm>
          <a:custGeom>
            <a:avLst/>
            <a:gdLst/>
            <a:ahLst/>
            <a:cxnLst/>
            <a:rect l="l" t="t" r="r" b="b"/>
            <a:pathLst>
              <a:path w="4130675" h="1677670">
                <a:moveTo>
                  <a:pt x="2073065" y="450761"/>
                </a:moveTo>
                <a:lnTo>
                  <a:pt x="2055279" y="450761"/>
                </a:lnTo>
                <a:lnTo>
                  <a:pt x="2060232" y="450672"/>
                </a:lnTo>
                <a:lnTo>
                  <a:pt x="2057723" y="449209"/>
                </a:lnTo>
                <a:lnTo>
                  <a:pt x="2765691" y="0"/>
                </a:lnTo>
                <a:lnTo>
                  <a:pt x="2764176" y="8953"/>
                </a:lnTo>
                <a:lnTo>
                  <a:pt x="2754515" y="8953"/>
                </a:lnTo>
                <a:lnTo>
                  <a:pt x="2752728" y="19514"/>
                </a:lnTo>
                <a:lnTo>
                  <a:pt x="2073065" y="450761"/>
                </a:lnTo>
                <a:close/>
              </a:path>
              <a:path w="4130675" h="1677670">
                <a:moveTo>
                  <a:pt x="2752728" y="19514"/>
                </a:moveTo>
                <a:lnTo>
                  <a:pt x="2754515" y="8953"/>
                </a:lnTo>
                <a:lnTo>
                  <a:pt x="2761767" y="13779"/>
                </a:lnTo>
                <a:lnTo>
                  <a:pt x="2752728" y="19514"/>
                </a:lnTo>
                <a:close/>
              </a:path>
              <a:path w="4130675" h="1677670">
                <a:moveTo>
                  <a:pt x="2684335" y="423595"/>
                </a:moveTo>
                <a:lnTo>
                  <a:pt x="2752728" y="19514"/>
                </a:lnTo>
                <a:lnTo>
                  <a:pt x="2761767" y="13779"/>
                </a:lnTo>
                <a:lnTo>
                  <a:pt x="2754515" y="8953"/>
                </a:lnTo>
                <a:lnTo>
                  <a:pt x="2764176" y="8953"/>
                </a:lnTo>
                <a:lnTo>
                  <a:pt x="2695773" y="413076"/>
                </a:lnTo>
                <a:lnTo>
                  <a:pt x="2689656" y="413588"/>
                </a:lnTo>
                <a:lnTo>
                  <a:pt x="2694749" y="419125"/>
                </a:lnTo>
                <a:lnTo>
                  <a:pt x="2737770" y="419125"/>
                </a:lnTo>
                <a:lnTo>
                  <a:pt x="2684335" y="423595"/>
                </a:lnTo>
                <a:close/>
              </a:path>
              <a:path w="4130675" h="1677670">
                <a:moveTo>
                  <a:pt x="877607" y="590911"/>
                </a:moveTo>
                <a:lnTo>
                  <a:pt x="56527" y="172948"/>
                </a:lnTo>
                <a:lnTo>
                  <a:pt x="56680" y="172529"/>
                </a:lnTo>
                <a:lnTo>
                  <a:pt x="95090" y="181597"/>
                </a:lnTo>
                <a:lnTo>
                  <a:pt x="94538" y="181597"/>
                </a:lnTo>
                <a:lnTo>
                  <a:pt x="91287" y="190487"/>
                </a:lnTo>
                <a:lnTo>
                  <a:pt x="129917" y="199607"/>
                </a:lnTo>
                <a:lnTo>
                  <a:pt x="895750" y="589457"/>
                </a:lnTo>
                <a:lnTo>
                  <a:pt x="894156" y="589457"/>
                </a:lnTo>
                <a:lnTo>
                  <a:pt x="877607" y="590911"/>
                </a:lnTo>
                <a:close/>
              </a:path>
              <a:path w="4130675" h="1677670">
                <a:moveTo>
                  <a:pt x="1407814" y="492125"/>
                </a:moveTo>
                <a:lnTo>
                  <a:pt x="1396530" y="492125"/>
                </a:lnTo>
                <a:lnTo>
                  <a:pt x="1401635" y="490042"/>
                </a:lnTo>
                <a:lnTo>
                  <a:pt x="1398344" y="489265"/>
                </a:lnTo>
                <a:lnTo>
                  <a:pt x="1594967" y="179425"/>
                </a:lnTo>
                <a:lnTo>
                  <a:pt x="1610368" y="188404"/>
                </a:lnTo>
                <a:lnTo>
                  <a:pt x="1600542" y="188404"/>
                </a:lnTo>
                <a:lnTo>
                  <a:pt x="1594129" y="189966"/>
                </a:lnTo>
                <a:lnTo>
                  <a:pt x="1598087" y="192274"/>
                </a:lnTo>
                <a:lnTo>
                  <a:pt x="1407814" y="492125"/>
                </a:lnTo>
                <a:close/>
              </a:path>
              <a:path w="4130675" h="1677670">
                <a:moveTo>
                  <a:pt x="129917" y="199607"/>
                </a:moveTo>
                <a:lnTo>
                  <a:pt x="91287" y="190487"/>
                </a:lnTo>
                <a:lnTo>
                  <a:pt x="94538" y="181597"/>
                </a:lnTo>
                <a:lnTo>
                  <a:pt x="129917" y="199607"/>
                </a:lnTo>
                <a:close/>
              </a:path>
              <a:path w="4130675" h="1677670">
                <a:moveTo>
                  <a:pt x="1402753" y="500100"/>
                </a:moveTo>
                <a:lnTo>
                  <a:pt x="129917" y="199607"/>
                </a:lnTo>
                <a:lnTo>
                  <a:pt x="94538" y="181597"/>
                </a:lnTo>
                <a:lnTo>
                  <a:pt x="95090" y="181597"/>
                </a:lnTo>
                <a:lnTo>
                  <a:pt x="1398344" y="489265"/>
                </a:lnTo>
                <a:lnTo>
                  <a:pt x="1396530" y="492125"/>
                </a:lnTo>
                <a:lnTo>
                  <a:pt x="1407814" y="492125"/>
                </a:lnTo>
                <a:lnTo>
                  <a:pt x="1402753" y="500100"/>
                </a:lnTo>
                <a:close/>
              </a:path>
              <a:path w="4130675" h="1677670">
                <a:moveTo>
                  <a:pt x="1598087" y="192274"/>
                </a:moveTo>
                <a:lnTo>
                  <a:pt x="1594129" y="189966"/>
                </a:lnTo>
                <a:lnTo>
                  <a:pt x="1600542" y="188404"/>
                </a:lnTo>
                <a:lnTo>
                  <a:pt x="1598087" y="192274"/>
                </a:lnTo>
                <a:close/>
              </a:path>
              <a:path w="4130675" h="1677670">
                <a:moveTo>
                  <a:pt x="2057933" y="460362"/>
                </a:moveTo>
                <a:lnTo>
                  <a:pt x="1598087" y="192274"/>
                </a:lnTo>
                <a:lnTo>
                  <a:pt x="1600542" y="188404"/>
                </a:lnTo>
                <a:lnTo>
                  <a:pt x="1610368" y="188404"/>
                </a:lnTo>
                <a:lnTo>
                  <a:pt x="2057723" y="449209"/>
                </a:lnTo>
                <a:lnTo>
                  <a:pt x="2055279" y="450761"/>
                </a:lnTo>
                <a:lnTo>
                  <a:pt x="2073065" y="450761"/>
                </a:lnTo>
                <a:lnTo>
                  <a:pt x="2057933" y="460362"/>
                </a:lnTo>
                <a:close/>
              </a:path>
              <a:path w="4130675" h="1677670">
                <a:moveTo>
                  <a:pt x="2737770" y="419125"/>
                </a:moveTo>
                <a:lnTo>
                  <a:pt x="2694749" y="419125"/>
                </a:lnTo>
                <a:lnTo>
                  <a:pt x="2695773" y="413076"/>
                </a:lnTo>
                <a:lnTo>
                  <a:pt x="3503561" y="345503"/>
                </a:lnTo>
                <a:lnTo>
                  <a:pt x="3500210" y="347827"/>
                </a:lnTo>
                <a:lnTo>
                  <a:pt x="3483508" y="347827"/>
                </a:lnTo>
                <a:lnTo>
                  <a:pt x="3468899" y="357958"/>
                </a:lnTo>
                <a:lnTo>
                  <a:pt x="2737770" y="419125"/>
                </a:lnTo>
                <a:close/>
              </a:path>
              <a:path w="4130675" h="1677670">
                <a:moveTo>
                  <a:pt x="3468899" y="357958"/>
                </a:moveTo>
                <a:lnTo>
                  <a:pt x="3483508" y="347827"/>
                </a:lnTo>
                <a:lnTo>
                  <a:pt x="3486619" y="356476"/>
                </a:lnTo>
                <a:lnTo>
                  <a:pt x="3468899" y="357958"/>
                </a:lnTo>
                <a:close/>
              </a:path>
              <a:path w="4130675" h="1677670">
                <a:moveTo>
                  <a:pt x="3970374" y="636755"/>
                </a:moveTo>
                <a:lnTo>
                  <a:pt x="3156280" y="574763"/>
                </a:lnTo>
                <a:lnTo>
                  <a:pt x="3468899" y="357958"/>
                </a:lnTo>
                <a:lnTo>
                  <a:pt x="3486619" y="356476"/>
                </a:lnTo>
                <a:lnTo>
                  <a:pt x="3483508" y="347827"/>
                </a:lnTo>
                <a:lnTo>
                  <a:pt x="3500210" y="347827"/>
                </a:lnTo>
                <a:lnTo>
                  <a:pt x="3185215" y="566280"/>
                </a:lnTo>
                <a:lnTo>
                  <a:pt x="3170377" y="566280"/>
                </a:lnTo>
                <a:lnTo>
                  <a:pt x="3172726" y="574941"/>
                </a:lnTo>
                <a:lnTo>
                  <a:pt x="3284111" y="574941"/>
                </a:lnTo>
                <a:lnTo>
                  <a:pt x="4000537" y="629500"/>
                </a:lnTo>
                <a:lnTo>
                  <a:pt x="3996969" y="629500"/>
                </a:lnTo>
                <a:lnTo>
                  <a:pt x="3970374" y="636755"/>
                </a:lnTo>
                <a:close/>
              </a:path>
              <a:path w="4130675" h="1677670">
                <a:moveTo>
                  <a:pt x="2694749" y="419125"/>
                </a:moveTo>
                <a:lnTo>
                  <a:pt x="2689656" y="413588"/>
                </a:lnTo>
                <a:lnTo>
                  <a:pt x="2695773" y="413076"/>
                </a:lnTo>
                <a:lnTo>
                  <a:pt x="2694749" y="419125"/>
                </a:lnTo>
                <a:close/>
              </a:path>
              <a:path w="4130675" h="1677670">
                <a:moveTo>
                  <a:pt x="2055279" y="450761"/>
                </a:moveTo>
                <a:lnTo>
                  <a:pt x="2057723" y="449209"/>
                </a:lnTo>
                <a:lnTo>
                  <a:pt x="2060232" y="450672"/>
                </a:lnTo>
                <a:lnTo>
                  <a:pt x="2055279" y="450761"/>
                </a:lnTo>
                <a:close/>
              </a:path>
              <a:path w="4130675" h="1677670">
                <a:moveTo>
                  <a:pt x="1396530" y="492125"/>
                </a:moveTo>
                <a:lnTo>
                  <a:pt x="1398344" y="489265"/>
                </a:lnTo>
                <a:lnTo>
                  <a:pt x="1401635" y="490042"/>
                </a:lnTo>
                <a:lnTo>
                  <a:pt x="1396530" y="492125"/>
                </a:lnTo>
                <a:close/>
              </a:path>
              <a:path w="4130675" h="1677670">
                <a:moveTo>
                  <a:pt x="3172726" y="574941"/>
                </a:moveTo>
                <a:lnTo>
                  <a:pt x="3170377" y="566280"/>
                </a:lnTo>
                <a:lnTo>
                  <a:pt x="3183747" y="567298"/>
                </a:lnTo>
                <a:lnTo>
                  <a:pt x="3172726" y="574941"/>
                </a:lnTo>
                <a:close/>
              </a:path>
              <a:path w="4130675" h="1677670">
                <a:moveTo>
                  <a:pt x="3183747" y="567298"/>
                </a:moveTo>
                <a:lnTo>
                  <a:pt x="3170377" y="566280"/>
                </a:lnTo>
                <a:lnTo>
                  <a:pt x="3185215" y="566280"/>
                </a:lnTo>
                <a:lnTo>
                  <a:pt x="3183747" y="567298"/>
                </a:lnTo>
                <a:close/>
              </a:path>
              <a:path w="4130675" h="1677670">
                <a:moveTo>
                  <a:pt x="3284111" y="574941"/>
                </a:moveTo>
                <a:lnTo>
                  <a:pt x="3172726" y="574941"/>
                </a:lnTo>
                <a:lnTo>
                  <a:pt x="3183747" y="567298"/>
                </a:lnTo>
                <a:lnTo>
                  <a:pt x="3284111" y="574941"/>
                </a:lnTo>
                <a:close/>
              </a:path>
              <a:path w="4130675" h="1677670">
                <a:moveTo>
                  <a:pt x="892416" y="598449"/>
                </a:moveTo>
                <a:lnTo>
                  <a:pt x="877607" y="590911"/>
                </a:lnTo>
                <a:lnTo>
                  <a:pt x="894156" y="589457"/>
                </a:lnTo>
                <a:lnTo>
                  <a:pt x="892416" y="598449"/>
                </a:lnTo>
                <a:close/>
              </a:path>
              <a:path w="4130675" h="1677670">
                <a:moveTo>
                  <a:pt x="900696" y="598449"/>
                </a:moveTo>
                <a:lnTo>
                  <a:pt x="892416" y="598449"/>
                </a:lnTo>
                <a:lnTo>
                  <a:pt x="894156" y="589457"/>
                </a:lnTo>
                <a:lnTo>
                  <a:pt x="895750" y="589457"/>
                </a:lnTo>
                <a:lnTo>
                  <a:pt x="911542" y="597496"/>
                </a:lnTo>
                <a:lnTo>
                  <a:pt x="900696" y="598449"/>
                </a:lnTo>
                <a:close/>
              </a:path>
              <a:path w="4130675" h="1677670">
                <a:moveTo>
                  <a:pt x="708933" y="913057"/>
                </a:moveTo>
                <a:lnTo>
                  <a:pt x="0" y="667981"/>
                </a:lnTo>
                <a:lnTo>
                  <a:pt x="877607" y="590911"/>
                </a:lnTo>
                <a:lnTo>
                  <a:pt x="892416" y="598449"/>
                </a:lnTo>
                <a:lnTo>
                  <a:pt x="900696" y="598449"/>
                </a:lnTo>
                <a:lnTo>
                  <a:pt x="128349" y="666280"/>
                </a:lnTo>
                <a:lnTo>
                  <a:pt x="24218" y="666280"/>
                </a:lnTo>
                <a:lnTo>
                  <a:pt x="23075" y="675525"/>
                </a:lnTo>
                <a:lnTo>
                  <a:pt x="50964" y="675525"/>
                </a:lnTo>
                <a:lnTo>
                  <a:pt x="725473" y="908697"/>
                </a:lnTo>
                <a:lnTo>
                  <a:pt x="722591" y="908697"/>
                </a:lnTo>
                <a:lnTo>
                  <a:pt x="708933" y="913057"/>
                </a:lnTo>
                <a:close/>
              </a:path>
              <a:path w="4130675" h="1677670">
                <a:moveTo>
                  <a:pt x="3997858" y="638848"/>
                </a:moveTo>
                <a:lnTo>
                  <a:pt x="3970374" y="636755"/>
                </a:lnTo>
                <a:lnTo>
                  <a:pt x="3996969" y="629500"/>
                </a:lnTo>
                <a:lnTo>
                  <a:pt x="3997858" y="638848"/>
                </a:lnTo>
                <a:close/>
              </a:path>
              <a:path w="4130675" h="1677670">
                <a:moveTo>
                  <a:pt x="3998908" y="638848"/>
                </a:moveTo>
                <a:lnTo>
                  <a:pt x="3997858" y="638848"/>
                </a:lnTo>
                <a:lnTo>
                  <a:pt x="3996969" y="629500"/>
                </a:lnTo>
                <a:lnTo>
                  <a:pt x="4000537" y="629500"/>
                </a:lnTo>
                <a:lnTo>
                  <a:pt x="4026052" y="631443"/>
                </a:lnTo>
                <a:lnTo>
                  <a:pt x="3998908" y="638848"/>
                </a:lnTo>
                <a:close/>
              </a:path>
              <a:path w="4130675" h="1677670">
                <a:moveTo>
                  <a:pt x="4126181" y="1034059"/>
                </a:moveTo>
                <a:lnTo>
                  <a:pt x="4091698" y="1034059"/>
                </a:lnTo>
                <a:lnTo>
                  <a:pt x="4093146" y="1024724"/>
                </a:lnTo>
                <a:lnTo>
                  <a:pt x="4055253" y="1023597"/>
                </a:lnTo>
                <a:lnTo>
                  <a:pt x="3322891" y="813371"/>
                </a:lnTo>
                <a:lnTo>
                  <a:pt x="3970374" y="636755"/>
                </a:lnTo>
                <a:lnTo>
                  <a:pt x="3997858" y="638848"/>
                </a:lnTo>
                <a:lnTo>
                  <a:pt x="3998908" y="638848"/>
                </a:lnTo>
                <a:lnTo>
                  <a:pt x="3375430" y="808913"/>
                </a:lnTo>
                <a:lnTo>
                  <a:pt x="3341865" y="808913"/>
                </a:lnTo>
                <a:lnTo>
                  <a:pt x="3341814" y="818083"/>
                </a:lnTo>
                <a:lnTo>
                  <a:pt x="3373807" y="818083"/>
                </a:lnTo>
                <a:lnTo>
                  <a:pt x="4126181" y="1034059"/>
                </a:lnTo>
                <a:close/>
              </a:path>
              <a:path w="4130675" h="1677670">
                <a:moveTo>
                  <a:pt x="23075" y="675525"/>
                </a:moveTo>
                <a:lnTo>
                  <a:pt x="24218" y="666280"/>
                </a:lnTo>
                <a:lnTo>
                  <a:pt x="45314" y="673572"/>
                </a:lnTo>
                <a:lnTo>
                  <a:pt x="23075" y="675525"/>
                </a:lnTo>
                <a:close/>
              </a:path>
              <a:path w="4130675" h="1677670">
                <a:moveTo>
                  <a:pt x="45314" y="673572"/>
                </a:moveTo>
                <a:lnTo>
                  <a:pt x="24218" y="666280"/>
                </a:lnTo>
                <a:lnTo>
                  <a:pt x="128349" y="666280"/>
                </a:lnTo>
                <a:lnTo>
                  <a:pt x="45314" y="673572"/>
                </a:lnTo>
                <a:close/>
              </a:path>
              <a:path w="4130675" h="1677670">
                <a:moveTo>
                  <a:pt x="50964" y="675525"/>
                </a:moveTo>
                <a:lnTo>
                  <a:pt x="23075" y="675525"/>
                </a:lnTo>
                <a:lnTo>
                  <a:pt x="45314" y="673572"/>
                </a:lnTo>
                <a:lnTo>
                  <a:pt x="50964" y="675525"/>
                </a:lnTo>
                <a:close/>
              </a:path>
              <a:path w="4130675" h="1677670">
                <a:moveTo>
                  <a:pt x="3341814" y="818083"/>
                </a:moveTo>
                <a:lnTo>
                  <a:pt x="3341865" y="808913"/>
                </a:lnTo>
                <a:lnTo>
                  <a:pt x="3358219" y="813608"/>
                </a:lnTo>
                <a:lnTo>
                  <a:pt x="3341814" y="818083"/>
                </a:lnTo>
                <a:close/>
              </a:path>
              <a:path w="4130675" h="1677670">
                <a:moveTo>
                  <a:pt x="3358219" y="813608"/>
                </a:moveTo>
                <a:lnTo>
                  <a:pt x="3341865" y="808913"/>
                </a:lnTo>
                <a:lnTo>
                  <a:pt x="3375430" y="808913"/>
                </a:lnTo>
                <a:lnTo>
                  <a:pt x="3358219" y="813608"/>
                </a:lnTo>
                <a:close/>
              </a:path>
              <a:path w="4130675" h="1677670">
                <a:moveTo>
                  <a:pt x="3373807" y="818083"/>
                </a:moveTo>
                <a:lnTo>
                  <a:pt x="3341814" y="818083"/>
                </a:lnTo>
                <a:lnTo>
                  <a:pt x="3358219" y="813608"/>
                </a:lnTo>
                <a:lnTo>
                  <a:pt x="3373807" y="818083"/>
                </a:lnTo>
                <a:close/>
              </a:path>
              <a:path w="4130675" h="1677670">
                <a:moveTo>
                  <a:pt x="722477" y="917740"/>
                </a:moveTo>
                <a:lnTo>
                  <a:pt x="708933" y="913057"/>
                </a:lnTo>
                <a:lnTo>
                  <a:pt x="722591" y="908697"/>
                </a:lnTo>
                <a:lnTo>
                  <a:pt x="722477" y="917740"/>
                </a:lnTo>
                <a:close/>
              </a:path>
              <a:path w="4130675" h="1677670">
                <a:moveTo>
                  <a:pt x="725612" y="917740"/>
                </a:moveTo>
                <a:lnTo>
                  <a:pt x="722477" y="917740"/>
                </a:lnTo>
                <a:lnTo>
                  <a:pt x="722591" y="908697"/>
                </a:lnTo>
                <a:lnTo>
                  <a:pt x="725473" y="908697"/>
                </a:lnTo>
                <a:lnTo>
                  <a:pt x="739140" y="913422"/>
                </a:lnTo>
                <a:lnTo>
                  <a:pt x="725612" y="917740"/>
                </a:lnTo>
                <a:close/>
              </a:path>
              <a:path w="4130675" h="1677670">
                <a:moveTo>
                  <a:pt x="12103" y="1135494"/>
                </a:moveTo>
                <a:lnTo>
                  <a:pt x="708933" y="913057"/>
                </a:lnTo>
                <a:lnTo>
                  <a:pt x="722477" y="917740"/>
                </a:lnTo>
                <a:lnTo>
                  <a:pt x="725612" y="917740"/>
                </a:lnTo>
                <a:lnTo>
                  <a:pt x="84096" y="1122509"/>
                </a:lnTo>
                <a:lnTo>
                  <a:pt x="47866" y="1124242"/>
                </a:lnTo>
                <a:lnTo>
                  <a:pt x="49542" y="1133538"/>
                </a:lnTo>
                <a:lnTo>
                  <a:pt x="52978" y="1133538"/>
                </a:lnTo>
                <a:lnTo>
                  <a:pt x="12103" y="1135494"/>
                </a:lnTo>
                <a:close/>
              </a:path>
              <a:path w="4130675" h="1677670">
                <a:moveTo>
                  <a:pt x="3449114" y="1400682"/>
                </a:moveTo>
                <a:lnTo>
                  <a:pt x="3437902" y="1400682"/>
                </a:lnTo>
                <a:lnTo>
                  <a:pt x="3443554" y="1393685"/>
                </a:lnTo>
                <a:lnTo>
                  <a:pt x="3430651" y="1389052"/>
                </a:lnTo>
                <a:lnTo>
                  <a:pt x="3186709" y="997762"/>
                </a:lnTo>
                <a:lnTo>
                  <a:pt x="3270820" y="1000264"/>
                </a:lnTo>
                <a:lnTo>
                  <a:pt x="3199498" y="1000264"/>
                </a:lnTo>
                <a:lnTo>
                  <a:pt x="3195319" y="1007541"/>
                </a:lnTo>
                <a:lnTo>
                  <a:pt x="3204199" y="1007805"/>
                </a:lnTo>
                <a:lnTo>
                  <a:pt x="3449114" y="1400682"/>
                </a:lnTo>
                <a:close/>
              </a:path>
              <a:path w="4130675" h="1677670">
                <a:moveTo>
                  <a:pt x="3204199" y="1007805"/>
                </a:moveTo>
                <a:lnTo>
                  <a:pt x="3195319" y="1007541"/>
                </a:lnTo>
                <a:lnTo>
                  <a:pt x="3199498" y="1000264"/>
                </a:lnTo>
                <a:lnTo>
                  <a:pt x="3204199" y="1007805"/>
                </a:lnTo>
                <a:close/>
              </a:path>
              <a:path w="4130675" h="1677670">
                <a:moveTo>
                  <a:pt x="4130649" y="1035367"/>
                </a:moveTo>
                <a:lnTo>
                  <a:pt x="3204199" y="1007805"/>
                </a:lnTo>
                <a:lnTo>
                  <a:pt x="3199498" y="1000264"/>
                </a:lnTo>
                <a:lnTo>
                  <a:pt x="3270820" y="1000264"/>
                </a:lnTo>
                <a:lnTo>
                  <a:pt x="4055253" y="1023597"/>
                </a:lnTo>
                <a:lnTo>
                  <a:pt x="4091698" y="1034059"/>
                </a:lnTo>
                <a:lnTo>
                  <a:pt x="4126181" y="1034059"/>
                </a:lnTo>
                <a:lnTo>
                  <a:pt x="4130649" y="1035342"/>
                </a:lnTo>
                <a:close/>
              </a:path>
              <a:path w="4130675" h="1677670">
                <a:moveTo>
                  <a:pt x="4091698" y="1034059"/>
                </a:moveTo>
                <a:lnTo>
                  <a:pt x="4055253" y="1023597"/>
                </a:lnTo>
                <a:lnTo>
                  <a:pt x="4093146" y="1024724"/>
                </a:lnTo>
                <a:lnTo>
                  <a:pt x="4091698" y="1034059"/>
                </a:lnTo>
                <a:close/>
              </a:path>
              <a:path w="4130675" h="1677670">
                <a:moveTo>
                  <a:pt x="52978" y="1133538"/>
                </a:moveTo>
                <a:lnTo>
                  <a:pt x="49542" y="1133538"/>
                </a:lnTo>
                <a:lnTo>
                  <a:pt x="84096" y="1122509"/>
                </a:lnTo>
                <a:lnTo>
                  <a:pt x="1099248" y="1073950"/>
                </a:lnTo>
                <a:lnTo>
                  <a:pt x="1097606" y="1076667"/>
                </a:lnTo>
                <a:lnTo>
                  <a:pt x="1086485" y="1076667"/>
                </a:lnTo>
                <a:lnTo>
                  <a:pt x="1081870" y="1084308"/>
                </a:lnTo>
                <a:lnTo>
                  <a:pt x="52978" y="1133538"/>
                </a:lnTo>
                <a:close/>
              </a:path>
              <a:path w="4130675" h="1677670">
                <a:moveTo>
                  <a:pt x="1081870" y="1084308"/>
                </a:moveTo>
                <a:lnTo>
                  <a:pt x="1086485" y="1076667"/>
                </a:lnTo>
                <a:lnTo>
                  <a:pt x="1090790" y="1083881"/>
                </a:lnTo>
                <a:lnTo>
                  <a:pt x="1081870" y="1084308"/>
                </a:lnTo>
                <a:close/>
              </a:path>
              <a:path w="4130675" h="1677670">
                <a:moveTo>
                  <a:pt x="909777" y="1369237"/>
                </a:moveTo>
                <a:lnTo>
                  <a:pt x="1081870" y="1084308"/>
                </a:lnTo>
                <a:lnTo>
                  <a:pt x="1090790" y="1083881"/>
                </a:lnTo>
                <a:lnTo>
                  <a:pt x="1086485" y="1076667"/>
                </a:lnTo>
                <a:lnTo>
                  <a:pt x="1097606" y="1076667"/>
                </a:lnTo>
                <a:lnTo>
                  <a:pt x="930261" y="1353736"/>
                </a:lnTo>
                <a:lnTo>
                  <a:pt x="918756" y="1356893"/>
                </a:lnTo>
                <a:lnTo>
                  <a:pt x="924090" y="1363954"/>
                </a:lnTo>
                <a:lnTo>
                  <a:pt x="929031" y="1363954"/>
                </a:lnTo>
                <a:lnTo>
                  <a:pt x="909777" y="1369237"/>
                </a:lnTo>
                <a:close/>
              </a:path>
              <a:path w="4130675" h="1677670">
                <a:moveTo>
                  <a:pt x="2524585" y="1522552"/>
                </a:moveTo>
                <a:lnTo>
                  <a:pt x="2514473" y="1522552"/>
                </a:lnTo>
                <a:lnTo>
                  <a:pt x="2521737" y="1520291"/>
                </a:lnTo>
                <a:lnTo>
                  <a:pt x="2516612" y="1516600"/>
                </a:lnTo>
                <a:lnTo>
                  <a:pt x="2661742" y="1112939"/>
                </a:lnTo>
                <a:lnTo>
                  <a:pt x="2683174" y="1120635"/>
                </a:lnTo>
                <a:lnTo>
                  <a:pt x="2669095" y="1120635"/>
                </a:lnTo>
                <a:lnTo>
                  <a:pt x="2663012" y="1123505"/>
                </a:lnTo>
                <a:lnTo>
                  <a:pt x="2667485" y="1125112"/>
                </a:lnTo>
                <a:lnTo>
                  <a:pt x="2524585" y="1522552"/>
                </a:lnTo>
                <a:close/>
              </a:path>
              <a:path w="4130675" h="1677670">
                <a:moveTo>
                  <a:pt x="2667485" y="1125112"/>
                </a:moveTo>
                <a:lnTo>
                  <a:pt x="2663012" y="1123505"/>
                </a:lnTo>
                <a:lnTo>
                  <a:pt x="2669095" y="1120635"/>
                </a:lnTo>
                <a:lnTo>
                  <a:pt x="2667485" y="1125112"/>
                </a:lnTo>
                <a:close/>
              </a:path>
              <a:path w="4130675" h="1677670">
                <a:moveTo>
                  <a:pt x="3453231" y="1407286"/>
                </a:moveTo>
                <a:lnTo>
                  <a:pt x="2667485" y="1125112"/>
                </a:lnTo>
                <a:lnTo>
                  <a:pt x="2669095" y="1120635"/>
                </a:lnTo>
                <a:lnTo>
                  <a:pt x="2683174" y="1120635"/>
                </a:lnTo>
                <a:lnTo>
                  <a:pt x="3430651" y="1389052"/>
                </a:lnTo>
                <a:lnTo>
                  <a:pt x="3437902" y="1400682"/>
                </a:lnTo>
                <a:lnTo>
                  <a:pt x="3449114" y="1400682"/>
                </a:lnTo>
                <a:lnTo>
                  <a:pt x="3453231" y="1407286"/>
                </a:lnTo>
                <a:close/>
              </a:path>
              <a:path w="4130675" h="1677670">
                <a:moveTo>
                  <a:pt x="49542" y="1133538"/>
                </a:moveTo>
                <a:lnTo>
                  <a:pt x="47866" y="1124242"/>
                </a:lnTo>
                <a:lnTo>
                  <a:pt x="84096" y="1122509"/>
                </a:lnTo>
                <a:lnTo>
                  <a:pt x="49542" y="1133538"/>
                </a:lnTo>
                <a:close/>
              </a:path>
              <a:path w="4130675" h="1677670">
                <a:moveTo>
                  <a:pt x="1628637" y="1665668"/>
                </a:moveTo>
                <a:lnTo>
                  <a:pt x="1626133" y="1665668"/>
                </a:lnTo>
                <a:lnTo>
                  <a:pt x="1623346" y="1656866"/>
                </a:lnTo>
                <a:lnTo>
                  <a:pt x="2006333" y="1149121"/>
                </a:lnTo>
                <a:lnTo>
                  <a:pt x="2019453" y="1158570"/>
                </a:lnTo>
                <a:lnTo>
                  <a:pt x="2011133" y="1158570"/>
                </a:lnTo>
                <a:lnTo>
                  <a:pt x="2004542" y="1159573"/>
                </a:lnTo>
                <a:lnTo>
                  <a:pt x="2008323" y="1162296"/>
                </a:lnTo>
                <a:lnTo>
                  <a:pt x="1628637" y="1665668"/>
                </a:lnTo>
                <a:close/>
              </a:path>
              <a:path w="4130675" h="1677670">
                <a:moveTo>
                  <a:pt x="2008323" y="1162296"/>
                </a:moveTo>
                <a:lnTo>
                  <a:pt x="2004542" y="1159573"/>
                </a:lnTo>
                <a:lnTo>
                  <a:pt x="2011133" y="1158570"/>
                </a:lnTo>
                <a:lnTo>
                  <a:pt x="2008323" y="1162296"/>
                </a:lnTo>
                <a:close/>
              </a:path>
              <a:path w="4130675" h="1677670">
                <a:moveTo>
                  <a:pt x="2521292" y="1531708"/>
                </a:moveTo>
                <a:lnTo>
                  <a:pt x="2008323" y="1162296"/>
                </a:lnTo>
                <a:lnTo>
                  <a:pt x="2011133" y="1158570"/>
                </a:lnTo>
                <a:lnTo>
                  <a:pt x="2019453" y="1158570"/>
                </a:lnTo>
                <a:lnTo>
                  <a:pt x="2516612" y="1516600"/>
                </a:lnTo>
                <a:lnTo>
                  <a:pt x="2514473" y="1522552"/>
                </a:lnTo>
                <a:lnTo>
                  <a:pt x="2524585" y="1522552"/>
                </a:lnTo>
                <a:lnTo>
                  <a:pt x="2521292" y="1531708"/>
                </a:lnTo>
                <a:close/>
              </a:path>
              <a:path w="4130675" h="1677670">
                <a:moveTo>
                  <a:pt x="929031" y="1363954"/>
                </a:moveTo>
                <a:lnTo>
                  <a:pt x="924090" y="1363954"/>
                </a:lnTo>
                <a:lnTo>
                  <a:pt x="930261" y="1353736"/>
                </a:lnTo>
                <a:lnTo>
                  <a:pt x="1479651" y="1202994"/>
                </a:lnTo>
                <a:lnTo>
                  <a:pt x="1481943" y="1210233"/>
                </a:lnTo>
                <a:lnTo>
                  <a:pt x="1471942" y="1210233"/>
                </a:lnTo>
                <a:lnTo>
                  <a:pt x="1473327" y="1214608"/>
                </a:lnTo>
                <a:lnTo>
                  <a:pt x="929031" y="1363954"/>
                </a:lnTo>
                <a:close/>
              </a:path>
              <a:path w="4130675" h="1677670">
                <a:moveTo>
                  <a:pt x="1473327" y="1214608"/>
                </a:moveTo>
                <a:lnTo>
                  <a:pt x="1471942" y="1210233"/>
                </a:lnTo>
                <a:lnTo>
                  <a:pt x="1477746" y="1213396"/>
                </a:lnTo>
                <a:lnTo>
                  <a:pt x="1473327" y="1214608"/>
                </a:lnTo>
                <a:close/>
              </a:path>
              <a:path w="4130675" h="1677670">
                <a:moveTo>
                  <a:pt x="1619834" y="1677339"/>
                </a:moveTo>
                <a:lnTo>
                  <a:pt x="1473327" y="1214608"/>
                </a:lnTo>
                <a:lnTo>
                  <a:pt x="1477746" y="1213396"/>
                </a:lnTo>
                <a:lnTo>
                  <a:pt x="1471942" y="1210233"/>
                </a:lnTo>
                <a:lnTo>
                  <a:pt x="1481943" y="1210233"/>
                </a:lnTo>
                <a:lnTo>
                  <a:pt x="1623346" y="1656866"/>
                </a:lnTo>
                <a:lnTo>
                  <a:pt x="1617789" y="1664233"/>
                </a:lnTo>
                <a:lnTo>
                  <a:pt x="1626133" y="1665668"/>
                </a:lnTo>
                <a:lnTo>
                  <a:pt x="1628637" y="1665668"/>
                </a:lnTo>
                <a:lnTo>
                  <a:pt x="1619834" y="1677339"/>
                </a:lnTo>
                <a:close/>
              </a:path>
              <a:path w="4130675" h="1677670">
                <a:moveTo>
                  <a:pt x="924090" y="1363954"/>
                </a:moveTo>
                <a:lnTo>
                  <a:pt x="918756" y="1356893"/>
                </a:lnTo>
                <a:lnTo>
                  <a:pt x="930261" y="1353736"/>
                </a:lnTo>
                <a:lnTo>
                  <a:pt x="924090" y="1363954"/>
                </a:lnTo>
                <a:close/>
              </a:path>
              <a:path w="4130675" h="1677670">
                <a:moveTo>
                  <a:pt x="3437902" y="1400682"/>
                </a:moveTo>
                <a:lnTo>
                  <a:pt x="3430651" y="1389052"/>
                </a:lnTo>
                <a:lnTo>
                  <a:pt x="3443554" y="1393685"/>
                </a:lnTo>
                <a:lnTo>
                  <a:pt x="3437902" y="1400682"/>
                </a:lnTo>
                <a:close/>
              </a:path>
              <a:path w="4130675" h="1677670">
                <a:moveTo>
                  <a:pt x="2514473" y="1522552"/>
                </a:moveTo>
                <a:lnTo>
                  <a:pt x="2516612" y="1516600"/>
                </a:lnTo>
                <a:lnTo>
                  <a:pt x="2521737" y="1520291"/>
                </a:lnTo>
                <a:lnTo>
                  <a:pt x="2514473" y="1522552"/>
                </a:lnTo>
                <a:close/>
              </a:path>
              <a:path w="4130675" h="1677670">
                <a:moveTo>
                  <a:pt x="1626133" y="1665668"/>
                </a:moveTo>
                <a:lnTo>
                  <a:pt x="1617789" y="1664233"/>
                </a:lnTo>
                <a:lnTo>
                  <a:pt x="1623346" y="1656866"/>
                </a:lnTo>
                <a:lnTo>
                  <a:pt x="1626133" y="1665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388616" y="5211546"/>
            <a:ext cx="175895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2250">
              <a:lnSpc>
                <a:spcPct val="15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Course.class  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C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o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u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r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se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T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est.class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13707" y="3567163"/>
            <a:ext cx="2896870" cy="1381125"/>
          </a:xfrm>
          <a:custGeom>
            <a:avLst/>
            <a:gdLst/>
            <a:ahLst/>
            <a:cxnLst/>
            <a:rect l="l" t="t" r="r" b="b"/>
            <a:pathLst>
              <a:path w="2896870" h="1381125">
                <a:moveTo>
                  <a:pt x="1250423" y="183603"/>
                </a:moveTo>
                <a:lnTo>
                  <a:pt x="1235862" y="183603"/>
                </a:lnTo>
                <a:lnTo>
                  <a:pt x="1240675" y="182765"/>
                </a:lnTo>
                <a:lnTo>
                  <a:pt x="1238007" y="181748"/>
                </a:lnTo>
                <a:lnTo>
                  <a:pt x="1448155" y="0"/>
                </a:lnTo>
                <a:lnTo>
                  <a:pt x="1459608" y="9905"/>
                </a:lnTo>
                <a:lnTo>
                  <a:pt x="1445031" y="9905"/>
                </a:lnTo>
                <a:lnTo>
                  <a:pt x="1448149" y="12602"/>
                </a:lnTo>
                <a:lnTo>
                  <a:pt x="1250423" y="183603"/>
                </a:lnTo>
                <a:close/>
              </a:path>
              <a:path w="2896870" h="1381125">
                <a:moveTo>
                  <a:pt x="1448149" y="12602"/>
                </a:moveTo>
                <a:lnTo>
                  <a:pt x="1445031" y="9905"/>
                </a:lnTo>
                <a:lnTo>
                  <a:pt x="1451267" y="9905"/>
                </a:lnTo>
                <a:lnTo>
                  <a:pt x="1448149" y="12602"/>
                </a:lnTo>
                <a:close/>
              </a:path>
              <a:path w="2896870" h="1381125">
                <a:moveTo>
                  <a:pt x="1656359" y="192671"/>
                </a:moveTo>
                <a:lnTo>
                  <a:pt x="1448149" y="12602"/>
                </a:lnTo>
                <a:lnTo>
                  <a:pt x="1451267" y="9905"/>
                </a:lnTo>
                <a:lnTo>
                  <a:pt x="1459608" y="9905"/>
                </a:lnTo>
                <a:lnTo>
                  <a:pt x="1658290" y="181748"/>
                </a:lnTo>
                <a:lnTo>
                  <a:pt x="1655622" y="182765"/>
                </a:lnTo>
                <a:lnTo>
                  <a:pt x="1660436" y="183603"/>
                </a:lnTo>
                <a:lnTo>
                  <a:pt x="1680141" y="183603"/>
                </a:lnTo>
                <a:lnTo>
                  <a:pt x="1656359" y="192671"/>
                </a:lnTo>
                <a:close/>
              </a:path>
              <a:path w="2896870" h="1381125">
                <a:moveTo>
                  <a:pt x="857646" y="262737"/>
                </a:moveTo>
                <a:lnTo>
                  <a:pt x="847851" y="262737"/>
                </a:lnTo>
                <a:lnTo>
                  <a:pt x="853135" y="259118"/>
                </a:lnTo>
                <a:lnTo>
                  <a:pt x="848847" y="258528"/>
                </a:lnTo>
                <a:lnTo>
                  <a:pt x="897712" y="51993"/>
                </a:lnTo>
                <a:lnTo>
                  <a:pt x="917330" y="59474"/>
                </a:lnTo>
                <a:lnTo>
                  <a:pt x="905725" y="59474"/>
                </a:lnTo>
                <a:lnTo>
                  <a:pt x="899388" y="62826"/>
                </a:lnTo>
                <a:lnTo>
                  <a:pt x="904474" y="64765"/>
                </a:lnTo>
                <a:lnTo>
                  <a:pt x="857646" y="262737"/>
                </a:lnTo>
                <a:close/>
              </a:path>
              <a:path w="2896870" h="1381125">
                <a:moveTo>
                  <a:pt x="1680141" y="183603"/>
                </a:moveTo>
                <a:lnTo>
                  <a:pt x="1660436" y="183603"/>
                </a:lnTo>
                <a:lnTo>
                  <a:pt x="1658290" y="181748"/>
                </a:lnTo>
                <a:lnTo>
                  <a:pt x="1998586" y="51993"/>
                </a:lnTo>
                <a:lnTo>
                  <a:pt x="2000356" y="59474"/>
                </a:lnTo>
                <a:lnTo>
                  <a:pt x="1990572" y="59474"/>
                </a:lnTo>
                <a:lnTo>
                  <a:pt x="1991811" y="64765"/>
                </a:lnTo>
                <a:lnTo>
                  <a:pt x="1680141" y="183603"/>
                </a:lnTo>
                <a:close/>
              </a:path>
              <a:path w="2896870" h="1381125">
                <a:moveTo>
                  <a:pt x="904474" y="64765"/>
                </a:moveTo>
                <a:lnTo>
                  <a:pt x="899388" y="62826"/>
                </a:lnTo>
                <a:lnTo>
                  <a:pt x="905725" y="59474"/>
                </a:lnTo>
                <a:lnTo>
                  <a:pt x="904474" y="64765"/>
                </a:lnTo>
                <a:close/>
              </a:path>
              <a:path w="2896870" h="1381125">
                <a:moveTo>
                  <a:pt x="1239939" y="192671"/>
                </a:moveTo>
                <a:lnTo>
                  <a:pt x="904475" y="64761"/>
                </a:lnTo>
                <a:lnTo>
                  <a:pt x="905725" y="59474"/>
                </a:lnTo>
                <a:lnTo>
                  <a:pt x="917330" y="59474"/>
                </a:lnTo>
                <a:lnTo>
                  <a:pt x="1238007" y="181748"/>
                </a:lnTo>
                <a:lnTo>
                  <a:pt x="1235862" y="183603"/>
                </a:lnTo>
                <a:lnTo>
                  <a:pt x="1250423" y="183603"/>
                </a:lnTo>
                <a:lnTo>
                  <a:pt x="1239939" y="192671"/>
                </a:lnTo>
                <a:close/>
              </a:path>
              <a:path w="2896870" h="1381125">
                <a:moveTo>
                  <a:pt x="1991823" y="64761"/>
                </a:moveTo>
                <a:lnTo>
                  <a:pt x="1990572" y="59474"/>
                </a:lnTo>
                <a:lnTo>
                  <a:pt x="1996897" y="62826"/>
                </a:lnTo>
                <a:lnTo>
                  <a:pt x="1991823" y="64761"/>
                </a:lnTo>
                <a:close/>
              </a:path>
              <a:path w="2896870" h="1381125">
                <a:moveTo>
                  <a:pt x="2040166" y="269138"/>
                </a:moveTo>
                <a:lnTo>
                  <a:pt x="1991823" y="64761"/>
                </a:lnTo>
                <a:lnTo>
                  <a:pt x="1996897" y="62826"/>
                </a:lnTo>
                <a:lnTo>
                  <a:pt x="1990572" y="59474"/>
                </a:lnTo>
                <a:lnTo>
                  <a:pt x="2000356" y="59474"/>
                </a:lnTo>
                <a:lnTo>
                  <a:pt x="2047450" y="258528"/>
                </a:lnTo>
                <a:lnTo>
                  <a:pt x="2043163" y="259118"/>
                </a:lnTo>
                <a:lnTo>
                  <a:pt x="2048446" y="262737"/>
                </a:lnTo>
                <a:lnTo>
                  <a:pt x="2086682" y="262737"/>
                </a:lnTo>
                <a:lnTo>
                  <a:pt x="2040166" y="269138"/>
                </a:lnTo>
                <a:close/>
              </a:path>
              <a:path w="2896870" h="1381125">
                <a:moveTo>
                  <a:pt x="1660436" y="183603"/>
                </a:moveTo>
                <a:lnTo>
                  <a:pt x="1655622" y="182765"/>
                </a:lnTo>
                <a:lnTo>
                  <a:pt x="1658290" y="181748"/>
                </a:lnTo>
                <a:lnTo>
                  <a:pt x="1660436" y="183603"/>
                </a:lnTo>
                <a:close/>
              </a:path>
              <a:path w="2896870" h="1381125">
                <a:moveTo>
                  <a:pt x="1235862" y="183603"/>
                </a:moveTo>
                <a:lnTo>
                  <a:pt x="1238007" y="181748"/>
                </a:lnTo>
                <a:lnTo>
                  <a:pt x="1240675" y="182765"/>
                </a:lnTo>
                <a:lnTo>
                  <a:pt x="1235862" y="183603"/>
                </a:lnTo>
                <a:close/>
              </a:path>
              <a:path w="2896870" h="1381125">
                <a:moveTo>
                  <a:pt x="552602" y="407873"/>
                </a:moveTo>
                <a:lnTo>
                  <a:pt x="428104" y="200621"/>
                </a:lnTo>
                <a:lnTo>
                  <a:pt x="454403" y="204241"/>
                </a:lnTo>
                <a:lnTo>
                  <a:pt x="441388" y="204241"/>
                </a:lnTo>
                <a:lnTo>
                  <a:pt x="436651" y="211416"/>
                </a:lnTo>
                <a:lnTo>
                  <a:pt x="446514" y="212774"/>
                </a:lnTo>
                <a:lnTo>
                  <a:pt x="559377" y="400659"/>
                </a:lnTo>
                <a:lnTo>
                  <a:pt x="556425" y="400659"/>
                </a:lnTo>
                <a:lnTo>
                  <a:pt x="548526" y="401087"/>
                </a:lnTo>
                <a:lnTo>
                  <a:pt x="556198" y="401087"/>
                </a:lnTo>
                <a:lnTo>
                  <a:pt x="552602" y="407873"/>
                </a:lnTo>
                <a:close/>
              </a:path>
              <a:path w="2896870" h="1381125">
                <a:moveTo>
                  <a:pt x="2086682" y="262737"/>
                </a:moveTo>
                <a:lnTo>
                  <a:pt x="2048446" y="262737"/>
                </a:lnTo>
                <a:lnTo>
                  <a:pt x="2047450" y="258528"/>
                </a:lnTo>
                <a:lnTo>
                  <a:pt x="2468194" y="200621"/>
                </a:lnTo>
                <a:lnTo>
                  <a:pt x="2466019" y="204241"/>
                </a:lnTo>
                <a:lnTo>
                  <a:pt x="2454910" y="204241"/>
                </a:lnTo>
                <a:lnTo>
                  <a:pt x="2449784" y="212774"/>
                </a:lnTo>
                <a:lnTo>
                  <a:pt x="2086682" y="262737"/>
                </a:lnTo>
                <a:close/>
              </a:path>
              <a:path w="2896870" h="1381125">
                <a:moveTo>
                  <a:pt x="446514" y="212774"/>
                </a:moveTo>
                <a:lnTo>
                  <a:pt x="436651" y="211416"/>
                </a:lnTo>
                <a:lnTo>
                  <a:pt x="441388" y="204241"/>
                </a:lnTo>
                <a:lnTo>
                  <a:pt x="446514" y="212774"/>
                </a:lnTo>
                <a:close/>
              </a:path>
              <a:path w="2896870" h="1381125">
                <a:moveTo>
                  <a:pt x="856132" y="269138"/>
                </a:moveTo>
                <a:lnTo>
                  <a:pt x="446514" y="212774"/>
                </a:lnTo>
                <a:lnTo>
                  <a:pt x="441388" y="204241"/>
                </a:lnTo>
                <a:lnTo>
                  <a:pt x="454403" y="204241"/>
                </a:lnTo>
                <a:lnTo>
                  <a:pt x="848847" y="258528"/>
                </a:lnTo>
                <a:lnTo>
                  <a:pt x="847851" y="262737"/>
                </a:lnTo>
                <a:lnTo>
                  <a:pt x="857646" y="262737"/>
                </a:lnTo>
                <a:lnTo>
                  <a:pt x="856132" y="269138"/>
                </a:lnTo>
                <a:close/>
              </a:path>
              <a:path w="2896870" h="1381125">
                <a:moveTo>
                  <a:pt x="2449784" y="212774"/>
                </a:moveTo>
                <a:lnTo>
                  <a:pt x="2454910" y="204241"/>
                </a:lnTo>
                <a:lnTo>
                  <a:pt x="2459647" y="211416"/>
                </a:lnTo>
                <a:lnTo>
                  <a:pt x="2449784" y="212774"/>
                </a:lnTo>
                <a:close/>
              </a:path>
              <a:path w="2896870" h="1381125">
                <a:moveTo>
                  <a:pt x="2753114" y="432598"/>
                </a:moveTo>
                <a:lnTo>
                  <a:pt x="2331466" y="409740"/>
                </a:lnTo>
                <a:lnTo>
                  <a:pt x="2449784" y="212774"/>
                </a:lnTo>
                <a:lnTo>
                  <a:pt x="2459647" y="211416"/>
                </a:lnTo>
                <a:lnTo>
                  <a:pt x="2454910" y="204241"/>
                </a:lnTo>
                <a:lnTo>
                  <a:pt x="2466019" y="204241"/>
                </a:lnTo>
                <a:lnTo>
                  <a:pt x="2348029" y="400659"/>
                </a:lnTo>
                <a:lnTo>
                  <a:pt x="2339873" y="400659"/>
                </a:lnTo>
                <a:lnTo>
                  <a:pt x="2343696" y="407873"/>
                </a:lnTo>
                <a:lnTo>
                  <a:pt x="2472975" y="407873"/>
                </a:lnTo>
                <a:lnTo>
                  <a:pt x="2781593" y="424599"/>
                </a:lnTo>
                <a:lnTo>
                  <a:pt x="2766428" y="424599"/>
                </a:lnTo>
                <a:lnTo>
                  <a:pt x="2753114" y="432598"/>
                </a:lnTo>
                <a:close/>
              </a:path>
              <a:path w="2896870" h="1381125">
                <a:moveTo>
                  <a:pt x="847851" y="262737"/>
                </a:moveTo>
                <a:lnTo>
                  <a:pt x="848847" y="258528"/>
                </a:lnTo>
                <a:lnTo>
                  <a:pt x="853135" y="259118"/>
                </a:lnTo>
                <a:lnTo>
                  <a:pt x="847851" y="262737"/>
                </a:lnTo>
                <a:close/>
              </a:path>
              <a:path w="2896870" h="1381125">
                <a:moveTo>
                  <a:pt x="2048446" y="262737"/>
                </a:moveTo>
                <a:lnTo>
                  <a:pt x="2043163" y="259118"/>
                </a:lnTo>
                <a:lnTo>
                  <a:pt x="2047450" y="258528"/>
                </a:lnTo>
                <a:lnTo>
                  <a:pt x="2048446" y="262737"/>
                </a:lnTo>
                <a:close/>
              </a:path>
              <a:path w="2896870" h="1381125">
                <a:moveTo>
                  <a:pt x="556198" y="401087"/>
                </a:moveTo>
                <a:lnTo>
                  <a:pt x="548526" y="401087"/>
                </a:lnTo>
                <a:lnTo>
                  <a:pt x="556425" y="400659"/>
                </a:lnTo>
                <a:lnTo>
                  <a:pt x="556198" y="401087"/>
                </a:lnTo>
                <a:close/>
              </a:path>
              <a:path w="2896870" h="1381125">
                <a:moveTo>
                  <a:pt x="563711" y="407873"/>
                </a:moveTo>
                <a:lnTo>
                  <a:pt x="552602" y="407873"/>
                </a:lnTo>
                <a:lnTo>
                  <a:pt x="556425" y="400659"/>
                </a:lnTo>
                <a:lnTo>
                  <a:pt x="559377" y="400659"/>
                </a:lnTo>
                <a:lnTo>
                  <a:pt x="563711" y="407873"/>
                </a:lnTo>
                <a:close/>
              </a:path>
              <a:path w="2896870" h="1381125">
                <a:moveTo>
                  <a:pt x="2343696" y="407873"/>
                </a:moveTo>
                <a:lnTo>
                  <a:pt x="2339873" y="400659"/>
                </a:lnTo>
                <a:lnTo>
                  <a:pt x="2347772" y="401087"/>
                </a:lnTo>
                <a:lnTo>
                  <a:pt x="2343696" y="407873"/>
                </a:lnTo>
                <a:close/>
              </a:path>
              <a:path w="2896870" h="1381125">
                <a:moveTo>
                  <a:pt x="2347772" y="401087"/>
                </a:moveTo>
                <a:lnTo>
                  <a:pt x="2339873" y="400659"/>
                </a:lnTo>
                <a:lnTo>
                  <a:pt x="2348029" y="400659"/>
                </a:lnTo>
                <a:lnTo>
                  <a:pt x="2347772" y="401087"/>
                </a:lnTo>
                <a:close/>
              </a:path>
              <a:path w="2896870" h="1381125">
                <a:moveTo>
                  <a:pt x="384474" y="588684"/>
                </a:moveTo>
                <a:lnTo>
                  <a:pt x="111658" y="424764"/>
                </a:lnTo>
                <a:lnTo>
                  <a:pt x="548526" y="401087"/>
                </a:lnTo>
                <a:lnTo>
                  <a:pt x="552602" y="407873"/>
                </a:lnTo>
                <a:lnTo>
                  <a:pt x="563711" y="407873"/>
                </a:lnTo>
                <a:lnTo>
                  <a:pt x="564832" y="409740"/>
                </a:lnTo>
                <a:lnTo>
                  <a:pt x="290737" y="424599"/>
                </a:lnTo>
                <a:lnTo>
                  <a:pt x="129870" y="424599"/>
                </a:lnTo>
                <a:lnTo>
                  <a:pt x="127685" y="433438"/>
                </a:lnTo>
                <a:lnTo>
                  <a:pt x="144582" y="433438"/>
                </a:lnTo>
                <a:lnTo>
                  <a:pt x="398172" y="585800"/>
                </a:lnTo>
                <a:lnTo>
                  <a:pt x="395363" y="585800"/>
                </a:lnTo>
                <a:lnTo>
                  <a:pt x="384474" y="588684"/>
                </a:lnTo>
                <a:close/>
              </a:path>
              <a:path w="2896870" h="1381125">
                <a:moveTo>
                  <a:pt x="2472975" y="407873"/>
                </a:moveTo>
                <a:lnTo>
                  <a:pt x="2343696" y="407873"/>
                </a:lnTo>
                <a:lnTo>
                  <a:pt x="2347772" y="401087"/>
                </a:lnTo>
                <a:lnTo>
                  <a:pt x="2472975" y="407873"/>
                </a:lnTo>
                <a:close/>
              </a:path>
              <a:path w="2896870" h="1381125">
                <a:moveTo>
                  <a:pt x="127685" y="433438"/>
                </a:moveTo>
                <a:lnTo>
                  <a:pt x="129870" y="424599"/>
                </a:lnTo>
                <a:lnTo>
                  <a:pt x="143183" y="432598"/>
                </a:lnTo>
                <a:lnTo>
                  <a:pt x="127685" y="433438"/>
                </a:lnTo>
                <a:close/>
              </a:path>
              <a:path w="2896870" h="1381125">
                <a:moveTo>
                  <a:pt x="143183" y="432598"/>
                </a:moveTo>
                <a:lnTo>
                  <a:pt x="129870" y="424599"/>
                </a:lnTo>
                <a:lnTo>
                  <a:pt x="290737" y="424599"/>
                </a:lnTo>
                <a:lnTo>
                  <a:pt x="143183" y="432598"/>
                </a:lnTo>
                <a:close/>
              </a:path>
              <a:path w="2896870" h="1381125">
                <a:moveTo>
                  <a:pt x="2768612" y="433438"/>
                </a:moveTo>
                <a:lnTo>
                  <a:pt x="2753114" y="432598"/>
                </a:lnTo>
                <a:lnTo>
                  <a:pt x="2766428" y="424599"/>
                </a:lnTo>
                <a:lnTo>
                  <a:pt x="2768612" y="433438"/>
                </a:lnTo>
                <a:close/>
              </a:path>
              <a:path w="2896870" h="1381125">
                <a:moveTo>
                  <a:pt x="2770203" y="433438"/>
                </a:moveTo>
                <a:lnTo>
                  <a:pt x="2768612" y="433438"/>
                </a:lnTo>
                <a:lnTo>
                  <a:pt x="2766428" y="424599"/>
                </a:lnTo>
                <a:lnTo>
                  <a:pt x="2781593" y="424599"/>
                </a:lnTo>
                <a:lnTo>
                  <a:pt x="2784640" y="424764"/>
                </a:lnTo>
                <a:lnTo>
                  <a:pt x="2770203" y="433438"/>
                </a:lnTo>
                <a:close/>
              </a:path>
              <a:path w="2896870" h="1381125">
                <a:moveTo>
                  <a:pt x="144582" y="433438"/>
                </a:moveTo>
                <a:lnTo>
                  <a:pt x="127685" y="433438"/>
                </a:lnTo>
                <a:lnTo>
                  <a:pt x="143183" y="432598"/>
                </a:lnTo>
                <a:lnTo>
                  <a:pt x="144582" y="433438"/>
                </a:lnTo>
                <a:close/>
              </a:path>
              <a:path w="2896870" h="1381125">
                <a:moveTo>
                  <a:pt x="2859090" y="690517"/>
                </a:moveTo>
                <a:lnTo>
                  <a:pt x="2487599" y="592124"/>
                </a:lnTo>
                <a:lnTo>
                  <a:pt x="2753114" y="432598"/>
                </a:lnTo>
                <a:lnTo>
                  <a:pt x="2768612" y="433438"/>
                </a:lnTo>
                <a:lnTo>
                  <a:pt x="2770203" y="433438"/>
                </a:lnTo>
                <a:lnTo>
                  <a:pt x="2516624" y="585800"/>
                </a:lnTo>
                <a:lnTo>
                  <a:pt x="2500934" y="585800"/>
                </a:lnTo>
                <a:lnTo>
                  <a:pt x="2502166" y="594487"/>
                </a:lnTo>
                <a:lnTo>
                  <a:pt x="2533733" y="594487"/>
                </a:lnTo>
                <a:lnTo>
                  <a:pt x="2878939" y="685914"/>
                </a:lnTo>
                <a:lnTo>
                  <a:pt x="2876473" y="685914"/>
                </a:lnTo>
                <a:lnTo>
                  <a:pt x="2859090" y="690517"/>
                </a:lnTo>
                <a:close/>
              </a:path>
              <a:path w="2896870" h="1381125">
                <a:moveTo>
                  <a:pt x="394131" y="594487"/>
                </a:moveTo>
                <a:lnTo>
                  <a:pt x="384474" y="588684"/>
                </a:lnTo>
                <a:lnTo>
                  <a:pt x="395363" y="585800"/>
                </a:lnTo>
                <a:lnTo>
                  <a:pt x="394131" y="594487"/>
                </a:lnTo>
                <a:close/>
              </a:path>
              <a:path w="2896870" h="1381125">
                <a:moveTo>
                  <a:pt x="399780" y="594487"/>
                </a:moveTo>
                <a:lnTo>
                  <a:pt x="394131" y="594487"/>
                </a:lnTo>
                <a:lnTo>
                  <a:pt x="395363" y="585800"/>
                </a:lnTo>
                <a:lnTo>
                  <a:pt x="398172" y="585800"/>
                </a:lnTo>
                <a:lnTo>
                  <a:pt x="408698" y="592124"/>
                </a:lnTo>
                <a:lnTo>
                  <a:pt x="399780" y="594487"/>
                </a:lnTo>
                <a:close/>
              </a:path>
              <a:path w="2896870" h="1381125">
                <a:moveTo>
                  <a:pt x="2502166" y="594487"/>
                </a:moveTo>
                <a:lnTo>
                  <a:pt x="2500934" y="585800"/>
                </a:lnTo>
                <a:lnTo>
                  <a:pt x="2511824" y="588684"/>
                </a:lnTo>
                <a:lnTo>
                  <a:pt x="2502166" y="594487"/>
                </a:lnTo>
                <a:close/>
              </a:path>
              <a:path w="2896870" h="1381125">
                <a:moveTo>
                  <a:pt x="2511824" y="588684"/>
                </a:moveTo>
                <a:lnTo>
                  <a:pt x="2500934" y="585800"/>
                </a:lnTo>
                <a:lnTo>
                  <a:pt x="2516624" y="585800"/>
                </a:lnTo>
                <a:lnTo>
                  <a:pt x="2511824" y="588684"/>
                </a:lnTo>
                <a:close/>
              </a:path>
              <a:path w="2896870" h="1381125">
                <a:moveTo>
                  <a:pt x="384474" y="792339"/>
                </a:moveTo>
                <a:lnTo>
                  <a:pt x="0" y="690511"/>
                </a:lnTo>
                <a:lnTo>
                  <a:pt x="384474" y="588684"/>
                </a:lnTo>
                <a:lnTo>
                  <a:pt x="394131" y="594487"/>
                </a:lnTo>
                <a:lnTo>
                  <a:pt x="399780" y="594487"/>
                </a:lnTo>
                <a:lnTo>
                  <a:pt x="54588" y="685914"/>
                </a:lnTo>
                <a:lnTo>
                  <a:pt x="19824" y="685914"/>
                </a:lnTo>
                <a:lnTo>
                  <a:pt x="19824" y="695121"/>
                </a:lnTo>
                <a:lnTo>
                  <a:pt x="54592" y="695121"/>
                </a:lnTo>
                <a:lnTo>
                  <a:pt x="399778" y="786536"/>
                </a:lnTo>
                <a:lnTo>
                  <a:pt x="394131" y="786536"/>
                </a:lnTo>
                <a:lnTo>
                  <a:pt x="384474" y="792339"/>
                </a:lnTo>
                <a:close/>
              </a:path>
              <a:path w="2896870" h="1381125">
                <a:moveTo>
                  <a:pt x="2533733" y="594487"/>
                </a:moveTo>
                <a:lnTo>
                  <a:pt x="2502166" y="594487"/>
                </a:lnTo>
                <a:lnTo>
                  <a:pt x="2511824" y="588684"/>
                </a:lnTo>
                <a:lnTo>
                  <a:pt x="2533733" y="594487"/>
                </a:lnTo>
                <a:close/>
              </a:path>
              <a:path w="2896870" h="1381125">
                <a:moveTo>
                  <a:pt x="19824" y="695121"/>
                </a:moveTo>
                <a:lnTo>
                  <a:pt x="19824" y="685914"/>
                </a:lnTo>
                <a:lnTo>
                  <a:pt x="37207" y="690517"/>
                </a:lnTo>
                <a:lnTo>
                  <a:pt x="19824" y="695121"/>
                </a:lnTo>
                <a:close/>
              </a:path>
              <a:path w="2896870" h="1381125">
                <a:moveTo>
                  <a:pt x="37207" y="690517"/>
                </a:moveTo>
                <a:lnTo>
                  <a:pt x="19824" y="685914"/>
                </a:lnTo>
                <a:lnTo>
                  <a:pt x="54588" y="685914"/>
                </a:lnTo>
                <a:lnTo>
                  <a:pt x="37207" y="690517"/>
                </a:lnTo>
                <a:close/>
              </a:path>
              <a:path w="2896870" h="1381125">
                <a:moveTo>
                  <a:pt x="2876473" y="695121"/>
                </a:moveTo>
                <a:lnTo>
                  <a:pt x="2859090" y="690517"/>
                </a:lnTo>
                <a:lnTo>
                  <a:pt x="2876473" y="685914"/>
                </a:lnTo>
                <a:lnTo>
                  <a:pt x="2876473" y="695121"/>
                </a:lnTo>
                <a:close/>
              </a:path>
              <a:path w="2896870" h="1381125">
                <a:moveTo>
                  <a:pt x="2878891" y="695121"/>
                </a:moveTo>
                <a:lnTo>
                  <a:pt x="2876473" y="695121"/>
                </a:lnTo>
                <a:lnTo>
                  <a:pt x="2876473" y="685914"/>
                </a:lnTo>
                <a:lnTo>
                  <a:pt x="2878939" y="685914"/>
                </a:lnTo>
                <a:lnTo>
                  <a:pt x="2896298" y="690511"/>
                </a:lnTo>
                <a:lnTo>
                  <a:pt x="2878891" y="695121"/>
                </a:lnTo>
                <a:close/>
              </a:path>
              <a:path w="2896870" h="1381125">
                <a:moveTo>
                  <a:pt x="54592" y="695121"/>
                </a:moveTo>
                <a:lnTo>
                  <a:pt x="19824" y="695121"/>
                </a:lnTo>
                <a:lnTo>
                  <a:pt x="37207" y="690517"/>
                </a:lnTo>
                <a:lnTo>
                  <a:pt x="54592" y="695121"/>
                </a:lnTo>
                <a:close/>
              </a:path>
              <a:path w="2896870" h="1381125">
                <a:moveTo>
                  <a:pt x="2753114" y="948425"/>
                </a:moveTo>
                <a:lnTo>
                  <a:pt x="2487599" y="788898"/>
                </a:lnTo>
                <a:lnTo>
                  <a:pt x="2859090" y="690517"/>
                </a:lnTo>
                <a:lnTo>
                  <a:pt x="2876473" y="695121"/>
                </a:lnTo>
                <a:lnTo>
                  <a:pt x="2878891" y="695121"/>
                </a:lnTo>
                <a:lnTo>
                  <a:pt x="2533733" y="786536"/>
                </a:lnTo>
                <a:lnTo>
                  <a:pt x="2502166" y="786536"/>
                </a:lnTo>
                <a:lnTo>
                  <a:pt x="2500934" y="795223"/>
                </a:lnTo>
                <a:lnTo>
                  <a:pt x="2516624" y="795223"/>
                </a:lnTo>
                <a:lnTo>
                  <a:pt x="2770203" y="947585"/>
                </a:lnTo>
                <a:lnTo>
                  <a:pt x="2768612" y="947585"/>
                </a:lnTo>
                <a:lnTo>
                  <a:pt x="2753114" y="948425"/>
                </a:lnTo>
                <a:close/>
              </a:path>
              <a:path w="2896870" h="1381125">
                <a:moveTo>
                  <a:pt x="395363" y="795223"/>
                </a:moveTo>
                <a:lnTo>
                  <a:pt x="384474" y="792339"/>
                </a:lnTo>
                <a:lnTo>
                  <a:pt x="394131" y="786536"/>
                </a:lnTo>
                <a:lnTo>
                  <a:pt x="395363" y="795223"/>
                </a:lnTo>
                <a:close/>
              </a:path>
              <a:path w="2896870" h="1381125">
                <a:moveTo>
                  <a:pt x="398172" y="795223"/>
                </a:moveTo>
                <a:lnTo>
                  <a:pt x="395363" y="795223"/>
                </a:lnTo>
                <a:lnTo>
                  <a:pt x="394131" y="786536"/>
                </a:lnTo>
                <a:lnTo>
                  <a:pt x="399778" y="786536"/>
                </a:lnTo>
                <a:lnTo>
                  <a:pt x="408698" y="788898"/>
                </a:lnTo>
                <a:lnTo>
                  <a:pt x="398172" y="795223"/>
                </a:lnTo>
                <a:close/>
              </a:path>
              <a:path w="2896870" h="1381125">
                <a:moveTo>
                  <a:pt x="2500934" y="795223"/>
                </a:moveTo>
                <a:lnTo>
                  <a:pt x="2502166" y="786536"/>
                </a:lnTo>
                <a:lnTo>
                  <a:pt x="2511824" y="792339"/>
                </a:lnTo>
                <a:lnTo>
                  <a:pt x="2500934" y="795223"/>
                </a:lnTo>
                <a:close/>
              </a:path>
              <a:path w="2896870" h="1381125">
                <a:moveTo>
                  <a:pt x="2511824" y="792339"/>
                </a:moveTo>
                <a:lnTo>
                  <a:pt x="2502166" y="786536"/>
                </a:lnTo>
                <a:lnTo>
                  <a:pt x="2533733" y="786536"/>
                </a:lnTo>
                <a:lnTo>
                  <a:pt x="2511824" y="792339"/>
                </a:lnTo>
                <a:close/>
              </a:path>
              <a:path w="2896870" h="1381125">
                <a:moveTo>
                  <a:pt x="548526" y="979935"/>
                </a:moveTo>
                <a:lnTo>
                  <a:pt x="111658" y="956259"/>
                </a:lnTo>
                <a:lnTo>
                  <a:pt x="384474" y="792339"/>
                </a:lnTo>
                <a:lnTo>
                  <a:pt x="395363" y="795223"/>
                </a:lnTo>
                <a:lnTo>
                  <a:pt x="398172" y="795223"/>
                </a:lnTo>
                <a:lnTo>
                  <a:pt x="144582" y="947585"/>
                </a:lnTo>
                <a:lnTo>
                  <a:pt x="127685" y="947585"/>
                </a:lnTo>
                <a:lnTo>
                  <a:pt x="129870" y="956424"/>
                </a:lnTo>
                <a:lnTo>
                  <a:pt x="290737" y="956424"/>
                </a:lnTo>
                <a:lnTo>
                  <a:pt x="564832" y="971283"/>
                </a:lnTo>
                <a:lnTo>
                  <a:pt x="563711" y="973150"/>
                </a:lnTo>
                <a:lnTo>
                  <a:pt x="552602" y="973150"/>
                </a:lnTo>
                <a:lnTo>
                  <a:pt x="548526" y="979935"/>
                </a:lnTo>
                <a:close/>
              </a:path>
              <a:path w="2896870" h="1381125">
                <a:moveTo>
                  <a:pt x="2516624" y="795223"/>
                </a:moveTo>
                <a:lnTo>
                  <a:pt x="2500934" y="795223"/>
                </a:lnTo>
                <a:lnTo>
                  <a:pt x="2511824" y="792339"/>
                </a:lnTo>
                <a:lnTo>
                  <a:pt x="2516624" y="795223"/>
                </a:lnTo>
                <a:close/>
              </a:path>
              <a:path w="2896870" h="1381125">
                <a:moveTo>
                  <a:pt x="129870" y="956424"/>
                </a:moveTo>
                <a:lnTo>
                  <a:pt x="127685" y="947585"/>
                </a:lnTo>
                <a:lnTo>
                  <a:pt x="143183" y="948425"/>
                </a:lnTo>
                <a:lnTo>
                  <a:pt x="129870" y="956424"/>
                </a:lnTo>
                <a:close/>
              </a:path>
              <a:path w="2896870" h="1381125">
                <a:moveTo>
                  <a:pt x="143183" y="948425"/>
                </a:moveTo>
                <a:lnTo>
                  <a:pt x="127685" y="947585"/>
                </a:lnTo>
                <a:lnTo>
                  <a:pt x="144582" y="947585"/>
                </a:lnTo>
                <a:lnTo>
                  <a:pt x="143183" y="948425"/>
                </a:lnTo>
                <a:close/>
              </a:path>
              <a:path w="2896870" h="1381125">
                <a:moveTo>
                  <a:pt x="2766428" y="956424"/>
                </a:moveTo>
                <a:lnTo>
                  <a:pt x="2753114" y="948425"/>
                </a:lnTo>
                <a:lnTo>
                  <a:pt x="2768612" y="947585"/>
                </a:lnTo>
                <a:lnTo>
                  <a:pt x="2766428" y="956424"/>
                </a:lnTo>
                <a:close/>
              </a:path>
              <a:path w="2896870" h="1381125">
                <a:moveTo>
                  <a:pt x="2781593" y="956424"/>
                </a:moveTo>
                <a:lnTo>
                  <a:pt x="2766428" y="956424"/>
                </a:lnTo>
                <a:lnTo>
                  <a:pt x="2768612" y="947585"/>
                </a:lnTo>
                <a:lnTo>
                  <a:pt x="2770203" y="947585"/>
                </a:lnTo>
                <a:lnTo>
                  <a:pt x="2784640" y="956259"/>
                </a:lnTo>
                <a:lnTo>
                  <a:pt x="2781593" y="956424"/>
                </a:lnTo>
                <a:close/>
              </a:path>
              <a:path w="2896870" h="1381125">
                <a:moveTo>
                  <a:pt x="290737" y="956424"/>
                </a:moveTo>
                <a:lnTo>
                  <a:pt x="129870" y="956424"/>
                </a:lnTo>
                <a:lnTo>
                  <a:pt x="143183" y="948425"/>
                </a:lnTo>
                <a:lnTo>
                  <a:pt x="290737" y="956424"/>
                </a:lnTo>
                <a:close/>
              </a:path>
              <a:path w="2896870" h="1381125">
                <a:moveTo>
                  <a:pt x="2466019" y="1176781"/>
                </a:moveTo>
                <a:lnTo>
                  <a:pt x="2454910" y="1176781"/>
                </a:lnTo>
                <a:lnTo>
                  <a:pt x="2459647" y="1169606"/>
                </a:lnTo>
                <a:lnTo>
                  <a:pt x="2449784" y="1168249"/>
                </a:lnTo>
                <a:lnTo>
                  <a:pt x="2331466" y="971283"/>
                </a:lnTo>
                <a:lnTo>
                  <a:pt x="2753114" y="948425"/>
                </a:lnTo>
                <a:lnTo>
                  <a:pt x="2766428" y="956424"/>
                </a:lnTo>
                <a:lnTo>
                  <a:pt x="2781593" y="956424"/>
                </a:lnTo>
                <a:lnTo>
                  <a:pt x="2472975" y="973150"/>
                </a:lnTo>
                <a:lnTo>
                  <a:pt x="2343696" y="973150"/>
                </a:lnTo>
                <a:lnTo>
                  <a:pt x="2339873" y="980363"/>
                </a:lnTo>
                <a:lnTo>
                  <a:pt x="2348029" y="980363"/>
                </a:lnTo>
                <a:lnTo>
                  <a:pt x="2466019" y="1176781"/>
                </a:lnTo>
                <a:close/>
              </a:path>
              <a:path w="2896870" h="1381125">
                <a:moveTo>
                  <a:pt x="556425" y="980363"/>
                </a:moveTo>
                <a:lnTo>
                  <a:pt x="548526" y="979935"/>
                </a:lnTo>
                <a:lnTo>
                  <a:pt x="552602" y="973150"/>
                </a:lnTo>
                <a:lnTo>
                  <a:pt x="556425" y="980363"/>
                </a:lnTo>
                <a:close/>
              </a:path>
              <a:path w="2896870" h="1381125">
                <a:moveTo>
                  <a:pt x="559377" y="980363"/>
                </a:moveTo>
                <a:lnTo>
                  <a:pt x="556425" y="980363"/>
                </a:lnTo>
                <a:lnTo>
                  <a:pt x="552602" y="973150"/>
                </a:lnTo>
                <a:lnTo>
                  <a:pt x="563711" y="973150"/>
                </a:lnTo>
                <a:lnTo>
                  <a:pt x="559377" y="980363"/>
                </a:lnTo>
                <a:close/>
              </a:path>
              <a:path w="2896870" h="1381125">
                <a:moveTo>
                  <a:pt x="2339873" y="980363"/>
                </a:moveTo>
                <a:lnTo>
                  <a:pt x="2343696" y="973150"/>
                </a:lnTo>
                <a:lnTo>
                  <a:pt x="2347772" y="979935"/>
                </a:lnTo>
                <a:lnTo>
                  <a:pt x="2339873" y="980363"/>
                </a:lnTo>
                <a:close/>
              </a:path>
              <a:path w="2896870" h="1381125">
                <a:moveTo>
                  <a:pt x="2347772" y="979935"/>
                </a:moveTo>
                <a:lnTo>
                  <a:pt x="2343696" y="973150"/>
                </a:lnTo>
                <a:lnTo>
                  <a:pt x="2472975" y="973150"/>
                </a:lnTo>
                <a:lnTo>
                  <a:pt x="2347772" y="979935"/>
                </a:lnTo>
                <a:close/>
              </a:path>
              <a:path w="2896870" h="1381125">
                <a:moveTo>
                  <a:pt x="428104" y="1180401"/>
                </a:moveTo>
                <a:lnTo>
                  <a:pt x="548526" y="979935"/>
                </a:lnTo>
                <a:lnTo>
                  <a:pt x="556425" y="980363"/>
                </a:lnTo>
                <a:lnTo>
                  <a:pt x="559377" y="980363"/>
                </a:lnTo>
                <a:lnTo>
                  <a:pt x="446514" y="1168249"/>
                </a:lnTo>
                <a:lnTo>
                  <a:pt x="436651" y="1169606"/>
                </a:lnTo>
                <a:lnTo>
                  <a:pt x="441388" y="1176781"/>
                </a:lnTo>
                <a:lnTo>
                  <a:pt x="454403" y="1176781"/>
                </a:lnTo>
                <a:lnTo>
                  <a:pt x="428104" y="1180401"/>
                </a:lnTo>
                <a:close/>
              </a:path>
              <a:path w="2896870" h="1381125">
                <a:moveTo>
                  <a:pt x="2348029" y="980363"/>
                </a:moveTo>
                <a:lnTo>
                  <a:pt x="2339873" y="980363"/>
                </a:lnTo>
                <a:lnTo>
                  <a:pt x="2347772" y="979935"/>
                </a:lnTo>
                <a:lnTo>
                  <a:pt x="2348029" y="980363"/>
                </a:lnTo>
                <a:close/>
              </a:path>
              <a:path w="2896870" h="1381125">
                <a:moveTo>
                  <a:pt x="454403" y="1176781"/>
                </a:moveTo>
                <a:lnTo>
                  <a:pt x="441388" y="1176781"/>
                </a:lnTo>
                <a:lnTo>
                  <a:pt x="446514" y="1168249"/>
                </a:lnTo>
                <a:lnTo>
                  <a:pt x="856132" y="1111884"/>
                </a:lnTo>
                <a:lnTo>
                  <a:pt x="857646" y="1118285"/>
                </a:lnTo>
                <a:lnTo>
                  <a:pt x="847851" y="1118285"/>
                </a:lnTo>
                <a:lnTo>
                  <a:pt x="848847" y="1122495"/>
                </a:lnTo>
                <a:lnTo>
                  <a:pt x="454403" y="1176781"/>
                </a:lnTo>
                <a:close/>
              </a:path>
              <a:path w="2896870" h="1381125">
                <a:moveTo>
                  <a:pt x="2000356" y="1321549"/>
                </a:moveTo>
                <a:lnTo>
                  <a:pt x="1990572" y="1321549"/>
                </a:lnTo>
                <a:lnTo>
                  <a:pt x="1996897" y="1318196"/>
                </a:lnTo>
                <a:lnTo>
                  <a:pt x="1991824" y="1316257"/>
                </a:lnTo>
                <a:lnTo>
                  <a:pt x="2040166" y="1111884"/>
                </a:lnTo>
                <a:lnTo>
                  <a:pt x="2086682" y="1118285"/>
                </a:lnTo>
                <a:lnTo>
                  <a:pt x="2048446" y="1118285"/>
                </a:lnTo>
                <a:lnTo>
                  <a:pt x="2043163" y="1121905"/>
                </a:lnTo>
                <a:lnTo>
                  <a:pt x="2047450" y="1122495"/>
                </a:lnTo>
                <a:lnTo>
                  <a:pt x="2000356" y="1321549"/>
                </a:lnTo>
                <a:close/>
              </a:path>
              <a:path w="2896870" h="1381125">
                <a:moveTo>
                  <a:pt x="848847" y="1122495"/>
                </a:moveTo>
                <a:lnTo>
                  <a:pt x="847851" y="1118285"/>
                </a:lnTo>
                <a:lnTo>
                  <a:pt x="853135" y="1121905"/>
                </a:lnTo>
                <a:lnTo>
                  <a:pt x="848847" y="1122495"/>
                </a:lnTo>
                <a:close/>
              </a:path>
              <a:path w="2896870" h="1381125">
                <a:moveTo>
                  <a:pt x="897712" y="1329029"/>
                </a:moveTo>
                <a:lnTo>
                  <a:pt x="848847" y="1122495"/>
                </a:lnTo>
                <a:lnTo>
                  <a:pt x="853135" y="1121905"/>
                </a:lnTo>
                <a:lnTo>
                  <a:pt x="847851" y="1118285"/>
                </a:lnTo>
                <a:lnTo>
                  <a:pt x="857646" y="1118285"/>
                </a:lnTo>
                <a:lnTo>
                  <a:pt x="904462" y="1316261"/>
                </a:lnTo>
                <a:lnTo>
                  <a:pt x="899388" y="1318196"/>
                </a:lnTo>
                <a:lnTo>
                  <a:pt x="905725" y="1321549"/>
                </a:lnTo>
                <a:lnTo>
                  <a:pt x="917330" y="1321549"/>
                </a:lnTo>
                <a:lnTo>
                  <a:pt x="897712" y="1329029"/>
                </a:lnTo>
                <a:close/>
              </a:path>
              <a:path w="2896870" h="1381125">
                <a:moveTo>
                  <a:pt x="2047450" y="1122495"/>
                </a:moveTo>
                <a:lnTo>
                  <a:pt x="2043163" y="1121905"/>
                </a:lnTo>
                <a:lnTo>
                  <a:pt x="2048446" y="1118285"/>
                </a:lnTo>
                <a:lnTo>
                  <a:pt x="2047450" y="1122495"/>
                </a:lnTo>
                <a:close/>
              </a:path>
              <a:path w="2896870" h="1381125">
                <a:moveTo>
                  <a:pt x="2468194" y="1180401"/>
                </a:moveTo>
                <a:lnTo>
                  <a:pt x="2047450" y="1122495"/>
                </a:lnTo>
                <a:lnTo>
                  <a:pt x="2048446" y="1118285"/>
                </a:lnTo>
                <a:lnTo>
                  <a:pt x="2086682" y="1118285"/>
                </a:lnTo>
                <a:lnTo>
                  <a:pt x="2449784" y="1168249"/>
                </a:lnTo>
                <a:lnTo>
                  <a:pt x="2454910" y="1176781"/>
                </a:lnTo>
                <a:lnTo>
                  <a:pt x="2466019" y="1176781"/>
                </a:lnTo>
                <a:lnTo>
                  <a:pt x="2468194" y="1180401"/>
                </a:lnTo>
                <a:close/>
              </a:path>
              <a:path w="2896870" h="1381125">
                <a:moveTo>
                  <a:pt x="441388" y="1176781"/>
                </a:moveTo>
                <a:lnTo>
                  <a:pt x="436651" y="1169606"/>
                </a:lnTo>
                <a:lnTo>
                  <a:pt x="446514" y="1168249"/>
                </a:lnTo>
                <a:lnTo>
                  <a:pt x="441388" y="1176781"/>
                </a:lnTo>
                <a:close/>
              </a:path>
              <a:path w="2896870" h="1381125">
                <a:moveTo>
                  <a:pt x="2454910" y="1176781"/>
                </a:moveTo>
                <a:lnTo>
                  <a:pt x="2449784" y="1168249"/>
                </a:lnTo>
                <a:lnTo>
                  <a:pt x="2459647" y="1169606"/>
                </a:lnTo>
                <a:lnTo>
                  <a:pt x="2454910" y="1176781"/>
                </a:lnTo>
                <a:close/>
              </a:path>
              <a:path w="2896870" h="1381125">
                <a:moveTo>
                  <a:pt x="917330" y="1321549"/>
                </a:moveTo>
                <a:lnTo>
                  <a:pt x="905725" y="1321549"/>
                </a:lnTo>
                <a:lnTo>
                  <a:pt x="904474" y="1316257"/>
                </a:lnTo>
                <a:lnTo>
                  <a:pt x="1239939" y="1188351"/>
                </a:lnTo>
                <a:lnTo>
                  <a:pt x="1250423" y="1197419"/>
                </a:lnTo>
                <a:lnTo>
                  <a:pt x="1235862" y="1197419"/>
                </a:lnTo>
                <a:lnTo>
                  <a:pt x="1238007" y="1199274"/>
                </a:lnTo>
                <a:lnTo>
                  <a:pt x="917330" y="1321549"/>
                </a:lnTo>
                <a:close/>
              </a:path>
              <a:path w="2896870" h="1381125">
                <a:moveTo>
                  <a:pt x="1459608" y="1371117"/>
                </a:moveTo>
                <a:lnTo>
                  <a:pt x="1451267" y="1371117"/>
                </a:lnTo>
                <a:lnTo>
                  <a:pt x="1448149" y="1368420"/>
                </a:lnTo>
                <a:lnTo>
                  <a:pt x="1656359" y="1188351"/>
                </a:lnTo>
                <a:lnTo>
                  <a:pt x="1680141" y="1197419"/>
                </a:lnTo>
                <a:lnTo>
                  <a:pt x="1660436" y="1197419"/>
                </a:lnTo>
                <a:lnTo>
                  <a:pt x="1655622" y="1198257"/>
                </a:lnTo>
                <a:lnTo>
                  <a:pt x="1658290" y="1199275"/>
                </a:lnTo>
                <a:lnTo>
                  <a:pt x="1459608" y="1371117"/>
                </a:lnTo>
                <a:close/>
              </a:path>
              <a:path w="2896870" h="1381125">
                <a:moveTo>
                  <a:pt x="1238007" y="1199274"/>
                </a:moveTo>
                <a:lnTo>
                  <a:pt x="1235862" y="1197419"/>
                </a:lnTo>
                <a:lnTo>
                  <a:pt x="1240675" y="1198257"/>
                </a:lnTo>
                <a:lnTo>
                  <a:pt x="1238007" y="1199274"/>
                </a:lnTo>
                <a:close/>
              </a:path>
              <a:path w="2896870" h="1381125">
                <a:moveTo>
                  <a:pt x="1448155" y="1381023"/>
                </a:moveTo>
                <a:lnTo>
                  <a:pt x="1238007" y="1199274"/>
                </a:lnTo>
                <a:lnTo>
                  <a:pt x="1240675" y="1198257"/>
                </a:lnTo>
                <a:lnTo>
                  <a:pt x="1235862" y="1197419"/>
                </a:lnTo>
                <a:lnTo>
                  <a:pt x="1250423" y="1197419"/>
                </a:lnTo>
                <a:lnTo>
                  <a:pt x="1448149" y="1368420"/>
                </a:lnTo>
                <a:lnTo>
                  <a:pt x="1445031" y="1371117"/>
                </a:lnTo>
                <a:lnTo>
                  <a:pt x="1459608" y="1371117"/>
                </a:lnTo>
                <a:lnTo>
                  <a:pt x="1448155" y="1381023"/>
                </a:lnTo>
                <a:close/>
              </a:path>
              <a:path w="2896870" h="1381125">
                <a:moveTo>
                  <a:pt x="1658290" y="1199275"/>
                </a:moveTo>
                <a:lnTo>
                  <a:pt x="1655622" y="1198257"/>
                </a:lnTo>
                <a:lnTo>
                  <a:pt x="1660436" y="1197419"/>
                </a:lnTo>
                <a:lnTo>
                  <a:pt x="1658290" y="1199275"/>
                </a:lnTo>
                <a:close/>
              </a:path>
              <a:path w="2896870" h="1381125">
                <a:moveTo>
                  <a:pt x="1998586" y="1329029"/>
                </a:moveTo>
                <a:lnTo>
                  <a:pt x="1658290" y="1199275"/>
                </a:lnTo>
                <a:lnTo>
                  <a:pt x="1660436" y="1197419"/>
                </a:lnTo>
                <a:lnTo>
                  <a:pt x="1680141" y="1197419"/>
                </a:lnTo>
                <a:lnTo>
                  <a:pt x="1991823" y="1316261"/>
                </a:lnTo>
                <a:lnTo>
                  <a:pt x="1990572" y="1321549"/>
                </a:lnTo>
                <a:lnTo>
                  <a:pt x="2000356" y="1321549"/>
                </a:lnTo>
                <a:lnTo>
                  <a:pt x="1998586" y="1329029"/>
                </a:lnTo>
                <a:close/>
              </a:path>
              <a:path w="2896870" h="1381125">
                <a:moveTo>
                  <a:pt x="905725" y="1321549"/>
                </a:moveTo>
                <a:lnTo>
                  <a:pt x="899388" y="1318196"/>
                </a:lnTo>
                <a:lnTo>
                  <a:pt x="904474" y="1316257"/>
                </a:lnTo>
                <a:lnTo>
                  <a:pt x="905725" y="1321549"/>
                </a:lnTo>
                <a:close/>
              </a:path>
              <a:path w="2896870" h="1381125">
                <a:moveTo>
                  <a:pt x="1990572" y="1321549"/>
                </a:moveTo>
                <a:lnTo>
                  <a:pt x="1991823" y="1316261"/>
                </a:lnTo>
                <a:lnTo>
                  <a:pt x="1996897" y="1318196"/>
                </a:lnTo>
                <a:lnTo>
                  <a:pt x="1990572" y="1321549"/>
                </a:lnTo>
                <a:close/>
              </a:path>
              <a:path w="2896870" h="1381125">
                <a:moveTo>
                  <a:pt x="1451267" y="1371117"/>
                </a:moveTo>
                <a:lnTo>
                  <a:pt x="1445031" y="1371117"/>
                </a:lnTo>
                <a:lnTo>
                  <a:pt x="1448149" y="1368420"/>
                </a:lnTo>
                <a:lnTo>
                  <a:pt x="1451267" y="13711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113553" y="3750030"/>
            <a:ext cx="169545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0" marR="5080" indent="-222250">
              <a:lnSpc>
                <a:spcPct val="150000"/>
              </a:lnSpc>
              <a:spcBef>
                <a:spcPts val="100"/>
              </a:spcBef>
            </a:pP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C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o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u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r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se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T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est.ja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v</a:t>
            </a:r>
            <a:r>
              <a:rPr dirty="0" sz="1800" b="1">
                <a:solidFill>
                  <a:srgbClr val="FC3E03"/>
                </a:solidFill>
                <a:latin typeface="Book Antiqua"/>
                <a:cs typeface="Book Antiqua"/>
              </a:rPr>
              <a:t>a  </a:t>
            </a:r>
            <a:r>
              <a:rPr dirty="0" sz="1800" spc="-5" b="1">
                <a:solidFill>
                  <a:srgbClr val="FC3E03"/>
                </a:solidFill>
                <a:latin typeface="Book Antiqua"/>
                <a:cs typeface="Book Antiqua"/>
              </a:rPr>
              <a:t>Course.java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461835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命令行方式下的编译和执</a:t>
            </a:r>
            <a:r>
              <a:rPr dirty="0" sz="3000" spc="-15" b="1">
                <a:latin typeface="宋体"/>
                <a:cs typeface="宋体"/>
              </a:rPr>
              <a:t>行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38007" y="1843633"/>
            <a:ext cx="406400" cy="484505"/>
          </a:xfrm>
          <a:custGeom>
            <a:avLst/>
            <a:gdLst/>
            <a:ahLst/>
            <a:cxnLst/>
            <a:rect l="l" t="t" r="r" b="b"/>
            <a:pathLst>
              <a:path w="406400" h="484505">
                <a:moveTo>
                  <a:pt x="7315" y="483933"/>
                </a:moveTo>
                <a:lnTo>
                  <a:pt x="0" y="477837"/>
                </a:lnTo>
                <a:lnTo>
                  <a:pt x="398462" y="0"/>
                </a:lnTo>
                <a:lnTo>
                  <a:pt x="405777" y="6095"/>
                </a:lnTo>
                <a:lnTo>
                  <a:pt x="7315" y="4839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08315" y="2781719"/>
            <a:ext cx="0" cy="360680"/>
          </a:xfrm>
          <a:custGeom>
            <a:avLst/>
            <a:gdLst/>
            <a:ahLst/>
            <a:cxnLst/>
            <a:rect l="l" t="t" r="r" b="b"/>
            <a:pathLst>
              <a:path w="0" h="360680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18260" y="1440180"/>
            <a:ext cx="2391410" cy="407034"/>
          </a:xfrm>
          <a:custGeom>
            <a:avLst/>
            <a:gdLst/>
            <a:ahLst/>
            <a:cxnLst/>
            <a:rect l="l" t="t" r="r" b="b"/>
            <a:pathLst>
              <a:path w="2391410" h="407035">
                <a:moveTo>
                  <a:pt x="0" y="0"/>
                </a:moveTo>
                <a:lnTo>
                  <a:pt x="2391155" y="0"/>
                </a:lnTo>
                <a:lnTo>
                  <a:pt x="2391155" y="406908"/>
                </a:lnTo>
                <a:lnTo>
                  <a:pt x="0" y="406908"/>
                </a:lnTo>
                <a:lnTo>
                  <a:pt x="0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13040" y="1435519"/>
            <a:ext cx="2402205" cy="415925"/>
          </a:xfrm>
          <a:custGeom>
            <a:avLst/>
            <a:gdLst/>
            <a:ahLst/>
            <a:cxnLst/>
            <a:rect l="l" t="t" r="r" b="b"/>
            <a:pathLst>
              <a:path w="2402204" h="415925">
                <a:moveTo>
                  <a:pt x="2401887" y="415924"/>
                </a:moveTo>
                <a:lnTo>
                  <a:pt x="0" y="415924"/>
                </a:lnTo>
                <a:lnTo>
                  <a:pt x="0" y="0"/>
                </a:lnTo>
                <a:lnTo>
                  <a:pt x="2401887" y="0"/>
                </a:lnTo>
                <a:lnTo>
                  <a:pt x="2401887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406399"/>
                </a:lnTo>
                <a:lnTo>
                  <a:pt x="4762" y="406399"/>
                </a:lnTo>
                <a:lnTo>
                  <a:pt x="9525" y="411162"/>
                </a:lnTo>
                <a:lnTo>
                  <a:pt x="2401887" y="411162"/>
                </a:lnTo>
                <a:lnTo>
                  <a:pt x="2401887" y="415924"/>
                </a:lnTo>
                <a:close/>
              </a:path>
              <a:path w="2402204" h="415925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2402204" h="415925">
                <a:moveTo>
                  <a:pt x="2392362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2392362" y="4762"/>
                </a:lnTo>
                <a:lnTo>
                  <a:pt x="2392362" y="9524"/>
                </a:lnTo>
                <a:close/>
              </a:path>
              <a:path w="2402204" h="415925">
                <a:moveTo>
                  <a:pt x="2392362" y="411162"/>
                </a:moveTo>
                <a:lnTo>
                  <a:pt x="2392362" y="4762"/>
                </a:lnTo>
                <a:lnTo>
                  <a:pt x="2397125" y="9524"/>
                </a:lnTo>
                <a:lnTo>
                  <a:pt x="2401887" y="9524"/>
                </a:lnTo>
                <a:lnTo>
                  <a:pt x="2401887" y="406399"/>
                </a:lnTo>
                <a:lnTo>
                  <a:pt x="2397125" y="406399"/>
                </a:lnTo>
                <a:lnTo>
                  <a:pt x="2392362" y="411162"/>
                </a:lnTo>
                <a:close/>
              </a:path>
              <a:path w="2402204" h="415925">
                <a:moveTo>
                  <a:pt x="2401887" y="9524"/>
                </a:moveTo>
                <a:lnTo>
                  <a:pt x="2397125" y="9524"/>
                </a:lnTo>
                <a:lnTo>
                  <a:pt x="2392362" y="4762"/>
                </a:lnTo>
                <a:lnTo>
                  <a:pt x="2401887" y="4762"/>
                </a:lnTo>
                <a:lnTo>
                  <a:pt x="2401887" y="9524"/>
                </a:lnTo>
                <a:close/>
              </a:path>
              <a:path w="2402204" h="415925">
                <a:moveTo>
                  <a:pt x="9525" y="411162"/>
                </a:moveTo>
                <a:lnTo>
                  <a:pt x="4762" y="406399"/>
                </a:lnTo>
                <a:lnTo>
                  <a:pt x="9525" y="406399"/>
                </a:lnTo>
                <a:lnTo>
                  <a:pt x="9525" y="411162"/>
                </a:lnTo>
                <a:close/>
              </a:path>
              <a:path w="2402204" h="415925">
                <a:moveTo>
                  <a:pt x="2392362" y="411162"/>
                </a:moveTo>
                <a:lnTo>
                  <a:pt x="9525" y="411162"/>
                </a:lnTo>
                <a:lnTo>
                  <a:pt x="9525" y="406399"/>
                </a:lnTo>
                <a:lnTo>
                  <a:pt x="2392362" y="406399"/>
                </a:lnTo>
                <a:lnTo>
                  <a:pt x="2392362" y="411162"/>
                </a:lnTo>
                <a:close/>
              </a:path>
              <a:path w="2402204" h="415925">
                <a:moveTo>
                  <a:pt x="2401887" y="411162"/>
                </a:moveTo>
                <a:lnTo>
                  <a:pt x="2392362" y="411162"/>
                </a:lnTo>
                <a:lnTo>
                  <a:pt x="2397125" y="406399"/>
                </a:lnTo>
                <a:lnTo>
                  <a:pt x="2401887" y="406399"/>
                </a:lnTo>
                <a:lnTo>
                  <a:pt x="2401887" y="411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18260" y="1455521"/>
            <a:ext cx="23914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6075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967A2C"/>
                </a:solidFill>
                <a:latin typeface="Book Antiqua"/>
                <a:cs typeface="Book Antiqua"/>
              </a:rPr>
              <a:t>e:\java_source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00082" y="1843633"/>
            <a:ext cx="606425" cy="725805"/>
          </a:xfrm>
          <a:custGeom>
            <a:avLst/>
            <a:gdLst/>
            <a:ahLst/>
            <a:cxnLst/>
            <a:rect l="l" t="t" r="r" b="b"/>
            <a:pathLst>
              <a:path w="606425" h="725805">
                <a:moveTo>
                  <a:pt x="598487" y="725233"/>
                </a:moveTo>
                <a:lnTo>
                  <a:pt x="0" y="6095"/>
                </a:lnTo>
                <a:lnTo>
                  <a:pt x="7327" y="0"/>
                </a:lnTo>
                <a:lnTo>
                  <a:pt x="605815" y="719137"/>
                </a:lnTo>
                <a:lnTo>
                  <a:pt x="598487" y="7252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39977" y="2345156"/>
            <a:ext cx="1405255" cy="415925"/>
          </a:xfrm>
          <a:custGeom>
            <a:avLst/>
            <a:gdLst/>
            <a:ahLst/>
            <a:cxnLst/>
            <a:rect l="l" t="t" r="r" b="b"/>
            <a:pathLst>
              <a:path w="1405255" h="415925">
                <a:moveTo>
                  <a:pt x="1404937" y="415924"/>
                </a:moveTo>
                <a:lnTo>
                  <a:pt x="0" y="415924"/>
                </a:lnTo>
                <a:lnTo>
                  <a:pt x="0" y="0"/>
                </a:lnTo>
                <a:lnTo>
                  <a:pt x="1404937" y="0"/>
                </a:lnTo>
                <a:lnTo>
                  <a:pt x="1404937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406399"/>
                </a:lnTo>
                <a:lnTo>
                  <a:pt x="4762" y="406399"/>
                </a:lnTo>
                <a:lnTo>
                  <a:pt x="9525" y="411162"/>
                </a:lnTo>
                <a:lnTo>
                  <a:pt x="1404937" y="411162"/>
                </a:lnTo>
                <a:lnTo>
                  <a:pt x="1404937" y="415924"/>
                </a:lnTo>
                <a:close/>
              </a:path>
              <a:path w="1405255" h="415925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1405255" h="415925">
                <a:moveTo>
                  <a:pt x="1395412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1395412" y="4762"/>
                </a:lnTo>
                <a:lnTo>
                  <a:pt x="1395412" y="9524"/>
                </a:lnTo>
                <a:close/>
              </a:path>
              <a:path w="1405255" h="415925">
                <a:moveTo>
                  <a:pt x="1395412" y="411162"/>
                </a:moveTo>
                <a:lnTo>
                  <a:pt x="1395412" y="4762"/>
                </a:lnTo>
                <a:lnTo>
                  <a:pt x="1400175" y="9524"/>
                </a:lnTo>
                <a:lnTo>
                  <a:pt x="1404937" y="9524"/>
                </a:lnTo>
                <a:lnTo>
                  <a:pt x="1404937" y="406399"/>
                </a:lnTo>
                <a:lnTo>
                  <a:pt x="1400175" y="406399"/>
                </a:lnTo>
                <a:lnTo>
                  <a:pt x="1395412" y="411162"/>
                </a:lnTo>
                <a:close/>
              </a:path>
              <a:path w="1405255" h="415925">
                <a:moveTo>
                  <a:pt x="1404937" y="9524"/>
                </a:moveTo>
                <a:lnTo>
                  <a:pt x="1400175" y="9524"/>
                </a:lnTo>
                <a:lnTo>
                  <a:pt x="1395412" y="4762"/>
                </a:lnTo>
                <a:lnTo>
                  <a:pt x="1404937" y="4762"/>
                </a:lnTo>
                <a:lnTo>
                  <a:pt x="1404937" y="9524"/>
                </a:lnTo>
                <a:close/>
              </a:path>
              <a:path w="1405255" h="415925">
                <a:moveTo>
                  <a:pt x="9525" y="411162"/>
                </a:moveTo>
                <a:lnTo>
                  <a:pt x="4762" y="406399"/>
                </a:lnTo>
                <a:lnTo>
                  <a:pt x="9525" y="406399"/>
                </a:lnTo>
                <a:lnTo>
                  <a:pt x="9525" y="411162"/>
                </a:lnTo>
                <a:close/>
              </a:path>
              <a:path w="1405255" h="415925">
                <a:moveTo>
                  <a:pt x="1395412" y="411162"/>
                </a:moveTo>
                <a:lnTo>
                  <a:pt x="9525" y="411162"/>
                </a:lnTo>
                <a:lnTo>
                  <a:pt x="9525" y="406399"/>
                </a:lnTo>
                <a:lnTo>
                  <a:pt x="1395412" y="406399"/>
                </a:lnTo>
                <a:lnTo>
                  <a:pt x="1395412" y="411162"/>
                </a:lnTo>
                <a:close/>
              </a:path>
              <a:path w="1405255" h="415925">
                <a:moveTo>
                  <a:pt x="1404937" y="411162"/>
                </a:moveTo>
                <a:lnTo>
                  <a:pt x="1395412" y="411162"/>
                </a:lnTo>
                <a:lnTo>
                  <a:pt x="1400175" y="406399"/>
                </a:lnTo>
                <a:lnTo>
                  <a:pt x="1404937" y="406399"/>
                </a:lnTo>
                <a:lnTo>
                  <a:pt x="1404937" y="411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83830" y="2369604"/>
            <a:ext cx="7175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967A2C"/>
                </a:solidFill>
                <a:latin typeface="Arial"/>
                <a:cs typeface="Arial"/>
              </a:rPr>
              <a:t>c</a:t>
            </a:r>
            <a:r>
              <a:rPr dirty="0" sz="2000" spc="-10">
                <a:solidFill>
                  <a:srgbClr val="967A2C"/>
                </a:solidFill>
                <a:latin typeface="Arial"/>
                <a:cs typeface="Arial"/>
              </a:rPr>
              <a:t>hap</a:t>
            </a:r>
            <a:r>
              <a:rPr dirty="0" sz="2000">
                <a:solidFill>
                  <a:srgbClr val="967A2C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39977" y="3137319"/>
            <a:ext cx="1405255" cy="415925"/>
          </a:xfrm>
          <a:custGeom>
            <a:avLst/>
            <a:gdLst/>
            <a:ahLst/>
            <a:cxnLst/>
            <a:rect l="l" t="t" r="r" b="b"/>
            <a:pathLst>
              <a:path w="1405255" h="415925">
                <a:moveTo>
                  <a:pt x="1404937" y="415925"/>
                </a:moveTo>
                <a:lnTo>
                  <a:pt x="0" y="415925"/>
                </a:lnTo>
                <a:lnTo>
                  <a:pt x="0" y="0"/>
                </a:lnTo>
                <a:lnTo>
                  <a:pt x="1404937" y="0"/>
                </a:lnTo>
                <a:lnTo>
                  <a:pt x="1404937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406400"/>
                </a:lnTo>
                <a:lnTo>
                  <a:pt x="4762" y="406400"/>
                </a:lnTo>
                <a:lnTo>
                  <a:pt x="9525" y="411162"/>
                </a:lnTo>
                <a:lnTo>
                  <a:pt x="1404937" y="411162"/>
                </a:lnTo>
                <a:lnTo>
                  <a:pt x="1404937" y="415925"/>
                </a:lnTo>
                <a:close/>
              </a:path>
              <a:path w="1405255" h="415925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1405255" h="415925">
                <a:moveTo>
                  <a:pt x="1395412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1395412" y="4762"/>
                </a:lnTo>
                <a:lnTo>
                  <a:pt x="1395412" y="9524"/>
                </a:lnTo>
                <a:close/>
              </a:path>
              <a:path w="1405255" h="415925">
                <a:moveTo>
                  <a:pt x="1395412" y="411162"/>
                </a:moveTo>
                <a:lnTo>
                  <a:pt x="1395412" y="4762"/>
                </a:lnTo>
                <a:lnTo>
                  <a:pt x="1400175" y="9524"/>
                </a:lnTo>
                <a:lnTo>
                  <a:pt x="1404937" y="9524"/>
                </a:lnTo>
                <a:lnTo>
                  <a:pt x="1404937" y="406400"/>
                </a:lnTo>
                <a:lnTo>
                  <a:pt x="1400175" y="406400"/>
                </a:lnTo>
                <a:lnTo>
                  <a:pt x="1395412" y="411162"/>
                </a:lnTo>
                <a:close/>
              </a:path>
              <a:path w="1405255" h="415925">
                <a:moveTo>
                  <a:pt x="1404937" y="9524"/>
                </a:moveTo>
                <a:lnTo>
                  <a:pt x="1400175" y="9524"/>
                </a:lnTo>
                <a:lnTo>
                  <a:pt x="1395412" y="4762"/>
                </a:lnTo>
                <a:lnTo>
                  <a:pt x="1404937" y="4762"/>
                </a:lnTo>
                <a:lnTo>
                  <a:pt x="1404937" y="9524"/>
                </a:lnTo>
                <a:close/>
              </a:path>
              <a:path w="1405255" h="415925">
                <a:moveTo>
                  <a:pt x="9525" y="411162"/>
                </a:moveTo>
                <a:lnTo>
                  <a:pt x="4762" y="406400"/>
                </a:lnTo>
                <a:lnTo>
                  <a:pt x="9525" y="406400"/>
                </a:lnTo>
                <a:lnTo>
                  <a:pt x="9525" y="411162"/>
                </a:lnTo>
                <a:close/>
              </a:path>
              <a:path w="1405255" h="415925">
                <a:moveTo>
                  <a:pt x="1395412" y="411162"/>
                </a:moveTo>
                <a:lnTo>
                  <a:pt x="9525" y="411162"/>
                </a:lnTo>
                <a:lnTo>
                  <a:pt x="9525" y="406400"/>
                </a:lnTo>
                <a:lnTo>
                  <a:pt x="1395412" y="406400"/>
                </a:lnTo>
                <a:lnTo>
                  <a:pt x="1395412" y="411162"/>
                </a:lnTo>
                <a:close/>
              </a:path>
              <a:path w="1405255" h="415925">
                <a:moveTo>
                  <a:pt x="1404937" y="411162"/>
                </a:moveTo>
                <a:lnTo>
                  <a:pt x="1395412" y="411162"/>
                </a:lnTo>
                <a:lnTo>
                  <a:pt x="1400175" y="406400"/>
                </a:lnTo>
                <a:lnTo>
                  <a:pt x="1404937" y="406400"/>
                </a:lnTo>
                <a:lnTo>
                  <a:pt x="1404937" y="411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62875" y="3161766"/>
            <a:ext cx="7600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967A2C"/>
                </a:solidFill>
                <a:latin typeface="Arial"/>
                <a:cs typeface="Arial"/>
              </a:rPr>
              <a:t>l</a:t>
            </a:r>
            <a:r>
              <a:rPr dirty="0" sz="2000" spc="-10">
                <a:solidFill>
                  <a:srgbClr val="967A2C"/>
                </a:solidFill>
                <a:latin typeface="Arial"/>
                <a:cs typeface="Arial"/>
              </a:rPr>
              <a:t>e</a:t>
            </a:r>
            <a:r>
              <a:rPr dirty="0" sz="2000" spc="-5">
                <a:solidFill>
                  <a:srgbClr val="967A2C"/>
                </a:solidFill>
                <a:latin typeface="Arial"/>
                <a:cs typeface="Arial"/>
              </a:rPr>
              <a:t>ss</a:t>
            </a:r>
            <a:r>
              <a:rPr dirty="0" sz="2000" spc="-10">
                <a:solidFill>
                  <a:srgbClr val="967A2C"/>
                </a:solidFill>
                <a:latin typeface="Arial"/>
                <a:cs typeface="Arial"/>
              </a:rPr>
              <a:t>o</a:t>
            </a:r>
            <a:r>
              <a:rPr dirty="0" sz="2000">
                <a:solidFill>
                  <a:srgbClr val="967A2C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08315" y="3575468"/>
            <a:ext cx="0" cy="503555"/>
          </a:xfrm>
          <a:custGeom>
            <a:avLst/>
            <a:gdLst/>
            <a:ahLst/>
            <a:cxnLst/>
            <a:rect l="l" t="t" r="r" b="b"/>
            <a:pathLst>
              <a:path w="0" h="503554">
                <a:moveTo>
                  <a:pt x="0" y="0"/>
                </a:moveTo>
                <a:lnTo>
                  <a:pt x="0" y="50323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7347" y="3934967"/>
            <a:ext cx="3721735" cy="1150620"/>
          </a:xfrm>
          <a:custGeom>
            <a:avLst/>
            <a:gdLst/>
            <a:ahLst/>
            <a:cxnLst/>
            <a:rect l="l" t="t" r="r" b="b"/>
            <a:pathLst>
              <a:path w="3721735" h="1150620">
                <a:moveTo>
                  <a:pt x="3030778" y="307848"/>
                </a:moveTo>
                <a:lnTo>
                  <a:pt x="1860803" y="307848"/>
                </a:lnTo>
                <a:lnTo>
                  <a:pt x="2502408" y="0"/>
                </a:lnTo>
                <a:lnTo>
                  <a:pt x="2438400" y="283464"/>
                </a:lnTo>
                <a:lnTo>
                  <a:pt x="3077108" y="283464"/>
                </a:lnTo>
                <a:lnTo>
                  <a:pt x="3030778" y="307848"/>
                </a:lnTo>
                <a:close/>
              </a:path>
              <a:path w="3721735" h="1150620">
                <a:moveTo>
                  <a:pt x="22859" y="777240"/>
                </a:moveTo>
                <a:lnTo>
                  <a:pt x="641604" y="626364"/>
                </a:lnTo>
                <a:lnTo>
                  <a:pt x="0" y="458724"/>
                </a:lnTo>
                <a:lnTo>
                  <a:pt x="797052" y="405384"/>
                </a:lnTo>
                <a:lnTo>
                  <a:pt x="64008" y="121920"/>
                </a:lnTo>
                <a:lnTo>
                  <a:pt x="1260348" y="335280"/>
                </a:lnTo>
                <a:lnTo>
                  <a:pt x="2978658" y="335280"/>
                </a:lnTo>
                <a:lnTo>
                  <a:pt x="2877312" y="388620"/>
                </a:lnTo>
                <a:lnTo>
                  <a:pt x="3634740" y="432816"/>
                </a:lnTo>
                <a:lnTo>
                  <a:pt x="3032760" y="557784"/>
                </a:lnTo>
                <a:lnTo>
                  <a:pt x="3637259" y="688848"/>
                </a:lnTo>
                <a:lnTo>
                  <a:pt x="2900172" y="688848"/>
                </a:lnTo>
                <a:lnTo>
                  <a:pt x="2944029" y="742188"/>
                </a:lnTo>
                <a:lnTo>
                  <a:pt x="976884" y="742188"/>
                </a:lnTo>
                <a:lnTo>
                  <a:pt x="22859" y="777240"/>
                </a:lnTo>
                <a:close/>
              </a:path>
              <a:path w="3721735" h="1150620">
                <a:moveTo>
                  <a:pt x="2978658" y="335280"/>
                </a:moveTo>
                <a:lnTo>
                  <a:pt x="1260348" y="335280"/>
                </a:lnTo>
                <a:lnTo>
                  <a:pt x="1438656" y="121920"/>
                </a:lnTo>
                <a:lnTo>
                  <a:pt x="1860803" y="307848"/>
                </a:lnTo>
                <a:lnTo>
                  <a:pt x="3030778" y="307848"/>
                </a:lnTo>
                <a:lnTo>
                  <a:pt x="2978658" y="335280"/>
                </a:lnTo>
                <a:close/>
              </a:path>
              <a:path w="3721735" h="1150620">
                <a:moveTo>
                  <a:pt x="3077108" y="283464"/>
                </a:moveTo>
                <a:lnTo>
                  <a:pt x="2438400" y="283464"/>
                </a:lnTo>
                <a:lnTo>
                  <a:pt x="3166872" y="236220"/>
                </a:lnTo>
                <a:lnTo>
                  <a:pt x="3077108" y="283464"/>
                </a:lnTo>
                <a:close/>
              </a:path>
              <a:path w="3721735" h="1150620">
                <a:moveTo>
                  <a:pt x="3721607" y="707136"/>
                </a:moveTo>
                <a:lnTo>
                  <a:pt x="2900172" y="688848"/>
                </a:lnTo>
                <a:lnTo>
                  <a:pt x="3637259" y="688848"/>
                </a:lnTo>
                <a:lnTo>
                  <a:pt x="3721607" y="707136"/>
                </a:lnTo>
                <a:close/>
              </a:path>
              <a:path w="3721735" h="1150620">
                <a:moveTo>
                  <a:pt x="819912" y="937260"/>
                </a:moveTo>
                <a:lnTo>
                  <a:pt x="976884" y="742188"/>
                </a:lnTo>
                <a:lnTo>
                  <a:pt x="2944029" y="742188"/>
                </a:lnTo>
                <a:lnTo>
                  <a:pt x="2966584" y="769620"/>
                </a:lnTo>
                <a:lnTo>
                  <a:pt x="2415540" y="769620"/>
                </a:lnTo>
                <a:lnTo>
                  <a:pt x="2403356" y="795528"/>
                </a:lnTo>
                <a:lnTo>
                  <a:pt x="1815083" y="795528"/>
                </a:lnTo>
                <a:lnTo>
                  <a:pt x="1778664" y="832104"/>
                </a:lnTo>
                <a:lnTo>
                  <a:pt x="1328928" y="832104"/>
                </a:lnTo>
                <a:lnTo>
                  <a:pt x="819912" y="937260"/>
                </a:lnTo>
                <a:close/>
              </a:path>
              <a:path w="3721735" h="1150620">
                <a:moveTo>
                  <a:pt x="3125724" y="963168"/>
                </a:moveTo>
                <a:lnTo>
                  <a:pt x="2415540" y="769620"/>
                </a:lnTo>
                <a:lnTo>
                  <a:pt x="2966584" y="769620"/>
                </a:lnTo>
                <a:lnTo>
                  <a:pt x="3125724" y="963168"/>
                </a:lnTo>
                <a:close/>
              </a:path>
              <a:path w="3721735" h="1150620">
                <a:moveTo>
                  <a:pt x="2282952" y="1051560"/>
                </a:moveTo>
                <a:lnTo>
                  <a:pt x="1815083" y="795528"/>
                </a:lnTo>
                <a:lnTo>
                  <a:pt x="2403356" y="795528"/>
                </a:lnTo>
                <a:lnTo>
                  <a:pt x="2282952" y="1051560"/>
                </a:lnTo>
                <a:close/>
              </a:path>
              <a:path w="3721735" h="1150620">
                <a:moveTo>
                  <a:pt x="1461516" y="1150620"/>
                </a:moveTo>
                <a:lnTo>
                  <a:pt x="1328928" y="832104"/>
                </a:lnTo>
                <a:lnTo>
                  <a:pt x="1778664" y="832104"/>
                </a:lnTo>
                <a:lnTo>
                  <a:pt x="1461516" y="115062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8201" y="3925684"/>
            <a:ext cx="3789045" cy="1168400"/>
          </a:xfrm>
          <a:custGeom>
            <a:avLst/>
            <a:gdLst/>
            <a:ahLst/>
            <a:cxnLst/>
            <a:rect l="l" t="t" r="r" b="b"/>
            <a:pathLst>
              <a:path w="3789045" h="1168400">
                <a:moveTo>
                  <a:pt x="1909865" y="313321"/>
                </a:moveTo>
                <a:lnTo>
                  <a:pt x="1887931" y="313321"/>
                </a:lnTo>
                <a:lnTo>
                  <a:pt x="1891919" y="313258"/>
                </a:lnTo>
                <a:lnTo>
                  <a:pt x="1889909" y="312368"/>
                </a:lnTo>
                <a:lnTo>
                  <a:pt x="2537980" y="0"/>
                </a:lnTo>
                <a:lnTo>
                  <a:pt x="2536302" y="7531"/>
                </a:lnTo>
                <a:lnTo>
                  <a:pt x="2526550" y="7531"/>
                </a:lnTo>
                <a:lnTo>
                  <a:pt x="2524413" y="17120"/>
                </a:lnTo>
                <a:lnTo>
                  <a:pt x="1909865" y="313321"/>
                </a:lnTo>
                <a:close/>
              </a:path>
              <a:path w="3789045" h="1168400">
                <a:moveTo>
                  <a:pt x="2524413" y="17120"/>
                </a:moveTo>
                <a:lnTo>
                  <a:pt x="2526550" y="7531"/>
                </a:lnTo>
                <a:lnTo>
                  <a:pt x="2533269" y="12852"/>
                </a:lnTo>
                <a:lnTo>
                  <a:pt x="2524413" y="17120"/>
                </a:lnTo>
                <a:close/>
              </a:path>
              <a:path w="3789045" h="1168400">
                <a:moveTo>
                  <a:pt x="2461945" y="297459"/>
                </a:moveTo>
                <a:lnTo>
                  <a:pt x="2524413" y="17120"/>
                </a:lnTo>
                <a:lnTo>
                  <a:pt x="2533269" y="12852"/>
                </a:lnTo>
                <a:lnTo>
                  <a:pt x="2526550" y="7531"/>
                </a:lnTo>
                <a:lnTo>
                  <a:pt x="2536302" y="7531"/>
                </a:lnTo>
                <a:lnTo>
                  <a:pt x="2474003" y="287151"/>
                </a:lnTo>
                <a:lnTo>
                  <a:pt x="2467673" y="287553"/>
                </a:lnTo>
                <a:lnTo>
                  <a:pt x="2472626" y="293331"/>
                </a:lnTo>
                <a:lnTo>
                  <a:pt x="2526891" y="293331"/>
                </a:lnTo>
                <a:lnTo>
                  <a:pt x="2461945" y="297459"/>
                </a:lnTo>
                <a:close/>
              </a:path>
              <a:path w="3789045" h="1168400">
                <a:moveTo>
                  <a:pt x="804764" y="411108"/>
                </a:moveTo>
                <a:lnTo>
                  <a:pt x="56197" y="121653"/>
                </a:lnTo>
                <a:lnTo>
                  <a:pt x="56807" y="119481"/>
                </a:lnTo>
                <a:lnTo>
                  <a:pt x="95402" y="126403"/>
                </a:lnTo>
                <a:lnTo>
                  <a:pt x="94907" y="126403"/>
                </a:lnTo>
                <a:lnTo>
                  <a:pt x="92341" y="135534"/>
                </a:lnTo>
                <a:lnTo>
                  <a:pt x="141165" y="144290"/>
                </a:lnTo>
                <a:lnTo>
                  <a:pt x="827491" y="409676"/>
                </a:lnTo>
                <a:lnTo>
                  <a:pt x="826236" y="409676"/>
                </a:lnTo>
                <a:lnTo>
                  <a:pt x="804764" y="411108"/>
                </a:lnTo>
                <a:close/>
              </a:path>
              <a:path w="3789045" h="1168400">
                <a:moveTo>
                  <a:pt x="1297867" y="342265"/>
                </a:moveTo>
                <a:lnTo>
                  <a:pt x="1285455" y="342265"/>
                </a:lnTo>
                <a:lnTo>
                  <a:pt x="1289951" y="340626"/>
                </a:lnTo>
                <a:lnTo>
                  <a:pt x="1287231" y="340138"/>
                </a:lnTo>
                <a:lnTo>
                  <a:pt x="1466913" y="125044"/>
                </a:lnTo>
                <a:lnTo>
                  <a:pt x="1486901" y="133896"/>
                </a:lnTo>
                <a:lnTo>
                  <a:pt x="1471930" y="133896"/>
                </a:lnTo>
                <a:lnTo>
                  <a:pt x="1466342" y="135204"/>
                </a:lnTo>
                <a:lnTo>
                  <a:pt x="1469623" y="136657"/>
                </a:lnTo>
                <a:lnTo>
                  <a:pt x="1297867" y="342265"/>
                </a:lnTo>
                <a:close/>
              </a:path>
              <a:path w="3789045" h="1168400">
                <a:moveTo>
                  <a:pt x="141165" y="144290"/>
                </a:moveTo>
                <a:lnTo>
                  <a:pt x="92341" y="135534"/>
                </a:lnTo>
                <a:lnTo>
                  <a:pt x="94907" y="126403"/>
                </a:lnTo>
                <a:lnTo>
                  <a:pt x="141165" y="144290"/>
                </a:lnTo>
                <a:close/>
              </a:path>
              <a:path w="3789045" h="1168400">
                <a:moveTo>
                  <a:pt x="1290993" y="350494"/>
                </a:moveTo>
                <a:lnTo>
                  <a:pt x="141165" y="144290"/>
                </a:lnTo>
                <a:lnTo>
                  <a:pt x="94907" y="126403"/>
                </a:lnTo>
                <a:lnTo>
                  <a:pt x="95402" y="126403"/>
                </a:lnTo>
                <a:lnTo>
                  <a:pt x="1287231" y="340138"/>
                </a:lnTo>
                <a:lnTo>
                  <a:pt x="1285455" y="342265"/>
                </a:lnTo>
                <a:lnTo>
                  <a:pt x="1297867" y="342265"/>
                </a:lnTo>
                <a:lnTo>
                  <a:pt x="1290993" y="350494"/>
                </a:lnTo>
                <a:close/>
              </a:path>
              <a:path w="3789045" h="1168400">
                <a:moveTo>
                  <a:pt x="1469623" y="136657"/>
                </a:moveTo>
                <a:lnTo>
                  <a:pt x="1466342" y="135204"/>
                </a:lnTo>
                <a:lnTo>
                  <a:pt x="1471930" y="133896"/>
                </a:lnTo>
                <a:lnTo>
                  <a:pt x="1469623" y="136657"/>
                </a:lnTo>
                <a:close/>
              </a:path>
              <a:path w="3789045" h="1168400">
                <a:moveTo>
                  <a:pt x="1890077" y="322859"/>
                </a:moveTo>
                <a:lnTo>
                  <a:pt x="1469623" y="136657"/>
                </a:lnTo>
                <a:lnTo>
                  <a:pt x="1471930" y="133896"/>
                </a:lnTo>
                <a:lnTo>
                  <a:pt x="1486901" y="133896"/>
                </a:lnTo>
                <a:lnTo>
                  <a:pt x="1889909" y="312368"/>
                </a:lnTo>
                <a:lnTo>
                  <a:pt x="1887931" y="313321"/>
                </a:lnTo>
                <a:lnTo>
                  <a:pt x="1909865" y="313321"/>
                </a:lnTo>
                <a:lnTo>
                  <a:pt x="1890077" y="322859"/>
                </a:lnTo>
                <a:close/>
              </a:path>
              <a:path w="3789045" h="1168400">
                <a:moveTo>
                  <a:pt x="2526891" y="293331"/>
                </a:moveTo>
                <a:lnTo>
                  <a:pt x="2472626" y="293331"/>
                </a:lnTo>
                <a:lnTo>
                  <a:pt x="2474003" y="287151"/>
                </a:lnTo>
                <a:lnTo>
                  <a:pt x="3217748" y="239890"/>
                </a:lnTo>
                <a:lnTo>
                  <a:pt x="3214059" y="241833"/>
                </a:lnTo>
                <a:lnTo>
                  <a:pt x="3193605" y="241833"/>
                </a:lnTo>
                <a:lnTo>
                  <a:pt x="3173905" y="252212"/>
                </a:lnTo>
                <a:lnTo>
                  <a:pt x="2526891" y="293331"/>
                </a:lnTo>
                <a:close/>
              </a:path>
              <a:path w="3789045" h="1168400">
                <a:moveTo>
                  <a:pt x="3173905" y="252212"/>
                </a:moveTo>
                <a:lnTo>
                  <a:pt x="3193605" y="241833"/>
                </a:lnTo>
                <a:lnTo>
                  <a:pt x="3196132" y="250799"/>
                </a:lnTo>
                <a:lnTo>
                  <a:pt x="3173905" y="252212"/>
                </a:lnTo>
                <a:close/>
              </a:path>
              <a:path w="3789045" h="1168400">
                <a:moveTo>
                  <a:pt x="3627567" y="444802"/>
                </a:moveTo>
                <a:lnTo>
                  <a:pt x="2889389" y="402107"/>
                </a:lnTo>
                <a:lnTo>
                  <a:pt x="3173905" y="252212"/>
                </a:lnTo>
                <a:lnTo>
                  <a:pt x="3196132" y="250799"/>
                </a:lnTo>
                <a:lnTo>
                  <a:pt x="3193605" y="241833"/>
                </a:lnTo>
                <a:lnTo>
                  <a:pt x="3214059" y="241833"/>
                </a:lnTo>
                <a:lnTo>
                  <a:pt x="2925993" y="393585"/>
                </a:lnTo>
                <a:lnTo>
                  <a:pt x="2907030" y="393585"/>
                </a:lnTo>
                <a:lnTo>
                  <a:pt x="2908973" y="402551"/>
                </a:lnTo>
                <a:lnTo>
                  <a:pt x="3062028" y="402551"/>
                </a:lnTo>
                <a:lnTo>
                  <a:pt x="3665778" y="437476"/>
                </a:lnTo>
                <a:lnTo>
                  <a:pt x="3662921" y="437476"/>
                </a:lnTo>
                <a:lnTo>
                  <a:pt x="3627567" y="444802"/>
                </a:lnTo>
                <a:close/>
              </a:path>
              <a:path w="3789045" h="1168400">
                <a:moveTo>
                  <a:pt x="2472626" y="293331"/>
                </a:moveTo>
                <a:lnTo>
                  <a:pt x="2467673" y="287553"/>
                </a:lnTo>
                <a:lnTo>
                  <a:pt x="2474003" y="287151"/>
                </a:lnTo>
                <a:lnTo>
                  <a:pt x="2472626" y="293331"/>
                </a:lnTo>
                <a:close/>
              </a:path>
              <a:path w="3789045" h="1168400">
                <a:moveTo>
                  <a:pt x="1887931" y="313321"/>
                </a:moveTo>
                <a:lnTo>
                  <a:pt x="1889909" y="312368"/>
                </a:lnTo>
                <a:lnTo>
                  <a:pt x="1891919" y="313258"/>
                </a:lnTo>
                <a:lnTo>
                  <a:pt x="1887931" y="313321"/>
                </a:lnTo>
                <a:close/>
              </a:path>
              <a:path w="3789045" h="1168400">
                <a:moveTo>
                  <a:pt x="1285455" y="342265"/>
                </a:moveTo>
                <a:lnTo>
                  <a:pt x="1287231" y="340138"/>
                </a:lnTo>
                <a:lnTo>
                  <a:pt x="1289951" y="340626"/>
                </a:lnTo>
                <a:lnTo>
                  <a:pt x="1285455" y="342265"/>
                </a:lnTo>
                <a:close/>
              </a:path>
              <a:path w="3789045" h="1168400">
                <a:moveTo>
                  <a:pt x="2908973" y="402551"/>
                </a:moveTo>
                <a:lnTo>
                  <a:pt x="2907030" y="393585"/>
                </a:lnTo>
                <a:lnTo>
                  <a:pt x="2924117" y="394574"/>
                </a:lnTo>
                <a:lnTo>
                  <a:pt x="2908973" y="402551"/>
                </a:lnTo>
                <a:close/>
              </a:path>
              <a:path w="3789045" h="1168400">
                <a:moveTo>
                  <a:pt x="2924117" y="394574"/>
                </a:moveTo>
                <a:lnTo>
                  <a:pt x="2907030" y="393585"/>
                </a:lnTo>
                <a:lnTo>
                  <a:pt x="2925993" y="393585"/>
                </a:lnTo>
                <a:lnTo>
                  <a:pt x="2924117" y="394574"/>
                </a:lnTo>
                <a:close/>
              </a:path>
              <a:path w="3789045" h="1168400">
                <a:moveTo>
                  <a:pt x="3062028" y="402551"/>
                </a:moveTo>
                <a:lnTo>
                  <a:pt x="2908973" y="402551"/>
                </a:lnTo>
                <a:lnTo>
                  <a:pt x="2924117" y="394574"/>
                </a:lnTo>
                <a:lnTo>
                  <a:pt x="3062028" y="402551"/>
                </a:lnTo>
                <a:close/>
              </a:path>
              <a:path w="3789045" h="1168400">
                <a:moveTo>
                  <a:pt x="824839" y="418871"/>
                </a:moveTo>
                <a:lnTo>
                  <a:pt x="804764" y="411108"/>
                </a:lnTo>
                <a:lnTo>
                  <a:pt x="826236" y="409676"/>
                </a:lnTo>
                <a:lnTo>
                  <a:pt x="824839" y="418871"/>
                </a:lnTo>
                <a:close/>
              </a:path>
              <a:path w="3789045" h="1168400">
                <a:moveTo>
                  <a:pt x="831404" y="418871"/>
                </a:moveTo>
                <a:lnTo>
                  <a:pt x="824839" y="418871"/>
                </a:lnTo>
                <a:lnTo>
                  <a:pt x="826236" y="409676"/>
                </a:lnTo>
                <a:lnTo>
                  <a:pt x="827491" y="409676"/>
                </a:lnTo>
                <a:lnTo>
                  <a:pt x="848347" y="417741"/>
                </a:lnTo>
                <a:lnTo>
                  <a:pt x="831404" y="418871"/>
                </a:lnTo>
                <a:close/>
              </a:path>
              <a:path w="3789045" h="1168400">
                <a:moveTo>
                  <a:pt x="651198" y="635797"/>
                </a:moveTo>
                <a:lnTo>
                  <a:pt x="0" y="464794"/>
                </a:lnTo>
                <a:lnTo>
                  <a:pt x="804764" y="411108"/>
                </a:lnTo>
                <a:lnTo>
                  <a:pt x="824839" y="418871"/>
                </a:lnTo>
                <a:lnTo>
                  <a:pt x="831404" y="418871"/>
                </a:lnTo>
                <a:lnTo>
                  <a:pt x="169878" y="463003"/>
                </a:lnTo>
                <a:lnTo>
                  <a:pt x="30657" y="463003"/>
                </a:lnTo>
                <a:lnTo>
                  <a:pt x="29768" y="472351"/>
                </a:lnTo>
                <a:lnTo>
                  <a:pt x="66253" y="472351"/>
                </a:lnTo>
                <a:lnTo>
                  <a:pt x="671762" y="631355"/>
                </a:lnTo>
                <a:lnTo>
                  <a:pt x="669518" y="631355"/>
                </a:lnTo>
                <a:lnTo>
                  <a:pt x="651198" y="635797"/>
                </a:lnTo>
                <a:close/>
              </a:path>
              <a:path w="3789045" h="1168400">
                <a:moveTo>
                  <a:pt x="3663619" y="446887"/>
                </a:moveTo>
                <a:lnTo>
                  <a:pt x="3627567" y="444802"/>
                </a:lnTo>
                <a:lnTo>
                  <a:pt x="3662921" y="437476"/>
                </a:lnTo>
                <a:lnTo>
                  <a:pt x="3663619" y="446887"/>
                </a:lnTo>
                <a:close/>
              </a:path>
              <a:path w="3789045" h="1168400">
                <a:moveTo>
                  <a:pt x="3664449" y="446887"/>
                </a:moveTo>
                <a:lnTo>
                  <a:pt x="3663619" y="446887"/>
                </a:lnTo>
                <a:lnTo>
                  <a:pt x="3662921" y="437476"/>
                </a:lnTo>
                <a:lnTo>
                  <a:pt x="3665778" y="437476"/>
                </a:lnTo>
                <a:lnTo>
                  <a:pt x="3700246" y="439470"/>
                </a:lnTo>
                <a:lnTo>
                  <a:pt x="3664449" y="446887"/>
                </a:lnTo>
                <a:close/>
              </a:path>
              <a:path w="3789045" h="1168400">
                <a:moveTo>
                  <a:pt x="3788361" y="721360"/>
                </a:moveTo>
                <a:lnTo>
                  <a:pt x="3749535" y="721360"/>
                </a:lnTo>
                <a:lnTo>
                  <a:pt x="3750652" y="711949"/>
                </a:lnTo>
                <a:lnTo>
                  <a:pt x="3701254" y="710832"/>
                </a:lnTo>
                <a:lnTo>
                  <a:pt x="3039757" y="566597"/>
                </a:lnTo>
                <a:lnTo>
                  <a:pt x="3627567" y="444802"/>
                </a:lnTo>
                <a:lnTo>
                  <a:pt x="3663619" y="446887"/>
                </a:lnTo>
                <a:lnTo>
                  <a:pt x="3664449" y="446887"/>
                </a:lnTo>
                <a:lnTo>
                  <a:pt x="3108551" y="562063"/>
                </a:lnTo>
                <a:lnTo>
                  <a:pt x="3063671" y="562063"/>
                </a:lnTo>
                <a:lnTo>
                  <a:pt x="3063621" y="571373"/>
                </a:lnTo>
                <a:lnTo>
                  <a:pt x="3106364" y="571373"/>
                </a:lnTo>
                <a:lnTo>
                  <a:pt x="3788511" y="720115"/>
                </a:lnTo>
                <a:lnTo>
                  <a:pt x="3788361" y="721360"/>
                </a:lnTo>
                <a:close/>
              </a:path>
              <a:path w="3789045" h="1168400">
                <a:moveTo>
                  <a:pt x="29768" y="472351"/>
                </a:moveTo>
                <a:lnTo>
                  <a:pt x="30657" y="463003"/>
                </a:lnTo>
                <a:lnTo>
                  <a:pt x="58862" y="470410"/>
                </a:lnTo>
                <a:lnTo>
                  <a:pt x="29768" y="472351"/>
                </a:lnTo>
                <a:close/>
              </a:path>
              <a:path w="3789045" h="1168400">
                <a:moveTo>
                  <a:pt x="58862" y="470410"/>
                </a:moveTo>
                <a:lnTo>
                  <a:pt x="30657" y="463003"/>
                </a:lnTo>
                <a:lnTo>
                  <a:pt x="169878" y="463003"/>
                </a:lnTo>
                <a:lnTo>
                  <a:pt x="58862" y="470410"/>
                </a:lnTo>
                <a:close/>
              </a:path>
              <a:path w="3789045" h="1168400">
                <a:moveTo>
                  <a:pt x="66253" y="472351"/>
                </a:moveTo>
                <a:lnTo>
                  <a:pt x="29768" y="472351"/>
                </a:lnTo>
                <a:lnTo>
                  <a:pt x="58862" y="470410"/>
                </a:lnTo>
                <a:lnTo>
                  <a:pt x="66253" y="472351"/>
                </a:lnTo>
                <a:close/>
              </a:path>
              <a:path w="3789045" h="1168400">
                <a:moveTo>
                  <a:pt x="3063621" y="571373"/>
                </a:moveTo>
                <a:lnTo>
                  <a:pt x="3063671" y="562063"/>
                </a:lnTo>
                <a:lnTo>
                  <a:pt x="3085538" y="566831"/>
                </a:lnTo>
                <a:lnTo>
                  <a:pt x="3063621" y="571373"/>
                </a:lnTo>
                <a:close/>
              </a:path>
              <a:path w="3789045" h="1168400">
                <a:moveTo>
                  <a:pt x="3085538" y="566831"/>
                </a:moveTo>
                <a:lnTo>
                  <a:pt x="3063671" y="562063"/>
                </a:lnTo>
                <a:lnTo>
                  <a:pt x="3108551" y="562063"/>
                </a:lnTo>
                <a:lnTo>
                  <a:pt x="3085538" y="566831"/>
                </a:lnTo>
                <a:close/>
              </a:path>
              <a:path w="3789045" h="1168400">
                <a:moveTo>
                  <a:pt x="3106364" y="571373"/>
                </a:moveTo>
                <a:lnTo>
                  <a:pt x="3063621" y="571373"/>
                </a:lnTo>
                <a:lnTo>
                  <a:pt x="3085538" y="566831"/>
                </a:lnTo>
                <a:lnTo>
                  <a:pt x="3106364" y="571373"/>
                </a:lnTo>
                <a:close/>
              </a:path>
              <a:path w="3789045" h="1168400">
                <a:moveTo>
                  <a:pt x="669442" y="640588"/>
                </a:moveTo>
                <a:lnTo>
                  <a:pt x="651198" y="635797"/>
                </a:lnTo>
                <a:lnTo>
                  <a:pt x="669518" y="631355"/>
                </a:lnTo>
                <a:lnTo>
                  <a:pt x="669442" y="640588"/>
                </a:lnTo>
                <a:close/>
              </a:path>
              <a:path w="3789045" h="1168400">
                <a:moveTo>
                  <a:pt x="671865" y="640588"/>
                </a:moveTo>
                <a:lnTo>
                  <a:pt x="669442" y="640588"/>
                </a:lnTo>
                <a:lnTo>
                  <a:pt x="669518" y="631355"/>
                </a:lnTo>
                <a:lnTo>
                  <a:pt x="671762" y="631355"/>
                </a:lnTo>
                <a:lnTo>
                  <a:pt x="690092" y="636168"/>
                </a:lnTo>
                <a:lnTo>
                  <a:pt x="671865" y="640588"/>
                </a:lnTo>
                <a:close/>
              </a:path>
              <a:path w="3789045" h="1168400">
                <a:moveTo>
                  <a:pt x="15087" y="791946"/>
                </a:moveTo>
                <a:lnTo>
                  <a:pt x="14833" y="790105"/>
                </a:lnTo>
                <a:lnTo>
                  <a:pt x="651198" y="635797"/>
                </a:lnTo>
                <a:lnTo>
                  <a:pt x="669442" y="640588"/>
                </a:lnTo>
                <a:lnTo>
                  <a:pt x="671865" y="640588"/>
                </a:lnTo>
                <a:lnTo>
                  <a:pt x="99582" y="779352"/>
                </a:lnTo>
                <a:lnTo>
                  <a:pt x="52527" y="781062"/>
                </a:lnTo>
                <a:lnTo>
                  <a:pt x="53822" y="790448"/>
                </a:lnTo>
                <a:lnTo>
                  <a:pt x="56327" y="790448"/>
                </a:lnTo>
                <a:lnTo>
                  <a:pt x="15087" y="791946"/>
                </a:lnTo>
                <a:close/>
              </a:path>
              <a:path w="3789045" h="1168400">
                <a:moveTo>
                  <a:pt x="3163974" y="975753"/>
                </a:moveTo>
                <a:lnTo>
                  <a:pt x="3151657" y="975753"/>
                </a:lnTo>
                <a:lnTo>
                  <a:pt x="3156597" y="968146"/>
                </a:lnTo>
                <a:lnTo>
                  <a:pt x="3142188" y="964215"/>
                </a:lnTo>
                <a:lnTo>
                  <a:pt x="2919742" y="693166"/>
                </a:lnTo>
                <a:lnTo>
                  <a:pt x="3007384" y="695147"/>
                </a:lnTo>
                <a:lnTo>
                  <a:pt x="2933687" y="695147"/>
                </a:lnTo>
                <a:lnTo>
                  <a:pt x="2929902" y="702932"/>
                </a:lnTo>
                <a:lnTo>
                  <a:pt x="2940268" y="703166"/>
                </a:lnTo>
                <a:lnTo>
                  <a:pt x="3163974" y="975753"/>
                </a:lnTo>
                <a:close/>
              </a:path>
              <a:path w="3789045" h="1168400">
                <a:moveTo>
                  <a:pt x="2940268" y="703166"/>
                </a:moveTo>
                <a:lnTo>
                  <a:pt x="2929902" y="702932"/>
                </a:lnTo>
                <a:lnTo>
                  <a:pt x="2933687" y="695147"/>
                </a:lnTo>
                <a:lnTo>
                  <a:pt x="2940268" y="703166"/>
                </a:lnTo>
                <a:close/>
              </a:path>
              <a:path w="3789045" h="1168400">
                <a:moveTo>
                  <a:pt x="3788244" y="722325"/>
                </a:moveTo>
                <a:lnTo>
                  <a:pt x="2940268" y="703166"/>
                </a:lnTo>
                <a:lnTo>
                  <a:pt x="2933687" y="695147"/>
                </a:lnTo>
                <a:lnTo>
                  <a:pt x="3007384" y="695147"/>
                </a:lnTo>
                <a:lnTo>
                  <a:pt x="3701254" y="710832"/>
                </a:lnTo>
                <a:lnTo>
                  <a:pt x="3749535" y="721360"/>
                </a:lnTo>
                <a:lnTo>
                  <a:pt x="3788361" y="721360"/>
                </a:lnTo>
                <a:lnTo>
                  <a:pt x="3788244" y="722325"/>
                </a:lnTo>
                <a:close/>
              </a:path>
              <a:path w="3789045" h="1168400">
                <a:moveTo>
                  <a:pt x="3749535" y="721360"/>
                </a:moveTo>
                <a:lnTo>
                  <a:pt x="3701254" y="710832"/>
                </a:lnTo>
                <a:lnTo>
                  <a:pt x="3750652" y="711949"/>
                </a:lnTo>
                <a:lnTo>
                  <a:pt x="3749535" y="721360"/>
                </a:lnTo>
                <a:close/>
              </a:path>
              <a:path w="3789045" h="1168400">
                <a:moveTo>
                  <a:pt x="56327" y="790448"/>
                </a:moveTo>
                <a:lnTo>
                  <a:pt x="53822" y="790448"/>
                </a:lnTo>
                <a:lnTo>
                  <a:pt x="99582" y="779352"/>
                </a:lnTo>
                <a:lnTo>
                  <a:pt x="1015885" y="746048"/>
                </a:lnTo>
                <a:lnTo>
                  <a:pt x="1014158" y="748220"/>
                </a:lnTo>
                <a:lnTo>
                  <a:pt x="1001991" y="748220"/>
                </a:lnTo>
                <a:lnTo>
                  <a:pt x="995553" y="756317"/>
                </a:lnTo>
                <a:lnTo>
                  <a:pt x="56327" y="790448"/>
                </a:lnTo>
                <a:close/>
              </a:path>
              <a:path w="3789045" h="1168400">
                <a:moveTo>
                  <a:pt x="995553" y="756317"/>
                </a:moveTo>
                <a:lnTo>
                  <a:pt x="1001991" y="748220"/>
                </a:lnTo>
                <a:lnTo>
                  <a:pt x="1005890" y="755942"/>
                </a:lnTo>
                <a:lnTo>
                  <a:pt x="995553" y="756317"/>
                </a:lnTo>
                <a:close/>
              </a:path>
              <a:path w="3789045" h="1168400">
                <a:moveTo>
                  <a:pt x="837882" y="954620"/>
                </a:moveTo>
                <a:lnTo>
                  <a:pt x="995553" y="756317"/>
                </a:lnTo>
                <a:lnTo>
                  <a:pt x="1005890" y="755942"/>
                </a:lnTo>
                <a:lnTo>
                  <a:pt x="1001991" y="748220"/>
                </a:lnTo>
                <a:lnTo>
                  <a:pt x="1014158" y="748220"/>
                </a:lnTo>
                <a:lnTo>
                  <a:pt x="861737" y="939918"/>
                </a:lnTo>
                <a:lnTo>
                  <a:pt x="848842" y="942606"/>
                </a:lnTo>
                <a:lnTo>
                  <a:pt x="853541" y="950226"/>
                </a:lnTo>
                <a:lnTo>
                  <a:pt x="858964" y="950226"/>
                </a:lnTo>
                <a:lnTo>
                  <a:pt x="837882" y="954620"/>
                </a:lnTo>
                <a:close/>
              </a:path>
              <a:path w="3789045" h="1168400">
                <a:moveTo>
                  <a:pt x="2317791" y="1058189"/>
                </a:moveTo>
                <a:lnTo>
                  <a:pt x="2307247" y="1058189"/>
                </a:lnTo>
                <a:lnTo>
                  <a:pt x="2313838" y="1056055"/>
                </a:lnTo>
                <a:lnTo>
                  <a:pt x="2309405" y="1053630"/>
                </a:lnTo>
                <a:lnTo>
                  <a:pt x="2442121" y="773252"/>
                </a:lnTo>
                <a:lnTo>
                  <a:pt x="2470242" y="780923"/>
                </a:lnTo>
                <a:lnTo>
                  <a:pt x="2449017" y="780923"/>
                </a:lnTo>
                <a:lnTo>
                  <a:pt x="2443467" y="783488"/>
                </a:lnTo>
                <a:lnTo>
                  <a:pt x="2447307" y="784535"/>
                </a:lnTo>
                <a:lnTo>
                  <a:pt x="2317791" y="1058189"/>
                </a:lnTo>
                <a:close/>
              </a:path>
              <a:path w="3789045" h="1168400">
                <a:moveTo>
                  <a:pt x="53822" y="790448"/>
                </a:moveTo>
                <a:lnTo>
                  <a:pt x="52527" y="781062"/>
                </a:lnTo>
                <a:lnTo>
                  <a:pt x="99582" y="779352"/>
                </a:lnTo>
                <a:lnTo>
                  <a:pt x="53822" y="790448"/>
                </a:lnTo>
                <a:close/>
              </a:path>
              <a:path w="3789045" h="1168400">
                <a:moveTo>
                  <a:pt x="2447307" y="784535"/>
                </a:moveTo>
                <a:lnTo>
                  <a:pt x="2443467" y="783488"/>
                </a:lnTo>
                <a:lnTo>
                  <a:pt x="2449017" y="780923"/>
                </a:lnTo>
                <a:lnTo>
                  <a:pt x="2447307" y="784535"/>
                </a:lnTo>
                <a:close/>
              </a:path>
              <a:path w="3789045" h="1168400">
                <a:moveTo>
                  <a:pt x="3168497" y="981265"/>
                </a:moveTo>
                <a:lnTo>
                  <a:pt x="2447307" y="784535"/>
                </a:lnTo>
                <a:lnTo>
                  <a:pt x="2449017" y="780923"/>
                </a:lnTo>
                <a:lnTo>
                  <a:pt x="2470242" y="780923"/>
                </a:lnTo>
                <a:lnTo>
                  <a:pt x="3142188" y="964215"/>
                </a:lnTo>
                <a:lnTo>
                  <a:pt x="3151657" y="975753"/>
                </a:lnTo>
                <a:lnTo>
                  <a:pt x="3163974" y="975753"/>
                </a:lnTo>
                <a:lnTo>
                  <a:pt x="3168497" y="981265"/>
                </a:lnTo>
                <a:close/>
              </a:path>
              <a:path w="3789045" h="1168400">
                <a:moveTo>
                  <a:pt x="1499709" y="1157668"/>
                </a:moveTo>
                <a:lnTo>
                  <a:pt x="1495577" y="1157668"/>
                </a:lnTo>
                <a:lnTo>
                  <a:pt x="1492832" y="1151081"/>
                </a:lnTo>
                <a:lnTo>
                  <a:pt x="1842973" y="798461"/>
                </a:lnTo>
                <a:lnTo>
                  <a:pt x="1859896" y="807720"/>
                </a:lnTo>
                <a:lnTo>
                  <a:pt x="1847202" y="807720"/>
                </a:lnTo>
                <a:lnTo>
                  <a:pt x="1841538" y="808532"/>
                </a:lnTo>
                <a:lnTo>
                  <a:pt x="1844685" y="810254"/>
                </a:lnTo>
                <a:lnTo>
                  <a:pt x="1499709" y="1157668"/>
                </a:lnTo>
                <a:close/>
              </a:path>
              <a:path w="3789045" h="1168400">
                <a:moveTo>
                  <a:pt x="1844685" y="810254"/>
                </a:moveTo>
                <a:lnTo>
                  <a:pt x="1841538" y="808532"/>
                </a:lnTo>
                <a:lnTo>
                  <a:pt x="1847202" y="807720"/>
                </a:lnTo>
                <a:lnTo>
                  <a:pt x="1844685" y="810254"/>
                </a:lnTo>
                <a:close/>
              </a:path>
              <a:path w="3789045" h="1168400">
                <a:moveTo>
                  <a:pt x="2313698" y="1066838"/>
                </a:moveTo>
                <a:lnTo>
                  <a:pt x="1844685" y="810254"/>
                </a:lnTo>
                <a:lnTo>
                  <a:pt x="1847202" y="807720"/>
                </a:lnTo>
                <a:lnTo>
                  <a:pt x="1859896" y="807720"/>
                </a:lnTo>
                <a:lnTo>
                  <a:pt x="2309405" y="1053630"/>
                </a:lnTo>
                <a:lnTo>
                  <a:pt x="2307247" y="1058189"/>
                </a:lnTo>
                <a:lnTo>
                  <a:pt x="2317791" y="1058189"/>
                </a:lnTo>
                <a:lnTo>
                  <a:pt x="2313698" y="1066838"/>
                </a:lnTo>
                <a:close/>
              </a:path>
              <a:path w="3789045" h="1168400">
                <a:moveTo>
                  <a:pt x="858964" y="950226"/>
                </a:moveTo>
                <a:lnTo>
                  <a:pt x="853541" y="950226"/>
                </a:lnTo>
                <a:lnTo>
                  <a:pt x="861737" y="939918"/>
                </a:lnTo>
                <a:lnTo>
                  <a:pt x="1361414" y="835761"/>
                </a:lnTo>
                <a:lnTo>
                  <a:pt x="1364458" y="843064"/>
                </a:lnTo>
                <a:lnTo>
                  <a:pt x="1354137" y="843064"/>
                </a:lnTo>
                <a:lnTo>
                  <a:pt x="1355652" y="846700"/>
                </a:lnTo>
                <a:lnTo>
                  <a:pt x="858964" y="950226"/>
                </a:lnTo>
                <a:close/>
              </a:path>
              <a:path w="3789045" h="1168400">
                <a:moveTo>
                  <a:pt x="1355652" y="846700"/>
                </a:moveTo>
                <a:lnTo>
                  <a:pt x="1354137" y="843064"/>
                </a:lnTo>
                <a:lnTo>
                  <a:pt x="1359509" y="845896"/>
                </a:lnTo>
                <a:lnTo>
                  <a:pt x="1355652" y="846700"/>
                </a:lnTo>
                <a:close/>
              </a:path>
              <a:path w="3789045" h="1168400">
                <a:moveTo>
                  <a:pt x="1489532" y="1167917"/>
                </a:moveTo>
                <a:lnTo>
                  <a:pt x="1355652" y="846700"/>
                </a:lnTo>
                <a:lnTo>
                  <a:pt x="1359509" y="845896"/>
                </a:lnTo>
                <a:lnTo>
                  <a:pt x="1354137" y="843064"/>
                </a:lnTo>
                <a:lnTo>
                  <a:pt x="1364458" y="843064"/>
                </a:lnTo>
                <a:lnTo>
                  <a:pt x="1492832" y="1151081"/>
                </a:lnTo>
                <a:lnTo>
                  <a:pt x="1487805" y="1156144"/>
                </a:lnTo>
                <a:lnTo>
                  <a:pt x="1495577" y="1157668"/>
                </a:lnTo>
                <a:lnTo>
                  <a:pt x="1499709" y="1157668"/>
                </a:lnTo>
                <a:lnTo>
                  <a:pt x="1489532" y="1167917"/>
                </a:lnTo>
                <a:close/>
              </a:path>
              <a:path w="3789045" h="1168400">
                <a:moveTo>
                  <a:pt x="853541" y="950226"/>
                </a:moveTo>
                <a:lnTo>
                  <a:pt x="848842" y="942606"/>
                </a:lnTo>
                <a:lnTo>
                  <a:pt x="861737" y="939918"/>
                </a:lnTo>
                <a:lnTo>
                  <a:pt x="853541" y="950226"/>
                </a:lnTo>
                <a:close/>
              </a:path>
              <a:path w="3789045" h="1168400">
                <a:moveTo>
                  <a:pt x="3151657" y="975753"/>
                </a:moveTo>
                <a:lnTo>
                  <a:pt x="3142188" y="964215"/>
                </a:lnTo>
                <a:lnTo>
                  <a:pt x="3156597" y="968146"/>
                </a:lnTo>
                <a:lnTo>
                  <a:pt x="3151657" y="975753"/>
                </a:lnTo>
                <a:close/>
              </a:path>
              <a:path w="3789045" h="1168400">
                <a:moveTo>
                  <a:pt x="2307247" y="1058189"/>
                </a:moveTo>
                <a:lnTo>
                  <a:pt x="2309405" y="1053630"/>
                </a:lnTo>
                <a:lnTo>
                  <a:pt x="2313838" y="1056055"/>
                </a:lnTo>
                <a:lnTo>
                  <a:pt x="2307247" y="1058189"/>
                </a:lnTo>
                <a:close/>
              </a:path>
              <a:path w="3789045" h="1168400">
                <a:moveTo>
                  <a:pt x="1495577" y="1157668"/>
                </a:moveTo>
                <a:lnTo>
                  <a:pt x="1487805" y="1156144"/>
                </a:lnTo>
                <a:lnTo>
                  <a:pt x="1492832" y="1151081"/>
                </a:lnTo>
                <a:lnTo>
                  <a:pt x="1495577" y="1157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00785" y="4295127"/>
            <a:ext cx="21082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5" b="1">
                <a:solidFill>
                  <a:srgbClr val="FC3E03"/>
                </a:solidFill>
                <a:latin typeface="Arial"/>
                <a:cs typeface="Arial"/>
              </a:rPr>
              <a:t>CourseTest.class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18447" y="2343619"/>
            <a:ext cx="2896870" cy="1381125"/>
          </a:xfrm>
          <a:custGeom>
            <a:avLst/>
            <a:gdLst/>
            <a:ahLst/>
            <a:cxnLst/>
            <a:rect l="l" t="t" r="r" b="b"/>
            <a:pathLst>
              <a:path w="2896870" h="1381125">
                <a:moveTo>
                  <a:pt x="1250423" y="183603"/>
                </a:moveTo>
                <a:lnTo>
                  <a:pt x="1235862" y="183603"/>
                </a:lnTo>
                <a:lnTo>
                  <a:pt x="1240675" y="182765"/>
                </a:lnTo>
                <a:lnTo>
                  <a:pt x="1238007" y="181748"/>
                </a:lnTo>
                <a:lnTo>
                  <a:pt x="1448142" y="0"/>
                </a:lnTo>
                <a:lnTo>
                  <a:pt x="1459596" y="9905"/>
                </a:lnTo>
                <a:lnTo>
                  <a:pt x="1445031" y="9905"/>
                </a:lnTo>
                <a:lnTo>
                  <a:pt x="1448142" y="12597"/>
                </a:lnTo>
                <a:lnTo>
                  <a:pt x="1250423" y="183603"/>
                </a:lnTo>
                <a:close/>
              </a:path>
              <a:path w="2896870" h="1381125">
                <a:moveTo>
                  <a:pt x="1448142" y="12597"/>
                </a:moveTo>
                <a:lnTo>
                  <a:pt x="1445031" y="9905"/>
                </a:lnTo>
                <a:lnTo>
                  <a:pt x="1451254" y="9905"/>
                </a:lnTo>
                <a:lnTo>
                  <a:pt x="1448142" y="12597"/>
                </a:lnTo>
                <a:close/>
              </a:path>
              <a:path w="2896870" h="1381125">
                <a:moveTo>
                  <a:pt x="1656346" y="192671"/>
                </a:moveTo>
                <a:lnTo>
                  <a:pt x="1448142" y="12597"/>
                </a:lnTo>
                <a:lnTo>
                  <a:pt x="1451254" y="9905"/>
                </a:lnTo>
                <a:lnTo>
                  <a:pt x="1459596" y="9905"/>
                </a:lnTo>
                <a:lnTo>
                  <a:pt x="1658278" y="181748"/>
                </a:lnTo>
                <a:lnTo>
                  <a:pt x="1655610" y="182765"/>
                </a:lnTo>
                <a:lnTo>
                  <a:pt x="1660423" y="183603"/>
                </a:lnTo>
                <a:lnTo>
                  <a:pt x="1680129" y="183603"/>
                </a:lnTo>
                <a:lnTo>
                  <a:pt x="1656346" y="192671"/>
                </a:lnTo>
                <a:close/>
              </a:path>
              <a:path w="2896870" h="1381125">
                <a:moveTo>
                  <a:pt x="857637" y="262737"/>
                </a:moveTo>
                <a:lnTo>
                  <a:pt x="847852" y="262737"/>
                </a:lnTo>
                <a:lnTo>
                  <a:pt x="853135" y="259118"/>
                </a:lnTo>
                <a:lnTo>
                  <a:pt x="848847" y="258528"/>
                </a:lnTo>
                <a:lnTo>
                  <a:pt x="897699" y="51993"/>
                </a:lnTo>
                <a:lnTo>
                  <a:pt x="917318" y="59474"/>
                </a:lnTo>
                <a:lnTo>
                  <a:pt x="905725" y="59474"/>
                </a:lnTo>
                <a:lnTo>
                  <a:pt x="899388" y="62826"/>
                </a:lnTo>
                <a:lnTo>
                  <a:pt x="904473" y="64765"/>
                </a:lnTo>
                <a:lnTo>
                  <a:pt x="857637" y="262737"/>
                </a:lnTo>
                <a:close/>
              </a:path>
              <a:path w="2896870" h="1381125">
                <a:moveTo>
                  <a:pt x="1680129" y="183603"/>
                </a:moveTo>
                <a:lnTo>
                  <a:pt x="1660423" y="183603"/>
                </a:lnTo>
                <a:lnTo>
                  <a:pt x="1658278" y="181748"/>
                </a:lnTo>
                <a:lnTo>
                  <a:pt x="1998586" y="51993"/>
                </a:lnTo>
                <a:lnTo>
                  <a:pt x="2000355" y="59474"/>
                </a:lnTo>
                <a:lnTo>
                  <a:pt x="1990572" y="59474"/>
                </a:lnTo>
                <a:lnTo>
                  <a:pt x="1991811" y="64765"/>
                </a:lnTo>
                <a:lnTo>
                  <a:pt x="1680129" y="183603"/>
                </a:lnTo>
                <a:close/>
              </a:path>
              <a:path w="2896870" h="1381125">
                <a:moveTo>
                  <a:pt x="904473" y="64765"/>
                </a:moveTo>
                <a:lnTo>
                  <a:pt x="899388" y="62826"/>
                </a:lnTo>
                <a:lnTo>
                  <a:pt x="905725" y="59474"/>
                </a:lnTo>
                <a:lnTo>
                  <a:pt x="904473" y="64765"/>
                </a:lnTo>
                <a:close/>
              </a:path>
              <a:path w="2896870" h="1381125">
                <a:moveTo>
                  <a:pt x="1239939" y="192671"/>
                </a:moveTo>
                <a:lnTo>
                  <a:pt x="904474" y="64761"/>
                </a:lnTo>
                <a:lnTo>
                  <a:pt x="905725" y="59474"/>
                </a:lnTo>
                <a:lnTo>
                  <a:pt x="917318" y="59474"/>
                </a:lnTo>
                <a:lnTo>
                  <a:pt x="1238007" y="181748"/>
                </a:lnTo>
                <a:lnTo>
                  <a:pt x="1235862" y="183603"/>
                </a:lnTo>
                <a:lnTo>
                  <a:pt x="1250423" y="183603"/>
                </a:lnTo>
                <a:lnTo>
                  <a:pt x="1239939" y="192671"/>
                </a:lnTo>
                <a:close/>
              </a:path>
              <a:path w="2896870" h="1381125">
                <a:moveTo>
                  <a:pt x="1991823" y="64761"/>
                </a:moveTo>
                <a:lnTo>
                  <a:pt x="1990572" y="59474"/>
                </a:lnTo>
                <a:lnTo>
                  <a:pt x="1996897" y="62826"/>
                </a:lnTo>
                <a:lnTo>
                  <a:pt x="1991823" y="64761"/>
                </a:lnTo>
                <a:close/>
              </a:path>
              <a:path w="2896870" h="1381125">
                <a:moveTo>
                  <a:pt x="2040166" y="269151"/>
                </a:moveTo>
                <a:lnTo>
                  <a:pt x="1991823" y="64761"/>
                </a:lnTo>
                <a:lnTo>
                  <a:pt x="1996897" y="62826"/>
                </a:lnTo>
                <a:lnTo>
                  <a:pt x="1990572" y="59474"/>
                </a:lnTo>
                <a:lnTo>
                  <a:pt x="2000355" y="59474"/>
                </a:lnTo>
                <a:lnTo>
                  <a:pt x="2047438" y="258528"/>
                </a:lnTo>
                <a:lnTo>
                  <a:pt x="2043150" y="259118"/>
                </a:lnTo>
                <a:lnTo>
                  <a:pt x="2048433" y="262737"/>
                </a:lnTo>
                <a:lnTo>
                  <a:pt x="2086763" y="262737"/>
                </a:lnTo>
                <a:lnTo>
                  <a:pt x="2040166" y="269151"/>
                </a:lnTo>
                <a:close/>
              </a:path>
              <a:path w="2896870" h="1381125">
                <a:moveTo>
                  <a:pt x="1235862" y="183603"/>
                </a:moveTo>
                <a:lnTo>
                  <a:pt x="1238007" y="181748"/>
                </a:lnTo>
                <a:lnTo>
                  <a:pt x="1240675" y="182765"/>
                </a:lnTo>
                <a:lnTo>
                  <a:pt x="1235862" y="183603"/>
                </a:lnTo>
                <a:close/>
              </a:path>
              <a:path w="2896870" h="1381125">
                <a:moveTo>
                  <a:pt x="1660423" y="183603"/>
                </a:moveTo>
                <a:lnTo>
                  <a:pt x="1655610" y="182765"/>
                </a:lnTo>
                <a:lnTo>
                  <a:pt x="1658278" y="181748"/>
                </a:lnTo>
                <a:lnTo>
                  <a:pt x="1660423" y="183603"/>
                </a:lnTo>
                <a:close/>
              </a:path>
              <a:path w="2896870" h="1381125">
                <a:moveTo>
                  <a:pt x="548513" y="401088"/>
                </a:moveTo>
                <a:lnTo>
                  <a:pt x="428091" y="200621"/>
                </a:lnTo>
                <a:lnTo>
                  <a:pt x="454391" y="204241"/>
                </a:lnTo>
                <a:lnTo>
                  <a:pt x="441388" y="204241"/>
                </a:lnTo>
                <a:lnTo>
                  <a:pt x="436651" y="211416"/>
                </a:lnTo>
                <a:lnTo>
                  <a:pt x="446514" y="212774"/>
                </a:lnTo>
                <a:lnTo>
                  <a:pt x="559377" y="400659"/>
                </a:lnTo>
                <a:lnTo>
                  <a:pt x="556425" y="400659"/>
                </a:lnTo>
                <a:lnTo>
                  <a:pt x="548513" y="401088"/>
                </a:lnTo>
                <a:close/>
              </a:path>
              <a:path w="2896870" h="1381125">
                <a:moveTo>
                  <a:pt x="2086763" y="262737"/>
                </a:moveTo>
                <a:lnTo>
                  <a:pt x="2048433" y="262737"/>
                </a:lnTo>
                <a:lnTo>
                  <a:pt x="2047438" y="258528"/>
                </a:lnTo>
                <a:lnTo>
                  <a:pt x="2468194" y="200621"/>
                </a:lnTo>
                <a:lnTo>
                  <a:pt x="2466019" y="204241"/>
                </a:lnTo>
                <a:lnTo>
                  <a:pt x="2454910" y="204241"/>
                </a:lnTo>
                <a:lnTo>
                  <a:pt x="2449771" y="212774"/>
                </a:lnTo>
                <a:lnTo>
                  <a:pt x="2086763" y="262737"/>
                </a:lnTo>
                <a:close/>
              </a:path>
              <a:path w="2896870" h="1381125">
                <a:moveTo>
                  <a:pt x="446514" y="212774"/>
                </a:moveTo>
                <a:lnTo>
                  <a:pt x="436651" y="211416"/>
                </a:lnTo>
                <a:lnTo>
                  <a:pt x="441388" y="204241"/>
                </a:lnTo>
                <a:lnTo>
                  <a:pt x="446514" y="212774"/>
                </a:lnTo>
                <a:close/>
              </a:path>
              <a:path w="2896870" h="1381125">
                <a:moveTo>
                  <a:pt x="856119" y="269151"/>
                </a:moveTo>
                <a:lnTo>
                  <a:pt x="446513" y="212772"/>
                </a:lnTo>
                <a:lnTo>
                  <a:pt x="441388" y="204241"/>
                </a:lnTo>
                <a:lnTo>
                  <a:pt x="454391" y="204241"/>
                </a:lnTo>
                <a:lnTo>
                  <a:pt x="848847" y="258528"/>
                </a:lnTo>
                <a:lnTo>
                  <a:pt x="847852" y="262737"/>
                </a:lnTo>
                <a:lnTo>
                  <a:pt x="857637" y="262737"/>
                </a:lnTo>
                <a:lnTo>
                  <a:pt x="856119" y="269151"/>
                </a:lnTo>
                <a:close/>
              </a:path>
              <a:path w="2896870" h="1381125">
                <a:moveTo>
                  <a:pt x="2449784" y="212772"/>
                </a:moveTo>
                <a:lnTo>
                  <a:pt x="2454910" y="204241"/>
                </a:lnTo>
                <a:lnTo>
                  <a:pt x="2459634" y="211416"/>
                </a:lnTo>
                <a:lnTo>
                  <a:pt x="2449784" y="212772"/>
                </a:lnTo>
                <a:close/>
              </a:path>
              <a:path w="2896870" h="1381125">
                <a:moveTo>
                  <a:pt x="2753103" y="432597"/>
                </a:moveTo>
                <a:lnTo>
                  <a:pt x="2331453" y="409740"/>
                </a:lnTo>
                <a:lnTo>
                  <a:pt x="2449784" y="212772"/>
                </a:lnTo>
                <a:lnTo>
                  <a:pt x="2459634" y="211416"/>
                </a:lnTo>
                <a:lnTo>
                  <a:pt x="2454910" y="204241"/>
                </a:lnTo>
                <a:lnTo>
                  <a:pt x="2466019" y="204241"/>
                </a:lnTo>
                <a:lnTo>
                  <a:pt x="2348029" y="400659"/>
                </a:lnTo>
                <a:lnTo>
                  <a:pt x="2339873" y="400659"/>
                </a:lnTo>
                <a:lnTo>
                  <a:pt x="2343696" y="407873"/>
                </a:lnTo>
                <a:lnTo>
                  <a:pt x="2472975" y="407873"/>
                </a:lnTo>
                <a:lnTo>
                  <a:pt x="2781593" y="424599"/>
                </a:lnTo>
                <a:lnTo>
                  <a:pt x="2766415" y="424599"/>
                </a:lnTo>
                <a:lnTo>
                  <a:pt x="2753103" y="432597"/>
                </a:lnTo>
                <a:close/>
              </a:path>
              <a:path w="2896870" h="1381125">
                <a:moveTo>
                  <a:pt x="847852" y="262737"/>
                </a:moveTo>
                <a:lnTo>
                  <a:pt x="848847" y="258528"/>
                </a:lnTo>
                <a:lnTo>
                  <a:pt x="853135" y="259118"/>
                </a:lnTo>
                <a:lnTo>
                  <a:pt x="847852" y="262737"/>
                </a:lnTo>
                <a:close/>
              </a:path>
              <a:path w="2896870" h="1381125">
                <a:moveTo>
                  <a:pt x="2048433" y="262737"/>
                </a:moveTo>
                <a:lnTo>
                  <a:pt x="2043150" y="259118"/>
                </a:lnTo>
                <a:lnTo>
                  <a:pt x="2047438" y="258528"/>
                </a:lnTo>
                <a:lnTo>
                  <a:pt x="2048433" y="262737"/>
                </a:lnTo>
                <a:close/>
              </a:path>
              <a:path w="2896870" h="1381125">
                <a:moveTo>
                  <a:pt x="552589" y="407873"/>
                </a:moveTo>
                <a:lnTo>
                  <a:pt x="548513" y="401088"/>
                </a:lnTo>
                <a:lnTo>
                  <a:pt x="556425" y="400659"/>
                </a:lnTo>
                <a:lnTo>
                  <a:pt x="552589" y="407873"/>
                </a:lnTo>
                <a:close/>
              </a:path>
              <a:path w="2896870" h="1381125">
                <a:moveTo>
                  <a:pt x="563711" y="407873"/>
                </a:moveTo>
                <a:lnTo>
                  <a:pt x="552589" y="407873"/>
                </a:lnTo>
                <a:lnTo>
                  <a:pt x="556425" y="400659"/>
                </a:lnTo>
                <a:lnTo>
                  <a:pt x="559377" y="400659"/>
                </a:lnTo>
                <a:lnTo>
                  <a:pt x="563711" y="407873"/>
                </a:lnTo>
                <a:close/>
              </a:path>
              <a:path w="2896870" h="1381125">
                <a:moveTo>
                  <a:pt x="2343696" y="407873"/>
                </a:moveTo>
                <a:lnTo>
                  <a:pt x="2339873" y="400659"/>
                </a:lnTo>
                <a:lnTo>
                  <a:pt x="2347772" y="401087"/>
                </a:lnTo>
                <a:lnTo>
                  <a:pt x="2343696" y="407873"/>
                </a:lnTo>
                <a:close/>
              </a:path>
              <a:path w="2896870" h="1381125">
                <a:moveTo>
                  <a:pt x="2347772" y="401087"/>
                </a:moveTo>
                <a:lnTo>
                  <a:pt x="2339873" y="400659"/>
                </a:lnTo>
                <a:lnTo>
                  <a:pt x="2348029" y="400659"/>
                </a:lnTo>
                <a:lnTo>
                  <a:pt x="2347772" y="401087"/>
                </a:lnTo>
                <a:close/>
              </a:path>
              <a:path w="2896870" h="1381125">
                <a:moveTo>
                  <a:pt x="2472975" y="407873"/>
                </a:moveTo>
                <a:lnTo>
                  <a:pt x="2343696" y="407873"/>
                </a:lnTo>
                <a:lnTo>
                  <a:pt x="2347784" y="401088"/>
                </a:lnTo>
                <a:lnTo>
                  <a:pt x="2472975" y="407873"/>
                </a:lnTo>
                <a:close/>
              </a:path>
              <a:path w="2896870" h="1381125">
                <a:moveTo>
                  <a:pt x="384474" y="588684"/>
                </a:moveTo>
                <a:lnTo>
                  <a:pt x="111658" y="424764"/>
                </a:lnTo>
                <a:lnTo>
                  <a:pt x="548513" y="401088"/>
                </a:lnTo>
                <a:lnTo>
                  <a:pt x="552589" y="407873"/>
                </a:lnTo>
                <a:lnTo>
                  <a:pt x="563711" y="407873"/>
                </a:lnTo>
                <a:lnTo>
                  <a:pt x="564832" y="409740"/>
                </a:lnTo>
                <a:lnTo>
                  <a:pt x="290729" y="424599"/>
                </a:lnTo>
                <a:lnTo>
                  <a:pt x="129870" y="424599"/>
                </a:lnTo>
                <a:lnTo>
                  <a:pt x="127673" y="433438"/>
                </a:lnTo>
                <a:lnTo>
                  <a:pt x="144581" y="433438"/>
                </a:lnTo>
                <a:lnTo>
                  <a:pt x="398159" y="585800"/>
                </a:lnTo>
                <a:lnTo>
                  <a:pt x="395363" y="585800"/>
                </a:lnTo>
                <a:lnTo>
                  <a:pt x="384474" y="588684"/>
                </a:lnTo>
                <a:close/>
              </a:path>
              <a:path w="2896870" h="1381125">
                <a:moveTo>
                  <a:pt x="127673" y="433438"/>
                </a:moveTo>
                <a:lnTo>
                  <a:pt x="129870" y="424599"/>
                </a:lnTo>
                <a:lnTo>
                  <a:pt x="143182" y="432597"/>
                </a:lnTo>
                <a:lnTo>
                  <a:pt x="127673" y="433438"/>
                </a:lnTo>
                <a:close/>
              </a:path>
              <a:path w="2896870" h="1381125">
                <a:moveTo>
                  <a:pt x="143182" y="432597"/>
                </a:moveTo>
                <a:lnTo>
                  <a:pt x="129870" y="424599"/>
                </a:lnTo>
                <a:lnTo>
                  <a:pt x="290729" y="424599"/>
                </a:lnTo>
                <a:lnTo>
                  <a:pt x="143182" y="432597"/>
                </a:lnTo>
                <a:close/>
              </a:path>
              <a:path w="2896870" h="1381125">
                <a:moveTo>
                  <a:pt x="2768612" y="433438"/>
                </a:moveTo>
                <a:lnTo>
                  <a:pt x="2753103" y="432597"/>
                </a:lnTo>
                <a:lnTo>
                  <a:pt x="2766415" y="424599"/>
                </a:lnTo>
                <a:lnTo>
                  <a:pt x="2768612" y="433438"/>
                </a:lnTo>
                <a:close/>
              </a:path>
              <a:path w="2896870" h="1381125">
                <a:moveTo>
                  <a:pt x="2770202" y="433438"/>
                </a:moveTo>
                <a:lnTo>
                  <a:pt x="2768612" y="433438"/>
                </a:lnTo>
                <a:lnTo>
                  <a:pt x="2766415" y="424599"/>
                </a:lnTo>
                <a:lnTo>
                  <a:pt x="2781593" y="424599"/>
                </a:lnTo>
                <a:lnTo>
                  <a:pt x="2784640" y="424764"/>
                </a:lnTo>
                <a:lnTo>
                  <a:pt x="2770202" y="433438"/>
                </a:lnTo>
                <a:close/>
              </a:path>
              <a:path w="2896870" h="1381125">
                <a:moveTo>
                  <a:pt x="144581" y="433438"/>
                </a:moveTo>
                <a:lnTo>
                  <a:pt x="127673" y="433438"/>
                </a:lnTo>
                <a:lnTo>
                  <a:pt x="143182" y="432597"/>
                </a:lnTo>
                <a:lnTo>
                  <a:pt x="144581" y="433438"/>
                </a:lnTo>
                <a:close/>
              </a:path>
              <a:path w="2896870" h="1381125">
                <a:moveTo>
                  <a:pt x="2859091" y="690518"/>
                </a:moveTo>
                <a:lnTo>
                  <a:pt x="2487599" y="592124"/>
                </a:lnTo>
                <a:lnTo>
                  <a:pt x="2753103" y="432597"/>
                </a:lnTo>
                <a:lnTo>
                  <a:pt x="2768612" y="433438"/>
                </a:lnTo>
                <a:lnTo>
                  <a:pt x="2770202" y="433438"/>
                </a:lnTo>
                <a:lnTo>
                  <a:pt x="2516612" y="585800"/>
                </a:lnTo>
                <a:lnTo>
                  <a:pt x="2500922" y="585800"/>
                </a:lnTo>
                <a:lnTo>
                  <a:pt x="2502154" y="594486"/>
                </a:lnTo>
                <a:lnTo>
                  <a:pt x="2533721" y="594486"/>
                </a:lnTo>
                <a:lnTo>
                  <a:pt x="2878927" y="685914"/>
                </a:lnTo>
                <a:lnTo>
                  <a:pt x="2876473" y="685914"/>
                </a:lnTo>
                <a:lnTo>
                  <a:pt x="2859091" y="690518"/>
                </a:lnTo>
                <a:close/>
              </a:path>
              <a:path w="2896870" h="1381125">
                <a:moveTo>
                  <a:pt x="394131" y="594486"/>
                </a:moveTo>
                <a:lnTo>
                  <a:pt x="384474" y="588684"/>
                </a:lnTo>
                <a:lnTo>
                  <a:pt x="395363" y="585800"/>
                </a:lnTo>
                <a:lnTo>
                  <a:pt x="394131" y="594486"/>
                </a:lnTo>
                <a:close/>
              </a:path>
              <a:path w="2896870" h="1381125">
                <a:moveTo>
                  <a:pt x="399767" y="594486"/>
                </a:moveTo>
                <a:lnTo>
                  <a:pt x="394131" y="594486"/>
                </a:lnTo>
                <a:lnTo>
                  <a:pt x="395363" y="585800"/>
                </a:lnTo>
                <a:lnTo>
                  <a:pt x="398159" y="585800"/>
                </a:lnTo>
                <a:lnTo>
                  <a:pt x="408685" y="592124"/>
                </a:lnTo>
                <a:lnTo>
                  <a:pt x="399767" y="594486"/>
                </a:lnTo>
                <a:close/>
              </a:path>
              <a:path w="2896870" h="1381125">
                <a:moveTo>
                  <a:pt x="2502154" y="594486"/>
                </a:moveTo>
                <a:lnTo>
                  <a:pt x="2500922" y="585800"/>
                </a:lnTo>
                <a:lnTo>
                  <a:pt x="2511811" y="588684"/>
                </a:lnTo>
                <a:lnTo>
                  <a:pt x="2502154" y="594486"/>
                </a:lnTo>
                <a:close/>
              </a:path>
              <a:path w="2896870" h="1381125">
                <a:moveTo>
                  <a:pt x="2511811" y="588684"/>
                </a:moveTo>
                <a:lnTo>
                  <a:pt x="2500922" y="585800"/>
                </a:lnTo>
                <a:lnTo>
                  <a:pt x="2516612" y="585800"/>
                </a:lnTo>
                <a:lnTo>
                  <a:pt x="2511811" y="588684"/>
                </a:lnTo>
                <a:close/>
              </a:path>
              <a:path w="2896870" h="1381125">
                <a:moveTo>
                  <a:pt x="384488" y="792342"/>
                </a:moveTo>
                <a:lnTo>
                  <a:pt x="0" y="690511"/>
                </a:lnTo>
                <a:lnTo>
                  <a:pt x="384474" y="588684"/>
                </a:lnTo>
                <a:lnTo>
                  <a:pt x="394131" y="594486"/>
                </a:lnTo>
                <a:lnTo>
                  <a:pt x="399767" y="594486"/>
                </a:lnTo>
                <a:lnTo>
                  <a:pt x="54587" y="685914"/>
                </a:lnTo>
                <a:lnTo>
                  <a:pt x="19824" y="685914"/>
                </a:lnTo>
                <a:lnTo>
                  <a:pt x="19824" y="695121"/>
                </a:lnTo>
                <a:lnTo>
                  <a:pt x="54587" y="695121"/>
                </a:lnTo>
                <a:lnTo>
                  <a:pt x="399767" y="786549"/>
                </a:lnTo>
                <a:lnTo>
                  <a:pt x="394131" y="786549"/>
                </a:lnTo>
                <a:lnTo>
                  <a:pt x="384488" y="792342"/>
                </a:lnTo>
                <a:close/>
              </a:path>
              <a:path w="2896870" h="1381125">
                <a:moveTo>
                  <a:pt x="2533721" y="594486"/>
                </a:moveTo>
                <a:lnTo>
                  <a:pt x="2502154" y="594486"/>
                </a:lnTo>
                <a:lnTo>
                  <a:pt x="2511811" y="588684"/>
                </a:lnTo>
                <a:lnTo>
                  <a:pt x="2533721" y="594486"/>
                </a:lnTo>
                <a:close/>
              </a:path>
              <a:path w="2896870" h="1381125">
                <a:moveTo>
                  <a:pt x="19824" y="695121"/>
                </a:moveTo>
                <a:lnTo>
                  <a:pt x="19824" y="685914"/>
                </a:lnTo>
                <a:lnTo>
                  <a:pt x="37205" y="690518"/>
                </a:lnTo>
                <a:lnTo>
                  <a:pt x="19824" y="695121"/>
                </a:lnTo>
                <a:close/>
              </a:path>
              <a:path w="2896870" h="1381125">
                <a:moveTo>
                  <a:pt x="37205" y="690518"/>
                </a:moveTo>
                <a:lnTo>
                  <a:pt x="19824" y="685914"/>
                </a:lnTo>
                <a:lnTo>
                  <a:pt x="54587" y="685914"/>
                </a:lnTo>
                <a:lnTo>
                  <a:pt x="37205" y="690518"/>
                </a:lnTo>
                <a:close/>
              </a:path>
              <a:path w="2896870" h="1381125">
                <a:moveTo>
                  <a:pt x="2876473" y="695121"/>
                </a:moveTo>
                <a:lnTo>
                  <a:pt x="2859091" y="690518"/>
                </a:lnTo>
                <a:lnTo>
                  <a:pt x="2876473" y="685914"/>
                </a:lnTo>
                <a:lnTo>
                  <a:pt x="2876473" y="695121"/>
                </a:lnTo>
                <a:close/>
              </a:path>
              <a:path w="2896870" h="1381125">
                <a:moveTo>
                  <a:pt x="2878879" y="695121"/>
                </a:moveTo>
                <a:lnTo>
                  <a:pt x="2876473" y="695121"/>
                </a:lnTo>
                <a:lnTo>
                  <a:pt x="2876473" y="685914"/>
                </a:lnTo>
                <a:lnTo>
                  <a:pt x="2878927" y="685914"/>
                </a:lnTo>
                <a:lnTo>
                  <a:pt x="2896285" y="690511"/>
                </a:lnTo>
                <a:lnTo>
                  <a:pt x="2878879" y="695121"/>
                </a:lnTo>
                <a:close/>
              </a:path>
              <a:path w="2896870" h="1381125">
                <a:moveTo>
                  <a:pt x="54587" y="695121"/>
                </a:moveTo>
                <a:lnTo>
                  <a:pt x="19824" y="695121"/>
                </a:lnTo>
                <a:lnTo>
                  <a:pt x="37205" y="690518"/>
                </a:lnTo>
                <a:lnTo>
                  <a:pt x="54587" y="695121"/>
                </a:lnTo>
                <a:close/>
              </a:path>
              <a:path w="2896870" h="1381125">
                <a:moveTo>
                  <a:pt x="2753121" y="948437"/>
                </a:moveTo>
                <a:lnTo>
                  <a:pt x="2487599" y="788911"/>
                </a:lnTo>
                <a:lnTo>
                  <a:pt x="2859091" y="690518"/>
                </a:lnTo>
                <a:lnTo>
                  <a:pt x="2876473" y="695121"/>
                </a:lnTo>
                <a:lnTo>
                  <a:pt x="2878879" y="695121"/>
                </a:lnTo>
                <a:lnTo>
                  <a:pt x="2533673" y="786549"/>
                </a:lnTo>
                <a:lnTo>
                  <a:pt x="2502154" y="786549"/>
                </a:lnTo>
                <a:lnTo>
                  <a:pt x="2500922" y="795223"/>
                </a:lnTo>
                <a:lnTo>
                  <a:pt x="2516592" y="795223"/>
                </a:lnTo>
                <a:lnTo>
                  <a:pt x="2770223" y="947597"/>
                </a:lnTo>
                <a:lnTo>
                  <a:pt x="2768612" y="947597"/>
                </a:lnTo>
                <a:lnTo>
                  <a:pt x="2753121" y="948437"/>
                </a:lnTo>
                <a:close/>
              </a:path>
              <a:path w="2896870" h="1381125">
                <a:moveTo>
                  <a:pt x="395363" y="795223"/>
                </a:moveTo>
                <a:lnTo>
                  <a:pt x="384488" y="792342"/>
                </a:lnTo>
                <a:lnTo>
                  <a:pt x="394131" y="786549"/>
                </a:lnTo>
                <a:lnTo>
                  <a:pt x="395363" y="795223"/>
                </a:lnTo>
                <a:close/>
              </a:path>
              <a:path w="2896870" h="1381125">
                <a:moveTo>
                  <a:pt x="398180" y="795223"/>
                </a:moveTo>
                <a:lnTo>
                  <a:pt x="395363" y="795223"/>
                </a:lnTo>
                <a:lnTo>
                  <a:pt x="394131" y="786549"/>
                </a:lnTo>
                <a:lnTo>
                  <a:pt x="399767" y="786549"/>
                </a:lnTo>
                <a:lnTo>
                  <a:pt x="408685" y="788911"/>
                </a:lnTo>
                <a:lnTo>
                  <a:pt x="398180" y="795223"/>
                </a:lnTo>
                <a:close/>
              </a:path>
              <a:path w="2896870" h="1381125">
                <a:moveTo>
                  <a:pt x="2500922" y="795223"/>
                </a:moveTo>
                <a:lnTo>
                  <a:pt x="2502154" y="786549"/>
                </a:lnTo>
                <a:lnTo>
                  <a:pt x="2511797" y="792342"/>
                </a:lnTo>
                <a:lnTo>
                  <a:pt x="2500922" y="795223"/>
                </a:lnTo>
                <a:close/>
              </a:path>
              <a:path w="2896870" h="1381125">
                <a:moveTo>
                  <a:pt x="2511797" y="792342"/>
                </a:moveTo>
                <a:lnTo>
                  <a:pt x="2502154" y="786549"/>
                </a:lnTo>
                <a:lnTo>
                  <a:pt x="2533673" y="786549"/>
                </a:lnTo>
                <a:lnTo>
                  <a:pt x="2511797" y="792342"/>
                </a:lnTo>
                <a:close/>
              </a:path>
              <a:path w="2896870" h="1381125">
                <a:moveTo>
                  <a:pt x="2516592" y="795223"/>
                </a:moveTo>
                <a:lnTo>
                  <a:pt x="2500922" y="795223"/>
                </a:lnTo>
                <a:lnTo>
                  <a:pt x="2511797" y="792342"/>
                </a:lnTo>
                <a:lnTo>
                  <a:pt x="2516592" y="795223"/>
                </a:lnTo>
                <a:close/>
              </a:path>
              <a:path w="2896870" h="1381125">
                <a:moveTo>
                  <a:pt x="548521" y="979935"/>
                </a:moveTo>
                <a:lnTo>
                  <a:pt x="111658" y="956259"/>
                </a:lnTo>
                <a:lnTo>
                  <a:pt x="384488" y="792342"/>
                </a:lnTo>
                <a:lnTo>
                  <a:pt x="395363" y="795223"/>
                </a:lnTo>
                <a:lnTo>
                  <a:pt x="398180" y="795223"/>
                </a:lnTo>
                <a:lnTo>
                  <a:pt x="144561" y="947597"/>
                </a:lnTo>
                <a:lnTo>
                  <a:pt x="127673" y="947597"/>
                </a:lnTo>
                <a:lnTo>
                  <a:pt x="129870" y="956424"/>
                </a:lnTo>
                <a:lnTo>
                  <a:pt x="290582" y="956424"/>
                </a:lnTo>
                <a:lnTo>
                  <a:pt x="564832" y="971283"/>
                </a:lnTo>
                <a:lnTo>
                  <a:pt x="563703" y="973162"/>
                </a:lnTo>
                <a:lnTo>
                  <a:pt x="552589" y="973162"/>
                </a:lnTo>
                <a:lnTo>
                  <a:pt x="548521" y="979935"/>
                </a:lnTo>
                <a:close/>
              </a:path>
              <a:path w="2896870" h="1381125">
                <a:moveTo>
                  <a:pt x="129870" y="956424"/>
                </a:moveTo>
                <a:lnTo>
                  <a:pt x="127673" y="947597"/>
                </a:lnTo>
                <a:lnTo>
                  <a:pt x="143164" y="948437"/>
                </a:lnTo>
                <a:lnTo>
                  <a:pt x="129870" y="956424"/>
                </a:lnTo>
                <a:close/>
              </a:path>
              <a:path w="2896870" h="1381125">
                <a:moveTo>
                  <a:pt x="143164" y="948437"/>
                </a:moveTo>
                <a:lnTo>
                  <a:pt x="127673" y="947597"/>
                </a:lnTo>
                <a:lnTo>
                  <a:pt x="144561" y="947597"/>
                </a:lnTo>
                <a:lnTo>
                  <a:pt x="143164" y="948437"/>
                </a:lnTo>
                <a:close/>
              </a:path>
              <a:path w="2896870" h="1381125">
                <a:moveTo>
                  <a:pt x="2766415" y="956424"/>
                </a:moveTo>
                <a:lnTo>
                  <a:pt x="2753121" y="948437"/>
                </a:lnTo>
                <a:lnTo>
                  <a:pt x="2768612" y="947597"/>
                </a:lnTo>
                <a:lnTo>
                  <a:pt x="2766415" y="956424"/>
                </a:lnTo>
                <a:close/>
              </a:path>
              <a:path w="2896870" h="1381125">
                <a:moveTo>
                  <a:pt x="2781593" y="956424"/>
                </a:moveTo>
                <a:lnTo>
                  <a:pt x="2766415" y="956424"/>
                </a:lnTo>
                <a:lnTo>
                  <a:pt x="2768612" y="947597"/>
                </a:lnTo>
                <a:lnTo>
                  <a:pt x="2770223" y="947597"/>
                </a:lnTo>
                <a:lnTo>
                  <a:pt x="2784640" y="956259"/>
                </a:lnTo>
                <a:lnTo>
                  <a:pt x="2781593" y="956424"/>
                </a:lnTo>
                <a:close/>
              </a:path>
              <a:path w="2896870" h="1381125">
                <a:moveTo>
                  <a:pt x="290582" y="956424"/>
                </a:moveTo>
                <a:lnTo>
                  <a:pt x="129870" y="956424"/>
                </a:lnTo>
                <a:lnTo>
                  <a:pt x="143164" y="948437"/>
                </a:lnTo>
                <a:lnTo>
                  <a:pt x="290582" y="956424"/>
                </a:lnTo>
                <a:close/>
              </a:path>
              <a:path w="2896870" h="1381125">
                <a:moveTo>
                  <a:pt x="2466019" y="1176781"/>
                </a:moveTo>
                <a:lnTo>
                  <a:pt x="2454910" y="1176781"/>
                </a:lnTo>
                <a:lnTo>
                  <a:pt x="2459634" y="1169606"/>
                </a:lnTo>
                <a:lnTo>
                  <a:pt x="2449783" y="1168249"/>
                </a:lnTo>
                <a:lnTo>
                  <a:pt x="2331453" y="971283"/>
                </a:lnTo>
                <a:lnTo>
                  <a:pt x="2753121" y="948437"/>
                </a:lnTo>
                <a:lnTo>
                  <a:pt x="2766415" y="956424"/>
                </a:lnTo>
                <a:lnTo>
                  <a:pt x="2781593" y="956424"/>
                </a:lnTo>
                <a:lnTo>
                  <a:pt x="2472741" y="973162"/>
                </a:lnTo>
                <a:lnTo>
                  <a:pt x="2343696" y="973162"/>
                </a:lnTo>
                <a:lnTo>
                  <a:pt x="2339873" y="980363"/>
                </a:lnTo>
                <a:lnTo>
                  <a:pt x="2348022" y="980363"/>
                </a:lnTo>
                <a:lnTo>
                  <a:pt x="2466019" y="1176781"/>
                </a:lnTo>
                <a:close/>
              </a:path>
              <a:path w="2896870" h="1381125">
                <a:moveTo>
                  <a:pt x="556425" y="980363"/>
                </a:moveTo>
                <a:lnTo>
                  <a:pt x="548521" y="979935"/>
                </a:lnTo>
                <a:lnTo>
                  <a:pt x="552589" y="973162"/>
                </a:lnTo>
                <a:lnTo>
                  <a:pt x="556425" y="980363"/>
                </a:lnTo>
                <a:close/>
              </a:path>
              <a:path w="2896870" h="1381125">
                <a:moveTo>
                  <a:pt x="559377" y="980363"/>
                </a:moveTo>
                <a:lnTo>
                  <a:pt x="556425" y="980363"/>
                </a:lnTo>
                <a:lnTo>
                  <a:pt x="552589" y="973162"/>
                </a:lnTo>
                <a:lnTo>
                  <a:pt x="563703" y="973162"/>
                </a:lnTo>
                <a:lnTo>
                  <a:pt x="559377" y="980363"/>
                </a:lnTo>
                <a:close/>
              </a:path>
              <a:path w="2896870" h="1381125">
                <a:moveTo>
                  <a:pt x="2339873" y="980363"/>
                </a:moveTo>
                <a:lnTo>
                  <a:pt x="2343696" y="973162"/>
                </a:lnTo>
                <a:lnTo>
                  <a:pt x="2347765" y="979936"/>
                </a:lnTo>
                <a:lnTo>
                  <a:pt x="2339873" y="980363"/>
                </a:lnTo>
                <a:close/>
              </a:path>
              <a:path w="2896870" h="1381125">
                <a:moveTo>
                  <a:pt x="2347765" y="979936"/>
                </a:moveTo>
                <a:lnTo>
                  <a:pt x="2343696" y="973162"/>
                </a:lnTo>
                <a:lnTo>
                  <a:pt x="2472741" y="973162"/>
                </a:lnTo>
                <a:lnTo>
                  <a:pt x="2347765" y="979936"/>
                </a:lnTo>
                <a:close/>
              </a:path>
              <a:path w="2896870" h="1381125">
                <a:moveTo>
                  <a:pt x="428091" y="1180401"/>
                </a:moveTo>
                <a:lnTo>
                  <a:pt x="548533" y="979936"/>
                </a:lnTo>
                <a:lnTo>
                  <a:pt x="556425" y="980363"/>
                </a:lnTo>
                <a:lnTo>
                  <a:pt x="559377" y="980363"/>
                </a:lnTo>
                <a:lnTo>
                  <a:pt x="446500" y="1168251"/>
                </a:lnTo>
                <a:lnTo>
                  <a:pt x="436651" y="1169606"/>
                </a:lnTo>
                <a:lnTo>
                  <a:pt x="441388" y="1176781"/>
                </a:lnTo>
                <a:lnTo>
                  <a:pt x="454391" y="1176781"/>
                </a:lnTo>
                <a:lnTo>
                  <a:pt x="428091" y="1180401"/>
                </a:lnTo>
                <a:close/>
              </a:path>
              <a:path w="2896870" h="1381125">
                <a:moveTo>
                  <a:pt x="2348022" y="980363"/>
                </a:moveTo>
                <a:lnTo>
                  <a:pt x="2339873" y="980363"/>
                </a:lnTo>
                <a:lnTo>
                  <a:pt x="2347765" y="979936"/>
                </a:lnTo>
                <a:lnTo>
                  <a:pt x="2348022" y="980363"/>
                </a:lnTo>
                <a:close/>
              </a:path>
              <a:path w="2896870" h="1381125">
                <a:moveTo>
                  <a:pt x="454391" y="1176781"/>
                </a:moveTo>
                <a:lnTo>
                  <a:pt x="441388" y="1176781"/>
                </a:lnTo>
                <a:lnTo>
                  <a:pt x="446514" y="1168249"/>
                </a:lnTo>
                <a:lnTo>
                  <a:pt x="856119" y="1111884"/>
                </a:lnTo>
                <a:lnTo>
                  <a:pt x="857634" y="1118285"/>
                </a:lnTo>
                <a:lnTo>
                  <a:pt x="847852" y="1118285"/>
                </a:lnTo>
                <a:lnTo>
                  <a:pt x="848847" y="1122495"/>
                </a:lnTo>
                <a:lnTo>
                  <a:pt x="454391" y="1176781"/>
                </a:lnTo>
                <a:close/>
              </a:path>
              <a:path w="2896870" h="1381125">
                <a:moveTo>
                  <a:pt x="2000355" y="1321549"/>
                </a:moveTo>
                <a:lnTo>
                  <a:pt x="1990572" y="1321549"/>
                </a:lnTo>
                <a:lnTo>
                  <a:pt x="1996897" y="1318196"/>
                </a:lnTo>
                <a:lnTo>
                  <a:pt x="1991824" y="1316257"/>
                </a:lnTo>
                <a:lnTo>
                  <a:pt x="2040166" y="1111884"/>
                </a:lnTo>
                <a:lnTo>
                  <a:pt x="2086681" y="1118285"/>
                </a:lnTo>
                <a:lnTo>
                  <a:pt x="2048433" y="1118285"/>
                </a:lnTo>
                <a:lnTo>
                  <a:pt x="2043150" y="1121905"/>
                </a:lnTo>
                <a:lnTo>
                  <a:pt x="2047438" y="1122495"/>
                </a:lnTo>
                <a:lnTo>
                  <a:pt x="2000355" y="1321549"/>
                </a:lnTo>
                <a:close/>
              </a:path>
              <a:path w="2896870" h="1381125">
                <a:moveTo>
                  <a:pt x="848847" y="1122495"/>
                </a:moveTo>
                <a:lnTo>
                  <a:pt x="847852" y="1118285"/>
                </a:lnTo>
                <a:lnTo>
                  <a:pt x="853135" y="1121905"/>
                </a:lnTo>
                <a:lnTo>
                  <a:pt x="848847" y="1122495"/>
                </a:lnTo>
                <a:close/>
              </a:path>
              <a:path w="2896870" h="1381125">
                <a:moveTo>
                  <a:pt x="897699" y="1329029"/>
                </a:moveTo>
                <a:lnTo>
                  <a:pt x="848847" y="1122495"/>
                </a:lnTo>
                <a:lnTo>
                  <a:pt x="853135" y="1121905"/>
                </a:lnTo>
                <a:lnTo>
                  <a:pt x="847852" y="1118285"/>
                </a:lnTo>
                <a:lnTo>
                  <a:pt x="857634" y="1118285"/>
                </a:lnTo>
                <a:lnTo>
                  <a:pt x="904462" y="1316261"/>
                </a:lnTo>
                <a:lnTo>
                  <a:pt x="899388" y="1318196"/>
                </a:lnTo>
                <a:lnTo>
                  <a:pt x="905725" y="1321549"/>
                </a:lnTo>
                <a:lnTo>
                  <a:pt x="917320" y="1321549"/>
                </a:lnTo>
                <a:lnTo>
                  <a:pt x="897699" y="1329029"/>
                </a:lnTo>
                <a:close/>
              </a:path>
              <a:path w="2896870" h="1381125">
                <a:moveTo>
                  <a:pt x="2047438" y="1122495"/>
                </a:moveTo>
                <a:lnTo>
                  <a:pt x="2043150" y="1121905"/>
                </a:lnTo>
                <a:lnTo>
                  <a:pt x="2048433" y="1118285"/>
                </a:lnTo>
                <a:lnTo>
                  <a:pt x="2047438" y="1122495"/>
                </a:lnTo>
                <a:close/>
              </a:path>
              <a:path w="2896870" h="1381125">
                <a:moveTo>
                  <a:pt x="2468194" y="1180401"/>
                </a:moveTo>
                <a:lnTo>
                  <a:pt x="2047438" y="1122495"/>
                </a:lnTo>
                <a:lnTo>
                  <a:pt x="2048433" y="1118285"/>
                </a:lnTo>
                <a:lnTo>
                  <a:pt x="2086681" y="1118285"/>
                </a:lnTo>
                <a:lnTo>
                  <a:pt x="2449784" y="1168251"/>
                </a:lnTo>
                <a:lnTo>
                  <a:pt x="2454910" y="1176781"/>
                </a:lnTo>
                <a:lnTo>
                  <a:pt x="2466019" y="1176781"/>
                </a:lnTo>
                <a:lnTo>
                  <a:pt x="2468194" y="1180401"/>
                </a:lnTo>
                <a:close/>
              </a:path>
              <a:path w="2896870" h="1381125">
                <a:moveTo>
                  <a:pt x="441388" y="1176781"/>
                </a:moveTo>
                <a:lnTo>
                  <a:pt x="436651" y="1169606"/>
                </a:lnTo>
                <a:lnTo>
                  <a:pt x="446514" y="1168249"/>
                </a:lnTo>
                <a:lnTo>
                  <a:pt x="441388" y="1176781"/>
                </a:lnTo>
                <a:close/>
              </a:path>
              <a:path w="2896870" h="1381125">
                <a:moveTo>
                  <a:pt x="2454910" y="1176781"/>
                </a:moveTo>
                <a:lnTo>
                  <a:pt x="2449784" y="1168251"/>
                </a:lnTo>
                <a:lnTo>
                  <a:pt x="2459634" y="1169606"/>
                </a:lnTo>
                <a:lnTo>
                  <a:pt x="2454910" y="1176781"/>
                </a:lnTo>
                <a:close/>
              </a:path>
              <a:path w="2896870" h="1381125">
                <a:moveTo>
                  <a:pt x="917320" y="1321549"/>
                </a:moveTo>
                <a:lnTo>
                  <a:pt x="905725" y="1321549"/>
                </a:lnTo>
                <a:lnTo>
                  <a:pt x="904473" y="1316257"/>
                </a:lnTo>
                <a:lnTo>
                  <a:pt x="1239939" y="1188351"/>
                </a:lnTo>
                <a:lnTo>
                  <a:pt x="1250422" y="1197419"/>
                </a:lnTo>
                <a:lnTo>
                  <a:pt x="1235862" y="1197419"/>
                </a:lnTo>
                <a:lnTo>
                  <a:pt x="1238017" y="1199283"/>
                </a:lnTo>
                <a:lnTo>
                  <a:pt x="917320" y="1321549"/>
                </a:lnTo>
                <a:close/>
              </a:path>
              <a:path w="2896870" h="1381125">
                <a:moveTo>
                  <a:pt x="1459581" y="1371130"/>
                </a:moveTo>
                <a:lnTo>
                  <a:pt x="1451254" y="1371130"/>
                </a:lnTo>
                <a:lnTo>
                  <a:pt x="1448142" y="1368438"/>
                </a:lnTo>
                <a:lnTo>
                  <a:pt x="1656346" y="1188351"/>
                </a:lnTo>
                <a:lnTo>
                  <a:pt x="1680129" y="1197419"/>
                </a:lnTo>
                <a:lnTo>
                  <a:pt x="1660423" y="1197419"/>
                </a:lnTo>
                <a:lnTo>
                  <a:pt x="1655610" y="1198270"/>
                </a:lnTo>
                <a:lnTo>
                  <a:pt x="1658268" y="1199283"/>
                </a:lnTo>
                <a:lnTo>
                  <a:pt x="1459581" y="1371130"/>
                </a:lnTo>
                <a:close/>
              </a:path>
              <a:path w="2896870" h="1381125">
                <a:moveTo>
                  <a:pt x="1238017" y="1199283"/>
                </a:moveTo>
                <a:lnTo>
                  <a:pt x="1235862" y="1197419"/>
                </a:lnTo>
                <a:lnTo>
                  <a:pt x="1240675" y="1198270"/>
                </a:lnTo>
                <a:lnTo>
                  <a:pt x="1238017" y="1199283"/>
                </a:lnTo>
                <a:close/>
              </a:path>
              <a:path w="2896870" h="1381125">
                <a:moveTo>
                  <a:pt x="1448142" y="1381023"/>
                </a:moveTo>
                <a:lnTo>
                  <a:pt x="1238017" y="1199283"/>
                </a:lnTo>
                <a:lnTo>
                  <a:pt x="1240675" y="1198270"/>
                </a:lnTo>
                <a:lnTo>
                  <a:pt x="1235862" y="1197419"/>
                </a:lnTo>
                <a:lnTo>
                  <a:pt x="1250422" y="1197419"/>
                </a:lnTo>
                <a:lnTo>
                  <a:pt x="1448142" y="1368438"/>
                </a:lnTo>
                <a:lnTo>
                  <a:pt x="1445031" y="1371130"/>
                </a:lnTo>
                <a:lnTo>
                  <a:pt x="1459581" y="1371130"/>
                </a:lnTo>
                <a:lnTo>
                  <a:pt x="1448142" y="1381023"/>
                </a:lnTo>
                <a:close/>
              </a:path>
              <a:path w="2896870" h="1381125">
                <a:moveTo>
                  <a:pt x="1658268" y="1199283"/>
                </a:moveTo>
                <a:lnTo>
                  <a:pt x="1655610" y="1198270"/>
                </a:lnTo>
                <a:lnTo>
                  <a:pt x="1660423" y="1197419"/>
                </a:lnTo>
                <a:lnTo>
                  <a:pt x="1658268" y="1199283"/>
                </a:lnTo>
                <a:close/>
              </a:path>
              <a:path w="2896870" h="1381125">
                <a:moveTo>
                  <a:pt x="1998586" y="1329029"/>
                </a:moveTo>
                <a:lnTo>
                  <a:pt x="1658268" y="1199283"/>
                </a:lnTo>
                <a:lnTo>
                  <a:pt x="1660423" y="1197419"/>
                </a:lnTo>
                <a:lnTo>
                  <a:pt x="1680129" y="1197419"/>
                </a:lnTo>
                <a:lnTo>
                  <a:pt x="1991823" y="1316261"/>
                </a:lnTo>
                <a:lnTo>
                  <a:pt x="1990572" y="1321549"/>
                </a:lnTo>
                <a:lnTo>
                  <a:pt x="2000355" y="1321549"/>
                </a:lnTo>
                <a:lnTo>
                  <a:pt x="1998586" y="1329029"/>
                </a:lnTo>
                <a:close/>
              </a:path>
              <a:path w="2896870" h="1381125">
                <a:moveTo>
                  <a:pt x="905725" y="1321549"/>
                </a:moveTo>
                <a:lnTo>
                  <a:pt x="899388" y="1318196"/>
                </a:lnTo>
                <a:lnTo>
                  <a:pt x="904473" y="1316257"/>
                </a:lnTo>
                <a:lnTo>
                  <a:pt x="905725" y="1321549"/>
                </a:lnTo>
                <a:close/>
              </a:path>
              <a:path w="2896870" h="1381125">
                <a:moveTo>
                  <a:pt x="1990572" y="1321549"/>
                </a:moveTo>
                <a:lnTo>
                  <a:pt x="1991823" y="1316261"/>
                </a:lnTo>
                <a:lnTo>
                  <a:pt x="1996897" y="1318196"/>
                </a:lnTo>
                <a:lnTo>
                  <a:pt x="1990572" y="1321549"/>
                </a:lnTo>
                <a:close/>
              </a:path>
              <a:path w="2896870" h="1381125">
                <a:moveTo>
                  <a:pt x="1451254" y="1371130"/>
                </a:moveTo>
                <a:lnTo>
                  <a:pt x="1445031" y="1371130"/>
                </a:lnTo>
                <a:lnTo>
                  <a:pt x="1448142" y="1368438"/>
                </a:lnTo>
                <a:lnTo>
                  <a:pt x="1451254" y="1371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479558" y="2872575"/>
            <a:ext cx="177418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solidFill>
                  <a:srgbClr val="FC3E03"/>
                </a:solidFill>
                <a:latin typeface="Arial"/>
                <a:cs typeface="Arial"/>
              </a:rPr>
              <a:t>CourseTest.java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54090" y="1315084"/>
            <a:ext cx="2863850" cy="212852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84150" marR="5080" indent="-171450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设置环境变量 classpath：指 定寻找类字节码 的路径—包的上 级文件夹。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91328" y="3500628"/>
            <a:ext cx="3680460" cy="460375"/>
          </a:xfrm>
          <a:custGeom>
            <a:avLst/>
            <a:gdLst/>
            <a:ahLst/>
            <a:cxnLst/>
            <a:rect l="l" t="t" r="r" b="b"/>
            <a:pathLst>
              <a:path w="3680459" h="460375">
                <a:moveTo>
                  <a:pt x="0" y="0"/>
                </a:moveTo>
                <a:lnTo>
                  <a:pt x="3680460" y="0"/>
                </a:lnTo>
                <a:lnTo>
                  <a:pt x="3680460" y="460248"/>
                </a:lnTo>
                <a:lnTo>
                  <a:pt x="0" y="4602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370817" y="3515677"/>
            <a:ext cx="3521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Book Antiqua"/>
                <a:cs typeface="Book Antiqua"/>
              </a:rPr>
              <a:t>classpath=e:\java_source;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283964" y="5013959"/>
            <a:ext cx="4537075" cy="754380"/>
          </a:xfrm>
          <a:custGeom>
            <a:avLst/>
            <a:gdLst/>
            <a:ahLst/>
            <a:cxnLst/>
            <a:rect l="l" t="t" r="r" b="b"/>
            <a:pathLst>
              <a:path w="4537075" h="754379">
                <a:moveTo>
                  <a:pt x="0" y="0"/>
                </a:moveTo>
                <a:lnTo>
                  <a:pt x="4536947" y="0"/>
                </a:lnTo>
                <a:lnTo>
                  <a:pt x="4536947" y="754379"/>
                </a:lnTo>
                <a:lnTo>
                  <a:pt x="0" y="754379"/>
                </a:lnTo>
                <a:lnTo>
                  <a:pt x="0" y="0"/>
                </a:lnTo>
                <a:close/>
              </a:path>
            </a:pathLst>
          </a:custGeom>
          <a:solidFill>
            <a:srgbClr val="4EB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278312" y="5006975"/>
            <a:ext cx="4548505" cy="768350"/>
          </a:xfrm>
          <a:custGeom>
            <a:avLst/>
            <a:gdLst/>
            <a:ahLst/>
            <a:cxnLst/>
            <a:rect l="l" t="t" r="r" b="b"/>
            <a:pathLst>
              <a:path w="4548505" h="768350">
                <a:moveTo>
                  <a:pt x="4548187" y="768350"/>
                </a:moveTo>
                <a:lnTo>
                  <a:pt x="0" y="768350"/>
                </a:lnTo>
                <a:lnTo>
                  <a:pt x="0" y="0"/>
                </a:lnTo>
                <a:lnTo>
                  <a:pt x="4548187" y="0"/>
                </a:lnTo>
                <a:lnTo>
                  <a:pt x="454818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755650"/>
                </a:lnTo>
                <a:lnTo>
                  <a:pt x="6350" y="755650"/>
                </a:lnTo>
                <a:lnTo>
                  <a:pt x="12700" y="762000"/>
                </a:lnTo>
                <a:lnTo>
                  <a:pt x="4548187" y="762000"/>
                </a:lnTo>
                <a:lnTo>
                  <a:pt x="4548187" y="768350"/>
                </a:lnTo>
                <a:close/>
              </a:path>
              <a:path w="4548505" h="76835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4548505" h="768350">
                <a:moveTo>
                  <a:pt x="453548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4535487" y="6350"/>
                </a:lnTo>
                <a:lnTo>
                  <a:pt x="4535487" y="12700"/>
                </a:lnTo>
                <a:close/>
              </a:path>
              <a:path w="4548505" h="768350">
                <a:moveTo>
                  <a:pt x="4535487" y="762000"/>
                </a:moveTo>
                <a:lnTo>
                  <a:pt x="4535487" y="6350"/>
                </a:lnTo>
                <a:lnTo>
                  <a:pt x="4541837" y="12700"/>
                </a:lnTo>
                <a:lnTo>
                  <a:pt x="4548187" y="12700"/>
                </a:lnTo>
                <a:lnTo>
                  <a:pt x="4548187" y="755650"/>
                </a:lnTo>
                <a:lnTo>
                  <a:pt x="4541837" y="755650"/>
                </a:lnTo>
                <a:lnTo>
                  <a:pt x="4535487" y="762000"/>
                </a:lnTo>
                <a:close/>
              </a:path>
              <a:path w="4548505" h="768350">
                <a:moveTo>
                  <a:pt x="4548187" y="12700"/>
                </a:moveTo>
                <a:lnTo>
                  <a:pt x="4541837" y="12700"/>
                </a:lnTo>
                <a:lnTo>
                  <a:pt x="4535487" y="6350"/>
                </a:lnTo>
                <a:lnTo>
                  <a:pt x="4548187" y="6350"/>
                </a:lnTo>
                <a:lnTo>
                  <a:pt x="4548187" y="12700"/>
                </a:lnTo>
                <a:close/>
              </a:path>
              <a:path w="4548505" h="768350">
                <a:moveTo>
                  <a:pt x="12700" y="762000"/>
                </a:moveTo>
                <a:lnTo>
                  <a:pt x="6350" y="755650"/>
                </a:lnTo>
                <a:lnTo>
                  <a:pt x="12700" y="755650"/>
                </a:lnTo>
                <a:lnTo>
                  <a:pt x="12700" y="762000"/>
                </a:lnTo>
                <a:close/>
              </a:path>
              <a:path w="4548505" h="768350">
                <a:moveTo>
                  <a:pt x="4535487" y="762000"/>
                </a:moveTo>
                <a:lnTo>
                  <a:pt x="12700" y="762000"/>
                </a:lnTo>
                <a:lnTo>
                  <a:pt x="12700" y="755650"/>
                </a:lnTo>
                <a:lnTo>
                  <a:pt x="4535487" y="755650"/>
                </a:lnTo>
                <a:lnTo>
                  <a:pt x="4535487" y="762000"/>
                </a:lnTo>
                <a:close/>
              </a:path>
              <a:path w="4548505" h="768350">
                <a:moveTo>
                  <a:pt x="4548187" y="762000"/>
                </a:moveTo>
                <a:lnTo>
                  <a:pt x="4535487" y="762000"/>
                </a:lnTo>
                <a:lnTo>
                  <a:pt x="4541837" y="755650"/>
                </a:lnTo>
                <a:lnTo>
                  <a:pt x="4548187" y="755650"/>
                </a:lnTo>
                <a:lnTo>
                  <a:pt x="4548187" y="762000"/>
                </a:lnTo>
                <a:close/>
              </a:path>
            </a:pathLst>
          </a:custGeom>
          <a:solidFill>
            <a:srgbClr val="3783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283964" y="4998084"/>
            <a:ext cx="4537075" cy="7207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915669" marR="113030" indent="-795020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设置</a:t>
            </a:r>
            <a:r>
              <a:rPr dirty="0" sz="2400" spc="-5">
                <a:solidFill>
                  <a:srgbClr val="FFFFFF"/>
                </a:solidFill>
                <a:latin typeface="Book Antiqua"/>
                <a:cs typeface="Book Antiqua"/>
              </a:rPr>
              <a:t>c</a:t>
            </a:r>
            <a:r>
              <a:rPr dirty="0" sz="2400">
                <a:solidFill>
                  <a:srgbClr val="FFFFFF"/>
                </a:solidFill>
                <a:latin typeface="Book Antiqua"/>
                <a:cs typeface="Book Antiqua"/>
              </a:rPr>
              <a:t>la</a:t>
            </a:r>
            <a:r>
              <a:rPr dirty="0" sz="2400" spc="-5">
                <a:solidFill>
                  <a:srgbClr val="FFFFFF"/>
                </a:solidFill>
                <a:latin typeface="Book Antiqua"/>
                <a:cs typeface="Book Antiqua"/>
              </a:rPr>
              <a:t>ss</a:t>
            </a:r>
            <a:r>
              <a:rPr dirty="0" sz="2400">
                <a:solidFill>
                  <a:srgbClr val="FFFFFF"/>
                </a:solidFill>
                <a:latin typeface="Book Antiqua"/>
                <a:cs typeface="Book Antiqua"/>
              </a:rPr>
              <a:t>pat</a:t>
            </a:r>
            <a:r>
              <a:rPr dirty="0" sz="2400" spc="-5">
                <a:solidFill>
                  <a:srgbClr val="FFFFFF"/>
                </a:solidFill>
                <a:latin typeface="Book Antiqua"/>
                <a:cs typeface="Book Antiqua"/>
              </a:rPr>
              <a:t>h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后，在任意路径都 可以执行包下面的类。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47"/>
            <a:ext cx="29019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4.6.2</a:t>
            </a:r>
            <a:r>
              <a:rPr dirty="0" sz="3000" spc="145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类的导</a:t>
            </a:r>
            <a:r>
              <a:rPr dirty="0" sz="3000" spc="-15" b="1">
                <a:latin typeface="宋体"/>
                <a:cs typeface="宋体"/>
              </a:rPr>
              <a:t>入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9160" y="4652771"/>
            <a:ext cx="6408420" cy="830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5781" y="4649330"/>
            <a:ext cx="6416675" cy="837565"/>
          </a:xfrm>
          <a:custGeom>
            <a:avLst/>
            <a:gdLst/>
            <a:ahLst/>
            <a:cxnLst/>
            <a:rect l="l" t="t" r="r" b="b"/>
            <a:pathLst>
              <a:path w="6416675" h="837564">
                <a:moveTo>
                  <a:pt x="6416332" y="837564"/>
                </a:moveTo>
                <a:lnTo>
                  <a:pt x="0" y="837564"/>
                </a:lnTo>
                <a:lnTo>
                  <a:pt x="0" y="0"/>
                </a:lnTo>
                <a:lnTo>
                  <a:pt x="6416332" y="0"/>
                </a:lnTo>
                <a:lnTo>
                  <a:pt x="6416332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829945"/>
                </a:lnTo>
                <a:lnTo>
                  <a:pt x="3809" y="829945"/>
                </a:lnTo>
                <a:lnTo>
                  <a:pt x="7619" y="833754"/>
                </a:lnTo>
                <a:lnTo>
                  <a:pt x="6416332" y="833754"/>
                </a:lnTo>
                <a:lnTo>
                  <a:pt x="6416332" y="837564"/>
                </a:lnTo>
                <a:close/>
              </a:path>
              <a:path w="6416675" h="837564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6416675" h="837564">
                <a:moveTo>
                  <a:pt x="6408712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6408712" y="3810"/>
                </a:lnTo>
                <a:lnTo>
                  <a:pt x="6408712" y="7620"/>
                </a:lnTo>
                <a:close/>
              </a:path>
              <a:path w="6416675" h="837564">
                <a:moveTo>
                  <a:pt x="6408712" y="833754"/>
                </a:moveTo>
                <a:lnTo>
                  <a:pt x="6408712" y="3810"/>
                </a:lnTo>
                <a:lnTo>
                  <a:pt x="6412522" y="7620"/>
                </a:lnTo>
                <a:lnTo>
                  <a:pt x="6416332" y="7620"/>
                </a:lnTo>
                <a:lnTo>
                  <a:pt x="6416332" y="829945"/>
                </a:lnTo>
                <a:lnTo>
                  <a:pt x="6412522" y="829945"/>
                </a:lnTo>
                <a:lnTo>
                  <a:pt x="6408712" y="833754"/>
                </a:lnTo>
                <a:close/>
              </a:path>
              <a:path w="6416675" h="837564">
                <a:moveTo>
                  <a:pt x="6416332" y="7620"/>
                </a:moveTo>
                <a:lnTo>
                  <a:pt x="6412522" y="7620"/>
                </a:lnTo>
                <a:lnTo>
                  <a:pt x="6408712" y="3810"/>
                </a:lnTo>
                <a:lnTo>
                  <a:pt x="6416332" y="3810"/>
                </a:lnTo>
                <a:lnTo>
                  <a:pt x="6416332" y="7620"/>
                </a:lnTo>
                <a:close/>
              </a:path>
              <a:path w="6416675" h="837564">
                <a:moveTo>
                  <a:pt x="7619" y="833754"/>
                </a:moveTo>
                <a:lnTo>
                  <a:pt x="3809" y="829945"/>
                </a:lnTo>
                <a:lnTo>
                  <a:pt x="7619" y="829945"/>
                </a:lnTo>
                <a:lnTo>
                  <a:pt x="7619" y="833754"/>
                </a:lnTo>
                <a:close/>
              </a:path>
              <a:path w="6416675" h="837564">
                <a:moveTo>
                  <a:pt x="6408712" y="833754"/>
                </a:moveTo>
                <a:lnTo>
                  <a:pt x="7619" y="833754"/>
                </a:lnTo>
                <a:lnTo>
                  <a:pt x="7619" y="829945"/>
                </a:lnTo>
                <a:lnTo>
                  <a:pt x="6408712" y="829945"/>
                </a:lnTo>
                <a:lnTo>
                  <a:pt x="6408712" y="833754"/>
                </a:lnTo>
                <a:close/>
              </a:path>
              <a:path w="6416675" h="837564">
                <a:moveTo>
                  <a:pt x="6416332" y="833754"/>
                </a:moveTo>
                <a:lnTo>
                  <a:pt x="6408712" y="833754"/>
                </a:lnTo>
                <a:lnTo>
                  <a:pt x="6412522" y="829945"/>
                </a:lnTo>
                <a:lnTo>
                  <a:pt x="6416332" y="829945"/>
                </a:lnTo>
                <a:lnTo>
                  <a:pt x="6416332" y="833754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39" y="1405254"/>
            <a:ext cx="7816850" cy="402082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同一个包中的类可以互相访问：无需导入</a:t>
            </a:r>
            <a:endParaRPr sz="3000">
              <a:latin typeface="宋体"/>
              <a:cs typeface="宋体"/>
            </a:endParaRPr>
          </a:p>
          <a:p>
            <a:pPr marL="184150" marR="5080" indent="-171450">
              <a:lnSpc>
                <a:spcPts val="324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一个类要访问位于另一个包中的类（</a:t>
            </a:r>
            <a:r>
              <a:rPr dirty="0" sz="3000">
                <a:solidFill>
                  <a:srgbClr val="FF0000"/>
                </a:solidFill>
                <a:latin typeface="宋体"/>
                <a:cs typeface="宋体"/>
              </a:rPr>
              <a:t>设这个类 允许被访问</a:t>
            </a:r>
            <a:r>
              <a:rPr dirty="0" sz="3000">
                <a:latin typeface="宋体"/>
                <a:cs typeface="宋体"/>
              </a:rPr>
              <a:t>）：</a:t>
            </a:r>
            <a:r>
              <a:rPr dirty="0" sz="3000" b="1">
                <a:solidFill>
                  <a:srgbClr val="FF0000"/>
                </a:solidFill>
                <a:latin typeface="宋体"/>
                <a:cs typeface="宋体"/>
              </a:rPr>
              <a:t>通过import语句导入</a:t>
            </a:r>
            <a:r>
              <a:rPr dirty="0" sz="3000" spc="-15" b="1">
                <a:solidFill>
                  <a:srgbClr val="FF0000"/>
                </a:solidFill>
                <a:latin typeface="宋体"/>
                <a:cs typeface="宋体"/>
              </a:rPr>
              <a:t>类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700">
              <a:latin typeface="宋体"/>
              <a:cs typeface="宋体"/>
            </a:endParaRPr>
          </a:p>
          <a:p>
            <a:pPr marL="184150" marR="5080" indent="-171450">
              <a:lnSpc>
                <a:spcPts val="324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import不能自动引入包的子包，必须用显式声 明的方式导入子包。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宋体"/>
              <a:cs typeface="宋体"/>
            </a:endParaRPr>
          </a:p>
          <a:p>
            <a:pPr marL="911860">
              <a:lnSpc>
                <a:spcPct val="100000"/>
              </a:lnSpc>
            </a:pPr>
            <a:r>
              <a:rPr dirty="0" sz="2400" spc="-5" b="1">
                <a:solidFill>
                  <a:srgbClr val="FFFFFF"/>
                </a:solidFill>
                <a:latin typeface="Calibri"/>
                <a:cs typeface="Calibri"/>
              </a:rPr>
              <a:t>import </a:t>
            </a:r>
            <a:r>
              <a:rPr dirty="0" sz="2400" spc="-15">
                <a:solidFill>
                  <a:srgbClr val="FFFFFF"/>
                </a:solidFill>
                <a:latin typeface="Calibri"/>
                <a:cs typeface="Calibri"/>
              </a:rPr>
              <a:t>java.awt.*;</a:t>
            </a:r>
            <a:endParaRPr sz="2400">
              <a:latin typeface="Calibri"/>
              <a:cs typeface="Calibri"/>
            </a:endParaRPr>
          </a:p>
          <a:p>
            <a:pPr marL="911860">
              <a:lnSpc>
                <a:spcPct val="100000"/>
              </a:lnSpc>
            </a:pPr>
            <a:r>
              <a:rPr dirty="0" sz="2400" spc="-5" b="1">
                <a:solidFill>
                  <a:srgbClr val="FFFFFF"/>
                </a:solidFill>
                <a:latin typeface="Calibri"/>
                <a:cs typeface="Calibri"/>
              </a:rPr>
              <a:t>import </a:t>
            </a:r>
            <a:r>
              <a:rPr dirty="0" sz="2400" spc="-15">
                <a:solidFill>
                  <a:srgbClr val="FFFFFF"/>
                </a:solidFill>
                <a:latin typeface="Calibri"/>
                <a:cs typeface="Calibri"/>
              </a:rPr>
              <a:t>java.awt.event.*;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0" y="303072"/>
            <a:ext cx="7980680" cy="4855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65835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4.6.2 类的导</a:t>
            </a:r>
            <a:r>
              <a:rPr dirty="0" sz="3000" spc="-15" b="1">
                <a:latin typeface="宋体"/>
                <a:cs typeface="宋体"/>
              </a:rPr>
              <a:t>入</a:t>
            </a:r>
            <a:endParaRPr sz="30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265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类的访问控制：public</a:t>
            </a:r>
            <a:r>
              <a:rPr dirty="0" sz="3000" spc="-1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|</a:t>
            </a:r>
            <a:r>
              <a:rPr dirty="0" sz="3000" spc="-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缺省</a:t>
            </a:r>
            <a:endParaRPr sz="3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700">
              <a:latin typeface="宋体"/>
              <a:cs typeface="宋体"/>
            </a:endParaRPr>
          </a:p>
          <a:p>
            <a:pPr marL="184150" marR="165100" indent="-171450">
              <a:lnSpc>
                <a:spcPts val="324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public：该类</a:t>
            </a:r>
            <a:r>
              <a:rPr dirty="0" sz="3000" b="1">
                <a:solidFill>
                  <a:srgbClr val="C00000"/>
                </a:solidFill>
                <a:latin typeface="宋体"/>
                <a:cs typeface="宋体"/>
              </a:rPr>
              <a:t>可以</a:t>
            </a:r>
            <a:r>
              <a:rPr dirty="0" sz="3000">
                <a:latin typeface="宋体"/>
                <a:cs typeface="宋体"/>
              </a:rPr>
              <a:t>被所有类访问（包内或包外 均可）</a:t>
            </a:r>
            <a:endParaRPr sz="3000">
              <a:latin typeface="宋体"/>
              <a:cs typeface="宋体"/>
            </a:endParaRPr>
          </a:p>
          <a:p>
            <a:pPr lvl="1" marL="527050" marR="7620" indent="-171450">
              <a:lnSpc>
                <a:spcPts val="324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3000">
                <a:latin typeface="宋体"/>
                <a:cs typeface="宋体"/>
              </a:rPr>
              <a:t>如果使用者与被使用者</a:t>
            </a:r>
            <a:r>
              <a:rPr dirty="0" sz="3000" b="1">
                <a:solidFill>
                  <a:srgbClr val="C00000"/>
                </a:solidFill>
                <a:latin typeface="宋体"/>
                <a:cs typeface="宋体"/>
              </a:rPr>
              <a:t>在同一个包</a:t>
            </a:r>
            <a:r>
              <a:rPr dirty="0" sz="3000">
                <a:latin typeface="宋体"/>
                <a:cs typeface="宋体"/>
              </a:rPr>
              <a:t>下：直接 使用</a:t>
            </a:r>
            <a:endParaRPr sz="3000">
              <a:latin typeface="宋体"/>
              <a:cs typeface="宋体"/>
            </a:endParaRPr>
          </a:p>
          <a:p>
            <a:pPr lvl="1" marL="527050" marR="5080" indent="-171450">
              <a:lnSpc>
                <a:spcPts val="324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3000">
                <a:latin typeface="宋体"/>
                <a:cs typeface="宋体"/>
              </a:rPr>
              <a:t>如果使用者与被使用者</a:t>
            </a:r>
            <a:r>
              <a:rPr dirty="0" sz="3000" b="1">
                <a:solidFill>
                  <a:srgbClr val="C00000"/>
                </a:solidFill>
                <a:latin typeface="宋体"/>
                <a:cs typeface="宋体"/>
              </a:rPr>
              <a:t>不在同一个包</a:t>
            </a:r>
            <a:r>
              <a:rPr dirty="0" sz="3000">
                <a:latin typeface="宋体"/>
                <a:cs typeface="宋体"/>
              </a:rPr>
              <a:t>下：通 常先导入，再使用（注意，这个类必须是 public</a:t>
            </a:r>
            <a:r>
              <a:rPr dirty="0" sz="3000" spc="-5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的）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40323" y="1397508"/>
            <a:ext cx="3041904" cy="566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47"/>
            <a:ext cx="29019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4.6.2</a:t>
            </a:r>
            <a:r>
              <a:rPr dirty="0" sz="3000" spc="1450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类的导</a:t>
            </a:r>
            <a:r>
              <a:rPr dirty="0" sz="3000" spc="-15" b="1">
                <a:latin typeface="宋体"/>
                <a:cs typeface="宋体"/>
              </a:rPr>
              <a:t>入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51432" y="1927860"/>
            <a:ext cx="1656588" cy="1728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48168" y="1924596"/>
            <a:ext cx="1664335" cy="1736089"/>
          </a:xfrm>
          <a:custGeom>
            <a:avLst/>
            <a:gdLst/>
            <a:ahLst/>
            <a:cxnLst/>
            <a:rect l="l" t="t" r="r" b="b"/>
            <a:pathLst>
              <a:path w="1664335" h="1736089">
                <a:moveTo>
                  <a:pt x="1663801" y="1735823"/>
                </a:moveTo>
                <a:lnTo>
                  <a:pt x="0" y="1735823"/>
                </a:lnTo>
                <a:lnTo>
                  <a:pt x="0" y="0"/>
                </a:lnTo>
                <a:lnTo>
                  <a:pt x="1663801" y="0"/>
                </a:lnTo>
                <a:lnTo>
                  <a:pt x="1663801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1728203"/>
                </a:lnTo>
                <a:lnTo>
                  <a:pt x="3809" y="1728203"/>
                </a:lnTo>
                <a:lnTo>
                  <a:pt x="7619" y="1732013"/>
                </a:lnTo>
                <a:lnTo>
                  <a:pt x="1663801" y="1732013"/>
                </a:lnTo>
                <a:lnTo>
                  <a:pt x="1663801" y="1735823"/>
                </a:lnTo>
                <a:close/>
              </a:path>
              <a:path w="1664335" h="1736089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1664335" h="1736089">
                <a:moveTo>
                  <a:pt x="1656181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1656181" y="3809"/>
                </a:lnTo>
                <a:lnTo>
                  <a:pt x="1656181" y="7619"/>
                </a:lnTo>
                <a:close/>
              </a:path>
              <a:path w="1664335" h="1736089">
                <a:moveTo>
                  <a:pt x="1656181" y="1732013"/>
                </a:moveTo>
                <a:lnTo>
                  <a:pt x="1656181" y="3809"/>
                </a:lnTo>
                <a:lnTo>
                  <a:pt x="1659991" y="7619"/>
                </a:lnTo>
                <a:lnTo>
                  <a:pt x="1663801" y="7619"/>
                </a:lnTo>
                <a:lnTo>
                  <a:pt x="1663801" y="1728203"/>
                </a:lnTo>
                <a:lnTo>
                  <a:pt x="1659991" y="1728203"/>
                </a:lnTo>
                <a:lnTo>
                  <a:pt x="1656181" y="1732013"/>
                </a:lnTo>
                <a:close/>
              </a:path>
              <a:path w="1664335" h="1736089">
                <a:moveTo>
                  <a:pt x="1663801" y="7619"/>
                </a:moveTo>
                <a:lnTo>
                  <a:pt x="1659991" y="7619"/>
                </a:lnTo>
                <a:lnTo>
                  <a:pt x="1656181" y="3809"/>
                </a:lnTo>
                <a:lnTo>
                  <a:pt x="1663801" y="3809"/>
                </a:lnTo>
                <a:lnTo>
                  <a:pt x="1663801" y="7619"/>
                </a:lnTo>
                <a:close/>
              </a:path>
              <a:path w="1664335" h="1736089">
                <a:moveTo>
                  <a:pt x="7619" y="1732013"/>
                </a:moveTo>
                <a:lnTo>
                  <a:pt x="3809" y="1728203"/>
                </a:lnTo>
                <a:lnTo>
                  <a:pt x="7619" y="1728203"/>
                </a:lnTo>
                <a:lnTo>
                  <a:pt x="7619" y="1732013"/>
                </a:lnTo>
                <a:close/>
              </a:path>
              <a:path w="1664335" h="1736089">
                <a:moveTo>
                  <a:pt x="1656181" y="1732013"/>
                </a:moveTo>
                <a:lnTo>
                  <a:pt x="7619" y="1732013"/>
                </a:lnTo>
                <a:lnTo>
                  <a:pt x="7619" y="1728203"/>
                </a:lnTo>
                <a:lnTo>
                  <a:pt x="1656181" y="1728203"/>
                </a:lnTo>
                <a:lnTo>
                  <a:pt x="1656181" y="1732013"/>
                </a:lnTo>
                <a:close/>
              </a:path>
              <a:path w="1664335" h="1736089">
                <a:moveTo>
                  <a:pt x="1663801" y="1732013"/>
                </a:moveTo>
                <a:lnTo>
                  <a:pt x="1656181" y="1732013"/>
                </a:lnTo>
                <a:lnTo>
                  <a:pt x="1659991" y="1728203"/>
                </a:lnTo>
                <a:lnTo>
                  <a:pt x="1663801" y="1728203"/>
                </a:lnTo>
                <a:lnTo>
                  <a:pt x="1663801" y="1732013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67839" y="2522220"/>
            <a:ext cx="1224280" cy="810895"/>
          </a:xfrm>
          <a:custGeom>
            <a:avLst/>
            <a:gdLst/>
            <a:ahLst/>
            <a:cxnLst/>
            <a:rect l="l" t="t" r="r" b="b"/>
            <a:pathLst>
              <a:path w="1224280" h="810895">
                <a:moveTo>
                  <a:pt x="0" y="0"/>
                </a:moveTo>
                <a:lnTo>
                  <a:pt x="1223772" y="0"/>
                </a:lnTo>
                <a:lnTo>
                  <a:pt x="1223772" y="810767"/>
                </a:lnTo>
                <a:lnTo>
                  <a:pt x="0" y="810767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64195" y="2518664"/>
            <a:ext cx="1231900" cy="817880"/>
          </a:xfrm>
          <a:custGeom>
            <a:avLst/>
            <a:gdLst/>
            <a:ahLst/>
            <a:cxnLst/>
            <a:rect l="l" t="t" r="r" b="b"/>
            <a:pathLst>
              <a:path w="1231900" h="817879">
                <a:moveTo>
                  <a:pt x="1231760" y="817714"/>
                </a:moveTo>
                <a:lnTo>
                  <a:pt x="0" y="817714"/>
                </a:lnTo>
                <a:lnTo>
                  <a:pt x="0" y="0"/>
                </a:lnTo>
                <a:lnTo>
                  <a:pt x="1231760" y="0"/>
                </a:lnTo>
                <a:lnTo>
                  <a:pt x="1231760" y="3810"/>
                </a:lnTo>
                <a:lnTo>
                  <a:pt x="7619" y="3810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810094"/>
                </a:lnTo>
                <a:lnTo>
                  <a:pt x="3809" y="810094"/>
                </a:lnTo>
                <a:lnTo>
                  <a:pt x="7619" y="813904"/>
                </a:lnTo>
                <a:lnTo>
                  <a:pt x="1231760" y="813904"/>
                </a:lnTo>
                <a:lnTo>
                  <a:pt x="1231760" y="817714"/>
                </a:lnTo>
                <a:close/>
              </a:path>
              <a:path w="1231900" h="817879">
                <a:moveTo>
                  <a:pt x="7619" y="7619"/>
                </a:moveTo>
                <a:lnTo>
                  <a:pt x="3809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1231900" h="817879">
                <a:moveTo>
                  <a:pt x="1224140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1224140" y="3810"/>
                </a:lnTo>
                <a:lnTo>
                  <a:pt x="1224140" y="7619"/>
                </a:lnTo>
                <a:close/>
              </a:path>
              <a:path w="1231900" h="817879">
                <a:moveTo>
                  <a:pt x="1224140" y="813904"/>
                </a:moveTo>
                <a:lnTo>
                  <a:pt x="1224140" y="3810"/>
                </a:lnTo>
                <a:lnTo>
                  <a:pt x="1227950" y="7619"/>
                </a:lnTo>
                <a:lnTo>
                  <a:pt x="1231760" y="7619"/>
                </a:lnTo>
                <a:lnTo>
                  <a:pt x="1231760" y="810094"/>
                </a:lnTo>
                <a:lnTo>
                  <a:pt x="1227950" y="810094"/>
                </a:lnTo>
                <a:lnTo>
                  <a:pt x="1224140" y="813904"/>
                </a:lnTo>
                <a:close/>
              </a:path>
              <a:path w="1231900" h="817879">
                <a:moveTo>
                  <a:pt x="1231760" y="7619"/>
                </a:moveTo>
                <a:lnTo>
                  <a:pt x="1227950" y="7619"/>
                </a:lnTo>
                <a:lnTo>
                  <a:pt x="1224140" y="3810"/>
                </a:lnTo>
                <a:lnTo>
                  <a:pt x="1231760" y="3810"/>
                </a:lnTo>
                <a:lnTo>
                  <a:pt x="1231760" y="7619"/>
                </a:lnTo>
                <a:close/>
              </a:path>
              <a:path w="1231900" h="817879">
                <a:moveTo>
                  <a:pt x="7619" y="813904"/>
                </a:moveTo>
                <a:lnTo>
                  <a:pt x="3809" y="810094"/>
                </a:lnTo>
                <a:lnTo>
                  <a:pt x="7619" y="810094"/>
                </a:lnTo>
                <a:lnTo>
                  <a:pt x="7619" y="813904"/>
                </a:lnTo>
                <a:close/>
              </a:path>
              <a:path w="1231900" h="817879">
                <a:moveTo>
                  <a:pt x="1224140" y="813904"/>
                </a:moveTo>
                <a:lnTo>
                  <a:pt x="7619" y="813904"/>
                </a:lnTo>
                <a:lnTo>
                  <a:pt x="7619" y="810094"/>
                </a:lnTo>
                <a:lnTo>
                  <a:pt x="1224140" y="810094"/>
                </a:lnTo>
                <a:lnTo>
                  <a:pt x="1224140" y="813904"/>
                </a:lnTo>
                <a:close/>
              </a:path>
              <a:path w="1231900" h="817879">
                <a:moveTo>
                  <a:pt x="1231760" y="813904"/>
                </a:moveTo>
                <a:lnTo>
                  <a:pt x="1224140" y="813904"/>
                </a:lnTo>
                <a:lnTo>
                  <a:pt x="1227950" y="810094"/>
                </a:lnTo>
                <a:lnTo>
                  <a:pt x="1231760" y="810094"/>
                </a:lnTo>
                <a:lnTo>
                  <a:pt x="1231760" y="813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67839" y="2247900"/>
            <a:ext cx="1224280" cy="271780"/>
          </a:xfrm>
          <a:custGeom>
            <a:avLst/>
            <a:gdLst/>
            <a:ahLst/>
            <a:cxnLst/>
            <a:rect l="l" t="t" r="r" b="b"/>
            <a:pathLst>
              <a:path w="1224280" h="271780">
                <a:moveTo>
                  <a:pt x="0" y="0"/>
                </a:moveTo>
                <a:lnTo>
                  <a:pt x="1223772" y="0"/>
                </a:lnTo>
                <a:lnTo>
                  <a:pt x="1223772" y="271272"/>
                </a:lnTo>
                <a:lnTo>
                  <a:pt x="0" y="271272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64195" y="2244839"/>
            <a:ext cx="1231900" cy="278130"/>
          </a:xfrm>
          <a:custGeom>
            <a:avLst/>
            <a:gdLst/>
            <a:ahLst/>
            <a:cxnLst/>
            <a:rect l="l" t="t" r="r" b="b"/>
            <a:pathLst>
              <a:path w="1231900" h="278130">
                <a:moveTo>
                  <a:pt x="1231760" y="277660"/>
                </a:moveTo>
                <a:lnTo>
                  <a:pt x="0" y="277660"/>
                </a:lnTo>
                <a:lnTo>
                  <a:pt x="0" y="0"/>
                </a:lnTo>
                <a:lnTo>
                  <a:pt x="1231760" y="0"/>
                </a:lnTo>
                <a:lnTo>
                  <a:pt x="1231760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270027"/>
                </a:lnTo>
                <a:lnTo>
                  <a:pt x="3809" y="270027"/>
                </a:lnTo>
                <a:lnTo>
                  <a:pt x="7619" y="273850"/>
                </a:lnTo>
                <a:lnTo>
                  <a:pt x="1231760" y="273850"/>
                </a:lnTo>
                <a:lnTo>
                  <a:pt x="1231760" y="277660"/>
                </a:lnTo>
                <a:close/>
              </a:path>
              <a:path w="1231900" h="278130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1231900" h="278130">
                <a:moveTo>
                  <a:pt x="1224140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1224140" y="3809"/>
                </a:lnTo>
                <a:lnTo>
                  <a:pt x="1224140" y="7619"/>
                </a:lnTo>
                <a:close/>
              </a:path>
              <a:path w="1231900" h="278130">
                <a:moveTo>
                  <a:pt x="1224140" y="273850"/>
                </a:moveTo>
                <a:lnTo>
                  <a:pt x="1224140" y="3809"/>
                </a:lnTo>
                <a:lnTo>
                  <a:pt x="1227950" y="7619"/>
                </a:lnTo>
                <a:lnTo>
                  <a:pt x="1231760" y="7619"/>
                </a:lnTo>
                <a:lnTo>
                  <a:pt x="1231760" y="270027"/>
                </a:lnTo>
                <a:lnTo>
                  <a:pt x="1227950" y="270027"/>
                </a:lnTo>
                <a:lnTo>
                  <a:pt x="1224140" y="273850"/>
                </a:lnTo>
                <a:close/>
              </a:path>
              <a:path w="1231900" h="278130">
                <a:moveTo>
                  <a:pt x="1231760" y="7619"/>
                </a:moveTo>
                <a:lnTo>
                  <a:pt x="1227950" y="7619"/>
                </a:lnTo>
                <a:lnTo>
                  <a:pt x="1224140" y="3809"/>
                </a:lnTo>
                <a:lnTo>
                  <a:pt x="1231760" y="3809"/>
                </a:lnTo>
                <a:lnTo>
                  <a:pt x="1231760" y="7619"/>
                </a:lnTo>
                <a:close/>
              </a:path>
              <a:path w="1231900" h="278130">
                <a:moveTo>
                  <a:pt x="7619" y="273850"/>
                </a:moveTo>
                <a:lnTo>
                  <a:pt x="3809" y="270027"/>
                </a:lnTo>
                <a:lnTo>
                  <a:pt x="7619" y="270027"/>
                </a:lnTo>
                <a:lnTo>
                  <a:pt x="7619" y="273850"/>
                </a:lnTo>
                <a:close/>
              </a:path>
              <a:path w="1231900" h="278130">
                <a:moveTo>
                  <a:pt x="1224140" y="273850"/>
                </a:moveTo>
                <a:lnTo>
                  <a:pt x="7619" y="273850"/>
                </a:lnTo>
                <a:lnTo>
                  <a:pt x="7619" y="270027"/>
                </a:lnTo>
                <a:lnTo>
                  <a:pt x="1224140" y="270027"/>
                </a:lnTo>
                <a:lnTo>
                  <a:pt x="1224140" y="273850"/>
                </a:lnTo>
                <a:close/>
              </a:path>
              <a:path w="1231900" h="278130">
                <a:moveTo>
                  <a:pt x="1231760" y="273850"/>
                </a:moveTo>
                <a:lnTo>
                  <a:pt x="1224140" y="273850"/>
                </a:lnTo>
                <a:lnTo>
                  <a:pt x="1227950" y="270027"/>
                </a:lnTo>
                <a:lnTo>
                  <a:pt x="1231760" y="270027"/>
                </a:lnTo>
                <a:lnTo>
                  <a:pt x="1231760" y="273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767839" y="2237219"/>
            <a:ext cx="122428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微软雅黑"/>
                <a:cs typeface="微软雅黑"/>
              </a:rPr>
              <a:t>类</a:t>
            </a:r>
            <a:r>
              <a:rPr dirty="0" sz="1600" spc="-5"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33511" y="3674236"/>
            <a:ext cx="34798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微软雅黑"/>
                <a:cs typeface="微软雅黑"/>
              </a:rPr>
              <a:t>包</a:t>
            </a:r>
            <a:r>
              <a:rPr dirty="0" sz="1600" spc="-5">
                <a:latin typeface="微软雅黑"/>
                <a:cs typeface="微软雅黑"/>
              </a:rPr>
              <a:t>1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07891" y="1927860"/>
            <a:ext cx="3960875" cy="17282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04094" y="1924596"/>
            <a:ext cx="3968115" cy="1736089"/>
          </a:xfrm>
          <a:custGeom>
            <a:avLst/>
            <a:gdLst/>
            <a:ahLst/>
            <a:cxnLst/>
            <a:rect l="l" t="t" r="r" b="b"/>
            <a:pathLst>
              <a:path w="3968115" h="1736089">
                <a:moveTo>
                  <a:pt x="3968064" y="1735823"/>
                </a:moveTo>
                <a:lnTo>
                  <a:pt x="0" y="1735823"/>
                </a:lnTo>
                <a:lnTo>
                  <a:pt x="0" y="0"/>
                </a:lnTo>
                <a:lnTo>
                  <a:pt x="3968064" y="0"/>
                </a:lnTo>
                <a:lnTo>
                  <a:pt x="3968064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1728203"/>
                </a:lnTo>
                <a:lnTo>
                  <a:pt x="3810" y="1728203"/>
                </a:lnTo>
                <a:lnTo>
                  <a:pt x="7620" y="1732013"/>
                </a:lnTo>
                <a:lnTo>
                  <a:pt x="3968064" y="1732013"/>
                </a:lnTo>
                <a:lnTo>
                  <a:pt x="3968064" y="1735823"/>
                </a:lnTo>
                <a:close/>
              </a:path>
              <a:path w="3968115" h="1736089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3968115" h="1736089">
                <a:moveTo>
                  <a:pt x="3960444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3960444" y="3809"/>
                </a:lnTo>
                <a:lnTo>
                  <a:pt x="3960444" y="7619"/>
                </a:lnTo>
                <a:close/>
              </a:path>
              <a:path w="3968115" h="1736089">
                <a:moveTo>
                  <a:pt x="3960444" y="1732013"/>
                </a:moveTo>
                <a:lnTo>
                  <a:pt x="3960444" y="3809"/>
                </a:lnTo>
                <a:lnTo>
                  <a:pt x="3964254" y="7619"/>
                </a:lnTo>
                <a:lnTo>
                  <a:pt x="3968064" y="7619"/>
                </a:lnTo>
                <a:lnTo>
                  <a:pt x="3968064" y="1728203"/>
                </a:lnTo>
                <a:lnTo>
                  <a:pt x="3964254" y="1728203"/>
                </a:lnTo>
                <a:lnTo>
                  <a:pt x="3960444" y="1732013"/>
                </a:lnTo>
                <a:close/>
              </a:path>
              <a:path w="3968115" h="1736089">
                <a:moveTo>
                  <a:pt x="3968064" y="7619"/>
                </a:moveTo>
                <a:lnTo>
                  <a:pt x="3964254" y="7619"/>
                </a:lnTo>
                <a:lnTo>
                  <a:pt x="3960444" y="3809"/>
                </a:lnTo>
                <a:lnTo>
                  <a:pt x="3968064" y="3809"/>
                </a:lnTo>
                <a:lnTo>
                  <a:pt x="3968064" y="7619"/>
                </a:lnTo>
                <a:close/>
              </a:path>
              <a:path w="3968115" h="1736089">
                <a:moveTo>
                  <a:pt x="7620" y="1732013"/>
                </a:moveTo>
                <a:lnTo>
                  <a:pt x="3810" y="1728203"/>
                </a:lnTo>
                <a:lnTo>
                  <a:pt x="7620" y="1728203"/>
                </a:lnTo>
                <a:lnTo>
                  <a:pt x="7620" y="1732013"/>
                </a:lnTo>
                <a:close/>
              </a:path>
              <a:path w="3968115" h="1736089">
                <a:moveTo>
                  <a:pt x="3960444" y="1732013"/>
                </a:moveTo>
                <a:lnTo>
                  <a:pt x="7620" y="1732013"/>
                </a:lnTo>
                <a:lnTo>
                  <a:pt x="7620" y="1728203"/>
                </a:lnTo>
                <a:lnTo>
                  <a:pt x="3960444" y="1728203"/>
                </a:lnTo>
                <a:lnTo>
                  <a:pt x="3960444" y="1732013"/>
                </a:lnTo>
                <a:close/>
              </a:path>
              <a:path w="3968115" h="1736089">
                <a:moveTo>
                  <a:pt x="3968064" y="1732013"/>
                </a:moveTo>
                <a:lnTo>
                  <a:pt x="3960444" y="1732013"/>
                </a:lnTo>
                <a:lnTo>
                  <a:pt x="3964254" y="1728203"/>
                </a:lnTo>
                <a:lnTo>
                  <a:pt x="3968064" y="1728203"/>
                </a:lnTo>
                <a:lnTo>
                  <a:pt x="3968064" y="1732013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143755" y="2522220"/>
            <a:ext cx="1440180" cy="810895"/>
          </a:xfrm>
          <a:custGeom>
            <a:avLst/>
            <a:gdLst/>
            <a:ahLst/>
            <a:cxnLst/>
            <a:rect l="l" t="t" r="r" b="b"/>
            <a:pathLst>
              <a:path w="1440179" h="810895">
                <a:moveTo>
                  <a:pt x="0" y="0"/>
                </a:moveTo>
                <a:lnTo>
                  <a:pt x="1440179" y="0"/>
                </a:lnTo>
                <a:lnTo>
                  <a:pt x="1440179" y="810767"/>
                </a:lnTo>
                <a:lnTo>
                  <a:pt x="0" y="810767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40453" y="2518664"/>
            <a:ext cx="1447800" cy="817880"/>
          </a:xfrm>
          <a:custGeom>
            <a:avLst/>
            <a:gdLst/>
            <a:ahLst/>
            <a:cxnLst/>
            <a:rect l="l" t="t" r="r" b="b"/>
            <a:pathLst>
              <a:path w="1447800" h="817879">
                <a:moveTo>
                  <a:pt x="1447787" y="817714"/>
                </a:moveTo>
                <a:lnTo>
                  <a:pt x="0" y="817714"/>
                </a:lnTo>
                <a:lnTo>
                  <a:pt x="0" y="0"/>
                </a:lnTo>
                <a:lnTo>
                  <a:pt x="1447787" y="0"/>
                </a:lnTo>
                <a:lnTo>
                  <a:pt x="1447787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810094"/>
                </a:lnTo>
                <a:lnTo>
                  <a:pt x="3810" y="810094"/>
                </a:lnTo>
                <a:lnTo>
                  <a:pt x="7620" y="813904"/>
                </a:lnTo>
                <a:lnTo>
                  <a:pt x="1447787" y="813904"/>
                </a:lnTo>
                <a:lnTo>
                  <a:pt x="1447787" y="817714"/>
                </a:lnTo>
                <a:close/>
              </a:path>
              <a:path w="1447800" h="817879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1447800" h="817879">
                <a:moveTo>
                  <a:pt x="1440167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1440167" y="3810"/>
                </a:lnTo>
                <a:lnTo>
                  <a:pt x="1440167" y="7619"/>
                </a:lnTo>
                <a:close/>
              </a:path>
              <a:path w="1447800" h="817879">
                <a:moveTo>
                  <a:pt x="1440167" y="813904"/>
                </a:moveTo>
                <a:lnTo>
                  <a:pt x="1440167" y="3810"/>
                </a:lnTo>
                <a:lnTo>
                  <a:pt x="1443977" y="7619"/>
                </a:lnTo>
                <a:lnTo>
                  <a:pt x="1447787" y="7619"/>
                </a:lnTo>
                <a:lnTo>
                  <a:pt x="1447787" y="810094"/>
                </a:lnTo>
                <a:lnTo>
                  <a:pt x="1443977" y="810094"/>
                </a:lnTo>
                <a:lnTo>
                  <a:pt x="1440167" y="813904"/>
                </a:lnTo>
                <a:close/>
              </a:path>
              <a:path w="1447800" h="817879">
                <a:moveTo>
                  <a:pt x="1447787" y="7619"/>
                </a:moveTo>
                <a:lnTo>
                  <a:pt x="1443977" y="7619"/>
                </a:lnTo>
                <a:lnTo>
                  <a:pt x="1440167" y="3810"/>
                </a:lnTo>
                <a:lnTo>
                  <a:pt x="1447787" y="3810"/>
                </a:lnTo>
                <a:lnTo>
                  <a:pt x="1447787" y="7619"/>
                </a:lnTo>
                <a:close/>
              </a:path>
              <a:path w="1447800" h="817879">
                <a:moveTo>
                  <a:pt x="7620" y="813904"/>
                </a:moveTo>
                <a:lnTo>
                  <a:pt x="3810" y="810094"/>
                </a:lnTo>
                <a:lnTo>
                  <a:pt x="7620" y="810094"/>
                </a:lnTo>
                <a:lnTo>
                  <a:pt x="7620" y="813904"/>
                </a:lnTo>
                <a:close/>
              </a:path>
              <a:path w="1447800" h="817879">
                <a:moveTo>
                  <a:pt x="1440167" y="813904"/>
                </a:moveTo>
                <a:lnTo>
                  <a:pt x="7620" y="813904"/>
                </a:lnTo>
                <a:lnTo>
                  <a:pt x="7620" y="810094"/>
                </a:lnTo>
                <a:lnTo>
                  <a:pt x="1440167" y="810094"/>
                </a:lnTo>
                <a:lnTo>
                  <a:pt x="1440167" y="813904"/>
                </a:lnTo>
                <a:close/>
              </a:path>
              <a:path w="1447800" h="817879">
                <a:moveTo>
                  <a:pt x="1447787" y="813904"/>
                </a:moveTo>
                <a:lnTo>
                  <a:pt x="1440167" y="813904"/>
                </a:lnTo>
                <a:lnTo>
                  <a:pt x="1443977" y="810094"/>
                </a:lnTo>
                <a:lnTo>
                  <a:pt x="1447787" y="810094"/>
                </a:lnTo>
                <a:lnTo>
                  <a:pt x="1447787" y="813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143755" y="2247900"/>
            <a:ext cx="1440180" cy="271780"/>
          </a:xfrm>
          <a:custGeom>
            <a:avLst/>
            <a:gdLst/>
            <a:ahLst/>
            <a:cxnLst/>
            <a:rect l="l" t="t" r="r" b="b"/>
            <a:pathLst>
              <a:path w="1440179" h="271780">
                <a:moveTo>
                  <a:pt x="0" y="0"/>
                </a:moveTo>
                <a:lnTo>
                  <a:pt x="1440179" y="0"/>
                </a:lnTo>
                <a:lnTo>
                  <a:pt x="1440179" y="271272"/>
                </a:lnTo>
                <a:lnTo>
                  <a:pt x="0" y="271272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140453" y="2244839"/>
            <a:ext cx="1447800" cy="278130"/>
          </a:xfrm>
          <a:custGeom>
            <a:avLst/>
            <a:gdLst/>
            <a:ahLst/>
            <a:cxnLst/>
            <a:rect l="l" t="t" r="r" b="b"/>
            <a:pathLst>
              <a:path w="1447800" h="278130">
                <a:moveTo>
                  <a:pt x="1447787" y="277660"/>
                </a:moveTo>
                <a:lnTo>
                  <a:pt x="0" y="277660"/>
                </a:lnTo>
                <a:lnTo>
                  <a:pt x="0" y="0"/>
                </a:lnTo>
                <a:lnTo>
                  <a:pt x="1447787" y="0"/>
                </a:lnTo>
                <a:lnTo>
                  <a:pt x="1447787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270027"/>
                </a:lnTo>
                <a:lnTo>
                  <a:pt x="3810" y="270027"/>
                </a:lnTo>
                <a:lnTo>
                  <a:pt x="7620" y="273850"/>
                </a:lnTo>
                <a:lnTo>
                  <a:pt x="1447787" y="273850"/>
                </a:lnTo>
                <a:lnTo>
                  <a:pt x="1447787" y="277660"/>
                </a:lnTo>
                <a:close/>
              </a:path>
              <a:path w="1447800" h="278130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447800" h="278130">
                <a:moveTo>
                  <a:pt x="1440167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440167" y="3809"/>
                </a:lnTo>
                <a:lnTo>
                  <a:pt x="1440167" y="7619"/>
                </a:lnTo>
                <a:close/>
              </a:path>
              <a:path w="1447800" h="278130">
                <a:moveTo>
                  <a:pt x="1440167" y="273850"/>
                </a:moveTo>
                <a:lnTo>
                  <a:pt x="1440167" y="3809"/>
                </a:lnTo>
                <a:lnTo>
                  <a:pt x="1443977" y="7619"/>
                </a:lnTo>
                <a:lnTo>
                  <a:pt x="1447787" y="7619"/>
                </a:lnTo>
                <a:lnTo>
                  <a:pt x="1447787" y="270027"/>
                </a:lnTo>
                <a:lnTo>
                  <a:pt x="1443977" y="270027"/>
                </a:lnTo>
                <a:lnTo>
                  <a:pt x="1440167" y="273850"/>
                </a:lnTo>
                <a:close/>
              </a:path>
              <a:path w="1447800" h="278130">
                <a:moveTo>
                  <a:pt x="1447787" y="7619"/>
                </a:moveTo>
                <a:lnTo>
                  <a:pt x="1443977" y="7619"/>
                </a:lnTo>
                <a:lnTo>
                  <a:pt x="1440167" y="3809"/>
                </a:lnTo>
                <a:lnTo>
                  <a:pt x="1447787" y="3809"/>
                </a:lnTo>
                <a:lnTo>
                  <a:pt x="1447787" y="7619"/>
                </a:lnTo>
                <a:close/>
              </a:path>
              <a:path w="1447800" h="278130">
                <a:moveTo>
                  <a:pt x="7620" y="273850"/>
                </a:moveTo>
                <a:lnTo>
                  <a:pt x="3810" y="270027"/>
                </a:lnTo>
                <a:lnTo>
                  <a:pt x="7620" y="270027"/>
                </a:lnTo>
                <a:lnTo>
                  <a:pt x="7620" y="273850"/>
                </a:lnTo>
                <a:close/>
              </a:path>
              <a:path w="1447800" h="278130">
                <a:moveTo>
                  <a:pt x="1440167" y="273850"/>
                </a:moveTo>
                <a:lnTo>
                  <a:pt x="7620" y="273850"/>
                </a:lnTo>
                <a:lnTo>
                  <a:pt x="7620" y="270027"/>
                </a:lnTo>
                <a:lnTo>
                  <a:pt x="1440167" y="270027"/>
                </a:lnTo>
                <a:lnTo>
                  <a:pt x="1440167" y="273850"/>
                </a:lnTo>
                <a:close/>
              </a:path>
              <a:path w="1447800" h="278130">
                <a:moveTo>
                  <a:pt x="1447787" y="273850"/>
                </a:moveTo>
                <a:lnTo>
                  <a:pt x="1440167" y="273850"/>
                </a:lnTo>
                <a:lnTo>
                  <a:pt x="1443977" y="270027"/>
                </a:lnTo>
                <a:lnTo>
                  <a:pt x="1447787" y="270027"/>
                </a:lnTo>
                <a:lnTo>
                  <a:pt x="1447787" y="273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143755" y="2237219"/>
            <a:ext cx="144018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7175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微软雅黑"/>
                <a:cs typeface="微软雅黑"/>
              </a:rPr>
              <a:t>public</a:t>
            </a:r>
            <a:r>
              <a:rPr dirty="0" sz="1600">
                <a:latin typeface="微软雅黑"/>
                <a:cs typeface="微软雅黑"/>
              </a:rPr>
              <a:t>类</a:t>
            </a:r>
            <a:r>
              <a:rPr dirty="0" sz="1600" spc="-5"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16752" y="2526792"/>
            <a:ext cx="1224280" cy="809625"/>
          </a:xfrm>
          <a:custGeom>
            <a:avLst/>
            <a:gdLst/>
            <a:ahLst/>
            <a:cxnLst/>
            <a:rect l="l" t="t" r="r" b="b"/>
            <a:pathLst>
              <a:path w="1224279" h="809625">
                <a:moveTo>
                  <a:pt x="0" y="0"/>
                </a:moveTo>
                <a:lnTo>
                  <a:pt x="1223772" y="0"/>
                </a:lnTo>
                <a:lnTo>
                  <a:pt x="1223772" y="809243"/>
                </a:lnTo>
                <a:lnTo>
                  <a:pt x="0" y="809243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12662" y="2522461"/>
            <a:ext cx="1231900" cy="817880"/>
          </a:xfrm>
          <a:custGeom>
            <a:avLst/>
            <a:gdLst/>
            <a:ahLst/>
            <a:cxnLst/>
            <a:rect l="l" t="t" r="r" b="b"/>
            <a:pathLst>
              <a:path w="1231900" h="817879">
                <a:moveTo>
                  <a:pt x="1231760" y="817714"/>
                </a:moveTo>
                <a:lnTo>
                  <a:pt x="0" y="817714"/>
                </a:lnTo>
                <a:lnTo>
                  <a:pt x="0" y="0"/>
                </a:lnTo>
                <a:lnTo>
                  <a:pt x="1231760" y="0"/>
                </a:lnTo>
                <a:lnTo>
                  <a:pt x="1231760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810094"/>
                </a:lnTo>
                <a:lnTo>
                  <a:pt x="3810" y="810094"/>
                </a:lnTo>
                <a:lnTo>
                  <a:pt x="7620" y="813904"/>
                </a:lnTo>
                <a:lnTo>
                  <a:pt x="1231760" y="813904"/>
                </a:lnTo>
                <a:lnTo>
                  <a:pt x="1231760" y="817714"/>
                </a:lnTo>
                <a:close/>
              </a:path>
              <a:path w="1231900" h="817879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231900" h="817879">
                <a:moveTo>
                  <a:pt x="1224140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224140" y="3809"/>
                </a:lnTo>
                <a:lnTo>
                  <a:pt x="1224140" y="7619"/>
                </a:lnTo>
                <a:close/>
              </a:path>
              <a:path w="1231900" h="817879">
                <a:moveTo>
                  <a:pt x="1224140" y="813904"/>
                </a:moveTo>
                <a:lnTo>
                  <a:pt x="1224140" y="3809"/>
                </a:lnTo>
                <a:lnTo>
                  <a:pt x="1227950" y="7619"/>
                </a:lnTo>
                <a:lnTo>
                  <a:pt x="1231760" y="7619"/>
                </a:lnTo>
                <a:lnTo>
                  <a:pt x="1231760" y="810094"/>
                </a:lnTo>
                <a:lnTo>
                  <a:pt x="1227950" y="810094"/>
                </a:lnTo>
                <a:lnTo>
                  <a:pt x="1224140" y="813904"/>
                </a:lnTo>
                <a:close/>
              </a:path>
              <a:path w="1231900" h="817879">
                <a:moveTo>
                  <a:pt x="1231760" y="7619"/>
                </a:moveTo>
                <a:lnTo>
                  <a:pt x="1227950" y="7619"/>
                </a:lnTo>
                <a:lnTo>
                  <a:pt x="1224140" y="3809"/>
                </a:lnTo>
                <a:lnTo>
                  <a:pt x="1231760" y="3809"/>
                </a:lnTo>
                <a:lnTo>
                  <a:pt x="1231760" y="7619"/>
                </a:lnTo>
                <a:close/>
              </a:path>
              <a:path w="1231900" h="817879">
                <a:moveTo>
                  <a:pt x="7620" y="813904"/>
                </a:moveTo>
                <a:lnTo>
                  <a:pt x="3810" y="810094"/>
                </a:lnTo>
                <a:lnTo>
                  <a:pt x="7620" y="810094"/>
                </a:lnTo>
                <a:lnTo>
                  <a:pt x="7620" y="813904"/>
                </a:lnTo>
                <a:close/>
              </a:path>
              <a:path w="1231900" h="817879">
                <a:moveTo>
                  <a:pt x="1224140" y="813904"/>
                </a:moveTo>
                <a:lnTo>
                  <a:pt x="7620" y="813904"/>
                </a:lnTo>
                <a:lnTo>
                  <a:pt x="7620" y="810094"/>
                </a:lnTo>
                <a:lnTo>
                  <a:pt x="1224140" y="810094"/>
                </a:lnTo>
                <a:lnTo>
                  <a:pt x="1224140" y="813904"/>
                </a:lnTo>
                <a:close/>
              </a:path>
              <a:path w="1231900" h="817879">
                <a:moveTo>
                  <a:pt x="1231760" y="813904"/>
                </a:moveTo>
                <a:lnTo>
                  <a:pt x="1224140" y="813904"/>
                </a:lnTo>
                <a:lnTo>
                  <a:pt x="1227950" y="810094"/>
                </a:lnTo>
                <a:lnTo>
                  <a:pt x="1231760" y="810094"/>
                </a:lnTo>
                <a:lnTo>
                  <a:pt x="1231760" y="813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16752" y="2252472"/>
            <a:ext cx="1224280" cy="269875"/>
          </a:xfrm>
          <a:custGeom>
            <a:avLst/>
            <a:gdLst/>
            <a:ahLst/>
            <a:cxnLst/>
            <a:rect l="l" t="t" r="r" b="b"/>
            <a:pathLst>
              <a:path w="1224279" h="269875">
                <a:moveTo>
                  <a:pt x="0" y="0"/>
                </a:moveTo>
                <a:lnTo>
                  <a:pt x="1223772" y="0"/>
                </a:lnTo>
                <a:lnTo>
                  <a:pt x="1223772" y="269748"/>
                </a:lnTo>
                <a:lnTo>
                  <a:pt x="0" y="269748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012662" y="2248636"/>
            <a:ext cx="1231900" cy="278130"/>
          </a:xfrm>
          <a:custGeom>
            <a:avLst/>
            <a:gdLst/>
            <a:ahLst/>
            <a:cxnLst/>
            <a:rect l="l" t="t" r="r" b="b"/>
            <a:pathLst>
              <a:path w="1231900" h="278130">
                <a:moveTo>
                  <a:pt x="1231760" y="277647"/>
                </a:moveTo>
                <a:lnTo>
                  <a:pt x="0" y="277647"/>
                </a:lnTo>
                <a:lnTo>
                  <a:pt x="0" y="0"/>
                </a:lnTo>
                <a:lnTo>
                  <a:pt x="1231760" y="0"/>
                </a:lnTo>
                <a:lnTo>
                  <a:pt x="1231760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270027"/>
                </a:lnTo>
                <a:lnTo>
                  <a:pt x="3810" y="270027"/>
                </a:lnTo>
                <a:lnTo>
                  <a:pt x="7620" y="273837"/>
                </a:lnTo>
                <a:lnTo>
                  <a:pt x="1231760" y="273837"/>
                </a:lnTo>
                <a:lnTo>
                  <a:pt x="1231760" y="277647"/>
                </a:lnTo>
                <a:close/>
              </a:path>
              <a:path w="1231900" h="278130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1231900" h="278130">
                <a:moveTo>
                  <a:pt x="1224140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1224140" y="3810"/>
                </a:lnTo>
                <a:lnTo>
                  <a:pt x="1224140" y="7619"/>
                </a:lnTo>
                <a:close/>
              </a:path>
              <a:path w="1231900" h="278130">
                <a:moveTo>
                  <a:pt x="1224140" y="273837"/>
                </a:moveTo>
                <a:lnTo>
                  <a:pt x="1224140" y="3810"/>
                </a:lnTo>
                <a:lnTo>
                  <a:pt x="1227950" y="7619"/>
                </a:lnTo>
                <a:lnTo>
                  <a:pt x="1231760" y="7619"/>
                </a:lnTo>
                <a:lnTo>
                  <a:pt x="1231760" y="270027"/>
                </a:lnTo>
                <a:lnTo>
                  <a:pt x="1227950" y="270027"/>
                </a:lnTo>
                <a:lnTo>
                  <a:pt x="1224140" y="273837"/>
                </a:lnTo>
                <a:close/>
              </a:path>
              <a:path w="1231900" h="278130">
                <a:moveTo>
                  <a:pt x="1231760" y="7619"/>
                </a:moveTo>
                <a:lnTo>
                  <a:pt x="1227950" y="7619"/>
                </a:lnTo>
                <a:lnTo>
                  <a:pt x="1224140" y="3810"/>
                </a:lnTo>
                <a:lnTo>
                  <a:pt x="1231760" y="3810"/>
                </a:lnTo>
                <a:lnTo>
                  <a:pt x="1231760" y="7619"/>
                </a:lnTo>
                <a:close/>
              </a:path>
              <a:path w="1231900" h="278130">
                <a:moveTo>
                  <a:pt x="7620" y="273837"/>
                </a:moveTo>
                <a:lnTo>
                  <a:pt x="3810" y="270027"/>
                </a:lnTo>
                <a:lnTo>
                  <a:pt x="7620" y="270027"/>
                </a:lnTo>
                <a:lnTo>
                  <a:pt x="7620" y="273837"/>
                </a:lnTo>
                <a:close/>
              </a:path>
              <a:path w="1231900" h="278130">
                <a:moveTo>
                  <a:pt x="1224140" y="273837"/>
                </a:moveTo>
                <a:lnTo>
                  <a:pt x="7620" y="273837"/>
                </a:lnTo>
                <a:lnTo>
                  <a:pt x="7620" y="270027"/>
                </a:lnTo>
                <a:lnTo>
                  <a:pt x="1224140" y="270027"/>
                </a:lnTo>
                <a:lnTo>
                  <a:pt x="1224140" y="273837"/>
                </a:lnTo>
                <a:close/>
              </a:path>
              <a:path w="1231900" h="278130">
                <a:moveTo>
                  <a:pt x="1231760" y="273837"/>
                </a:moveTo>
                <a:lnTo>
                  <a:pt x="1224140" y="273837"/>
                </a:lnTo>
                <a:lnTo>
                  <a:pt x="1227950" y="270027"/>
                </a:lnTo>
                <a:lnTo>
                  <a:pt x="1231760" y="270027"/>
                </a:lnTo>
                <a:lnTo>
                  <a:pt x="1231760" y="2738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016752" y="2241016"/>
            <a:ext cx="122428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微软雅黑"/>
                <a:cs typeface="微软雅黑"/>
              </a:rPr>
              <a:t>类</a:t>
            </a:r>
            <a:r>
              <a:rPr dirty="0" sz="1600" spc="-5">
                <a:latin typeface="微软雅黑"/>
                <a:cs typeface="微软雅黑"/>
              </a:rPr>
              <a:t>C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09869" y="3674236"/>
            <a:ext cx="34798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微软雅黑"/>
                <a:cs typeface="微软雅黑"/>
              </a:rPr>
              <a:t>包</a:t>
            </a:r>
            <a:r>
              <a:rPr dirty="0" sz="1600" spc="-5">
                <a:latin typeface="微软雅黑"/>
                <a:cs typeface="微软雅黑"/>
              </a:rPr>
              <a:t>2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8204" y="4575047"/>
            <a:ext cx="2478024" cy="3459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03695" y="4570831"/>
            <a:ext cx="2486660" cy="353695"/>
          </a:xfrm>
          <a:custGeom>
            <a:avLst/>
            <a:gdLst/>
            <a:ahLst/>
            <a:cxnLst/>
            <a:rect l="l" t="t" r="r" b="b"/>
            <a:pathLst>
              <a:path w="2486660" h="353695">
                <a:moveTo>
                  <a:pt x="2486152" y="353377"/>
                </a:moveTo>
                <a:lnTo>
                  <a:pt x="0" y="353377"/>
                </a:lnTo>
                <a:lnTo>
                  <a:pt x="0" y="0"/>
                </a:lnTo>
                <a:lnTo>
                  <a:pt x="2486152" y="0"/>
                </a:lnTo>
                <a:lnTo>
                  <a:pt x="2486152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345757"/>
                </a:lnTo>
                <a:lnTo>
                  <a:pt x="3810" y="345757"/>
                </a:lnTo>
                <a:lnTo>
                  <a:pt x="7620" y="349567"/>
                </a:lnTo>
                <a:lnTo>
                  <a:pt x="2486152" y="349567"/>
                </a:lnTo>
                <a:lnTo>
                  <a:pt x="2486152" y="353377"/>
                </a:lnTo>
                <a:close/>
              </a:path>
              <a:path w="2486660" h="353695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2486660" h="353695">
                <a:moveTo>
                  <a:pt x="2478532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2478532" y="3810"/>
                </a:lnTo>
                <a:lnTo>
                  <a:pt x="2478532" y="7619"/>
                </a:lnTo>
                <a:close/>
              </a:path>
              <a:path w="2486660" h="353695">
                <a:moveTo>
                  <a:pt x="2478532" y="349567"/>
                </a:moveTo>
                <a:lnTo>
                  <a:pt x="2478532" y="3810"/>
                </a:lnTo>
                <a:lnTo>
                  <a:pt x="2482342" y="7619"/>
                </a:lnTo>
                <a:lnTo>
                  <a:pt x="2486152" y="7619"/>
                </a:lnTo>
                <a:lnTo>
                  <a:pt x="2486152" y="345757"/>
                </a:lnTo>
                <a:lnTo>
                  <a:pt x="2482342" y="345757"/>
                </a:lnTo>
                <a:lnTo>
                  <a:pt x="2478532" y="349567"/>
                </a:lnTo>
                <a:close/>
              </a:path>
              <a:path w="2486660" h="353695">
                <a:moveTo>
                  <a:pt x="2486152" y="7619"/>
                </a:moveTo>
                <a:lnTo>
                  <a:pt x="2482342" y="7619"/>
                </a:lnTo>
                <a:lnTo>
                  <a:pt x="2478532" y="3810"/>
                </a:lnTo>
                <a:lnTo>
                  <a:pt x="2486152" y="3810"/>
                </a:lnTo>
                <a:lnTo>
                  <a:pt x="2486152" y="7619"/>
                </a:lnTo>
                <a:close/>
              </a:path>
              <a:path w="2486660" h="353695">
                <a:moveTo>
                  <a:pt x="7620" y="349567"/>
                </a:moveTo>
                <a:lnTo>
                  <a:pt x="3810" y="345757"/>
                </a:lnTo>
                <a:lnTo>
                  <a:pt x="7620" y="345757"/>
                </a:lnTo>
                <a:lnTo>
                  <a:pt x="7620" y="349567"/>
                </a:lnTo>
                <a:close/>
              </a:path>
              <a:path w="2486660" h="353695">
                <a:moveTo>
                  <a:pt x="2478532" y="349567"/>
                </a:moveTo>
                <a:lnTo>
                  <a:pt x="7620" y="349567"/>
                </a:lnTo>
                <a:lnTo>
                  <a:pt x="7620" y="345757"/>
                </a:lnTo>
                <a:lnTo>
                  <a:pt x="2478532" y="345757"/>
                </a:lnTo>
                <a:lnTo>
                  <a:pt x="2478532" y="349567"/>
                </a:lnTo>
                <a:close/>
              </a:path>
              <a:path w="2486660" h="353695">
                <a:moveTo>
                  <a:pt x="2486152" y="349567"/>
                </a:moveTo>
                <a:lnTo>
                  <a:pt x="2478532" y="349567"/>
                </a:lnTo>
                <a:lnTo>
                  <a:pt x="2482342" y="345757"/>
                </a:lnTo>
                <a:lnTo>
                  <a:pt x="2486152" y="345757"/>
                </a:lnTo>
                <a:lnTo>
                  <a:pt x="2486152" y="349567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62445" y="4583531"/>
            <a:ext cx="21678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类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可以访问类C吗？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8204" y="4111752"/>
            <a:ext cx="2478024" cy="3459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3695" y="4108589"/>
            <a:ext cx="2486660" cy="353695"/>
          </a:xfrm>
          <a:custGeom>
            <a:avLst/>
            <a:gdLst/>
            <a:ahLst/>
            <a:cxnLst/>
            <a:rect l="l" t="t" r="r" b="b"/>
            <a:pathLst>
              <a:path w="2486660" h="353695">
                <a:moveTo>
                  <a:pt x="2486152" y="353377"/>
                </a:moveTo>
                <a:lnTo>
                  <a:pt x="0" y="353377"/>
                </a:lnTo>
                <a:lnTo>
                  <a:pt x="0" y="0"/>
                </a:lnTo>
                <a:lnTo>
                  <a:pt x="2486152" y="0"/>
                </a:lnTo>
                <a:lnTo>
                  <a:pt x="2486152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345757"/>
                </a:lnTo>
                <a:lnTo>
                  <a:pt x="3810" y="345757"/>
                </a:lnTo>
                <a:lnTo>
                  <a:pt x="7620" y="349567"/>
                </a:lnTo>
                <a:lnTo>
                  <a:pt x="2486152" y="349567"/>
                </a:lnTo>
                <a:lnTo>
                  <a:pt x="2486152" y="353377"/>
                </a:lnTo>
                <a:close/>
              </a:path>
              <a:path w="2486660" h="353695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2486660" h="353695">
                <a:moveTo>
                  <a:pt x="2478532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2478532" y="3809"/>
                </a:lnTo>
                <a:lnTo>
                  <a:pt x="2478532" y="7619"/>
                </a:lnTo>
                <a:close/>
              </a:path>
              <a:path w="2486660" h="353695">
                <a:moveTo>
                  <a:pt x="2478532" y="349567"/>
                </a:moveTo>
                <a:lnTo>
                  <a:pt x="2478532" y="3809"/>
                </a:lnTo>
                <a:lnTo>
                  <a:pt x="2482342" y="7619"/>
                </a:lnTo>
                <a:lnTo>
                  <a:pt x="2486152" y="7619"/>
                </a:lnTo>
                <a:lnTo>
                  <a:pt x="2486152" y="345757"/>
                </a:lnTo>
                <a:lnTo>
                  <a:pt x="2482342" y="345757"/>
                </a:lnTo>
                <a:lnTo>
                  <a:pt x="2478532" y="349567"/>
                </a:lnTo>
                <a:close/>
              </a:path>
              <a:path w="2486660" h="353695">
                <a:moveTo>
                  <a:pt x="2486152" y="7619"/>
                </a:moveTo>
                <a:lnTo>
                  <a:pt x="2482342" y="7619"/>
                </a:lnTo>
                <a:lnTo>
                  <a:pt x="2478532" y="3809"/>
                </a:lnTo>
                <a:lnTo>
                  <a:pt x="2486152" y="3809"/>
                </a:lnTo>
                <a:lnTo>
                  <a:pt x="2486152" y="7619"/>
                </a:lnTo>
                <a:close/>
              </a:path>
              <a:path w="2486660" h="353695">
                <a:moveTo>
                  <a:pt x="7620" y="349567"/>
                </a:moveTo>
                <a:lnTo>
                  <a:pt x="3810" y="345757"/>
                </a:lnTo>
                <a:lnTo>
                  <a:pt x="7620" y="345757"/>
                </a:lnTo>
                <a:lnTo>
                  <a:pt x="7620" y="349567"/>
                </a:lnTo>
                <a:close/>
              </a:path>
              <a:path w="2486660" h="353695">
                <a:moveTo>
                  <a:pt x="2478532" y="349567"/>
                </a:moveTo>
                <a:lnTo>
                  <a:pt x="7620" y="349567"/>
                </a:lnTo>
                <a:lnTo>
                  <a:pt x="7620" y="345757"/>
                </a:lnTo>
                <a:lnTo>
                  <a:pt x="2478532" y="345757"/>
                </a:lnTo>
                <a:lnTo>
                  <a:pt x="2478532" y="349567"/>
                </a:lnTo>
                <a:close/>
              </a:path>
              <a:path w="2486660" h="353695">
                <a:moveTo>
                  <a:pt x="2486152" y="349567"/>
                </a:moveTo>
                <a:lnTo>
                  <a:pt x="2478532" y="349567"/>
                </a:lnTo>
                <a:lnTo>
                  <a:pt x="2482342" y="345757"/>
                </a:lnTo>
                <a:lnTo>
                  <a:pt x="2486152" y="345757"/>
                </a:lnTo>
                <a:lnTo>
                  <a:pt x="2486152" y="349567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67525" y="4121289"/>
            <a:ext cx="2158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类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可以访问类B吗？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131820" y="4122420"/>
            <a:ext cx="2316480" cy="3459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128035" y="4119054"/>
            <a:ext cx="2323465" cy="353695"/>
          </a:xfrm>
          <a:custGeom>
            <a:avLst/>
            <a:gdLst/>
            <a:ahLst/>
            <a:cxnLst/>
            <a:rect l="l" t="t" r="r" b="b"/>
            <a:pathLst>
              <a:path w="2323465" h="353695">
                <a:moveTo>
                  <a:pt x="2323363" y="353390"/>
                </a:moveTo>
                <a:lnTo>
                  <a:pt x="0" y="353390"/>
                </a:lnTo>
                <a:lnTo>
                  <a:pt x="0" y="0"/>
                </a:lnTo>
                <a:lnTo>
                  <a:pt x="2323363" y="0"/>
                </a:lnTo>
                <a:lnTo>
                  <a:pt x="2323363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345770"/>
                </a:lnTo>
                <a:lnTo>
                  <a:pt x="3810" y="345770"/>
                </a:lnTo>
                <a:lnTo>
                  <a:pt x="7619" y="349580"/>
                </a:lnTo>
                <a:lnTo>
                  <a:pt x="2323363" y="349580"/>
                </a:lnTo>
                <a:lnTo>
                  <a:pt x="2323363" y="353390"/>
                </a:lnTo>
                <a:close/>
              </a:path>
              <a:path w="2323465" h="353695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323465" h="353695">
                <a:moveTo>
                  <a:pt x="2315743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315743" y="3810"/>
                </a:lnTo>
                <a:lnTo>
                  <a:pt x="2315743" y="7620"/>
                </a:lnTo>
                <a:close/>
              </a:path>
              <a:path w="2323465" h="353695">
                <a:moveTo>
                  <a:pt x="2315743" y="349580"/>
                </a:moveTo>
                <a:lnTo>
                  <a:pt x="2315743" y="3810"/>
                </a:lnTo>
                <a:lnTo>
                  <a:pt x="2319553" y="7620"/>
                </a:lnTo>
                <a:lnTo>
                  <a:pt x="2323363" y="7620"/>
                </a:lnTo>
                <a:lnTo>
                  <a:pt x="2323363" y="345770"/>
                </a:lnTo>
                <a:lnTo>
                  <a:pt x="2319553" y="345770"/>
                </a:lnTo>
                <a:lnTo>
                  <a:pt x="2315743" y="349580"/>
                </a:lnTo>
                <a:close/>
              </a:path>
              <a:path w="2323465" h="353695">
                <a:moveTo>
                  <a:pt x="2323363" y="7620"/>
                </a:moveTo>
                <a:lnTo>
                  <a:pt x="2319553" y="7620"/>
                </a:lnTo>
                <a:lnTo>
                  <a:pt x="2315743" y="3810"/>
                </a:lnTo>
                <a:lnTo>
                  <a:pt x="2323363" y="3810"/>
                </a:lnTo>
                <a:lnTo>
                  <a:pt x="2323363" y="7620"/>
                </a:lnTo>
                <a:close/>
              </a:path>
              <a:path w="2323465" h="353695">
                <a:moveTo>
                  <a:pt x="7619" y="349580"/>
                </a:moveTo>
                <a:lnTo>
                  <a:pt x="3810" y="345770"/>
                </a:lnTo>
                <a:lnTo>
                  <a:pt x="7619" y="345770"/>
                </a:lnTo>
                <a:lnTo>
                  <a:pt x="7619" y="349580"/>
                </a:lnTo>
                <a:close/>
              </a:path>
              <a:path w="2323465" h="353695">
                <a:moveTo>
                  <a:pt x="2315743" y="349580"/>
                </a:moveTo>
                <a:lnTo>
                  <a:pt x="7619" y="349580"/>
                </a:lnTo>
                <a:lnTo>
                  <a:pt x="7619" y="345770"/>
                </a:lnTo>
                <a:lnTo>
                  <a:pt x="2315743" y="345770"/>
                </a:lnTo>
                <a:lnTo>
                  <a:pt x="2315743" y="349580"/>
                </a:lnTo>
                <a:close/>
              </a:path>
              <a:path w="2323465" h="353695">
                <a:moveTo>
                  <a:pt x="2323363" y="349580"/>
                </a:moveTo>
                <a:lnTo>
                  <a:pt x="2315743" y="349580"/>
                </a:lnTo>
                <a:lnTo>
                  <a:pt x="2319553" y="345770"/>
                </a:lnTo>
                <a:lnTo>
                  <a:pt x="2323363" y="345770"/>
                </a:lnTo>
                <a:lnTo>
                  <a:pt x="2323363" y="34958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209950" y="4131754"/>
            <a:ext cx="2158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类B可以访问类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吗？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131820" y="4581144"/>
            <a:ext cx="2314956" cy="3459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128035" y="4577092"/>
            <a:ext cx="2322830" cy="353695"/>
          </a:xfrm>
          <a:custGeom>
            <a:avLst/>
            <a:gdLst/>
            <a:ahLst/>
            <a:cxnLst/>
            <a:rect l="l" t="t" r="r" b="b"/>
            <a:pathLst>
              <a:path w="2322829" h="353695">
                <a:moveTo>
                  <a:pt x="2322207" y="353390"/>
                </a:moveTo>
                <a:lnTo>
                  <a:pt x="0" y="353390"/>
                </a:lnTo>
                <a:lnTo>
                  <a:pt x="0" y="0"/>
                </a:lnTo>
                <a:lnTo>
                  <a:pt x="2322207" y="0"/>
                </a:lnTo>
                <a:lnTo>
                  <a:pt x="2322207" y="3810"/>
                </a:lnTo>
                <a:lnTo>
                  <a:pt x="7619" y="3810"/>
                </a:lnTo>
                <a:lnTo>
                  <a:pt x="3810" y="7619"/>
                </a:lnTo>
                <a:lnTo>
                  <a:pt x="7619" y="7619"/>
                </a:lnTo>
                <a:lnTo>
                  <a:pt x="7619" y="345770"/>
                </a:lnTo>
                <a:lnTo>
                  <a:pt x="3810" y="345770"/>
                </a:lnTo>
                <a:lnTo>
                  <a:pt x="7619" y="349580"/>
                </a:lnTo>
                <a:lnTo>
                  <a:pt x="2322207" y="349580"/>
                </a:lnTo>
                <a:lnTo>
                  <a:pt x="2322207" y="353390"/>
                </a:lnTo>
                <a:close/>
              </a:path>
              <a:path w="2322829" h="353695">
                <a:moveTo>
                  <a:pt x="7619" y="7619"/>
                </a:moveTo>
                <a:lnTo>
                  <a:pt x="3810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2322829" h="353695">
                <a:moveTo>
                  <a:pt x="2314587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2314587" y="3810"/>
                </a:lnTo>
                <a:lnTo>
                  <a:pt x="2314587" y="7619"/>
                </a:lnTo>
                <a:close/>
              </a:path>
              <a:path w="2322829" h="353695">
                <a:moveTo>
                  <a:pt x="2314587" y="349580"/>
                </a:moveTo>
                <a:lnTo>
                  <a:pt x="2314587" y="3810"/>
                </a:lnTo>
                <a:lnTo>
                  <a:pt x="2318397" y="7619"/>
                </a:lnTo>
                <a:lnTo>
                  <a:pt x="2322207" y="7619"/>
                </a:lnTo>
                <a:lnTo>
                  <a:pt x="2322207" y="345770"/>
                </a:lnTo>
                <a:lnTo>
                  <a:pt x="2318397" y="345770"/>
                </a:lnTo>
                <a:lnTo>
                  <a:pt x="2314587" y="349580"/>
                </a:lnTo>
                <a:close/>
              </a:path>
              <a:path w="2322829" h="353695">
                <a:moveTo>
                  <a:pt x="2322207" y="7619"/>
                </a:moveTo>
                <a:lnTo>
                  <a:pt x="2318397" y="7619"/>
                </a:lnTo>
                <a:lnTo>
                  <a:pt x="2314587" y="3810"/>
                </a:lnTo>
                <a:lnTo>
                  <a:pt x="2322207" y="3810"/>
                </a:lnTo>
                <a:lnTo>
                  <a:pt x="2322207" y="7619"/>
                </a:lnTo>
                <a:close/>
              </a:path>
              <a:path w="2322829" h="353695">
                <a:moveTo>
                  <a:pt x="7619" y="349580"/>
                </a:moveTo>
                <a:lnTo>
                  <a:pt x="3810" y="345770"/>
                </a:lnTo>
                <a:lnTo>
                  <a:pt x="7619" y="345770"/>
                </a:lnTo>
                <a:lnTo>
                  <a:pt x="7619" y="349580"/>
                </a:lnTo>
                <a:close/>
              </a:path>
              <a:path w="2322829" h="353695">
                <a:moveTo>
                  <a:pt x="2314587" y="349580"/>
                </a:moveTo>
                <a:lnTo>
                  <a:pt x="7619" y="349580"/>
                </a:lnTo>
                <a:lnTo>
                  <a:pt x="7619" y="345770"/>
                </a:lnTo>
                <a:lnTo>
                  <a:pt x="2314587" y="345770"/>
                </a:lnTo>
                <a:lnTo>
                  <a:pt x="2314587" y="349580"/>
                </a:lnTo>
                <a:close/>
              </a:path>
              <a:path w="2322829" h="353695">
                <a:moveTo>
                  <a:pt x="2322207" y="349580"/>
                </a:moveTo>
                <a:lnTo>
                  <a:pt x="2314587" y="349580"/>
                </a:lnTo>
                <a:lnTo>
                  <a:pt x="2318397" y="345770"/>
                </a:lnTo>
                <a:lnTo>
                  <a:pt x="2322207" y="345770"/>
                </a:lnTo>
                <a:lnTo>
                  <a:pt x="2322207" y="34958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213760" y="4589792"/>
            <a:ext cx="21507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类B可以访问类C吗？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012179" y="4111752"/>
            <a:ext cx="2663952" cy="3459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008344" y="4108589"/>
            <a:ext cx="2672080" cy="353695"/>
          </a:xfrm>
          <a:custGeom>
            <a:avLst/>
            <a:gdLst/>
            <a:ahLst/>
            <a:cxnLst/>
            <a:rect l="l" t="t" r="r" b="b"/>
            <a:pathLst>
              <a:path w="2672079" h="353695">
                <a:moveTo>
                  <a:pt x="2671914" y="353377"/>
                </a:moveTo>
                <a:lnTo>
                  <a:pt x="0" y="353377"/>
                </a:lnTo>
                <a:lnTo>
                  <a:pt x="0" y="0"/>
                </a:lnTo>
                <a:lnTo>
                  <a:pt x="2671914" y="0"/>
                </a:lnTo>
                <a:lnTo>
                  <a:pt x="2671914" y="3809"/>
                </a:lnTo>
                <a:lnTo>
                  <a:pt x="7619" y="3809"/>
                </a:lnTo>
                <a:lnTo>
                  <a:pt x="3810" y="7619"/>
                </a:lnTo>
                <a:lnTo>
                  <a:pt x="7619" y="7619"/>
                </a:lnTo>
                <a:lnTo>
                  <a:pt x="7619" y="345757"/>
                </a:lnTo>
                <a:lnTo>
                  <a:pt x="3810" y="345757"/>
                </a:lnTo>
                <a:lnTo>
                  <a:pt x="7619" y="349567"/>
                </a:lnTo>
                <a:lnTo>
                  <a:pt x="2671914" y="349567"/>
                </a:lnTo>
                <a:lnTo>
                  <a:pt x="2671914" y="353377"/>
                </a:lnTo>
                <a:close/>
              </a:path>
              <a:path w="2672079" h="353695">
                <a:moveTo>
                  <a:pt x="7619" y="7619"/>
                </a:moveTo>
                <a:lnTo>
                  <a:pt x="3810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2672079" h="353695">
                <a:moveTo>
                  <a:pt x="2664294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2664294" y="3809"/>
                </a:lnTo>
                <a:lnTo>
                  <a:pt x="2664294" y="7619"/>
                </a:lnTo>
                <a:close/>
              </a:path>
              <a:path w="2672079" h="353695">
                <a:moveTo>
                  <a:pt x="2664294" y="349567"/>
                </a:moveTo>
                <a:lnTo>
                  <a:pt x="2664294" y="3809"/>
                </a:lnTo>
                <a:lnTo>
                  <a:pt x="2668104" y="7619"/>
                </a:lnTo>
                <a:lnTo>
                  <a:pt x="2671914" y="7619"/>
                </a:lnTo>
                <a:lnTo>
                  <a:pt x="2671914" y="345757"/>
                </a:lnTo>
                <a:lnTo>
                  <a:pt x="2668104" y="345757"/>
                </a:lnTo>
                <a:lnTo>
                  <a:pt x="2664294" y="349567"/>
                </a:lnTo>
                <a:close/>
              </a:path>
              <a:path w="2672079" h="353695">
                <a:moveTo>
                  <a:pt x="2671914" y="7619"/>
                </a:moveTo>
                <a:lnTo>
                  <a:pt x="2668104" y="7619"/>
                </a:lnTo>
                <a:lnTo>
                  <a:pt x="2664294" y="3809"/>
                </a:lnTo>
                <a:lnTo>
                  <a:pt x="2671914" y="3809"/>
                </a:lnTo>
                <a:lnTo>
                  <a:pt x="2671914" y="7619"/>
                </a:lnTo>
                <a:close/>
              </a:path>
              <a:path w="2672079" h="353695">
                <a:moveTo>
                  <a:pt x="7619" y="349567"/>
                </a:moveTo>
                <a:lnTo>
                  <a:pt x="3810" y="345757"/>
                </a:lnTo>
                <a:lnTo>
                  <a:pt x="7619" y="345757"/>
                </a:lnTo>
                <a:lnTo>
                  <a:pt x="7619" y="349567"/>
                </a:lnTo>
                <a:close/>
              </a:path>
              <a:path w="2672079" h="353695">
                <a:moveTo>
                  <a:pt x="2664294" y="349567"/>
                </a:moveTo>
                <a:lnTo>
                  <a:pt x="7619" y="349567"/>
                </a:lnTo>
                <a:lnTo>
                  <a:pt x="7619" y="345757"/>
                </a:lnTo>
                <a:lnTo>
                  <a:pt x="2664294" y="345757"/>
                </a:lnTo>
                <a:lnTo>
                  <a:pt x="2664294" y="349567"/>
                </a:lnTo>
                <a:close/>
              </a:path>
              <a:path w="2672079" h="353695">
                <a:moveTo>
                  <a:pt x="2671914" y="349567"/>
                </a:moveTo>
                <a:lnTo>
                  <a:pt x="2664294" y="349567"/>
                </a:lnTo>
                <a:lnTo>
                  <a:pt x="2668104" y="345757"/>
                </a:lnTo>
                <a:lnTo>
                  <a:pt x="2671914" y="345757"/>
                </a:lnTo>
                <a:lnTo>
                  <a:pt x="2671914" y="349567"/>
                </a:lnTo>
                <a:close/>
              </a:path>
            </a:pathLst>
          </a:custGeom>
          <a:solidFill>
            <a:srgbClr val="4EB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259804" y="4121289"/>
            <a:ext cx="21678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类C可以访问类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吗？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012179" y="4544567"/>
            <a:ext cx="2663952" cy="3459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08344" y="4540630"/>
            <a:ext cx="2672080" cy="353695"/>
          </a:xfrm>
          <a:custGeom>
            <a:avLst/>
            <a:gdLst/>
            <a:ahLst/>
            <a:cxnLst/>
            <a:rect l="l" t="t" r="r" b="b"/>
            <a:pathLst>
              <a:path w="2672079" h="353695">
                <a:moveTo>
                  <a:pt x="2671914" y="353390"/>
                </a:moveTo>
                <a:lnTo>
                  <a:pt x="0" y="353390"/>
                </a:lnTo>
                <a:lnTo>
                  <a:pt x="0" y="0"/>
                </a:lnTo>
                <a:lnTo>
                  <a:pt x="2671914" y="0"/>
                </a:lnTo>
                <a:lnTo>
                  <a:pt x="2671914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345770"/>
                </a:lnTo>
                <a:lnTo>
                  <a:pt x="3810" y="345770"/>
                </a:lnTo>
                <a:lnTo>
                  <a:pt x="7619" y="349580"/>
                </a:lnTo>
                <a:lnTo>
                  <a:pt x="2671914" y="349580"/>
                </a:lnTo>
                <a:lnTo>
                  <a:pt x="2671914" y="353390"/>
                </a:lnTo>
                <a:close/>
              </a:path>
              <a:path w="2672079" h="353695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672079" h="353695">
                <a:moveTo>
                  <a:pt x="2664294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664294" y="3810"/>
                </a:lnTo>
                <a:lnTo>
                  <a:pt x="2664294" y="7620"/>
                </a:lnTo>
                <a:close/>
              </a:path>
              <a:path w="2672079" h="353695">
                <a:moveTo>
                  <a:pt x="2664294" y="349580"/>
                </a:moveTo>
                <a:lnTo>
                  <a:pt x="2664294" y="3810"/>
                </a:lnTo>
                <a:lnTo>
                  <a:pt x="2668104" y="7620"/>
                </a:lnTo>
                <a:lnTo>
                  <a:pt x="2671914" y="7620"/>
                </a:lnTo>
                <a:lnTo>
                  <a:pt x="2671914" y="345770"/>
                </a:lnTo>
                <a:lnTo>
                  <a:pt x="2668104" y="345770"/>
                </a:lnTo>
                <a:lnTo>
                  <a:pt x="2664294" y="349580"/>
                </a:lnTo>
                <a:close/>
              </a:path>
              <a:path w="2672079" h="353695">
                <a:moveTo>
                  <a:pt x="2671914" y="7620"/>
                </a:moveTo>
                <a:lnTo>
                  <a:pt x="2668104" y="7620"/>
                </a:lnTo>
                <a:lnTo>
                  <a:pt x="2664294" y="3810"/>
                </a:lnTo>
                <a:lnTo>
                  <a:pt x="2671914" y="3810"/>
                </a:lnTo>
                <a:lnTo>
                  <a:pt x="2671914" y="7620"/>
                </a:lnTo>
                <a:close/>
              </a:path>
              <a:path w="2672079" h="353695">
                <a:moveTo>
                  <a:pt x="7619" y="349580"/>
                </a:moveTo>
                <a:lnTo>
                  <a:pt x="3810" y="345770"/>
                </a:lnTo>
                <a:lnTo>
                  <a:pt x="7619" y="345770"/>
                </a:lnTo>
                <a:lnTo>
                  <a:pt x="7619" y="349580"/>
                </a:lnTo>
                <a:close/>
              </a:path>
              <a:path w="2672079" h="353695">
                <a:moveTo>
                  <a:pt x="2664294" y="349580"/>
                </a:moveTo>
                <a:lnTo>
                  <a:pt x="7619" y="349580"/>
                </a:lnTo>
                <a:lnTo>
                  <a:pt x="7619" y="345770"/>
                </a:lnTo>
                <a:lnTo>
                  <a:pt x="2664294" y="345770"/>
                </a:lnTo>
                <a:lnTo>
                  <a:pt x="2664294" y="349580"/>
                </a:lnTo>
                <a:close/>
              </a:path>
              <a:path w="2672079" h="353695">
                <a:moveTo>
                  <a:pt x="2671914" y="349580"/>
                </a:moveTo>
                <a:lnTo>
                  <a:pt x="2664294" y="349580"/>
                </a:lnTo>
                <a:lnTo>
                  <a:pt x="2668104" y="345770"/>
                </a:lnTo>
                <a:lnTo>
                  <a:pt x="2671914" y="345770"/>
                </a:lnTo>
                <a:lnTo>
                  <a:pt x="2671914" y="349580"/>
                </a:lnTo>
                <a:close/>
              </a:path>
            </a:pathLst>
          </a:custGeom>
          <a:solidFill>
            <a:srgbClr val="4EB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268694" y="4553330"/>
            <a:ext cx="21507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类C可以访问类B吗？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26792" y="4593335"/>
            <a:ext cx="504444" cy="3779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412492" y="4122420"/>
            <a:ext cx="731519" cy="41148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387340" y="4110228"/>
            <a:ext cx="504443" cy="3779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291328" y="4561332"/>
            <a:ext cx="731520" cy="41148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641080" y="4146803"/>
            <a:ext cx="502920" cy="3779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577071" y="4511040"/>
            <a:ext cx="566927" cy="41148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9774" y="1484009"/>
            <a:ext cx="3475990" cy="4095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-869" b="1" i="1">
                <a:latin typeface="宋体"/>
                <a:cs typeface="宋体"/>
              </a:rPr>
              <a:t>通</a:t>
            </a:r>
            <a:r>
              <a:rPr dirty="0" sz="2500" spc="-760" b="1" i="1">
                <a:latin typeface="宋体"/>
                <a:cs typeface="宋体"/>
              </a:rPr>
              <a:t>过</a:t>
            </a:r>
            <a:r>
              <a:rPr dirty="0" sz="2400" spc="-5" b="1" i="1">
                <a:latin typeface="Times New Roman"/>
                <a:cs typeface="Times New Roman"/>
              </a:rPr>
              <a:t>import</a:t>
            </a:r>
            <a:r>
              <a:rPr dirty="0" sz="2400" spc="-120" b="1" i="1">
                <a:latin typeface="Times New Roman"/>
                <a:cs typeface="Times New Roman"/>
              </a:rPr>
              <a:t> </a:t>
            </a:r>
            <a:r>
              <a:rPr dirty="0" sz="2500" spc="-869" b="1" i="1">
                <a:latin typeface="宋体"/>
                <a:cs typeface="宋体"/>
              </a:rPr>
              <a:t>实现条件编</a:t>
            </a:r>
            <a:r>
              <a:rPr dirty="0" sz="2500" spc="-110" b="1" i="1">
                <a:latin typeface="宋体"/>
                <a:cs typeface="宋体"/>
              </a:rPr>
              <a:t>译</a:t>
            </a:r>
            <a:endParaRPr sz="25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253489" y="1864995"/>
            <a:ext cx="6688455" cy="40379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445770">
              <a:lnSpc>
                <a:spcPct val="100499"/>
              </a:lnSpc>
              <a:spcBef>
                <a:spcPts val="85"/>
              </a:spcBef>
            </a:pPr>
            <a:r>
              <a:rPr dirty="0" sz="2400" spc="-5" b="1" i="1">
                <a:latin typeface="Times New Roman"/>
                <a:cs typeface="Times New Roman"/>
              </a:rPr>
              <a:t>conditional compilation </a:t>
            </a:r>
            <a:r>
              <a:rPr dirty="0" sz="2400" spc="-5">
                <a:latin typeface="Times New Roman"/>
                <a:cs typeface="Times New Roman"/>
              </a:rPr>
              <a:t>allows </a:t>
            </a:r>
            <a:r>
              <a:rPr dirty="0" sz="2400">
                <a:latin typeface="Times New Roman"/>
                <a:cs typeface="Times New Roman"/>
              </a:rPr>
              <a:t>you </a:t>
            </a:r>
            <a:r>
              <a:rPr dirty="0" sz="2400" spc="-5">
                <a:latin typeface="Times New Roman"/>
                <a:cs typeface="Times New Roman"/>
              </a:rPr>
              <a:t>to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change 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a 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switch and get </a:t>
            </a:r>
            <a:r>
              <a:rPr dirty="0" sz="2400" spc="-10">
                <a:solidFill>
                  <a:srgbClr val="FF0000"/>
                </a:solidFill>
                <a:latin typeface="Times New Roman"/>
                <a:cs typeface="Times New Roman"/>
              </a:rPr>
              <a:t>different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behavior without changing  any other</a:t>
            </a:r>
            <a:r>
              <a:rPr dirty="0" sz="240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imes New Roman"/>
                <a:cs typeface="Times New Roman"/>
              </a:rPr>
              <a:t>code.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</a:pP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Sample :</a:t>
            </a:r>
            <a:endParaRPr sz="2800">
              <a:latin typeface="Times New Roman"/>
              <a:cs typeface="Times New Roman"/>
            </a:endParaRPr>
          </a:p>
          <a:p>
            <a:pPr marL="545465">
              <a:lnSpc>
                <a:spcPct val="100000"/>
              </a:lnSpc>
              <a:spcBef>
                <a:spcPts val="1680"/>
              </a:spcBef>
              <a:tabLst>
                <a:tab pos="2573655" algn="l"/>
              </a:tabLst>
            </a:pP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Assert.java	</a:t>
            </a:r>
            <a:r>
              <a:rPr dirty="0" sz="2800" spc="-20">
                <a:solidFill>
                  <a:srgbClr val="006C39"/>
                </a:solidFill>
                <a:latin typeface="Times New Roman"/>
                <a:cs typeface="Times New Roman"/>
              </a:rPr>
              <a:t>TestAssert.java</a:t>
            </a:r>
            <a:endParaRPr sz="2800">
              <a:latin typeface="Times New Roman"/>
              <a:cs typeface="Times New Roman"/>
            </a:endParaRPr>
          </a:p>
          <a:p>
            <a:pPr marL="97790" marR="5080">
              <a:lnSpc>
                <a:spcPct val="100000"/>
              </a:lnSpc>
              <a:spcBef>
                <a:spcPts val="1814"/>
              </a:spcBef>
            </a:pP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注意默认包：工程下</a:t>
            </a:r>
            <a:r>
              <a:rPr dirty="0" sz="2800" spc="-5">
                <a:solidFill>
                  <a:srgbClr val="FF0000"/>
                </a:solidFill>
                <a:latin typeface="宋体"/>
                <a:cs typeface="宋体"/>
              </a:rPr>
              <a:t>src</a:t>
            </a: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包下的类默认在</a:t>
            </a:r>
            <a:r>
              <a:rPr dirty="0" sz="2800" spc="-5">
                <a:solidFill>
                  <a:srgbClr val="FF0000"/>
                </a:solidFill>
                <a:latin typeface="宋体"/>
                <a:cs typeface="宋体"/>
              </a:rPr>
              <a:t>同 </a:t>
            </a: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一个包中。</a:t>
            </a: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Sample : </a:t>
            </a:r>
            <a:r>
              <a:rPr dirty="0" sz="2800" spc="-35">
                <a:solidFill>
                  <a:srgbClr val="006C39"/>
                </a:solidFill>
                <a:latin typeface="Times New Roman"/>
                <a:cs typeface="Times New Roman"/>
              </a:rPr>
              <a:t>ToolTest.java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596519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4.6.3</a:t>
            </a:r>
            <a:r>
              <a:rPr dirty="0" sz="3000" spc="147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含包定义的类的编译及执</a:t>
            </a:r>
            <a:r>
              <a:rPr dirty="0" sz="3000" spc="-15" b="1">
                <a:latin typeface="宋体"/>
                <a:cs typeface="宋体"/>
              </a:rPr>
              <a:t>行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60347" y="2133600"/>
            <a:ext cx="5975604" cy="3977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55826" y="2129040"/>
            <a:ext cx="5984875" cy="406400"/>
          </a:xfrm>
          <a:custGeom>
            <a:avLst/>
            <a:gdLst/>
            <a:ahLst/>
            <a:cxnLst/>
            <a:rect l="l" t="t" r="r" b="b"/>
            <a:pathLst>
              <a:path w="5984875" h="406400">
                <a:moveTo>
                  <a:pt x="5984278" y="406400"/>
                </a:moveTo>
                <a:lnTo>
                  <a:pt x="0" y="406400"/>
                </a:lnTo>
                <a:lnTo>
                  <a:pt x="0" y="0"/>
                </a:lnTo>
                <a:lnTo>
                  <a:pt x="5984278" y="0"/>
                </a:lnTo>
                <a:lnTo>
                  <a:pt x="5984278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98780"/>
                </a:lnTo>
                <a:lnTo>
                  <a:pt x="3809" y="398780"/>
                </a:lnTo>
                <a:lnTo>
                  <a:pt x="7619" y="402590"/>
                </a:lnTo>
                <a:lnTo>
                  <a:pt x="5984278" y="402590"/>
                </a:lnTo>
                <a:lnTo>
                  <a:pt x="5984278" y="406400"/>
                </a:lnTo>
                <a:close/>
              </a:path>
              <a:path w="5984875" h="40640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5984875" h="406400">
                <a:moveTo>
                  <a:pt x="5976658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5976658" y="3810"/>
                </a:lnTo>
                <a:lnTo>
                  <a:pt x="5976658" y="7620"/>
                </a:lnTo>
                <a:close/>
              </a:path>
              <a:path w="5984875" h="406400">
                <a:moveTo>
                  <a:pt x="5976658" y="402590"/>
                </a:moveTo>
                <a:lnTo>
                  <a:pt x="5976658" y="3810"/>
                </a:lnTo>
                <a:lnTo>
                  <a:pt x="5980468" y="7620"/>
                </a:lnTo>
                <a:lnTo>
                  <a:pt x="5984278" y="7620"/>
                </a:lnTo>
                <a:lnTo>
                  <a:pt x="5984278" y="398780"/>
                </a:lnTo>
                <a:lnTo>
                  <a:pt x="5980468" y="398780"/>
                </a:lnTo>
                <a:lnTo>
                  <a:pt x="5976658" y="402590"/>
                </a:lnTo>
                <a:close/>
              </a:path>
              <a:path w="5984875" h="406400">
                <a:moveTo>
                  <a:pt x="5984278" y="7620"/>
                </a:moveTo>
                <a:lnTo>
                  <a:pt x="5980468" y="7620"/>
                </a:lnTo>
                <a:lnTo>
                  <a:pt x="5976658" y="3810"/>
                </a:lnTo>
                <a:lnTo>
                  <a:pt x="5984278" y="3810"/>
                </a:lnTo>
                <a:lnTo>
                  <a:pt x="5984278" y="7620"/>
                </a:lnTo>
                <a:close/>
              </a:path>
              <a:path w="5984875" h="406400">
                <a:moveTo>
                  <a:pt x="7619" y="402590"/>
                </a:moveTo>
                <a:lnTo>
                  <a:pt x="3809" y="398780"/>
                </a:lnTo>
                <a:lnTo>
                  <a:pt x="7619" y="398780"/>
                </a:lnTo>
                <a:lnTo>
                  <a:pt x="7619" y="402590"/>
                </a:lnTo>
                <a:close/>
              </a:path>
              <a:path w="5984875" h="406400">
                <a:moveTo>
                  <a:pt x="5976658" y="402590"/>
                </a:moveTo>
                <a:lnTo>
                  <a:pt x="7619" y="402590"/>
                </a:lnTo>
                <a:lnTo>
                  <a:pt x="7619" y="398780"/>
                </a:lnTo>
                <a:lnTo>
                  <a:pt x="5976658" y="398780"/>
                </a:lnTo>
                <a:lnTo>
                  <a:pt x="5976658" y="402590"/>
                </a:lnTo>
                <a:close/>
              </a:path>
              <a:path w="5984875" h="406400">
                <a:moveTo>
                  <a:pt x="5984278" y="402590"/>
                </a:moveTo>
                <a:lnTo>
                  <a:pt x="5976658" y="402590"/>
                </a:lnTo>
                <a:lnTo>
                  <a:pt x="5980468" y="398780"/>
                </a:lnTo>
                <a:lnTo>
                  <a:pt x="5984278" y="398780"/>
                </a:lnTo>
                <a:lnTo>
                  <a:pt x="5984278" y="40259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8595" y="1454784"/>
            <a:ext cx="8187055" cy="430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1．编</a:t>
            </a:r>
            <a:r>
              <a:rPr dirty="0" sz="3000" spc="-15" b="1">
                <a:latin typeface="宋体"/>
                <a:cs typeface="宋体"/>
              </a:rPr>
              <a:t>译</a:t>
            </a:r>
            <a:endParaRPr sz="3000">
              <a:latin typeface="宋体"/>
              <a:cs typeface="宋体"/>
            </a:endParaRPr>
          </a:p>
          <a:p>
            <a:pPr marL="1119505">
              <a:lnSpc>
                <a:spcPct val="100000"/>
              </a:lnSpc>
              <a:spcBef>
                <a:spcPts val="1850"/>
              </a:spcBef>
              <a:tabLst>
                <a:tab pos="3313429" algn="l"/>
              </a:tabLst>
            </a:pPr>
            <a:r>
              <a:rPr dirty="0" sz="2100" spc="-735" b="1" i="1">
                <a:solidFill>
                  <a:srgbClr val="FFFFFF"/>
                </a:solidFill>
                <a:latin typeface="微软雅黑"/>
                <a:cs typeface="微软雅黑"/>
              </a:rPr>
              <a:t>d\ava_souce&gt;rj:	</a:t>
            </a:r>
            <a:r>
              <a:rPr dirty="0" sz="2100" spc="-690" b="1" i="1">
                <a:solidFill>
                  <a:srgbClr val="FFFFFF"/>
                </a:solidFill>
                <a:latin typeface="微软雅黑"/>
                <a:cs typeface="微软雅黑"/>
              </a:rPr>
              <a:t>javac</a:t>
            </a:r>
            <a:r>
              <a:rPr dirty="0" sz="2100" spc="-290" b="1" i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2100" spc="-484" b="1" i="1">
                <a:solidFill>
                  <a:srgbClr val="FFFFFF"/>
                </a:solidFill>
                <a:latin typeface="微软雅黑"/>
                <a:cs typeface="微软雅黑"/>
              </a:rPr>
              <a:t>–d </a:t>
            </a:r>
            <a:r>
              <a:rPr dirty="0" sz="2100" spc="-30" b="1" i="1">
                <a:solidFill>
                  <a:srgbClr val="FFFFFF"/>
                </a:solidFill>
                <a:latin typeface="微软雅黑"/>
                <a:cs typeface="微软雅黑"/>
              </a:rPr>
              <a:t>.</a:t>
            </a:r>
            <a:r>
              <a:rPr dirty="0" sz="2100" spc="-365" b="1" i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2100" spc="-600" b="1" i="1">
                <a:solidFill>
                  <a:srgbClr val="FFFFFF"/>
                </a:solidFill>
                <a:latin typeface="微软雅黑"/>
                <a:cs typeface="微软雅黑"/>
              </a:rPr>
              <a:t>Hoe.avajlt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微软雅黑"/>
              <a:cs typeface="微软雅黑"/>
            </a:endParaRPr>
          </a:p>
          <a:p>
            <a:pPr marL="657860" marR="5080">
              <a:lnSpc>
                <a:spcPct val="100000"/>
              </a:lnSpc>
            </a:pPr>
            <a:r>
              <a:rPr dirty="0" sz="2400">
                <a:latin typeface="微软雅黑"/>
                <a:cs typeface="微软雅黑"/>
              </a:rPr>
              <a:t>参数</a:t>
            </a:r>
            <a:r>
              <a:rPr dirty="0" sz="2400" spc="-5">
                <a:latin typeface="微软雅黑"/>
                <a:cs typeface="微软雅黑"/>
              </a:rPr>
              <a:t>1</a:t>
            </a:r>
            <a:r>
              <a:rPr dirty="0" sz="2400">
                <a:latin typeface="微软雅黑"/>
                <a:cs typeface="微软雅黑"/>
              </a:rPr>
              <a:t>“-</a:t>
            </a:r>
            <a:r>
              <a:rPr dirty="0" sz="2400" spc="-5">
                <a:latin typeface="微软雅黑"/>
                <a:cs typeface="微软雅黑"/>
              </a:rPr>
              <a:t>d</a:t>
            </a:r>
            <a:r>
              <a:rPr dirty="0" sz="2400">
                <a:latin typeface="微软雅黑"/>
                <a:cs typeface="微软雅黑"/>
              </a:rPr>
              <a:t>”：指定编译时在文件系统中创建与包对应的 文件夹结构，必须使用。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微软雅黑"/>
              <a:cs typeface="微软雅黑"/>
            </a:endParaRPr>
          </a:p>
          <a:p>
            <a:pPr marL="657860" marR="31115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微软雅黑"/>
                <a:cs typeface="微软雅黑"/>
              </a:rPr>
              <a:t>参数</a:t>
            </a:r>
            <a:r>
              <a:rPr dirty="0" sz="2400" spc="-5">
                <a:latin typeface="微软雅黑"/>
                <a:cs typeface="微软雅黑"/>
              </a:rPr>
              <a:t>2</a:t>
            </a:r>
            <a:r>
              <a:rPr dirty="0" sz="2400">
                <a:latin typeface="微软雅黑"/>
                <a:cs typeface="微软雅黑"/>
              </a:rPr>
              <a:t>：指定类文件（包结构</a:t>
            </a:r>
            <a:r>
              <a:rPr dirty="0" sz="2400" spc="-5">
                <a:latin typeface="微软雅黑"/>
                <a:cs typeface="微软雅黑"/>
              </a:rPr>
              <a:t>+</a:t>
            </a:r>
            <a:r>
              <a:rPr dirty="0" sz="2400">
                <a:latin typeface="微软雅黑"/>
                <a:cs typeface="微软雅黑"/>
              </a:rPr>
              <a:t>cl</a:t>
            </a:r>
            <a:r>
              <a:rPr dirty="0" sz="2400" spc="-5">
                <a:latin typeface="微软雅黑"/>
                <a:cs typeface="微软雅黑"/>
              </a:rPr>
              <a:t>ass</a:t>
            </a:r>
            <a:r>
              <a:rPr dirty="0" sz="2400">
                <a:latin typeface="微软雅黑"/>
                <a:cs typeface="微软雅黑"/>
              </a:rPr>
              <a:t>文件）的存储位置。 该参数由程序设计者按需指定。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微软雅黑"/>
              <a:cs typeface="微软雅黑"/>
            </a:endParaRPr>
          </a:p>
          <a:p>
            <a:pPr marL="657860" marR="27305">
              <a:lnSpc>
                <a:spcPct val="100000"/>
              </a:lnSpc>
            </a:pPr>
            <a:r>
              <a:rPr dirty="0" sz="2400">
                <a:latin typeface="微软雅黑"/>
                <a:cs typeface="微软雅黑"/>
              </a:rPr>
              <a:t>参数</a:t>
            </a:r>
            <a:r>
              <a:rPr dirty="0" sz="2400" spc="-5">
                <a:latin typeface="微软雅黑"/>
                <a:cs typeface="微软雅黑"/>
              </a:rPr>
              <a:t>3</a:t>
            </a:r>
            <a:r>
              <a:rPr dirty="0" sz="2400">
                <a:latin typeface="微软雅黑"/>
                <a:cs typeface="微软雅黑"/>
              </a:rPr>
              <a:t>：指定被编译的源文件。一定要保证按照路径可以 找到被编译的源文件。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54784"/>
            <a:ext cx="7630795" cy="3189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4835" indent="-572135">
              <a:lnSpc>
                <a:spcPct val="100000"/>
              </a:lnSpc>
              <a:spcBef>
                <a:spcPts val="100"/>
              </a:spcBef>
              <a:buSzPct val="96666"/>
              <a:buAutoNum type="arabicPeriod" startAt="2"/>
              <a:tabLst>
                <a:tab pos="584835" algn="l"/>
              </a:tabLst>
            </a:pPr>
            <a:r>
              <a:rPr dirty="0" sz="3000">
                <a:latin typeface="宋体"/>
                <a:cs typeface="宋体"/>
              </a:rPr>
              <a:t>执行</a:t>
            </a:r>
            <a:endParaRPr sz="3000">
              <a:latin typeface="宋体"/>
              <a:cs typeface="宋体"/>
            </a:endParaRPr>
          </a:p>
          <a:p>
            <a:pPr lvl="1" marL="417195" indent="-17145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3000">
                <a:latin typeface="宋体"/>
                <a:cs typeface="宋体"/>
              </a:rPr>
              <a:t>完整的类名：包名.类名</a:t>
            </a:r>
            <a:endParaRPr sz="30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800">
              <a:latin typeface="宋体"/>
              <a:cs typeface="宋体"/>
            </a:endParaRPr>
          </a:p>
          <a:p>
            <a:pPr lvl="1" marL="417195" indent="-171450">
              <a:lnSpc>
                <a:spcPct val="100000"/>
              </a:lnSpc>
              <a:buFont typeface="Arial"/>
              <a:buChar char="•"/>
              <a:tabLst>
                <a:tab pos="417195" algn="l"/>
              </a:tabLst>
            </a:pPr>
            <a:r>
              <a:rPr dirty="0" sz="3000">
                <a:latin typeface="宋体"/>
                <a:cs typeface="宋体"/>
              </a:rPr>
              <a:t>执行class文件</a:t>
            </a:r>
            <a:endParaRPr sz="3000">
              <a:latin typeface="宋体"/>
              <a:cs typeface="宋体"/>
            </a:endParaRPr>
          </a:p>
          <a:p>
            <a:pPr lvl="2" marL="760095" marR="5080" indent="-171450">
              <a:lnSpc>
                <a:spcPts val="3240"/>
              </a:lnSpc>
              <a:spcBef>
                <a:spcPts val="425"/>
              </a:spcBef>
              <a:buFont typeface="Arial"/>
              <a:buChar char="•"/>
              <a:tabLst>
                <a:tab pos="760095" algn="l"/>
              </a:tabLst>
            </a:pPr>
            <a:r>
              <a:rPr dirty="0" sz="3000">
                <a:latin typeface="宋体"/>
                <a:cs typeface="宋体"/>
              </a:rPr>
              <a:t>在当前路径下可以按照包名结构找到被执 行的类文件</a:t>
            </a:r>
            <a:endParaRPr sz="3000">
              <a:latin typeface="宋体"/>
              <a:cs typeface="宋体"/>
            </a:endParaRPr>
          </a:p>
          <a:p>
            <a:pPr lvl="2" marL="760095" indent="-171450">
              <a:lnSpc>
                <a:spcPts val="3565"/>
              </a:lnSpc>
              <a:buFont typeface="Arial"/>
              <a:buChar char="•"/>
              <a:tabLst>
                <a:tab pos="760095" algn="l"/>
              </a:tabLst>
            </a:pPr>
            <a:r>
              <a:rPr dirty="0" sz="3000">
                <a:latin typeface="宋体"/>
                <a:cs typeface="宋体"/>
              </a:rPr>
              <a:t>必须使用完整的类名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596519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4.6.3</a:t>
            </a:r>
            <a:r>
              <a:rPr dirty="0" sz="3000" spc="147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含包定义的类的编译及执</a:t>
            </a:r>
            <a:r>
              <a:rPr dirty="0" sz="3000" spc="-15" b="1">
                <a:latin typeface="宋体"/>
                <a:cs typeface="宋体"/>
              </a:rPr>
              <a:t>行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1075" y="1405254"/>
            <a:ext cx="6883400" cy="236855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3000">
                <a:latin typeface="宋体"/>
                <a:cs typeface="宋体"/>
              </a:rPr>
              <a:t>一个包中可以有多个java文件</a:t>
            </a:r>
            <a:endParaRPr sz="3000">
              <a:latin typeface="宋体"/>
              <a:cs typeface="宋体"/>
            </a:endParaRPr>
          </a:p>
          <a:p>
            <a:pPr marL="12700" marR="5080">
              <a:lnSpc>
                <a:spcPts val="3240"/>
              </a:lnSpc>
              <a:spcBef>
                <a:spcPts val="795"/>
              </a:spcBef>
            </a:pPr>
            <a:r>
              <a:rPr dirty="0" sz="3000">
                <a:latin typeface="宋体"/>
                <a:cs typeface="宋体"/>
              </a:rPr>
              <a:t>一个java文件中可以写多个类，但必须且 只有一个类与java文件同名。</a:t>
            </a:r>
            <a:endParaRPr sz="3000">
              <a:latin typeface="宋体"/>
              <a:cs typeface="宋体"/>
            </a:endParaRPr>
          </a:p>
          <a:p>
            <a:pPr marL="12700" marR="5080">
              <a:lnSpc>
                <a:spcPts val="3240"/>
              </a:lnSpc>
              <a:spcBef>
                <a:spcPts val="750"/>
              </a:spcBef>
            </a:pPr>
            <a:r>
              <a:rPr dirty="0" sz="3000">
                <a:latin typeface="宋体"/>
                <a:cs typeface="宋体"/>
              </a:rPr>
              <a:t>编译一个java文件，文件中的每个类都会 被编译为一个class</a:t>
            </a:r>
            <a:r>
              <a:rPr dirty="0" sz="3000" spc="-10">
                <a:latin typeface="宋体"/>
                <a:cs typeface="宋体"/>
              </a:rPr>
              <a:t> </a:t>
            </a:r>
            <a:r>
              <a:rPr dirty="0" sz="3000">
                <a:latin typeface="宋体"/>
                <a:cs typeface="宋体"/>
              </a:rPr>
              <a:t>文件。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40544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4.6.4</a:t>
            </a:r>
            <a:r>
              <a:rPr dirty="0" sz="3000" spc="1465" b="1">
                <a:latin typeface="宋体"/>
                <a:cs typeface="宋体"/>
              </a:rPr>
              <a:t> </a:t>
            </a:r>
            <a:r>
              <a:rPr dirty="0" sz="3000" b="1">
                <a:latin typeface="宋体"/>
                <a:cs typeface="宋体"/>
              </a:rPr>
              <a:t>包中的java文</a:t>
            </a:r>
            <a:r>
              <a:rPr dirty="0" sz="3000" spc="-15" b="1">
                <a:latin typeface="宋体"/>
                <a:cs typeface="宋体"/>
              </a:rPr>
              <a:t>件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219" y="1453515"/>
            <a:ext cx="333882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 spc="-5">
                <a:solidFill>
                  <a:srgbClr val="006C39"/>
                </a:solidFill>
                <a:latin typeface="Times New Roman"/>
                <a:cs typeface="Times New Roman"/>
              </a:rPr>
              <a:t>Sample </a:t>
            </a:r>
            <a:r>
              <a:rPr dirty="0" sz="3000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r>
              <a:rPr dirty="0" sz="3000" spc="-50">
                <a:solidFill>
                  <a:srgbClr val="006C39"/>
                </a:solidFill>
                <a:latin typeface="Times New Roman"/>
                <a:cs typeface="Times New Roman"/>
              </a:rPr>
              <a:t> Vector.java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469765" y="1453515"/>
            <a:ext cx="13487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>
                <a:solidFill>
                  <a:srgbClr val="006C39"/>
                </a:solidFill>
                <a:latin typeface="Times New Roman"/>
                <a:cs typeface="Times New Roman"/>
              </a:rPr>
              <a:t>List.java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219" y="2466975"/>
            <a:ext cx="5887085" cy="241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 spc="-5">
                <a:solidFill>
                  <a:srgbClr val="006C39"/>
                </a:solidFill>
                <a:latin typeface="Times New Roman"/>
                <a:cs typeface="Times New Roman"/>
              </a:rPr>
              <a:t>Sample </a:t>
            </a:r>
            <a:r>
              <a:rPr dirty="0" sz="3000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r>
              <a:rPr dirty="0" sz="3000" spc="-5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3000" spc="-20">
                <a:solidFill>
                  <a:srgbClr val="006C39"/>
                </a:solidFill>
                <a:latin typeface="Times New Roman"/>
                <a:cs typeface="Times New Roman"/>
              </a:rPr>
              <a:t>LibTest.java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6C39"/>
              </a:buClr>
              <a:buFont typeface="Arial"/>
              <a:buChar char="•"/>
            </a:pPr>
            <a:endParaRPr sz="3800">
              <a:latin typeface="Times New Roman"/>
              <a:cs typeface="Times New Roman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solidFill>
                  <a:srgbClr val="006C39"/>
                </a:solidFill>
                <a:latin typeface="宋体"/>
                <a:cs typeface="宋体"/>
              </a:rPr>
              <a:t>创建自己的类库</a:t>
            </a:r>
            <a:endParaRPr sz="3000">
              <a:latin typeface="宋体"/>
              <a:cs typeface="宋体"/>
            </a:endParaRPr>
          </a:p>
          <a:p>
            <a:pPr marL="12700" marR="5080">
              <a:lnSpc>
                <a:spcPts val="3240"/>
              </a:lnSpc>
              <a:spcBef>
                <a:spcPts val="785"/>
              </a:spcBef>
              <a:tabLst>
                <a:tab pos="1642110" algn="l"/>
              </a:tabLst>
            </a:pPr>
            <a:r>
              <a:rPr dirty="0" sz="3000">
                <a:solidFill>
                  <a:srgbClr val="006C39"/>
                </a:solidFill>
                <a:latin typeface="Times New Roman"/>
                <a:cs typeface="Times New Roman"/>
              </a:rPr>
              <a:t>S</a:t>
            </a:r>
            <a:r>
              <a:rPr dirty="0" sz="3000" spc="-5">
                <a:solidFill>
                  <a:srgbClr val="006C39"/>
                </a:solidFill>
                <a:latin typeface="Times New Roman"/>
                <a:cs typeface="Times New Roman"/>
              </a:rPr>
              <a:t>a</a:t>
            </a:r>
            <a:r>
              <a:rPr dirty="0" sz="3000">
                <a:solidFill>
                  <a:srgbClr val="006C39"/>
                </a:solidFill>
                <a:latin typeface="Times New Roman"/>
                <a:cs typeface="Times New Roman"/>
              </a:rPr>
              <a:t>mple</a:t>
            </a:r>
            <a:r>
              <a:rPr dirty="0" sz="3000" spc="-5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006C39"/>
                </a:solidFill>
                <a:latin typeface="Times New Roman"/>
                <a:cs typeface="Times New Roman"/>
              </a:rPr>
              <a:t>:	</a:t>
            </a:r>
            <a:r>
              <a:rPr dirty="0" sz="3000" spc="-5">
                <a:solidFill>
                  <a:srgbClr val="006C39"/>
                </a:solidFill>
                <a:latin typeface="Times New Roman"/>
                <a:cs typeface="Times New Roman"/>
              </a:rPr>
              <a:t>c</a:t>
            </a:r>
            <a:r>
              <a:rPr dirty="0" sz="3000">
                <a:solidFill>
                  <a:srgbClr val="006C39"/>
                </a:solidFill>
                <a:latin typeface="Times New Roman"/>
                <a:cs typeface="Times New Roman"/>
              </a:rPr>
              <a:t>om.bru</a:t>
            </a:r>
            <a:r>
              <a:rPr dirty="0" sz="3000" spc="-5">
                <a:solidFill>
                  <a:srgbClr val="006C39"/>
                </a:solidFill>
                <a:latin typeface="Times New Roman"/>
                <a:cs typeface="Times New Roman"/>
              </a:rPr>
              <a:t>ceec</a:t>
            </a:r>
            <a:r>
              <a:rPr dirty="0" sz="3000">
                <a:solidFill>
                  <a:srgbClr val="006C39"/>
                </a:solidFill>
                <a:latin typeface="Times New Roman"/>
                <a:cs typeface="Times New Roman"/>
              </a:rPr>
              <a:t>k</a:t>
            </a:r>
            <a:r>
              <a:rPr dirty="0" sz="3000" spc="-5">
                <a:solidFill>
                  <a:srgbClr val="006C39"/>
                </a:solidFill>
                <a:latin typeface="Times New Roman"/>
                <a:cs typeface="Times New Roman"/>
              </a:rPr>
              <a:t>e</a:t>
            </a:r>
            <a:r>
              <a:rPr dirty="0" sz="3000">
                <a:solidFill>
                  <a:srgbClr val="006C39"/>
                </a:solidFill>
                <a:latin typeface="Times New Roman"/>
                <a:cs typeface="Times New Roman"/>
              </a:rPr>
              <a:t>l.tool</a:t>
            </a:r>
            <a:r>
              <a:rPr dirty="0" sz="3000" spc="-5">
                <a:solidFill>
                  <a:srgbClr val="006C39"/>
                </a:solidFill>
                <a:latin typeface="Times New Roman"/>
                <a:cs typeface="Times New Roman"/>
              </a:rPr>
              <a:t>s</a:t>
            </a:r>
            <a:r>
              <a:rPr dirty="0" sz="3000">
                <a:solidFill>
                  <a:srgbClr val="006C39"/>
                </a:solidFill>
                <a:latin typeface="Times New Roman"/>
                <a:cs typeface="Times New Roman"/>
              </a:rPr>
              <a:t>.</a:t>
            </a:r>
            <a:r>
              <a:rPr dirty="0" sz="3000" spc="-335">
                <a:solidFill>
                  <a:srgbClr val="006C39"/>
                </a:solidFill>
                <a:latin typeface="Times New Roman"/>
                <a:cs typeface="Times New Roman"/>
              </a:rPr>
              <a:t>P</a:t>
            </a:r>
            <a:r>
              <a:rPr dirty="0" sz="3000">
                <a:solidFill>
                  <a:srgbClr val="006C39"/>
                </a:solidFill>
                <a:latin typeface="Times New Roman"/>
                <a:cs typeface="Times New Roman"/>
              </a:rPr>
              <a:t>.j</a:t>
            </a:r>
            <a:r>
              <a:rPr dirty="0" sz="3000" spc="-5">
                <a:solidFill>
                  <a:srgbClr val="006C39"/>
                </a:solidFill>
                <a:latin typeface="Times New Roman"/>
                <a:cs typeface="Times New Roman"/>
              </a:rPr>
              <a:t>a</a:t>
            </a:r>
            <a:r>
              <a:rPr dirty="0" sz="3000">
                <a:solidFill>
                  <a:srgbClr val="006C39"/>
                </a:solidFill>
                <a:latin typeface="Times New Roman"/>
                <a:cs typeface="Times New Roman"/>
              </a:rPr>
              <a:t>va  </a:t>
            </a:r>
            <a:r>
              <a:rPr dirty="0" sz="3000" spc="-35">
                <a:solidFill>
                  <a:srgbClr val="006C39"/>
                </a:solidFill>
                <a:latin typeface="Times New Roman"/>
                <a:cs typeface="Times New Roman"/>
              </a:rPr>
              <a:t>ToolTest.java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213233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4.6</a:t>
            </a:r>
            <a:r>
              <a:rPr dirty="0" sz="3000" b="1">
                <a:latin typeface="宋体"/>
                <a:cs typeface="宋体"/>
              </a:rPr>
              <a:t>程序示</a:t>
            </a:r>
            <a:r>
              <a:rPr dirty="0" sz="3000" spc="-15" b="1">
                <a:latin typeface="宋体"/>
                <a:cs typeface="宋体"/>
              </a:rPr>
              <a:t>例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219" y="1406524"/>
            <a:ext cx="6007735" cy="387477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>
                <a:latin typeface="宋体"/>
                <a:cs typeface="宋体"/>
              </a:rPr>
              <a:t>基本类型有相对应的包装器类</a:t>
            </a:r>
            <a:endParaRPr sz="3000">
              <a:latin typeface="宋体"/>
              <a:cs typeface="宋体"/>
            </a:endParaRPr>
          </a:p>
          <a:p>
            <a:pPr algn="ctr" marR="2737485">
              <a:lnSpc>
                <a:spcPct val="100000"/>
              </a:lnSpc>
              <a:spcBef>
                <a:spcPts val="380"/>
              </a:spcBef>
            </a:pPr>
            <a:r>
              <a:rPr dirty="0" sz="3000" spc="-5" b="1">
                <a:solidFill>
                  <a:srgbClr val="FF0000"/>
                </a:solidFill>
                <a:latin typeface="Times New Roman"/>
                <a:cs typeface="Times New Roman"/>
              </a:rPr>
              <a:t>“wrapper”</a:t>
            </a:r>
            <a:r>
              <a:rPr dirty="0" sz="30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0000"/>
                </a:solidFill>
                <a:latin typeface="Times New Roman"/>
                <a:cs typeface="Times New Roman"/>
              </a:rPr>
              <a:t>classes</a:t>
            </a:r>
            <a:r>
              <a:rPr dirty="0" sz="3000" spc="-5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  <a:p>
            <a:pPr algn="ctr" marR="2766060">
              <a:lnSpc>
                <a:spcPct val="100000"/>
              </a:lnSpc>
              <a:spcBef>
                <a:spcPts val="1440"/>
              </a:spcBef>
            </a:pPr>
            <a:r>
              <a:rPr dirty="0" sz="3000" spc="-5">
                <a:latin typeface="Times New Roman"/>
                <a:cs typeface="Times New Roman"/>
              </a:rPr>
              <a:t>char </a:t>
            </a:r>
            <a:r>
              <a:rPr dirty="0" sz="3000">
                <a:latin typeface="Times New Roman"/>
                <a:cs typeface="Times New Roman"/>
              </a:rPr>
              <a:t>c =</a:t>
            </a:r>
            <a:r>
              <a:rPr dirty="0" sz="3000" spc="-3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‘x’;</a:t>
            </a:r>
            <a:endParaRPr sz="3000">
              <a:latin typeface="Times New Roman"/>
              <a:cs typeface="Times New Roman"/>
            </a:endParaRPr>
          </a:p>
          <a:p>
            <a:pPr algn="ctr" marL="679450" marR="5080">
              <a:lnSpc>
                <a:spcPct val="140000"/>
              </a:lnSpc>
            </a:pPr>
            <a:r>
              <a:rPr dirty="0" sz="3000" spc="-5">
                <a:latin typeface="Times New Roman"/>
                <a:cs typeface="Times New Roman"/>
              </a:rPr>
              <a:t>Character </a:t>
            </a:r>
            <a:r>
              <a:rPr dirty="0" sz="3000">
                <a:latin typeface="Times New Roman"/>
                <a:cs typeface="Times New Roman"/>
              </a:rPr>
              <a:t>C = </a:t>
            </a:r>
            <a:r>
              <a:rPr dirty="0" sz="3000" spc="-5">
                <a:latin typeface="Times New Roman"/>
                <a:cs typeface="Times New Roman"/>
              </a:rPr>
              <a:t>new Character(‘x’</a:t>
            </a:r>
            <a:r>
              <a:rPr dirty="0" sz="3000" spc="-26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);  </a:t>
            </a:r>
            <a:r>
              <a:rPr dirty="0" sz="3000" spc="-5">
                <a:latin typeface="Times New Roman"/>
                <a:cs typeface="Times New Roman"/>
              </a:rPr>
              <a:t>Character </a:t>
            </a:r>
            <a:r>
              <a:rPr dirty="0" sz="3000">
                <a:latin typeface="Times New Roman"/>
                <a:cs typeface="Times New Roman"/>
              </a:rPr>
              <a:t>C = </a:t>
            </a:r>
            <a:r>
              <a:rPr dirty="0" sz="3000" spc="-5">
                <a:latin typeface="Times New Roman"/>
                <a:cs typeface="Times New Roman"/>
              </a:rPr>
              <a:t>new Character( </a:t>
            </a:r>
            <a:r>
              <a:rPr dirty="0" sz="3000">
                <a:latin typeface="Times New Roman"/>
                <a:cs typeface="Times New Roman"/>
              </a:rPr>
              <a:t>c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);</a:t>
            </a:r>
            <a:endParaRPr sz="3000">
              <a:latin typeface="Times New Roman"/>
              <a:cs typeface="Times New Roman"/>
            </a:endParaRPr>
          </a:p>
          <a:p>
            <a:pPr marL="184150" indent="-171450">
              <a:lnSpc>
                <a:spcPts val="342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 b="1">
                <a:latin typeface="宋体"/>
                <a:cs typeface="宋体"/>
              </a:rPr>
              <a:t>此外</a:t>
            </a:r>
            <a:r>
              <a:rPr dirty="0" sz="3000" b="1">
                <a:latin typeface="Times New Roman"/>
                <a:cs typeface="Times New Roman"/>
              </a:rPr>
              <a:t>java</a:t>
            </a:r>
            <a:r>
              <a:rPr dirty="0" sz="3000" b="1">
                <a:latin typeface="宋体"/>
                <a:cs typeface="宋体"/>
              </a:rPr>
              <a:t>还提供满足高精度运算的</a:t>
            </a:r>
            <a:r>
              <a:rPr dirty="0" sz="3000">
                <a:latin typeface="Times New Roman"/>
                <a:cs typeface="Times New Roman"/>
              </a:rPr>
              <a:t>:</a:t>
            </a:r>
            <a:endParaRPr sz="3000">
              <a:latin typeface="Times New Roman"/>
              <a:cs typeface="Times New Roman"/>
            </a:endParaRPr>
          </a:p>
          <a:p>
            <a:pPr marL="184150">
              <a:lnSpc>
                <a:spcPts val="3420"/>
              </a:lnSpc>
            </a:pPr>
            <a:r>
              <a:rPr dirty="0" sz="3000" spc="-5" b="1">
                <a:solidFill>
                  <a:srgbClr val="FF0000"/>
                </a:solidFill>
                <a:latin typeface="Times New Roman"/>
                <a:cs typeface="Times New Roman"/>
              </a:rPr>
              <a:t>BigInteger</a:t>
            </a:r>
            <a:r>
              <a:rPr dirty="0" sz="30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000" spc="-5">
                <a:latin typeface="Times New Roman"/>
                <a:cs typeface="Times New Roman"/>
              </a:rPr>
              <a:t>and</a:t>
            </a:r>
            <a:r>
              <a:rPr dirty="0" sz="3000">
                <a:latin typeface="Times New Roman"/>
                <a:cs typeface="Times New Roman"/>
              </a:rPr>
              <a:t> </a:t>
            </a:r>
            <a:r>
              <a:rPr dirty="0" sz="3000" spc="-5" b="1">
                <a:solidFill>
                  <a:srgbClr val="FF0000"/>
                </a:solidFill>
                <a:latin typeface="Times New Roman"/>
                <a:cs typeface="Times New Roman"/>
              </a:rPr>
              <a:t>BigDecimal</a:t>
            </a:r>
            <a:r>
              <a:rPr dirty="0" sz="3000" spc="-15" b="1">
                <a:solidFill>
                  <a:srgbClr val="FF0000"/>
                </a:solidFill>
                <a:latin typeface="宋体"/>
                <a:cs typeface="宋体"/>
              </a:rPr>
              <a:t>类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213233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4.7</a:t>
            </a:r>
            <a:r>
              <a:rPr dirty="0" sz="3000" b="1">
                <a:latin typeface="宋体"/>
                <a:cs typeface="宋体"/>
              </a:rPr>
              <a:t>包装器</a:t>
            </a:r>
            <a:r>
              <a:rPr dirty="0" sz="3000" spc="-15" b="1">
                <a:latin typeface="宋体"/>
                <a:cs typeface="宋体"/>
              </a:rPr>
              <a:t>类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213233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4.7</a:t>
            </a:r>
            <a:r>
              <a:rPr dirty="0" sz="3000" b="1">
                <a:latin typeface="宋体"/>
                <a:cs typeface="宋体"/>
              </a:rPr>
              <a:t>包装器</a:t>
            </a:r>
            <a:r>
              <a:rPr dirty="0" sz="3000" spc="-15" b="1">
                <a:latin typeface="宋体"/>
                <a:cs typeface="宋体"/>
              </a:rPr>
              <a:t>类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83079" y="1680972"/>
            <a:ext cx="5370576" cy="3546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219" y="1454784"/>
            <a:ext cx="21094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 b="1">
                <a:solidFill>
                  <a:srgbClr val="FF0000"/>
                </a:solidFill>
                <a:latin typeface="宋体"/>
                <a:cs typeface="宋体"/>
              </a:rPr>
              <a:t>赋值运算</a:t>
            </a:r>
            <a:r>
              <a:rPr dirty="0" sz="3000" spc="-15" b="1">
                <a:solidFill>
                  <a:srgbClr val="FF0000"/>
                </a:solidFill>
                <a:latin typeface="宋体"/>
                <a:cs typeface="宋体"/>
              </a:rPr>
              <a:t>符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71219" y="3481704"/>
            <a:ext cx="21094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3000" b="1">
                <a:solidFill>
                  <a:srgbClr val="FF0000"/>
                </a:solidFill>
                <a:latin typeface="宋体"/>
                <a:cs typeface="宋体"/>
              </a:rPr>
              <a:t>关系运算</a:t>
            </a:r>
            <a:r>
              <a:rPr dirty="0" sz="3000" spc="-15" b="1">
                <a:solidFill>
                  <a:srgbClr val="FF0000"/>
                </a:solidFill>
                <a:latin typeface="宋体"/>
                <a:cs typeface="宋体"/>
              </a:rPr>
              <a:t>符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3652" y="303072"/>
            <a:ext cx="28981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宋体"/>
                <a:cs typeface="宋体"/>
              </a:rPr>
              <a:t>4.8</a:t>
            </a:r>
            <a:r>
              <a:rPr dirty="0" sz="3000" b="1">
                <a:latin typeface="宋体"/>
                <a:cs typeface="宋体"/>
              </a:rPr>
              <a:t>操作符与对</a:t>
            </a:r>
            <a:r>
              <a:rPr dirty="0" sz="3000" spc="-15" b="1">
                <a:latin typeface="宋体"/>
                <a:cs typeface="宋体"/>
              </a:rPr>
              <a:t>象</a:t>
            </a:r>
            <a:endParaRPr sz="3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0322" y="419252"/>
            <a:ext cx="973543" cy="2838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340571" y="367817"/>
            <a:ext cx="2397150" cy="377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85728" y="367817"/>
            <a:ext cx="784186" cy="3771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78535" y="1050797"/>
            <a:ext cx="7698740" cy="341122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800">
                <a:latin typeface="宋体"/>
                <a:cs typeface="宋体"/>
              </a:rPr>
              <a:t>赋值运算可以对引用类型的数据操</a:t>
            </a:r>
            <a:r>
              <a:rPr dirty="0" sz="2800" spc="-5">
                <a:latin typeface="宋体"/>
                <a:cs typeface="宋体"/>
              </a:rPr>
              <a:t>作</a:t>
            </a:r>
            <a:endParaRPr sz="2800">
              <a:latin typeface="宋体"/>
              <a:cs typeface="宋体"/>
            </a:endParaRPr>
          </a:p>
          <a:p>
            <a:pPr algn="just" marL="12700" marR="12700">
              <a:lnSpc>
                <a:spcPts val="3020"/>
              </a:lnSpc>
              <a:spcBef>
                <a:spcPts val="785"/>
              </a:spcBef>
            </a:pPr>
            <a:r>
              <a:rPr dirty="0" sz="2800" spc="-5">
                <a:latin typeface="Times New Roman"/>
                <a:cs typeface="Times New Roman"/>
              </a:rPr>
              <a:t>When you assign “from one object to another” you’re  actually copying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 </a:t>
            </a:r>
            <a:r>
              <a:rPr dirty="0" sz="2800" spc="-5">
                <a:solidFill>
                  <a:srgbClr val="FF0000"/>
                </a:solidFill>
                <a:latin typeface="Times New Roman"/>
                <a:cs typeface="Times New Roman"/>
              </a:rPr>
              <a:t>reference</a:t>
            </a:r>
            <a:r>
              <a:rPr dirty="0" sz="2800" spc="-5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引用</a:t>
            </a:r>
            <a:r>
              <a:rPr dirty="0" sz="2800" spc="-5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r>
              <a:rPr dirty="0" sz="2800" spc="-695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from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one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place  to </a:t>
            </a:r>
            <a:r>
              <a:rPr dirty="0" sz="2800" spc="-25">
                <a:latin typeface="Times New Roman"/>
                <a:cs typeface="Times New Roman"/>
              </a:rPr>
              <a:t>another.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imes New Roman"/>
              <a:cs typeface="Times New Roman"/>
            </a:endParaRPr>
          </a:p>
          <a:p>
            <a:pPr marL="155575" marR="5080">
              <a:lnSpc>
                <a:spcPct val="100499"/>
              </a:lnSpc>
              <a:spcBef>
                <a:spcPts val="5"/>
              </a:spcBef>
            </a:pPr>
            <a:r>
              <a:rPr dirty="0" sz="2800" spc="-5">
                <a:latin typeface="Times New Roman"/>
                <a:cs typeface="Times New Roman"/>
              </a:rPr>
              <a:t>This means that if you say </a:t>
            </a:r>
            <a:r>
              <a:rPr dirty="0" sz="2800" spc="-5" b="1">
                <a:latin typeface="Times New Roman"/>
                <a:cs typeface="Times New Roman"/>
              </a:rPr>
              <a:t>C = D </a:t>
            </a:r>
            <a:r>
              <a:rPr dirty="0" sz="2800" spc="-5">
                <a:latin typeface="Times New Roman"/>
                <a:cs typeface="Times New Roman"/>
              </a:rPr>
              <a:t>for objects, you  end up with both </a:t>
            </a:r>
            <a:r>
              <a:rPr dirty="0" sz="2800" spc="-5" b="1">
                <a:latin typeface="Times New Roman"/>
                <a:cs typeface="Times New Roman"/>
              </a:rPr>
              <a:t>C </a:t>
            </a:r>
            <a:r>
              <a:rPr dirty="0" sz="2800" spc="-5">
                <a:latin typeface="Times New Roman"/>
                <a:cs typeface="Times New Roman"/>
              </a:rPr>
              <a:t>and </a:t>
            </a:r>
            <a:r>
              <a:rPr dirty="0" sz="2800" spc="-5" b="1">
                <a:latin typeface="Times New Roman"/>
                <a:cs typeface="Times New Roman"/>
              </a:rPr>
              <a:t>D </a:t>
            </a:r>
            <a:r>
              <a:rPr dirty="0" sz="2800" spc="-5">
                <a:latin typeface="Times New Roman"/>
                <a:cs typeface="Times New Roman"/>
              </a:rPr>
              <a:t>pointing to the object that,  </a:t>
            </a:r>
            <a:r>
              <a:rPr dirty="0" sz="2800" spc="-20">
                <a:latin typeface="Times New Roman"/>
                <a:cs typeface="Times New Roman"/>
              </a:rPr>
              <a:t>originally,</a:t>
            </a:r>
            <a:r>
              <a:rPr dirty="0" sz="2800" spc="-5">
                <a:latin typeface="Times New Roman"/>
                <a:cs typeface="Times New Roman"/>
              </a:rPr>
              <a:t> only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D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pointed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to.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Georgia"/>
                <a:cs typeface="Georgia"/>
              </a:rPr>
              <a:t>----</a:t>
            </a:r>
            <a:r>
              <a:rPr dirty="0" sz="2800" spc="-5">
                <a:latin typeface="Georgia"/>
                <a:cs typeface="Georgia"/>
              </a:rPr>
              <a:t> </a:t>
            </a:r>
            <a:r>
              <a:rPr dirty="0" sz="2800" spc="-5">
                <a:solidFill>
                  <a:srgbClr val="FF0000"/>
                </a:solidFill>
                <a:latin typeface="Georgia"/>
                <a:cs typeface="Georgia"/>
              </a:rPr>
              <a:t>Aliasing</a:t>
            </a:r>
            <a:r>
              <a:rPr dirty="0" sz="2800" spc="-5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dirty="0" sz="2800">
                <a:solidFill>
                  <a:srgbClr val="FF0000"/>
                </a:solidFill>
                <a:latin typeface="宋体"/>
                <a:cs typeface="宋体"/>
              </a:rPr>
              <a:t>别名</a:t>
            </a:r>
            <a:r>
              <a:rPr dirty="0" sz="2800" spc="-5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84670"/>
            <a:ext cx="2840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宋体"/>
                <a:cs typeface="宋体"/>
              </a:rPr>
              <a:t>4.8.1</a:t>
            </a:r>
            <a:r>
              <a:rPr dirty="0" sz="2100" b="1">
                <a:latin typeface="宋体"/>
                <a:cs typeface="宋体"/>
              </a:rPr>
              <a:t>赋值运算符与对</a:t>
            </a:r>
            <a:r>
              <a:rPr dirty="0" sz="2100" spc="-10" b="1">
                <a:latin typeface="宋体"/>
                <a:cs typeface="宋体"/>
              </a:rPr>
              <a:t>象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38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8739" y="831850"/>
            <a:ext cx="2251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基本类型“</a:t>
            </a:r>
            <a:r>
              <a:rPr dirty="0" sz="2400" spc="-5">
                <a:solidFill>
                  <a:srgbClr val="FF0000"/>
                </a:solidFill>
                <a:latin typeface="微软雅黑"/>
                <a:cs typeface="微软雅黑"/>
              </a:rPr>
              <a:t>=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”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1256029"/>
            <a:ext cx="3685540" cy="180213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84150" marR="5080" indent="-17145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 spc="-5">
                <a:latin typeface="微软雅黑"/>
                <a:cs typeface="微软雅黑"/>
              </a:rPr>
              <a:t>when </a:t>
            </a:r>
            <a:r>
              <a:rPr dirty="0" sz="2400" spc="-10">
                <a:latin typeface="微软雅黑"/>
                <a:cs typeface="微软雅黑"/>
              </a:rPr>
              <a:t>you </a:t>
            </a:r>
            <a:r>
              <a:rPr dirty="0" sz="2400" spc="-5">
                <a:latin typeface="微软雅黑"/>
                <a:cs typeface="微软雅黑"/>
              </a:rPr>
              <a:t>assign  primitives, </a:t>
            </a:r>
            <a:r>
              <a:rPr dirty="0" sz="2400" spc="-10">
                <a:latin typeface="微软雅黑"/>
                <a:cs typeface="微软雅黑"/>
              </a:rPr>
              <a:t>you </a:t>
            </a:r>
            <a:r>
              <a:rPr dirty="0" sz="2400" spc="-5">
                <a:solidFill>
                  <a:srgbClr val="FF0000"/>
                </a:solidFill>
                <a:latin typeface="微软雅黑"/>
                <a:cs typeface="微软雅黑"/>
              </a:rPr>
              <a:t>copy 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the  </a:t>
            </a:r>
            <a:r>
              <a:rPr dirty="0" sz="2400" spc="-5">
                <a:solidFill>
                  <a:srgbClr val="FF0000"/>
                </a:solidFill>
                <a:latin typeface="微软雅黑"/>
                <a:cs typeface="微软雅黑"/>
              </a:rPr>
              <a:t>contents </a:t>
            </a:r>
            <a:r>
              <a:rPr dirty="0" sz="2400" spc="-15">
                <a:latin typeface="微软雅黑"/>
                <a:cs typeface="微软雅黑"/>
              </a:rPr>
              <a:t>from </a:t>
            </a:r>
            <a:r>
              <a:rPr dirty="0" sz="2400" spc="-5">
                <a:latin typeface="微软雅黑"/>
                <a:cs typeface="微软雅黑"/>
              </a:rPr>
              <a:t>one  place </a:t>
            </a:r>
            <a:r>
              <a:rPr dirty="0" sz="2400" spc="-10">
                <a:latin typeface="微软雅黑"/>
                <a:cs typeface="微软雅黑"/>
              </a:rPr>
              <a:t>to </a:t>
            </a:r>
            <a:r>
              <a:rPr dirty="0" sz="2400" spc="-5">
                <a:latin typeface="微软雅黑"/>
                <a:cs typeface="微软雅黑"/>
              </a:rPr>
              <a:t>another</a:t>
            </a:r>
            <a:r>
              <a:rPr dirty="0" sz="2400" spc="-15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.</a:t>
            </a:r>
            <a:endParaRPr sz="2400">
              <a:latin typeface="微软雅黑"/>
              <a:cs typeface="微软雅黑"/>
            </a:endParaRPr>
          </a:p>
          <a:p>
            <a:pPr marL="1374775">
              <a:lnSpc>
                <a:spcPct val="100000"/>
              </a:lnSpc>
              <a:spcBef>
                <a:spcPts val="425"/>
              </a:spcBef>
            </a:pPr>
            <a:r>
              <a:rPr dirty="0" sz="2400" b="1">
                <a:latin typeface="微软雅黑"/>
                <a:cs typeface="微软雅黑"/>
              </a:rPr>
              <a:t>a =</a:t>
            </a:r>
            <a:r>
              <a:rPr dirty="0" sz="2400" spc="-25" b="1">
                <a:latin typeface="微软雅黑"/>
                <a:cs typeface="微软雅黑"/>
              </a:rPr>
              <a:t> </a:t>
            </a:r>
            <a:r>
              <a:rPr dirty="0" sz="2400" b="1">
                <a:latin typeface="微软雅黑"/>
                <a:cs typeface="微软雅黑"/>
              </a:rPr>
              <a:t>b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11013" y="773430"/>
            <a:ext cx="3714115" cy="237680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209550" indent="-17208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10185" algn="l"/>
              </a:tabLst>
            </a:pPr>
            <a:r>
              <a:rPr dirty="0" sz="2400" spc="-5">
                <a:solidFill>
                  <a:srgbClr val="FF0000"/>
                </a:solidFill>
                <a:latin typeface="微软雅黑"/>
                <a:cs typeface="微软雅黑"/>
              </a:rPr>
              <a:t>assign </a:t>
            </a:r>
            <a:r>
              <a:rPr dirty="0" sz="2400" spc="-10">
                <a:solidFill>
                  <a:srgbClr val="FF0000"/>
                </a:solidFill>
                <a:latin typeface="微软雅黑"/>
                <a:cs typeface="微软雅黑"/>
              </a:rPr>
              <a:t>to</a:t>
            </a:r>
            <a:r>
              <a:rPr dirty="0" sz="2400" spc="-7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微软雅黑"/>
                <a:cs typeface="微软雅黑"/>
              </a:rPr>
              <a:t>objects</a:t>
            </a:r>
            <a:r>
              <a:rPr dirty="0" sz="2100" spc="-5">
                <a:latin typeface="微软雅黑"/>
                <a:cs typeface="微软雅黑"/>
              </a:rPr>
              <a:t>：</a:t>
            </a:r>
            <a:endParaRPr sz="2100">
              <a:latin typeface="微软雅黑"/>
              <a:cs typeface="微软雅黑"/>
            </a:endParaRPr>
          </a:p>
          <a:p>
            <a:pPr marL="38100" marR="5080">
              <a:lnSpc>
                <a:spcPts val="2590"/>
              </a:lnSpc>
              <a:spcBef>
                <a:spcPts val="785"/>
              </a:spcBef>
            </a:pPr>
            <a:r>
              <a:rPr dirty="0" sz="2400" spc="-5">
                <a:solidFill>
                  <a:srgbClr val="FF0000"/>
                </a:solidFill>
                <a:latin typeface="微软雅黑"/>
                <a:cs typeface="微软雅黑"/>
              </a:rPr>
              <a:t>copying 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a </a:t>
            </a:r>
            <a:r>
              <a:rPr dirty="0" sz="2400" spc="-15">
                <a:solidFill>
                  <a:srgbClr val="FF0000"/>
                </a:solidFill>
                <a:latin typeface="微软雅黑"/>
                <a:cs typeface="微软雅黑"/>
              </a:rPr>
              <a:t>reference </a:t>
            </a:r>
            <a:r>
              <a:rPr dirty="0" sz="2400" spc="-15">
                <a:latin typeface="微软雅黑"/>
                <a:cs typeface="微软雅黑"/>
              </a:rPr>
              <a:t>from  </a:t>
            </a:r>
            <a:r>
              <a:rPr dirty="0" sz="2400" spc="-5">
                <a:latin typeface="微软雅黑"/>
                <a:cs typeface="微软雅黑"/>
              </a:rPr>
              <a:t>one place </a:t>
            </a:r>
            <a:r>
              <a:rPr dirty="0" sz="2400" spc="-10">
                <a:latin typeface="微软雅黑"/>
                <a:cs typeface="微软雅黑"/>
              </a:rPr>
              <a:t>to</a:t>
            </a:r>
            <a:r>
              <a:rPr dirty="0" sz="2400" spc="-20">
                <a:latin typeface="微软雅黑"/>
                <a:cs typeface="微软雅黑"/>
              </a:rPr>
              <a:t> </a:t>
            </a:r>
            <a:r>
              <a:rPr dirty="0" sz="2400" spc="-5">
                <a:latin typeface="微软雅黑"/>
                <a:cs typeface="微软雅黑"/>
              </a:rPr>
              <a:t>another</a:t>
            </a:r>
            <a:endParaRPr sz="2400">
              <a:latin typeface="微软雅黑"/>
              <a:cs typeface="微软雅黑"/>
            </a:endParaRPr>
          </a:p>
          <a:p>
            <a:pPr marL="38100" marR="48895">
              <a:lnSpc>
                <a:spcPts val="2590"/>
              </a:lnSpc>
              <a:spcBef>
                <a:spcPts val="750"/>
              </a:spcBef>
            </a:pPr>
            <a:r>
              <a:rPr dirty="0" sz="2400" spc="-5">
                <a:latin typeface="微软雅黑"/>
                <a:cs typeface="微软雅黑"/>
              </a:rPr>
              <a:t>This phenomenon </a:t>
            </a:r>
            <a:r>
              <a:rPr dirty="0" sz="2400">
                <a:latin typeface="微软雅黑"/>
                <a:cs typeface="微软雅黑"/>
              </a:rPr>
              <a:t>is  </a:t>
            </a:r>
            <a:r>
              <a:rPr dirty="0" sz="2400" spc="-10">
                <a:latin typeface="微软雅黑"/>
                <a:cs typeface="微软雅黑"/>
              </a:rPr>
              <a:t>often </a:t>
            </a:r>
            <a:r>
              <a:rPr dirty="0" sz="2400" spc="-5">
                <a:latin typeface="微软雅黑"/>
                <a:cs typeface="微软雅黑"/>
              </a:rPr>
              <a:t>called</a:t>
            </a:r>
            <a:r>
              <a:rPr dirty="0" sz="2400" spc="-405">
                <a:latin typeface="微软雅黑"/>
                <a:cs typeface="微软雅黑"/>
              </a:rPr>
              <a:t> </a:t>
            </a:r>
            <a:r>
              <a:rPr dirty="0" sz="2500" spc="-919" i="1">
                <a:solidFill>
                  <a:srgbClr val="FF0000"/>
                </a:solidFill>
                <a:latin typeface="微软雅黑"/>
                <a:cs typeface="微软雅黑"/>
              </a:rPr>
              <a:t>aliasing（</a:t>
            </a:r>
            <a:r>
              <a:rPr dirty="0" sz="2500" spc="-100" i="1">
                <a:solidFill>
                  <a:srgbClr val="FF0000"/>
                </a:solidFill>
                <a:latin typeface="微软雅黑"/>
                <a:cs typeface="微软雅黑"/>
              </a:rPr>
              <a:t>别</a:t>
            </a:r>
            <a:endParaRPr sz="2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2500" spc="-1115" i="1">
                <a:solidFill>
                  <a:srgbClr val="FF0000"/>
                </a:solidFill>
                <a:latin typeface="微软雅黑"/>
                <a:cs typeface="微软雅黑"/>
              </a:rPr>
              <a:t>名现象</a:t>
            </a:r>
            <a:r>
              <a:rPr dirty="0" sz="2500" spc="-100" i="1">
                <a:solidFill>
                  <a:srgbClr val="FF0000"/>
                </a:solidFill>
                <a:latin typeface="微软雅黑"/>
                <a:cs typeface="微软雅黑"/>
              </a:rPr>
              <a:t>）</a:t>
            </a:r>
            <a:endParaRPr sz="25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6540" y="3729354"/>
            <a:ext cx="2786380" cy="83502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75"/>
              </a:spcBef>
            </a:pPr>
            <a:r>
              <a:rPr dirty="0" sz="2800" spc="-5">
                <a:solidFill>
                  <a:srgbClr val="006C39"/>
                </a:solidFill>
                <a:latin typeface="微软雅黑"/>
                <a:cs typeface="微软雅黑"/>
              </a:rPr>
              <a:t>Sample :  </a:t>
            </a:r>
            <a:r>
              <a:rPr dirty="0" sz="2800" spc="-5">
                <a:solidFill>
                  <a:srgbClr val="006C39"/>
                </a:solidFill>
                <a:latin typeface="微软雅黑"/>
                <a:cs typeface="微软雅黑"/>
              </a:rPr>
              <a:t>Assign</a:t>
            </a:r>
            <a:r>
              <a:rPr dirty="0" sz="2800">
                <a:solidFill>
                  <a:srgbClr val="006C39"/>
                </a:solidFill>
                <a:latin typeface="微软雅黑"/>
                <a:cs typeface="微软雅黑"/>
              </a:rPr>
              <a:t>m</a:t>
            </a:r>
            <a:r>
              <a:rPr dirty="0" sz="2800" spc="-5">
                <a:solidFill>
                  <a:srgbClr val="006C39"/>
                </a:solidFill>
                <a:latin typeface="微软雅黑"/>
                <a:cs typeface="微软雅黑"/>
              </a:rPr>
              <a:t>ent.j</a:t>
            </a:r>
            <a:r>
              <a:rPr dirty="0" sz="2800">
                <a:solidFill>
                  <a:srgbClr val="006C39"/>
                </a:solidFill>
                <a:latin typeface="微软雅黑"/>
                <a:cs typeface="微软雅黑"/>
              </a:rPr>
              <a:t>a</a:t>
            </a:r>
            <a:r>
              <a:rPr dirty="0" sz="2800" spc="-60">
                <a:solidFill>
                  <a:srgbClr val="006C39"/>
                </a:solidFill>
                <a:latin typeface="微软雅黑"/>
                <a:cs typeface="微软雅黑"/>
              </a:rPr>
              <a:t>v</a:t>
            </a:r>
            <a:r>
              <a:rPr dirty="0" sz="2800" spc="-5">
                <a:solidFill>
                  <a:srgbClr val="006C39"/>
                </a:solidFill>
                <a:latin typeface="微软雅黑"/>
                <a:cs typeface="微软雅黑"/>
              </a:rPr>
              <a:t>a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3456940"/>
            <a:ext cx="3726179" cy="258254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the </a:t>
            </a:r>
            <a:r>
              <a:rPr dirty="0" sz="2400" spc="-5">
                <a:latin typeface="微软雅黑"/>
                <a:cs typeface="微软雅黑"/>
              </a:rPr>
              <a:t>contents </a:t>
            </a:r>
            <a:r>
              <a:rPr dirty="0" sz="2400" spc="-30">
                <a:latin typeface="微软雅黑"/>
                <a:cs typeface="微软雅黑"/>
              </a:rPr>
              <a:t>of </a:t>
            </a:r>
            <a:r>
              <a:rPr dirty="0" sz="2400" b="1">
                <a:latin typeface="微软雅黑"/>
                <a:cs typeface="微软雅黑"/>
              </a:rPr>
              <a:t>b</a:t>
            </a:r>
            <a:r>
              <a:rPr dirty="0" sz="2400" spc="-20" b="1">
                <a:latin typeface="微软雅黑"/>
                <a:cs typeface="微软雅黑"/>
              </a:rPr>
              <a:t> </a:t>
            </a:r>
            <a:r>
              <a:rPr dirty="0" sz="2400" spc="-15">
                <a:latin typeface="微软雅黑"/>
                <a:cs typeface="微软雅黑"/>
              </a:rPr>
              <a:t>are</a:t>
            </a:r>
            <a:endParaRPr sz="2400">
              <a:latin typeface="微软雅黑"/>
              <a:cs typeface="微软雅黑"/>
            </a:endParaRPr>
          </a:p>
          <a:p>
            <a:pPr marL="12700" marR="41910">
              <a:lnSpc>
                <a:spcPts val="2590"/>
              </a:lnSpc>
              <a:spcBef>
                <a:spcPts val="785"/>
              </a:spcBef>
            </a:pPr>
            <a:r>
              <a:rPr dirty="0" sz="2400" spc="-5">
                <a:latin typeface="微软雅黑"/>
                <a:cs typeface="微软雅黑"/>
              </a:rPr>
              <a:t>copied into </a:t>
            </a:r>
            <a:r>
              <a:rPr dirty="0" sz="2400" spc="-5" b="1">
                <a:latin typeface="微软雅黑"/>
                <a:cs typeface="微软雅黑"/>
              </a:rPr>
              <a:t>a</a:t>
            </a:r>
            <a:r>
              <a:rPr dirty="0" sz="2400" spc="-5">
                <a:latin typeface="微软雅黑"/>
                <a:cs typeface="微软雅黑"/>
              </a:rPr>
              <a:t>. If </a:t>
            </a:r>
            <a:r>
              <a:rPr dirty="0" sz="2400" spc="-10">
                <a:latin typeface="微软雅黑"/>
                <a:cs typeface="微软雅黑"/>
              </a:rPr>
              <a:t>you </a:t>
            </a:r>
            <a:r>
              <a:rPr dirty="0" sz="2400" spc="-5">
                <a:latin typeface="微软雅黑"/>
                <a:cs typeface="微软雅黑"/>
              </a:rPr>
              <a:t>then  go on </a:t>
            </a:r>
            <a:r>
              <a:rPr dirty="0" sz="2400" spc="-10">
                <a:latin typeface="微软雅黑"/>
                <a:cs typeface="微软雅黑"/>
              </a:rPr>
              <a:t>to </a:t>
            </a:r>
            <a:r>
              <a:rPr dirty="0" sz="2400">
                <a:latin typeface="微软雅黑"/>
                <a:cs typeface="微软雅黑"/>
              </a:rPr>
              <a:t>modify </a:t>
            </a:r>
            <a:r>
              <a:rPr dirty="0" sz="2400" spc="-5" b="1">
                <a:latin typeface="微软雅黑"/>
                <a:cs typeface="微软雅黑"/>
              </a:rPr>
              <a:t>a</a:t>
            </a:r>
            <a:r>
              <a:rPr dirty="0" sz="2400" spc="-5">
                <a:latin typeface="微软雅黑"/>
                <a:cs typeface="微软雅黑"/>
              </a:rPr>
              <a:t>, </a:t>
            </a:r>
            <a:r>
              <a:rPr dirty="0" sz="2400" b="1">
                <a:latin typeface="微软雅黑"/>
                <a:cs typeface="微软雅黑"/>
              </a:rPr>
              <a:t>b </a:t>
            </a:r>
            <a:r>
              <a:rPr dirty="0" sz="2400">
                <a:latin typeface="微软雅黑"/>
                <a:cs typeface="微软雅黑"/>
              </a:rPr>
              <a:t>is  </a:t>
            </a:r>
            <a:r>
              <a:rPr dirty="0" sz="2400" spc="-5">
                <a:latin typeface="微软雅黑"/>
                <a:cs typeface="微软雅黑"/>
              </a:rPr>
              <a:t>naturally unaffected</a:t>
            </a:r>
            <a:r>
              <a:rPr dirty="0" sz="2400" spc="-25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.</a:t>
            </a:r>
            <a:endParaRPr sz="2400">
              <a:latin typeface="微软雅黑"/>
              <a:cs typeface="微软雅黑"/>
            </a:endParaRPr>
          </a:p>
          <a:p>
            <a:pPr algn="ctr" marL="570230">
              <a:lnSpc>
                <a:spcPct val="100000"/>
              </a:lnSpc>
              <a:spcBef>
                <a:spcPts val="1050"/>
              </a:spcBef>
            </a:pPr>
            <a:r>
              <a:rPr dirty="0" sz="2400">
                <a:solidFill>
                  <a:srgbClr val="006C39"/>
                </a:solidFill>
                <a:latin typeface="宋体"/>
                <a:cs typeface="宋体"/>
              </a:rPr>
              <a:t>方法调用中的别名现象</a:t>
            </a:r>
            <a:endParaRPr sz="2400">
              <a:latin typeface="宋体"/>
              <a:cs typeface="宋体"/>
            </a:endParaRPr>
          </a:p>
          <a:p>
            <a:pPr algn="ctr" marL="611505">
              <a:lnSpc>
                <a:spcPct val="100000"/>
              </a:lnSpc>
              <a:spcBef>
                <a:spcPts val="1430"/>
              </a:spcBef>
            </a:pPr>
            <a:r>
              <a:rPr dirty="0" sz="2400" spc="-5">
                <a:solidFill>
                  <a:srgbClr val="006C39"/>
                </a:solidFill>
                <a:latin typeface="Times New Roman"/>
                <a:cs typeface="Times New Roman"/>
              </a:rPr>
              <a:t>Sample </a:t>
            </a:r>
            <a:r>
              <a:rPr dirty="0" sz="2400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r>
              <a:rPr dirty="0" sz="2400" spc="-5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006C39"/>
                </a:solidFill>
                <a:latin typeface="Times New Roman"/>
                <a:cs typeface="Times New Roman"/>
              </a:rPr>
              <a:t>PassObject.java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29002" y="6410007"/>
            <a:ext cx="204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57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10322" y="424332"/>
            <a:ext cx="599376" cy="3238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927250" y="367817"/>
            <a:ext cx="1190929" cy="3771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22307" y="376072"/>
            <a:ext cx="1265555" cy="36258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89449" y="369722"/>
            <a:ext cx="1597685" cy="37528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291262" y="376072"/>
            <a:ext cx="1060450" cy="37972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89732" y="1562100"/>
            <a:ext cx="3816096" cy="4328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85629" y="1558950"/>
            <a:ext cx="3824604" cy="440055"/>
          </a:xfrm>
          <a:custGeom>
            <a:avLst/>
            <a:gdLst/>
            <a:ahLst/>
            <a:cxnLst/>
            <a:rect l="l" t="t" r="r" b="b"/>
            <a:pathLst>
              <a:path w="3824604" h="440055">
                <a:moveTo>
                  <a:pt x="3824046" y="439623"/>
                </a:moveTo>
                <a:lnTo>
                  <a:pt x="0" y="439623"/>
                </a:lnTo>
                <a:lnTo>
                  <a:pt x="0" y="0"/>
                </a:lnTo>
                <a:lnTo>
                  <a:pt x="3824046" y="0"/>
                </a:lnTo>
                <a:lnTo>
                  <a:pt x="3824046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432003"/>
                </a:lnTo>
                <a:lnTo>
                  <a:pt x="3810" y="432003"/>
                </a:lnTo>
                <a:lnTo>
                  <a:pt x="7620" y="435813"/>
                </a:lnTo>
                <a:lnTo>
                  <a:pt x="3824046" y="435813"/>
                </a:lnTo>
                <a:lnTo>
                  <a:pt x="3824046" y="439623"/>
                </a:lnTo>
                <a:close/>
              </a:path>
              <a:path w="3824604" h="440055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3824604" h="440055">
                <a:moveTo>
                  <a:pt x="3816413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3816413" y="3809"/>
                </a:lnTo>
                <a:lnTo>
                  <a:pt x="3816413" y="7619"/>
                </a:lnTo>
                <a:close/>
              </a:path>
              <a:path w="3824604" h="440055">
                <a:moveTo>
                  <a:pt x="3816413" y="435813"/>
                </a:moveTo>
                <a:lnTo>
                  <a:pt x="3816413" y="3809"/>
                </a:lnTo>
                <a:lnTo>
                  <a:pt x="3820236" y="7619"/>
                </a:lnTo>
                <a:lnTo>
                  <a:pt x="3824046" y="7619"/>
                </a:lnTo>
                <a:lnTo>
                  <a:pt x="3824046" y="432003"/>
                </a:lnTo>
                <a:lnTo>
                  <a:pt x="3820236" y="432003"/>
                </a:lnTo>
                <a:lnTo>
                  <a:pt x="3816413" y="435813"/>
                </a:lnTo>
                <a:close/>
              </a:path>
              <a:path w="3824604" h="440055">
                <a:moveTo>
                  <a:pt x="3824046" y="7619"/>
                </a:moveTo>
                <a:lnTo>
                  <a:pt x="3820236" y="7619"/>
                </a:lnTo>
                <a:lnTo>
                  <a:pt x="3816413" y="3809"/>
                </a:lnTo>
                <a:lnTo>
                  <a:pt x="3824046" y="3809"/>
                </a:lnTo>
                <a:lnTo>
                  <a:pt x="3824046" y="7619"/>
                </a:lnTo>
                <a:close/>
              </a:path>
              <a:path w="3824604" h="440055">
                <a:moveTo>
                  <a:pt x="7620" y="435813"/>
                </a:moveTo>
                <a:lnTo>
                  <a:pt x="3810" y="432003"/>
                </a:lnTo>
                <a:lnTo>
                  <a:pt x="7620" y="432003"/>
                </a:lnTo>
                <a:lnTo>
                  <a:pt x="7620" y="435813"/>
                </a:lnTo>
                <a:close/>
              </a:path>
              <a:path w="3824604" h="440055">
                <a:moveTo>
                  <a:pt x="3816413" y="435813"/>
                </a:moveTo>
                <a:lnTo>
                  <a:pt x="7620" y="435813"/>
                </a:lnTo>
                <a:lnTo>
                  <a:pt x="7620" y="432003"/>
                </a:lnTo>
                <a:lnTo>
                  <a:pt x="3816413" y="432003"/>
                </a:lnTo>
                <a:lnTo>
                  <a:pt x="3816413" y="435813"/>
                </a:lnTo>
                <a:close/>
              </a:path>
              <a:path w="3824604" h="440055">
                <a:moveTo>
                  <a:pt x="3824046" y="435813"/>
                </a:moveTo>
                <a:lnTo>
                  <a:pt x="3816413" y="435813"/>
                </a:lnTo>
                <a:lnTo>
                  <a:pt x="3820236" y="432003"/>
                </a:lnTo>
                <a:lnTo>
                  <a:pt x="3824046" y="432003"/>
                </a:lnTo>
                <a:lnTo>
                  <a:pt x="3824046" y="435813"/>
                </a:lnTo>
                <a:close/>
              </a:path>
            </a:pathLst>
          </a:custGeom>
          <a:solidFill>
            <a:srgbClr val="4EB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189732" y="1631340"/>
            <a:ext cx="381635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FF"/>
                </a:solidFill>
                <a:latin typeface="微软雅黑"/>
                <a:cs typeface="微软雅黑"/>
              </a:rPr>
              <a:t>JVM</a:t>
            </a:r>
            <a:r>
              <a:rPr dirty="0" sz="1600" b="1">
                <a:solidFill>
                  <a:srgbClr val="FFFFFF"/>
                </a:solidFill>
                <a:latin typeface="微软雅黑"/>
                <a:cs typeface="微软雅黑"/>
              </a:rPr>
              <a:t>类加载</a:t>
            </a:r>
            <a:r>
              <a:rPr dirty="0" sz="1600" spc="-5" b="1">
                <a:solidFill>
                  <a:srgbClr val="FFFFFF"/>
                </a:solidFill>
                <a:latin typeface="微软雅黑"/>
                <a:cs typeface="微软雅黑"/>
              </a:rPr>
              <a:t>器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189732" y="2282951"/>
            <a:ext cx="3816096" cy="270052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175152" y="2268550"/>
            <a:ext cx="3845560" cy="2729230"/>
          </a:xfrm>
          <a:custGeom>
            <a:avLst/>
            <a:gdLst/>
            <a:ahLst/>
            <a:cxnLst/>
            <a:rect l="l" t="t" r="r" b="b"/>
            <a:pathLst>
              <a:path w="3845559" h="2729229">
                <a:moveTo>
                  <a:pt x="14287" y="2714586"/>
                </a:moveTo>
                <a:lnTo>
                  <a:pt x="0" y="2714586"/>
                </a:lnTo>
                <a:lnTo>
                  <a:pt x="0" y="2485986"/>
                </a:lnTo>
                <a:lnTo>
                  <a:pt x="28575" y="2485986"/>
                </a:lnTo>
                <a:lnTo>
                  <a:pt x="28575" y="2700299"/>
                </a:lnTo>
                <a:lnTo>
                  <a:pt x="14287" y="2700299"/>
                </a:lnTo>
                <a:lnTo>
                  <a:pt x="14287" y="2714586"/>
                </a:lnTo>
                <a:close/>
              </a:path>
              <a:path w="3845559" h="2729229">
                <a:moveTo>
                  <a:pt x="160400" y="2728874"/>
                </a:moveTo>
                <a:lnTo>
                  <a:pt x="14287" y="2728874"/>
                </a:lnTo>
                <a:lnTo>
                  <a:pt x="14287" y="2700299"/>
                </a:lnTo>
                <a:lnTo>
                  <a:pt x="28575" y="2700299"/>
                </a:lnTo>
                <a:lnTo>
                  <a:pt x="28575" y="2714586"/>
                </a:lnTo>
                <a:lnTo>
                  <a:pt x="160400" y="2714586"/>
                </a:lnTo>
                <a:lnTo>
                  <a:pt x="160400" y="2728874"/>
                </a:lnTo>
                <a:close/>
              </a:path>
              <a:path w="3845559" h="2729229">
                <a:moveTo>
                  <a:pt x="160400" y="2714586"/>
                </a:moveTo>
                <a:lnTo>
                  <a:pt x="28575" y="2714586"/>
                </a:lnTo>
                <a:lnTo>
                  <a:pt x="28575" y="2700299"/>
                </a:lnTo>
                <a:lnTo>
                  <a:pt x="160400" y="2700299"/>
                </a:lnTo>
                <a:lnTo>
                  <a:pt x="160400" y="2714586"/>
                </a:lnTo>
                <a:close/>
              </a:path>
              <a:path w="3845559" h="2729229">
                <a:moveTo>
                  <a:pt x="28575" y="2400261"/>
                </a:moveTo>
                <a:lnTo>
                  <a:pt x="0" y="2400261"/>
                </a:lnTo>
                <a:lnTo>
                  <a:pt x="0" y="2171661"/>
                </a:lnTo>
                <a:lnTo>
                  <a:pt x="28575" y="2171661"/>
                </a:lnTo>
                <a:lnTo>
                  <a:pt x="28575" y="2400261"/>
                </a:lnTo>
                <a:close/>
              </a:path>
              <a:path w="3845559" h="2729229">
                <a:moveTo>
                  <a:pt x="28575" y="2085936"/>
                </a:moveTo>
                <a:lnTo>
                  <a:pt x="0" y="2085936"/>
                </a:lnTo>
                <a:lnTo>
                  <a:pt x="0" y="1857336"/>
                </a:lnTo>
                <a:lnTo>
                  <a:pt x="28575" y="1857336"/>
                </a:lnTo>
                <a:lnTo>
                  <a:pt x="28575" y="2085936"/>
                </a:lnTo>
                <a:close/>
              </a:path>
              <a:path w="3845559" h="2729229">
                <a:moveTo>
                  <a:pt x="28575" y="1771611"/>
                </a:moveTo>
                <a:lnTo>
                  <a:pt x="0" y="1771611"/>
                </a:lnTo>
                <a:lnTo>
                  <a:pt x="0" y="1543011"/>
                </a:lnTo>
                <a:lnTo>
                  <a:pt x="28575" y="1543011"/>
                </a:lnTo>
                <a:lnTo>
                  <a:pt x="28575" y="1771611"/>
                </a:lnTo>
                <a:close/>
              </a:path>
              <a:path w="3845559" h="2729229">
                <a:moveTo>
                  <a:pt x="28575" y="1457286"/>
                </a:moveTo>
                <a:lnTo>
                  <a:pt x="0" y="1457286"/>
                </a:lnTo>
                <a:lnTo>
                  <a:pt x="0" y="1228686"/>
                </a:lnTo>
                <a:lnTo>
                  <a:pt x="28575" y="1228686"/>
                </a:lnTo>
                <a:lnTo>
                  <a:pt x="28575" y="1457286"/>
                </a:lnTo>
                <a:close/>
              </a:path>
              <a:path w="3845559" h="2729229">
                <a:moveTo>
                  <a:pt x="28575" y="1142961"/>
                </a:moveTo>
                <a:lnTo>
                  <a:pt x="0" y="1142961"/>
                </a:lnTo>
                <a:lnTo>
                  <a:pt x="0" y="914361"/>
                </a:lnTo>
                <a:lnTo>
                  <a:pt x="28575" y="914361"/>
                </a:lnTo>
                <a:lnTo>
                  <a:pt x="28575" y="1142961"/>
                </a:lnTo>
                <a:close/>
              </a:path>
              <a:path w="3845559" h="2729229">
                <a:moveTo>
                  <a:pt x="28575" y="828636"/>
                </a:moveTo>
                <a:lnTo>
                  <a:pt x="0" y="828636"/>
                </a:lnTo>
                <a:lnTo>
                  <a:pt x="0" y="600036"/>
                </a:lnTo>
                <a:lnTo>
                  <a:pt x="28575" y="600036"/>
                </a:lnTo>
                <a:lnTo>
                  <a:pt x="28575" y="828636"/>
                </a:lnTo>
                <a:close/>
              </a:path>
              <a:path w="3845559" h="2729229">
                <a:moveTo>
                  <a:pt x="28575" y="514311"/>
                </a:moveTo>
                <a:lnTo>
                  <a:pt x="0" y="514311"/>
                </a:lnTo>
                <a:lnTo>
                  <a:pt x="0" y="285711"/>
                </a:lnTo>
                <a:lnTo>
                  <a:pt x="28575" y="285711"/>
                </a:lnTo>
                <a:lnTo>
                  <a:pt x="28575" y="514311"/>
                </a:lnTo>
                <a:close/>
              </a:path>
              <a:path w="3845559" h="2729229">
                <a:moveTo>
                  <a:pt x="28575" y="199986"/>
                </a:moveTo>
                <a:lnTo>
                  <a:pt x="0" y="199986"/>
                </a:lnTo>
                <a:lnTo>
                  <a:pt x="0" y="0"/>
                </a:lnTo>
                <a:lnTo>
                  <a:pt x="57188" y="0"/>
                </a:lnTo>
                <a:lnTo>
                  <a:pt x="57188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99986"/>
                </a:lnTo>
                <a:close/>
              </a:path>
              <a:path w="3845559" h="272922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3845559" h="2729229">
                <a:moveTo>
                  <a:pt x="5718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7188" y="14287"/>
                </a:lnTo>
                <a:lnTo>
                  <a:pt x="57188" y="28575"/>
                </a:lnTo>
                <a:close/>
              </a:path>
              <a:path w="3845559" h="2729229">
                <a:moveTo>
                  <a:pt x="371513" y="28575"/>
                </a:moveTo>
                <a:lnTo>
                  <a:pt x="142913" y="28575"/>
                </a:lnTo>
                <a:lnTo>
                  <a:pt x="142913" y="0"/>
                </a:lnTo>
                <a:lnTo>
                  <a:pt x="371513" y="0"/>
                </a:lnTo>
                <a:lnTo>
                  <a:pt x="371513" y="28575"/>
                </a:lnTo>
                <a:close/>
              </a:path>
              <a:path w="3845559" h="2729229">
                <a:moveTo>
                  <a:pt x="685838" y="28575"/>
                </a:moveTo>
                <a:lnTo>
                  <a:pt x="457238" y="28575"/>
                </a:lnTo>
                <a:lnTo>
                  <a:pt x="457238" y="0"/>
                </a:lnTo>
                <a:lnTo>
                  <a:pt x="685838" y="0"/>
                </a:lnTo>
                <a:lnTo>
                  <a:pt x="685838" y="28575"/>
                </a:lnTo>
                <a:close/>
              </a:path>
              <a:path w="3845559" h="2729229">
                <a:moveTo>
                  <a:pt x="1000163" y="28575"/>
                </a:moveTo>
                <a:lnTo>
                  <a:pt x="771563" y="28575"/>
                </a:lnTo>
                <a:lnTo>
                  <a:pt x="771563" y="0"/>
                </a:lnTo>
                <a:lnTo>
                  <a:pt x="1000163" y="0"/>
                </a:lnTo>
                <a:lnTo>
                  <a:pt x="1000163" y="28575"/>
                </a:lnTo>
                <a:close/>
              </a:path>
              <a:path w="3845559" h="2729229">
                <a:moveTo>
                  <a:pt x="1314488" y="28575"/>
                </a:moveTo>
                <a:lnTo>
                  <a:pt x="1085888" y="28575"/>
                </a:lnTo>
                <a:lnTo>
                  <a:pt x="1085888" y="0"/>
                </a:lnTo>
                <a:lnTo>
                  <a:pt x="1314488" y="0"/>
                </a:lnTo>
                <a:lnTo>
                  <a:pt x="1314488" y="28575"/>
                </a:lnTo>
                <a:close/>
              </a:path>
              <a:path w="3845559" h="2729229">
                <a:moveTo>
                  <a:pt x="1628813" y="28575"/>
                </a:moveTo>
                <a:lnTo>
                  <a:pt x="1400213" y="28575"/>
                </a:lnTo>
                <a:lnTo>
                  <a:pt x="1400213" y="0"/>
                </a:lnTo>
                <a:lnTo>
                  <a:pt x="1628813" y="0"/>
                </a:lnTo>
                <a:lnTo>
                  <a:pt x="1628813" y="28575"/>
                </a:lnTo>
                <a:close/>
              </a:path>
              <a:path w="3845559" h="2729229">
                <a:moveTo>
                  <a:pt x="1943138" y="28575"/>
                </a:moveTo>
                <a:lnTo>
                  <a:pt x="1714538" y="28575"/>
                </a:lnTo>
                <a:lnTo>
                  <a:pt x="1714538" y="0"/>
                </a:lnTo>
                <a:lnTo>
                  <a:pt x="1943138" y="0"/>
                </a:lnTo>
                <a:lnTo>
                  <a:pt x="1943138" y="28575"/>
                </a:lnTo>
                <a:close/>
              </a:path>
              <a:path w="3845559" h="2729229">
                <a:moveTo>
                  <a:pt x="2257463" y="28575"/>
                </a:moveTo>
                <a:lnTo>
                  <a:pt x="2028863" y="28575"/>
                </a:lnTo>
                <a:lnTo>
                  <a:pt x="2028863" y="0"/>
                </a:lnTo>
                <a:lnTo>
                  <a:pt x="2257463" y="0"/>
                </a:lnTo>
                <a:lnTo>
                  <a:pt x="2257463" y="28575"/>
                </a:lnTo>
                <a:close/>
              </a:path>
              <a:path w="3845559" h="2729229">
                <a:moveTo>
                  <a:pt x="2571788" y="28575"/>
                </a:moveTo>
                <a:lnTo>
                  <a:pt x="2343188" y="28575"/>
                </a:lnTo>
                <a:lnTo>
                  <a:pt x="2343188" y="0"/>
                </a:lnTo>
                <a:lnTo>
                  <a:pt x="2571788" y="0"/>
                </a:lnTo>
                <a:lnTo>
                  <a:pt x="2571788" y="28575"/>
                </a:lnTo>
                <a:close/>
              </a:path>
              <a:path w="3845559" h="2729229">
                <a:moveTo>
                  <a:pt x="2886113" y="28575"/>
                </a:moveTo>
                <a:lnTo>
                  <a:pt x="2657513" y="28575"/>
                </a:lnTo>
                <a:lnTo>
                  <a:pt x="2657513" y="0"/>
                </a:lnTo>
                <a:lnTo>
                  <a:pt x="2886113" y="0"/>
                </a:lnTo>
                <a:lnTo>
                  <a:pt x="2886113" y="28575"/>
                </a:lnTo>
                <a:close/>
              </a:path>
              <a:path w="3845559" h="2729229">
                <a:moveTo>
                  <a:pt x="3200438" y="28575"/>
                </a:moveTo>
                <a:lnTo>
                  <a:pt x="2971838" y="28575"/>
                </a:lnTo>
                <a:lnTo>
                  <a:pt x="2971838" y="0"/>
                </a:lnTo>
                <a:lnTo>
                  <a:pt x="3200438" y="0"/>
                </a:lnTo>
                <a:lnTo>
                  <a:pt x="3200438" y="28575"/>
                </a:lnTo>
                <a:close/>
              </a:path>
              <a:path w="3845559" h="2729229">
                <a:moveTo>
                  <a:pt x="3514763" y="28575"/>
                </a:moveTo>
                <a:lnTo>
                  <a:pt x="3286163" y="28575"/>
                </a:lnTo>
                <a:lnTo>
                  <a:pt x="3286163" y="0"/>
                </a:lnTo>
                <a:lnTo>
                  <a:pt x="3514763" y="0"/>
                </a:lnTo>
                <a:lnTo>
                  <a:pt x="3514763" y="28575"/>
                </a:lnTo>
                <a:close/>
              </a:path>
              <a:path w="3845559" h="2729229">
                <a:moveTo>
                  <a:pt x="3829088" y="28575"/>
                </a:moveTo>
                <a:lnTo>
                  <a:pt x="3600488" y="28575"/>
                </a:lnTo>
                <a:lnTo>
                  <a:pt x="3600488" y="0"/>
                </a:lnTo>
                <a:lnTo>
                  <a:pt x="3829088" y="0"/>
                </a:lnTo>
                <a:lnTo>
                  <a:pt x="3829088" y="28575"/>
                </a:lnTo>
                <a:close/>
              </a:path>
              <a:path w="3845559" h="2729229">
                <a:moveTo>
                  <a:pt x="3845001" y="326986"/>
                </a:moveTo>
                <a:lnTo>
                  <a:pt x="3816426" y="326986"/>
                </a:lnTo>
                <a:lnTo>
                  <a:pt x="3816426" y="98386"/>
                </a:lnTo>
                <a:lnTo>
                  <a:pt x="3845001" y="98386"/>
                </a:lnTo>
                <a:lnTo>
                  <a:pt x="3845001" y="326986"/>
                </a:lnTo>
                <a:close/>
              </a:path>
              <a:path w="3845559" h="2729229">
                <a:moveTo>
                  <a:pt x="3845001" y="641311"/>
                </a:moveTo>
                <a:lnTo>
                  <a:pt x="3816426" y="641311"/>
                </a:lnTo>
                <a:lnTo>
                  <a:pt x="3816426" y="412711"/>
                </a:lnTo>
                <a:lnTo>
                  <a:pt x="3845001" y="412711"/>
                </a:lnTo>
                <a:lnTo>
                  <a:pt x="3845001" y="641311"/>
                </a:lnTo>
                <a:close/>
              </a:path>
              <a:path w="3845559" h="2729229">
                <a:moveTo>
                  <a:pt x="3845001" y="955636"/>
                </a:moveTo>
                <a:lnTo>
                  <a:pt x="3816426" y="955636"/>
                </a:lnTo>
                <a:lnTo>
                  <a:pt x="3816426" y="727036"/>
                </a:lnTo>
                <a:lnTo>
                  <a:pt x="3845001" y="727036"/>
                </a:lnTo>
                <a:lnTo>
                  <a:pt x="3845001" y="955636"/>
                </a:lnTo>
                <a:close/>
              </a:path>
              <a:path w="3845559" h="2729229">
                <a:moveTo>
                  <a:pt x="3845001" y="1269961"/>
                </a:moveTo>
                <a:lnTo>
                  <a:pt x="3816426" y="1269961"/>
                </a:lnTo>
                <a:lnTo>
                  <a:pt x="3816426" y="1041361"/>
                </a:lnTo>
                <a:lnTo>
                  <a:pt x="3845001" y="1041361"/>
                </a:lnTo>
                <a:lnTo>
                  <a:pt x="3845001" y="1269961"/>
                </a:lnTo>
                <a:close/>
              </a:path>
              <a:path w="3845559" h="2729229">
                <a:moveTo>
                  <a:pt x="3845001" y="1584286"/>
                </a:moveTo>
                <a:lnTo>
                  <a:pt x="3816426" y="1584286"/>
                </a:lnTo>
                <a:lnTo>
                  <a:pt x="3816426" y="1355686"/>
                </a:lnTo>
                <a:lnTo>
                  <a:pt x="3845001" y="1355686"/>
                </a:lnTo>
                <a:lnTo>
                  <a:pt x="3845001" y="1584286"/>
                </a:lnTo>
                <a:close/>
              </a:path>
              <a:path w="3845559" h="2729229">
                <a:moveTo>
                  <a:pt x="3845001" y="1898611"/>
                </a:moveTo>
                <a:lnTo>
                  <a:pt x="3816426" y="1898611"/>
                </a:lnTo>
                <a:lnTo>
                  <a:pt x="3816426" y="1670011"/>
                </a:lnTo>
                <a:lnTo>
                  <a:pt x="3845001" y="1670011"/>
                </a:lnTo>
                <a:lnTo>
                  <a:pt x="3845001" y="1898611"/>
                </a:lnTo>
                <a:close/>
              </a:path>
              <a:path w="3845559" h="2729229">
                <a:moveTo>
                  <a:pt x="3845001" y="2212936"/>
                </a:moveTo>
                <a:lnTo>
                  <a:pt x="3816426" y="2212936"/>
                </a:lnTo>
                <a:lnTo>
                  <a:pt x="3816426" y="1984336"/>
                </a:lnTo>
                <a:lnTo>
                  <a:pt x="3845001" y="1984336"/>
                </a:lnTo>
                <a:lnTo>
                  <a:pt x="3845001" y="2212936"/>
                </a:lnTo>
                <a:close/>
              </a:path>
              <a:path w="3845559" h="2729229">
                <a:moveTo>
                  <a:pt x="3845001" y="2527261"/>
                </a:moveTo>
                <a:lnTo>
                  <a:pt x="3816426" y="2527261"/>
                </a:lnTo>
                <a:lnTo>
                  <a:pt x="3816426" y="2298661"/>
                </a:lnTo>
                <a:lnTo>
                  <a:pt x="3845001" y="2298661"/>
                </a:lnTo>
                <a:lnTo>
                  <a:pt x="3845001" y="2527261"/>
                </a:lnTo>
                <a:close/>
              </a:path>
              <a:path w="3845559" h="2729229">
                <a:moveTo>
                  <a:pt x="3816426" y="2714586"/>
                </a:moveTo>
                <a:lnTo>
                  <a:pt x="3816426" y="2612986"/>
                </a:lnTo>
                <a:lnTo>
                  <a:pt x="3845001" y="2612986"/>
                </a:lnTo>
                <a:lnTo>
                  <a:pt x="3845001" y="2700299"/>
                </a:lnTo>
                <a:lnTo>
                  <a:pt x="3830713" y="2700299"/>
                </a:lnTo>
                <a:lnTo>
                  <a:pt x="3816426" y="2714586"/>
                </a:lnTo>
                <a:close/>
              </a:path>
              <a:path w="3845559" h="2729229">
                <a:moveTo>
                  <a:pt x="3845001" y="2728874"/>
                </a:moveTo>
                <a:lnTo>
                  <a:pt x="3703701" y="2728874"/>
                </a:lnTo>
                <a:lnTo>
                  <a:pt x="3703701" y="2700299"/>
                </a:lnTo>
                <a:lnTo>
                  <a:pt x="3816426" y="2700299"/>
                </a:lnTo>
                <a:lnTo>
                  <a:pt x="3816426" y="2714586"/>
                </a:lnTo>
                <a:lnTo>
                  <a:pt x="3845001" y="2714586"/>
                </a:lnTo>
                <a:lnTo>
                  <a:pt x="3845001" y="2728874"/>
                </a:lnTo>
                <a:close/>
              </a:path>
              <a:path w="3845559" h="2729229">
                <a:moveTo>
                  <a:pt x="3845001" y="2714586"/>
                </a:moveTo>
                <a:lnTo>
                  <a:pt x="3816426" y="2714586"/>
                </a:lnTo>
                <a:lnTo>
                  <a:pt x="3830713" y="2700299"/>
                </a:lnTo>
                <a:lnTo>
                  <a:pt x="3845001" y="2700299"/>
                </a:lnTo>
                <a:lnTo>
                  <a:pt x="3845001" y="2714586"/>
                </a:lnTo>
                <a:close/>
              </a:path>
              <a:path w="3845559" h="2729229">
                <a:moveTo>
                  <a:pt x="3617976" y="2728874"/>
                </a:moveTo>
                <a:lnTo>
                  <a:pt x="3389376" y="2728874"/>
                </a:lnTo>
                <a:lnTo>
                  <a:pt x="3389376" y="2700299"/>
                </a:lnTo>
                <a:lnTo>
                  <a:pt x="3617976" y="2700299"/>
                </a:lnTo>
                <a:lnTo>
                  <a:pt x="3617976" y="2728874"/>
                </a:lnTo>
                <a:close/>
              </a:path>
              <a:path w="3845559" h="2729229">
                <a:moveTo>
                  <a:pt x="3303651" y="2728874"/>
                </a:moveTo>
                <a:lnTo>
                  <a:pt x="3075051" y="2728874"/>
                </a:lnTo>
                <a:lnTo>
                  <a:pt x="3075051" y="2700299"/>
                </a:lnTo>
                <a:lnTo>
                  <a:pt x="3303651" y="2700299"/>
                </a:lnTo>
                <a:lnTo>
                  <a:pt x="3303651" y="2728874"/>
                </a:lnTo>
                <a:close/>
              </a:path>
              <a:path w="3845559" h="2729229">
                <a:moveTo>
                  <a:pt x="2989326" y="2728874"/>
                </a:moveTo>
                <a:lnTo>
                  <a:pt x="2760726" y="2728874"/>
                </a:lnTo>
                <a:lnTo>
                  <a:pt x="2760726" y="2700299"/>
                </a:lnTo>
                <a:lnTo>
                  <a:pt x="2989326" y="2700299"/>
                </a:lnTo>
                <a:lnTo>
                  <a:pt x="2989326" y="2728874"/>
                </a:lnTo>
                <a:close/>
              </a:path>
              <a:path w="3845559" h="2729229">
                <a:moveTo>
                  <a:pt x="2675001" y="2728874"/>
                </a:moveTo>
                <a:lnTo>
                  <a:pt x="2446401" y="2728874"/>
                </a:lnTo>
                <a:lnTo>
                  <a:pt x="2446401" y="2700299"/>
                </a:lnTo>
                <a:lnTo>
                  <a:pt x="2675001" y="2700299"/>
                </a:lnTo>
                <a:lnTo>
                  <a:pt x="2675001" y="2728874"/>
                </a:lnTo>
                <a:close/>
              </a:path>
              <a:path w="3845559" h="2729229">
                <a:moveTo>
                  <a:pt x="2360676" y="2728874"/>
                </a:moveTo>
                <a:lnTo>
                  <a:pt x="2132076" y="2728874"/>
                </a:lnTo>
                <a:lnTo>
                  <a:pt x="2132076" y="2700299"/>
                </a:lnTo>
                <a:lnTo>
                  <a:pt x="2360676" y="2700299"/>
                </a:lnTo>
                <a:lnTo>
                  <a:pt x="2360676" y="2728874"/>
                </a:lnTo>
                <a:close/>
              </a:path>
              <a:path w="3845559" h="2729229">
                <a:moveTo>
                  <a:pt x="2046351" y="2728874"/>
                </a:moveTo>
                <a:lnTo>
                  <a:pt x="1817751" y="2728874"/>
                </a:lnTo>
                <a:lnTo>
                  <a:pt x="1817751" y="2700299"/>
                </a:lnTo>
                <a:lnTo>
                  <a:pt x="2046351" y="2700299"/>
                </a:lnTo>
                <a:lnTo>
                  <a:pt x="2046351" y="2728874"/>
                </a:lnTo>
                <a:close/>
              </a:path>
              <a:path w="3845559" h="2729229">
                <a:moveTo>
                  <a:pt x="1732026" y="2728874"/>
                </a:moveTo>
                <a:lnTo>
                  <a:pt x="1503426" y="2728874"/>
                </a:lnTo>
                <a:lnTo>
                  <a:pt x="1503426" y="2700299"/>
                </a:lnTo>
                <a:lnTo>
                  <a:pt x="1732026" y="2700299"/>
                </a:lnTo>
                <a:lnTo>
                  <a:pt x="1732026" y="2728874"/>
                </a:lnTo>
                <a:close/>
              </a:path>
              <a:path w="3845559" h="2729229">
                <a:moveTo>
                  <a:pt x="1417701" y="2728874"/>
                </a:moveTo>
                <a:lnTo>
                  <a:pt x="1189101" y="2728874"/>
                </a:lnTo>
                <a:lnTo>
                  <a:pt x="1189101" y="2700299"/>
                </a:lnTo>
                <a:lnTo>
                  <a:pt x="1417701" y="2700299"/>
                </a:lnTo>
                <a:lnTo>
                  <a:pt x="1417701" y="2728874"/>
                </a:lnTo>
                <a:close/>
              </a:path>
              <a:path w="3845559" h="2729229">
                <a:moveTo>
                  <a:pt x="1103376" y="2728874"/>
                </a:moveTo>
                <a:lnTo>
                  <a:pt x="874776" y="2728874"/>
                </a:lnTo>
                <a:lnTo>
                  <a:pt x="874776" y="2700299"/>
                </a:lnTo>
                <a:lnTo>
                  <a:pt x="1103376" y="2700299"/>
                </a:lnTo>
                <a:lnTo>
                  <a:pt x="1103376" y="2728874"/>
                </a:lnTo>
                <a:close/>
              </a:path>
              <a:path w="3845559" h="2729229">
                <a:moveTo>
                  <a:pt x="789051" y="2728874"/>
                </a:moveTo>
                <a:lnTo>
                  <a:pt x="560451" y="2728874"/>
                </a:lnTo>
                <a:lnTo>
                  <a:pt x="560451" y="2700299"/>
                </a:lnTo>
                <a:lnTo>
                  <a:pt x="789051" y="2700299"/>
                </a:lnTo>
                <a:lnTo>
                  <a:pt x="789051" y="2728874"/>
                </a:lnTo>
                <a:close/>
              </a:path>
              <a:path w="3845559" h="2729229">
                <a:moveTo>
                  <a:pt x="474725" y="2728874"/>
                </a:moveTo>
                <a:lnTo>
                  <a:pt x="246125" y="2728874"/>
                </a:lnTo>
                <a:lnTo>
                  <a:pt x="246125" y="2700299"/>
                </a:lnTo>
                <a:lnTo>
                  <a:pt x="474725" y="2700299"/>
                </a:lnTo>
                <a:lnTo>
                  <a:pt x="474725" y="2728874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355847" y="4587240"/>
            <a:ext cx="3541776" cy="28803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345726" y="4577600"/>
            <a:ext cx="3561715" cy="307340"/>
          </a:xfrm>
          <a:custGeom>
            <a:avLst/>
            <a:gdLst/>
            <a:ahLst/>
            <a:cxnLst/>
            <a:rect l="l" t="t" r="r" b="b"/>
            <a:pathLst>
              <a:path w="3561715" h="307339">
                <a:moveTo>
                  <a:pt x="3561143" y="307047"/>
                </a:moveTo>
                <a:lnTo>
                  <a:pt x="0" y="307047"/>
                </a:lnTo>
                <a:lnTo>
                  <a:pt x="0" y="0"/>
                </a:lnTo>
                <a:lnTo>
                  <a:pt x="3561143" y="0"/>
                </a:lnTo>
                <a:lnTo>
                  <a:pt x="3561143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87997"/>
                </a:lnTo>
                <a:lnTo>
                  <a:pt x="9525" y="287997"/>
                </a:lnTo>
                <a:lnTo>
                  <a:pt x="19050" y="297522"/>
                </a:lnTo>
                <a:lnTo>
                  <a:pt x="3561143" y="297522"/>
                </a:lnTo>
                <a:lnTo>
                  <a:pt x="3561143" y="307047"/>
                </a:lnTo>
                <a:close/>
              </a:path>
              <a:path w="3561715" h="30733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3561715" h="307339">
                <a:moveTo>
                  <a:pt x="3542093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3542093" y="9525"/>
                </a:lnTo>
                <a:lnTo>
                  <a:pt x="3542093" y="19050"/>
                </a:lnTo>
                <a:close/>
              </a:path>
              <a:path w="3561715" h="307339">
                <a:moveTo>
                  <a:pt x="3542093" y="297522"/>
                </a:moveTo>
                <a:lnTo>
                  <a:pt x="3542093" y="9525"/>
                </a:lnTo>
                <a:lnTo>
                  <a:pt x="3551618" y="19050"/>
                </a:lnTo>
                <a:lnTo>
                  <a:pt x="3561143" y="19050"/>
                </a:lnTo>
                <a:lnTo>
                  <a:pt x="3561143" y="287997"/>
                </a:lnTo>
                <a:lnTo>
                  <a:pt x="3551618" y="287997"/>
                </a:lnTo>
                <a:lnTo>
                  <a:pt x="3542093" y="297522"/>
                </a:lnTo>
                <a:close/>
              </a:path>
              <a:path w="3561715" h="307339">
                <a:moveTo>
                  <a:pt x="3561143" y="19050"/>
                </a:moveTo>
                <a:lnTo>
                  <a:pt x="3551618" y="19050"/>
                </a:lnTo>
                <a:lnTo>
                  <a:pt x="3542093" y="9525"/>
                </a:lnTo>
                <a:lnTo>
                  <a:pt x="3561143" y="9525"/>
                </a:lnTo>
                <a:lnTo>
                  <a:pt x="3561143" y="19050"/>
                </a:lnTo>
                <a:close/>
              </a:path>
              <a:path w="3561715" h="307339">
                <a:moveTo>
                  <a:pt x="19050" y="297522"/>
                </a:moveTo>
                <a:lnTo>
                  <a:pt x="9525" y="287997"/>
                </a:lnTo>
                <a:lnTo>
                  <a:pt x="19050" y="287997"/>
                </a:lnTo>
                <a:lnTo>
                  <a:pt x="19050" y="297522"/>
                </a:lnTo>
                <a:close/>
              </a:path>
              <a:path w="3561715" h="307339">
                <a:moveTo>
                  <a:pt x="3542093" y="297522"/>
                </a:moveTo>
                <a:lnTo>
                  <a:pt x="19050" y="297522"/>
                </a:lnTo>
                <a:lnTo>
                  <a:pt x="19050" y="287997"/>
                </a:lnTo>
                <a:lnTo>
                  <a:pt x="3542093" y="287997"/>
                </a:lnTo>
                <a:lnTo>
                  <a:pt x="3542093" y="297522"/>
                </a:lnTo>
                <a:close/>
              </a:path>
              <a:path w="3561715" h="307339">
                <a:moveTo>
                  <a:pt x="3561143" y="297522"/>
                </a:moveTo>
                <a:lnTo>
                  <a:pt x="3542093" y="297522"/>
                </a:lnTo>
                <a:lnTo>
                  <a:pt x="3551618" y="287997"/>
                </a:lnTo>
                <a:lnTo>
                  <a:pt x="3561143" y="287997"/>
                </a:lnTo>
                <a:lnTo>
                  <a:pt x="3561143" y="297522"/>
                </a:lnTo>
                <a:close/>
              </a:path>
            </a:pathLst>
          </a:custGeom>
          <a:solidFill>
            <a:srgbClr val="51C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097566" y="4584585"/>
            <a:ext cx="6343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微软雅黑"/>
                <a:cs typeface="微软雅黑"/>
              </a:rPr>
              <a:t>方法</a:t>
            </a:r>
            <a:r>
              <a:rPr dirty="0" sz="1600" spc="-5" b="1">
                <a:latin typeface="微软雅黑"/>
                <a:cs typeface="微软雅黑"/>
              </a:rPr>
              <a:t>区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360420" y="4227576"/>
            <a:ext cx="3537204" cy="28803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351288" y="4217568"/>
            <a:ext cx="3556000" cy="307340"/>
          </a:xfrm>
          <a:custGeom>
            <a:avLst/>
            <a:gdLst/>
            <a:ahLst/>
            <a:cxnLst/>
            <a:rect l="l" t="t" r="r" b="b"/>
            <a:pathLst>
              <a:path w="3556000" h="307339">
                <a:moveTo>
                  <a:pt x="3555580" y="307047"/>
                </a:moveTo>
                <a:lnTo>
                  <a:pt x="0" y="307047"/>
                </a:lnTo>
                <a:lnTo>
                  <a:pt x="0" y="0"/>
                </a:lnTo>
                <a:lnTo>
                  <a:pt x="3555580" y="0"/>
                </a:lnTo>
                <a:lnTo>
                  <a:pt x="355558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87997"/>
                </a:lnTo>
                <a:lnTo>
                  <a:pt x="9525" y="287997"/>
                </a:lnTo>
                <a:lnTo>
                  <a:pt x="19050" y="297522"/>
                </a:lnTo>
                <a:lnTo>
                  <a:pt x="3555580" y="297522"/>
                </a:lnTo>
                <a:lnTo>
                  <a:pt x="3555580" y="307047"/>
                </a:lnTo>
                <a:close/>
              </a:path>
              <a:path w="3556000" h="30733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3556000" h="307339">
                <a:moveTo>
                  <a:pt x="353653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3536530" y="9525"/>
                </a:lnTo>
                <a:lnTo>
                  <a:pt x="3536530" y="19050"/>
                </a:lnTo>
                <a:close/>
              </a:path>
              <a:path w="3556000" h="307339">
                <a:moveTo>
                  <a:pt x="3536530" y="297522"/>
                </a:moveTo>
                <a:lnTo>
                  <a:pt x="3536530" y="9525"/>
                </a:lnTo>
                <a:lnTo>
                  <a:pt x="3546055" y="19050"/>
                </a:lnTo>
                <a:lnTo>
                  <a:pt x="3555580" y="19050"/>
                </a:lnTo>
                <a:lnTo>
                  <a:pt x="3555580" y="287997"/>
                </a:lnTo>
                <a:lnTo>
                  <a:pt x="3546055" y="287997"/>
                </a:lnTo>
                <a:lnTo>
                  <a:pt x="3536530" y="297522"/>
                </a:lnTo>
                <a:close/>
              </a:path>
              <a:path w="3556000" h="307339">
                <a:moveTo>
                  <a:pt x="3555580" y="19050"/>
                </a:moveTo>
                <a:lnTo>
                  <a:pt x="3546055" y="19050"/>
                </a:lnTo>
                <a:lnTo>
                  <a:pt x="3536530" y="9525"/>
                </a:lnTo>
                <a:lnTo>
                  <a:pt x="3555580" y="9525"/>
                </a:lnTo>
                <a:lnTo>
                  <a:pt x="3555580" y="19050"/>
                </a:lnTo>
                <a:close/>
              </a:path>
              <a:path w="3556000" h="307339">
                <a:moveTo>
                  <a:pt x="19050" y="297522"/>
                </a:moveTo>
                <a:lnTo>
                  <a:pt x="9525" y="287997"/>
                </a:lnTo>
                <a:lnTo>
                  <a:pt x="19050" y="287997"/>
                </a:lnTo>
                <a:lnTo>
                  <a:pt x="19050" y="297522"/>
                </a:lnTo>
                <a:close/>
              </a:path>
              <a:path w="3556000" h="307339">
                <a:moveTo>
                  <a:pt x="3536530" y="297522"/>
                </a:moveTo>
                <a:lnTo>
                  <a:pt x="19050" y="297522"/>
                </a:lnTo>
                <a:lnTo>
                  <a:pt x="19050" y="287997"/>
                </a:lnTo>
                <a:lnTo>
                  <a:pt x="3536530" y="287997"/>
                </a:lnTo>
                <a:lnTo>
                  <a:pt x="3536530" y="297522"/>
                </a:lnTo>
                <a:close/>
              </a:path>
              <a:path w="3556000" h="307339">
                <a:moveTo>
                  <a:pt x="3555580" y="297522"/>
                </a:moveTo>
                <a:lnTo>
                  <a:pt x="3536530" y="297522"/>
                </a:lnTo>
                <a:lnTo>
                  <a:pt x="3546055" y="287997"/>
                </a:lnTo>
                <a:lnTo>
                  <a:pt x="3555580" y="287997"/>
                </a:lnTo>
                <a:lnTo>
                  <a:pt x="3555580" y="297522"/>
                </a:lnTo>
                <a:close/>
              </a:path>
            </a:pathLst>
          </a:custGeom>
          <a:solidFill>
            <a:srgbClr val="51C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393947" y="3052572"/>
            <a:ext cx="1260348" cy="28803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390506" y="3048749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287997"/>
                </a:lnTo>
                <a:lnTo>
                  <a:pt x="3810" y="287997"/>
                </a:lnTo>
                <a:lnTo>
                  <a:pt x="7620" y="291807"/>
                </a:lnTo>
                <a:lnTo>
                  <a:pt x="1267625" y="291807"/>
                </a:lnTo>
                <a:lnTo>
                  <a:pt x="1267625" y="295617"/>
                </a:lnTo>
                <a:close/>
              </a:path>
              <a:path w="1268095" h="29591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7997"/>
                </a:lnTo>
                <a:lnTo>
                  <a:pt x="126381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20" y="291807"/>
                </a:moveTo>
                <a:lnTo>
                  <a:pt x="3810" y="287997"/>
                </a:lnTo>
                <a:lnTo>
                  <a:pt x="7620" y="287997"/>
                </a:lnTo>
                <a:lnTo>
                  <a:pt x="7620" y="291807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7620" y="291807"/>
                </a:lnTo>
                <a:lnTo>
                  <a:pt x="7620" y="287997"/>
                </a:lnTo>
                <a:lnTo>
                  <a:pt x="126000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291807"/>
                </a:moveTo>
                <a:lnTo>
                  <a:pt x="1260005" y="291807"/>
                </a:lnTo>
                <a:lnTo>
                  <a:pt x="1263815" y="287997"/>
                </a:lnTo>
                <a:lnTo>
                  <a:pt x="1267625" y="287997"/>
                </a:lnTo>
                <a:lnTo>
                  <a:pt x="1267625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0228" y="1780616"/>
            <a:ext cx="2029460" cy="654050"/>
          </a:xfrm>
          <a:custGeom>
            <a:avLst/>
            <a:gdLst/>
            <a:ahLst/>
            <a:cxnLst/>
            <a:rect l="l" t="t" r="r" b="b"/>
            <a:pathLst>
              <a:path w="2029460" h="654050">
                <a:moveTo>
                  <a:pt x="2028926" y="653503"/>
                </a:moveTo>
                <a:lnTo>
                  <a:pt x="0" y="653503"/>
                </a:lnTo>
                <a:lnTo>
                  <a:pt x="0" y="0"/>
                </a:lnTo>
                <a:lnTo>
                  <a:pt x="2028926" y="0"/>
                </a:lnTo>
                <a:lnTo>
                  <a:pt x="2028926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640803"/>
                </a:lnTo>
                <a:lnTo>
                  <a:pt x="6350" y="640803"/>
                </a:lnTo>
                <a:lnTo>
                  <a:pt x="12700" y="647153"/>
                </a:lnTo>
                <a:lnTo>
                  <a:pt x="2028926" y="647153"/>
                </a:lnTo>
                <a:lnTo>
                  <a:pt x="2028926" y="653503"/>
                </a:lnTo>
                <a:close/>
              </a:path>
              <a:path w="2029460" h="65405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029460" h="654050">
                <a:moveTo>
                  <a:pt x="2016226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016226" y="6349"/>
                </a:lnTo>
                <a:lnTo>
                  <a:pt x="2016226" y="12699"/>
                </a:lnTo>
                <a:close/>
              </a:path>
              <a:path w="2029460" h="654050">
                <a:moveTo>
                  <a:pt x="2016226" y="647153"/>
                </a:moveTo>
                <a:lnTo>
                  <a:pt x="2016226" y="6349"/>
                </a:lnTo>
                <a:lnTo>
                  <a:pt x="2022576" y="12699"/>
                </a:lnTo>
                <a:lnTo>
                  <a:pt x="2028926" y="12699"/>
                </a:lnTo>
                <a:lnTo>
                  <a:pt x="2028926" y="640803"/>
                </a:lnTo>
                <a:lnTo>
                  <a:pt x="2022576" y="640803"/>
                </a:lnTo>
                <a:lnTo>
                  <a:pt x="2016226" y="647153"/>
                </a:lnTo>
                <a:close/>
              </a:path>
              <a:path w="2029460" h="654050">
                <a:moveTo>
                  <a:pt x="2028926" y="12699"/>
                </a:moveTo>
                <a:lnTo>
                  <a:pt x="2022576" y="12699"/>
                </a:lnTo>
                <a:lnTo>
                  <a:pt x="2016226" y="6349"/>
                </a:lnTo>
                <a:lnTo>
                  <a:pt x="2028926" y="6349"/>
                </a:lnTo>
                <a:lnTo>
                  <a:pt x="2028926" y="12699"/>
                </a:lnTo>
                <a:close/>
              </a:path>
              <a:path w="2029460" h="654050">
                <a:moveTo>
                  <a:pt x="12700" y="647153"/>
                </a:moveTo>
                <a:lnTo>
                  <a:pt x="6350" y="640803"/>
                </a:lnTo>
                <a:lnTo>
                  <a:pt x="12700" y="640803"/>
                </a:lnTo>
                <a:lnTo>
                  <a:pt x="12700" y="647153"/>
                </a:lnTo>
                <a:close/>
              </a:path>
              <a:path w="2029460" h="654050">
                <a:moveTo>
                  <a:pt x="2016226" y="647153"/>
                </a:moveTo>
                <a:lnTo>
                  <a:pt x="12700" y="647153"/>
                </a:lnTo>
                <a:lnTo>
                  <a:pt x="12700" y="640803"/>
                </a:lnTo>
                <a:lnTo>
                  <a:pt x="2016226" y="640803"/>
                </a:lnTo>
                <a:lnTo>
                  <a:pt x="2016226" y="647153"/>
                </a:lnTo>
                <a:close/>
              </a:path>
              <a:path w="2029460" h="654050">
                <a:moveTo>
                  <a:pt x="2028926" y="647153"/>
                </a:moveTo>
                <a:lnTo>
                  <a:pt x="2016226" y="647153"/>
                </a:lnTo>
                <a:lnTo>
                  <a:pt x="2022576" y="640803"/>
                </a:lnTo>
                <a:lnTo>
                  <a:pt x="2028926" y="640803"/>
                </a:lnTo>
                <a:lnTo>
                  <a:pt x="2028926" y="647153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330898" y="1806016"/>
            <a:ext cx="14668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latin typeface="微软雅黑"/>
                <a:cs typeface="微软雅黑"/>
              </a:rPr>
              <a:t>Java</a:t>
            </a:r>
            <a:r>
              <a:rPr dirty="0" sz="1800" b="1">
                <a:latin typeface="微软雅黑"/>
                <a:cs typeface="微软雅黑"/>
              </a:rPr>
              <a:t>源程序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微软雅黑"/>
                <a:cs typeface="微软雅黑"/>
              </a:rPr>
              <a:t>（.ja</a:t>
            </a:r>
            <a:r>
              <a:rPr dirty="0" sz="1800" spc="-30" b="1">
                <a:latin typeface="微软雅黑"/>
                <a:cs typeface="微软雅黑"/>
              </a:rPr>
              <a:t>v</a:t>
            </a:r>
            <a:r>
              <a:rPr dirty="0" sz="1800" b="1">
                <a:latin typeface="微软雅黑"/>
                <a:cs typeface="微软雅黑"/>
              </a:rPr>
              <a:t>a文件）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0228" y="3068573"/>
            <a:ext cx="2029460" cy="516890"/>
          </a:xfrm>
          <a:custGeom>
            <a:avLst/>
            <a:gdLst/>
            <a:ahLst/>
            <a:cxnLst/>
            <a:rect l="l" t="t" r="r" b="b"/>
            <a:pathLst>
              <a:path w="2029460" h="516889">
                <a:moveTo>
                  <a:pt x="2028926" y="516763"/>
                </a:moveTo>
                <a:lnTo>
                  <a:pt x="0" y="516763"/>
                </a:lnTo>
                <a:lnTo>
                  <a:pt x="0" y="0"/>
                </a:lnTo>
                <a:lnTo>
                  <a:pt x="2028926" y="0"/>
                </a:lnTo>
                <a:lnTo>
                  <a:pt x="2028926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504063"/>
                </a:lnTo>
                <a:lnTo>
                  <a:pt x="6350" y="504063"/>
                </a:lnTo>
                <a:lnTo>
                  <a:pt x="12700" y="510413"/>
                </a:lnTo>
                <a:lnTo>
                  <a:pt x="2028926" y="510413"/>
                </a:lnTo>
                <a:lnTo>
                  <a:pt x="2028926" y="516763"/>
                </a:lnTo>
                <a:close/>
              </a:path>
              <a:path w="2029460" h="51688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029460" h="516889">
                <a:moveTo>
                  <a:pt x="2016226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016226" y="6350"/>
                </a:lnTo>
                <a:lnTo>
                  <a:pt x="2016226" y="12700"/>
                </a:lnTo>
                <a:close/>
              </a:path>
              <a:path w="2029460" h="516889">
                <a:moveTo>
                  <a:pt x="2016226" y="510413"/>
                </a:moveTo>
                <a:lnTo>
                  <a:pt x="2016226" y="6350"/>
                </a:lnTo>
                <a:lnTo>
                  <a:pt x="2022576" y="12700"/>
                </a:lnTo>
                <a:lnTo>
                  <a:pt x="2028926" y="12700"/>
                </a:lnTo>
                <a:lnTo>
                  <a:pt x="2028926" y="504063"/>
                </a:lnTo>
                <a:lnTo>
                  <a:pt x="2022576" y="504063"/>
                </a:lnTo>
                <a:lnTo>
                  <a:pt x="2016226" y="510413"/>
                </a:lnTo>
                <a:close/>
              </a:path>
              <a:path w="2029460" h="516889">
                <a:moveTo>
                  <a:pt x="2028926" y="12700"/>
                </a:moveTo>
                <a:lnTo>
                  <a:pt x="2022576" y="12700"/>
                </a:lnTo>
                <a:lnTo>
                  <a:pt x="2016226" y="6350"/>
                </a:lnTo>
                <a:lnTo>
                  <a:pt x="2028926" y="6350"/>
                </a:lnTo>
                <a:lnTo>
                  <a:pt x="2028926" y="12700"/>
                </a:lnTo>
                <a:close/>
              </a:path>
              <a:path w="2029460" h="516889">
                <a:moveTo>
                  <a:pt x="12700" y="510413"/>
                </a:moveTo>
                <a:lnTo>
                  <a:pt x="6350" y="504063"/>
                </a:lnTo>
                <a:lnTo>
                  <a:pt x="12700" y="504063"/>
                </a:lnTo>
                <a:lnTo>
                  <a:pt x="12700" y="510413"/>
                </a:lnTo>
                <a:close/>
              </a:path>
              <a:path w="2029460" h="516889">
                <a:moveTo>
                  <a:pt x="2016226" y="510413"/>
                </a:moveTo>
                <a:lnTo>
                  <a:pt x="12700" y="510413"/>
                </a:lnTo>
                <a:lnTo>
                  <a:pt x="12700" y="504063"/>
                </a:lnTo>
                <a:lnTo>
                  <a:pt x="2016226" y="504063"/>
                </a:lnTo>
                <a:lnTo>
                  <a:pt x="2016226" y="510413"/>
                </a:lnTo>
                <a:close/>
              </a:path>
              <a:path w="2029460" h="516889">
                <a:moveTo>
                  <a:pt x="2028926" y="510413"/>
                </a:moveTo>
                <a:lnTo>
                  <a:pt x="2016226" y="510413"/>
                </a:lnTo>
                <a:lnTo>
                  <a:pt x="2022576" y="504063"/>
                </a:lnTo>
                <a:lnTo>
                  <a:pt x="2028926" y="504063"/>
                </a:lnTo>
                <a:lnTo>
                  <a:pt x="2028926" y="510413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60438" y="3161919"/>
            <a:ext cx="12077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 b="1">
                <a:latin typeface="微软雅黑"/>
                <a:cs typeface="微软雅黑"/>
              </a:rPr>
              <a:t>J</a:t>
            </a:r>
            <a:r>
              <a:rPr dirty="0" sz="1800" b="1">
                <a:latin typeface="微软雅黑"/>
                <a:cs typeface="微软雅黑"/>
              </a:rPr>
              <a:t>a</a:t>
            </a:r>
            <a:r>
              <a:rPr dirty="0" sz="1800" spc="-30" b="1">
                <a:latin typeface="微软雅黑"/>
                <a:cs typeface="微软雅黑"/>
              </a:rPr>
              <a:t>v</a:t>
            </a:r>
            <a:r>
              <a:rPr dirty="0" sz="1800" b="1">
                <a:latin typeface="微软雅黑"/>
                <a:cs typeface="微软雅黑"/>
              </a:rPr>
              <a:t>a编译器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0228" y="4228884"/>
            <a:ext cx="2029460" cy="652780"/>
          </a:xfrm>
          <a:custGeom>
            <a:avLst/>
            <a:gdLst/>
            <a:ahLst/>
            <a:cxnLst/>
            <a:rect l="l" t="t" r="r" b="b"/>
            <a:pathLst>
              <a:path w="2029460" h="652779">
                <a:moveTo>
                  <a:pt x="2028926" y="652589"/>
                </a:moveTo>
                <a:lnTo>
                  <a:pt x="0" y="652589"/>
                </a:lnTo>
                <a:lnTo>
                  <a:pt x="0" y="0"/>
                </a:lnTo>
                <a:lnTo>
                  <a:pt x="2028926" y="0"/>
                </a:lnTo>
                <a:lnTo>
                  <a:pt x="2028926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639889"/>
                </a:lnTo>
                <a:lnTo>
                  <a:pt x="6350" y="639889"/>
                </a:lnTo>
                <a:lnTo>
                  <a:pt x="12700" y="646239"/>
                </a:lnTo>
                <a:lnTo>
                  <a:pt x="2028926" y="646239"/>
                </a:lnTo>
                <a:lnTo>
                  <a:pt x="2028926" y="652589"/>
                </a:lnTo>
                <a:close/>
              </a:path>
              <a:path w="2029460" h="6527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029460" h="652779">
                <a:moveTo>
                  <a:pt x="2016226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016226" y="6350"/>
                </a:lnTo>
                <a:lnTo>
                  <a:pt x="2016226" y="12700"/>
                </a:lnTo>
                <a:close/>
              </a:path>
              <a:path w="2029460" h="652779">
                <a:moveTo>
                  <a:pt x="2016226" y="646239"/>
                </a:moveTo>
                <a:lnTo>
                  <a:pt x="2016226" y="6350"/>
                </a:lnTo>
                <a:lnTo>
                  <a:pt x="2022576" y="12700"/>
                </a:lnTo>
                <a:lnTo>
                  <a:pt x="2028926" y="12700"/>
                </a:lnTo>
                <a:lnTo>
                  <a:pt x="2028926" y="639889"/>
                </a:lnTo>
                <a:lnTo>
                  <a:pt x="2022576" y="639889"/>
                </a:lnTo>
                <a:lnTo>
                  <a:pt x="2016226" y="646239"/>
                </a:lnTo>
                <a:close/>
              </a:path>
              <a:path w="2029460" h="652779">
                <a:moveTo>
                  <a:pt x="2028926" y="12700"/>
                </a:moveTo>
                <a:lnTo>
                  <a:pt x="2022576" y="12700"/>
                </a:lnTo>
                <a:lnTo>
                  <a:pt x="2016226" y="6350"/>
                </a:lnTo>
                <a:lnTo>
                  <a:pt x="2028926" y="6350"/>
                </a:lnTo>
                <a:lnTo>
                  <a:pt x="2028926" y="12700"/>
                </a:lnTo>
                <a:close/>
              </a:path>
              <a:path w="2029460" h="652779">
                <a:moveTo>
                  <a:pt x="12700" y="646239"/>
                </a:moveTo>
                <a:lnTo>
                  <a:pt x="6350" y="639889"/>
                </a:lnTo>
                <a:lnTo>
                  <a:pt x="12700" y="639889"/>
                </a:lnTo>
                <a:lnTo>
                  <a:pt x="12700" y="646239"/>
                </a:lnTo>
                <a:close/>
              </a:path>
              <a:path w="2029460" h="652779">
                <a:moveTo>
                  <a:pt x="2016226" y="646239"/>
                </a:moveTo>
                <a:lnTo>
                  <a:pt x="12700" y="646239"/>
                </a:lnTo>
                <a:lnTo>
                  <a:pt x="12700" y="639889"/>
                </a:lnTo>
                <a:lnTo>
                  <a:pt x="2016226" y="639889"/>
                </a:lnTo>
                <a:lnTo>
                  <a:pt x="2016226" y="646239"/>
                </a:lnTo>
                <a:close/>
              </a:path>
              <a:path w="2029460" h="652779">
                <a:moveTo>
                  <a:pt x="2028926" y="646239"/>
                </a:moveTo>
                <a:lnTo>
                  <a:pt x="2016226" y="646239"/>
                </a:lnTo>
                <a:lnTo>
                  <a:pt x="2022576" y="639889"/>
                </a:lnTo>
                <a:lnTo>
                  <a:pt x="2028926" y="639889"/>
                </a:lnTo>
                <a:lnTo>
                  <a:pt x="2028926" y="64623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289623" y="4253648"/>
            <a:ext cx="15494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微软雅黑"/>
                <a:cs typeface="微软雅黑"/>
              </a:rPr>
              <a:t>字节码文件</a:t>
            </a:r>
            <a:endParaRPr sz="18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</a:pPr>
            <a:r>
              <a:rPr dirty="0" sz="1800" b="1">
                <a:latin typeface="微软雅黑"/>
                <a:cs typeface="微软雅黑"/>
              </a:rPr>
              <a:t>（.class文件）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26591" y="2427770"/>
            <a:ext cx="76200" cy="647700"/>
          </a:xfrm>
          <a:custGeom>
            <a:avLst/>
            <a:gdLst/>
            <a:ahLst/>
            <a:cxnLst/>
            <a:rect l="l" t="t" r="r" b="b"/>
            <a:pathLst>
              <a:path w="76200" h="647700">
                <a:moveTo>
                  <a:pt x="47625" y="590003"/>
                </a:moveTo>
                <a:lnTo>
                  <a:pt x="28575" y="590003"/>
                </a:lnTo>
                <a:lnTo>
                  <a:pt x="28575" y="0"/>
                </a:lnTo>
                <a:lnTo>
                  <a:pt x="47625" y="0"/>
                </a:lnTo>
                <a:lnTo>
                  <a:pt x="47625" y="590003"/>
                </a:lnTo>
                <a:close/>
              </a:path>
              <a:path w="76200" h="647700">
                <a:moveTo>
                  <a:pt x="38100" y="647153"/>
                </a:moveTo>
                <a:lnTo>
                  <a:pt x="0" y="570953"/>
                </a:lnTo>
                <a:lnTo>
                  <a:pt x="28575" y="570953"/>
                </a:lnTo>
                <a:lnTo>
                  <a:pt x="28575" y="590003"/>
                </a:lnTo>
                <a:lnTo>
                  <a:pt x="66675" y="590003"/>
                </a:lnTo>
                <a:lnTo>
                  <a:pt x="38100" y="647153"/>
                </a:lnTo>
                <a:close/>
              </a:path>
              <a:path w="76200" h="647700">
                <a:moveTo>
                  <a:pt x="66675" y="590003"/>
                </a:moveTo>
                <a:lnTo>
                  <a:pt x="47625" y="590003"/>
                </a:lnTo>
                <a:lnTo>
                  <a:pt x="47625" y="570953"/>
                </a:lnTo>
                <a:lnTo>
                  <a:pt x="76200" y="570953"/>
                </a:lnTo>
                <a:lnTo>
                  <a:pt x="66675" y="5900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26591" y="3579901"/>
            <a:ext cx="76200" cy="647700"/>
          </a:xfrm>
          <a:custGeom>
            <a:avLst/>
            <a:gdLst/>
            <a:ahLst/>
            <a:cxnLst/>
            <a:rect l="l" t="t" r="r" b="b"/>
            <a:pathLst>
              <a:path w="76200" h="647700">
                <a:moveTo>
                  <a:pt x="47625" y="590003"/>
                </a:moveTo>
                <a:lnTo>
                  <a:pt x="28575" y="590003"/>
                </a:lnTo>
                <a:lnTo>
                  <a:pt x="28575" y="0"/>
                </a:lnTo>
                <a:lnTo>
                  <a:pt x="47625" y="0"/>
                </a:lnTo>
                <a:lnTo>
                  <a:pt x="47625" y="590003"/>
                </a:lnTo>
                <a:close/>
              </a:path>
              <a:path w="76200" h="647700">
                <a:moveTo>
                  <a:pt x="38100" y="647153"/>
                </a:moveTo>
                <a:lnTo>
                  <a:pt x="0" y="570953"/>
                </a:lnTo>
                <a:lnTo>
                  <a:pt x="28575" y="570953"/>
                </a:lnTo>
                <a:lnTo>
                  <a:pt x="28575" y="590003"/>
                </a:lnTo>
                <a:lnTo>
                  <a:pt x="66675" y="590003"/>
                </a:lnTo>
                <a:lnTo>
                  <a:pt x="38100" y="647153"/>
                </a:lnTo>
                <a:close/>
              </a:path>
              <a:path w="76200" h="647700">
                <a:moveTo>
                  <a:pt x="66675" y="590003"/>
                </a:moveTo>
                <a:lnTo>
                  <a:pt x="47625" y="590003"/>
                </a:lnTo>
                <a:lnTo>
                  <a:pt x="47625" y="570953"/>
                </a:lnTo>
                <a:lnTo>
                  <a:pt x="76200" y="570953"/>
                </a:lnTo>
                <a:lnTo>
                  <a:pt x="66675" y="5900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064691" y="4875123"/>
            <a:ext cx="0" cy="323850"/>
          </a:xfrm>
          <a:custGeom>
            <a:avLst/>
            <a:gdLst/>
            <a:ahLst/>
            <a:cxnLst/>
            <a:rect l="l" t="t" r="r" b="b"/>
            <a:pathLst>
              <a:path w="0" h="323850">
                <a:moveTo>
                  <a:pt x="0" y="0"/>
                </a:moveTo>
                <a:lnTo>
                  <a:pt x="0" y="32358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64691" y="5198706"/>
            <a:ext cx="1296670" cy="0"/>
          </a:xfrm>
          <a:custGeom>
            <a:avLst/>
            <a:gdLst/>
            <a:ahLst/>
            <a:cxnLst/>
            <a:rect l="l" t="t" r="r" b="b"/>
            <a:pathLst>
              <a:path w="1296670" h="0">
                <a:moveTo>
                  <a:pt x="0" y="0"/>
                </a:moveTo>
                <a:lnTo>
                  <a:pt x="129614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360841" y="1274724"/>
            <a:ext cx="0" cy="3924300"/>
          </a:xfrm>
          <a:custGeom>
            <a:avLst/>
            <a:gdLst/>
            <a:ahLst/>
            <a:cxnLst/>
            <a:rect l="l" t="t" r="r" b="b"/>
            <a:pathLst>
              <a:path w="0" h="3924300">
                <a:moveTo>
                  <a:pt x="0" y="0"/>
                </a:moveTo>
                <a:lnTo>
                  <a:pt x="0" y="392398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60841" y="1274724"/>
            <a:ext cx="2736850" cy="0"/>
          </a:xfrm>
          <a:custGeom>
            <a:avLst/>
            <a:gdLst/>
            <a:ahLst/>
            <a:cxnLst/>
            <a:rect l="l" t="t" r="r" b="b"/>
            <a:pathLst>
              <a:path w="2736850" h="0">
                <a:moveTo>
                  <a:pt x="0" y="0"/>
                </a:moveTo>
                <a:lnTo>
                  <a:pt x="2736303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059045" y="1274724"/>
            <a:ext cx="76200" cy="25203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059553" y="1994763"/>
            <a:ext cx="76200" cy="25199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328916" y="4154423"/>
            <a:ext cx="1815083" cy="43281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325576" y="4151236"/>
            <a:ext cx="1818639" cy="440055"/>
          </a:xfrm>
          <a:custGeom>
            <a:avLst/>
            <a:gdLst/>
            <a:ahLst/>
            <a:cxnLst/>
            <a:rect l="l" t="t" r="r" b="b"/>
            <a:pathLst>
              <a:path w="1818640" h="440054">
                <a:moveTo>
                  <a:pt x="1818424" y="439673"/>
                </a:moveTo>
                <a:lnTo>
                  <a:pt x="0" y="439673"/>
                </a:lnTo>
                <a:lnTo>
                  <a:pt x="0" y="0"/>
                </a:lnTo>
                <a:lnTo>
                  <a:pt x="1818424" y="0"/>
                </a:lnTo>
                <a:lnTo>
                  <a:pt x="1818424" y="3809"/>
                </a:lnTo>
                <a:lnTo>
                  <a:pt x="7620" y="3809"/>
                </a:lnTo>
                <a:lnTo>
                  <a:pt x="3809" y="7619"/>
                </a:lnTo>
                <a:lnTo>
                  <a:pt x="7620" y="7619"/>
                </a:lnTo>
                <a:lnTo>
                  <a:pt x="7620" y="432053"/>
                </a:lnTo>
                <a:lnTo>
                  <a:pt x="3809" y="432053"/>
                </a:lnTo>
                <a:lnTo>
                  <a:pt x="7620" y="435863"/>
                </a:lnTo>
                <a:lnTo>
                  <a:pt x="1818424" y="435863"/>
                </a:lnTo>
                <a:lnTo>
                  <a:pt x="1818424" y="439673"/>
                </a:lnTo>
                <a:close/>
              </a:path>
              <a:path w="1818640" h="440054">
                <a:moveTo>
                  <a:pt x="7620" y="7619"/>
                </a:moveTo>
                <a:lnTo>
                  <a:pt x="3809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818640" h="440054">
                <a:moveTo>
                  <a:pt x="1818424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818424" y="3809"/>
                </a:lnTo>
                <a:lnTo>
                  <a:pt x="1818424" y="7619"/>
                </a:lnTo>
                <a:close/>
              </a:path>
              <a:path w="1818640" h="440054">
                <a:moveTo>
                  <a:pt x="7620" y="435863"/>
                </a:moveTo>
                <a:lnTo>
                  <a:pt x="3809" y="432053"/>
                </a:lnTo>
                <a:lnTo>
                  <a:pt x="7620" y="432053"/>
                </a:lnTo>
                <a:lnTo>
                  <a:pt x="7620" y="435863"/>
                </a:lnTo>
                <a:close/>
              </a:path>
              <a:path w="1818640" h="440054">
                <a:moveTo>
                  <a:pt x="1818424" y="435863"/>
                </a:moveTo>
                <a:lnTo>
                  <a:pt x="7620" y="435863"/>
                </a:lnTo>
                <a:lnTo>
                  <a:pt x="7620" y="432053"/>
                </a:lnTo>
                <a:lnTo>
                  <a:pt x="1818424" y="432053"/>
                </a:lnTo>
                <a:lnTo>
                  <a:pt x="1818424" y="435863"/>
                </a:lnTo>
                <a:close/>
              </a:path>
            </a:pathLst>
          </a:custGeom>
          <a:solidFill>
            <a:srgbClr val="4EB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7501470" y="4223626"/>
            <a:ext cx="149034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FF"/>
                </a:solidFill>
                <a:latin typeface="微软雅黑"/>
                <a:cs typeface="微软雅黑"/>
              </a:rPr>
              <a:t>JVM</a:t>
            </a:r>
            <a:r>
              <a:rPr dirty="0" sz="1600" b="1">
                <a:solidFill>
                  <a:srgbClr val="FFFFFF"/>
                </a:solidFill>
                <a:latin typeface="微软雅黑"/>
                <a:cs typeface="微软雅黑"/>
              </a:rPr>
              <a:t>垃圾收集</a:t>
            </a:r>
            <a:r>
              <a:rPr dirty="0" sz="1600" spc="-5" b="1">
                <a:solidFill>
                  <a:srgbClr val="FFFFFF"/>
                </a:solidFill>
                <a:latin typeface="微软雅黑"/>
                <a:cs typeface="微软雅黑"/>
              </a:rPr>
              <a:t>器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897344" y="4332985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76200" y="76200"/>
                </a:moveTo>
                <a:lnTo>
                  <a:pt x="0" y="38100"/>
                </a:lnTo>
                <a:lnTo>
                  <a:pt x="76187" y="0"/>
                </a:lnTo>
                <a:lnTo>
                  <a:pt x="76192" y="28574"/>
                </a:lnTo>
                <a:lnTo>
                  <a:pt x="57150" y="28575"/>
                </a:lnTo>
                <a:lnTo>
                  <a:pt x="57150" y="47625"/>
                </a:lnTo>
                <a:lnTo>
                  <a:pt x="76195" y="47625"/>
                </a:lnTo>
                <a:lnTo>
                  <a:pt x="76200" y="76200"/>
                </a:lnTo>
                <a:close/>
              </a:path>
              <a:path w="432434" h="76200">
                <a:moveTo>
                  <a:pt x="76195" y="47624"/>
                </a:moveTo>
                <a:lnTo>
                  <a:pt x="76192" y="28574"/>
                </a:lnTo>
                <a:lnTo>
                  <a:pt x="432041" y="28562"/>
                </a:lnTo>
                <a:lnTo>
                  <a:pt x="432041" y="47612"/>
                </a:lnTo>
                <a:lnTo>
                  <a:pt x="76195" y="47624"/>
                </a:lnTo>
                <a:close/>
              </a:path>
              <a:path w="432434" h="76200">
                <a:moveTo>
                  <a:pt x="57150" y="47625"/>
                </a:moveTo>
                <a:lnTo>
                  <a:pt x="57150" y="28575"/>
                </a:lnTo>
                <a:lnTo>
                  <a:pt x="76192" y="28574"/>
                </a:lnTo>
                <a:lnTo>
                  <a:pt x="76195" y="47624"/>
                </a:lnTo>
                <a:lnTo>
                  <a:pt x="5715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525267" y="5215128"/>
            <a:ext cx="5113020" cy="144017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521750" y="5211483"/>
            <a:ext cx="5120640" cy="1447800"/>
          </a:xfrm>
          <a:custGeom>
            <a:avLst/>
            <a:gdLst/>
            <a:ahLst/>
            <a:cxnLst/>
            <a:rect l="l" t="t" r="r" b="b"/>
            <a:pathLst>
              <a:path w="5120640" h="1447800">
                <a:moveTo>
                  <a:pt x="5120195" y="1447774"/>
                </a:moveTo>
                <a:lnTo>
                  <a:pt x="0" y="1447774"/>
                </a:lnTo>
                <a:lnTo>
                  <a:pt x="0" y="0"/>
                </a:lnTo>
                <a:lnTo>
                  <a:pt x="5120195" y="0"/>
                </a:lnTo>
                <a:lnTo>
                  <a:pt x="5120195" y="3810"/>
                </a:lnTo>
                <a:lnTo>
                  <a:pt x="7620" y="3810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1440154"/>
                </a:lnTo>
                <a:lnTo>
                  <a:pt x="3810" y="1440154"/>
                </a:lnTo>
                <a:lnTo>
                  <a:pt x="7620" y="1443964"/>
                </a:lnTo>
                <a:lnTo>
                  <a:pt x="5120195" y="1443964"/>
                </a:lnTo>
                <a:lnTo>
                  <a:pt x="5120195" y="1447774"/>
                </a:lnTo>
                <a:close/>
              </a:path>
              <a:path w="5120640" h="1447800">
                <a:moveTo>
                  <a:pt x="7620" y="7619"/>
                </a:moveTo>
                <a:lnTo>
                  <a:pt x="3810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5120640" h="1447800">
                <a:moveTo>
                  <a:pt x="5112575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5112575" y="3810"/>
                </a:lnTo>
                <a:lnTo>
                  <a:pt x="5112575" y="7619"/>
                </a:lnTo>
                <a:close/>
              </a:path>
              <a:path w="5120640" h="1447800">
                <a:moveTo>
                  <a:pt x="5112575" y="1443964"/>
                </a:moveTo>
                <a:lnTo>
                  <a:pt x="5112575" y="3810"/>
                </a:lnTo>
                <a:lnTo>
                  <a:pt x="5116385" y="7619"/>
                </a:lnTo>
                <a:lnTo>
                  <a:pt x="5120195" y="7619"/>
                </a:lnTo>
                <a:lnTo>
                  <a:pt x="5120195" y="1440154"/>
                </a:lnTo>
                <a:lnTo>
                  <a:pt x="5116385" y="1440154"/>
                </a:lnTo>
                <a:lnTo>
                  <a:pt x="5112575" y="1443964"/>
                </a:lnTo>
                <a:close/>
              </a:path>
              <a:path w="5120640" h="1447800">
                <a:moveTo>
                  <a:pt x="5120195" y="7619"/>
                </a:moveTo>
                <a:lnTo>
                  <a:pt x="5116385" y="7619"/>
                </a:lnTo>
                <a:lnTo>
                  <a:pt x="5112575" y="3810"/>
                </a:lnTo>
                <a:lnTo>
                  <a:pt x="5120195" y="3810"/>
                </a:lnTo>
                <a:lnTo>
                  <a:pt x="5120195" y="7619"/>
                </a:lnTo>
                <a:close/>
              </a:path>
              <a:path w="5120640" h="1447800">
                <a:moveTo>
                  <a:pt x="7620" y="1443964"/>
                </a:moveTo>
                <a:lnTo>
                  <a:pt x="3810" y="1440154"/>
                </a:lnTo>
                <a:lnTo>
                  <a:pt x="7620" y="1440154"/>
                </a:lnTo>
                <a:lnTo>
                  <a:pt x="7620" y="1443964"/>
                </a:lnTo>
                <a:close/>
              </a:path>
              <a:path w="5120640" h="1447800">
                <a:moveTo>
                  <a:pt x="5112575" y="1443964"/>
                </a:moveTo>
                <a:lnTo>
                  <a:pt x="7620" y="1443964"/>
                </a:lnTo>
                <a:lnTo>
                  <a:pt x="7620" y="1440154"/>
                </a:lnTo>
                <a:lnTo>
                  <a:pt x="5112575" y="1440154"/>
                </a:lnTo>
                <a:lnTo>
                  <a:pt x="5112575" y="1443964"/>
                </a:lnTo>
                <a:close/>
              </a:path>
              <a:path w="5120640" h="1447800">
                <a:moveTo>
                  <a:pt x="5120195" y="1443964"/>
                </a:moveTo>
                <a:lnTo>
                  <a:pt x="5112575" y="1443964"/>
                </a:lnTo>
                <a:lnTo>
                  <a:pt x="5116385" y="1440154"/>
                </a:lnTo>
                <a:lnTo>
                  <a:pt x="5120195" y="1440154"/>
                </a:lnTo>
                <a:lnTo>
                  <a:pt x="5120195" y="1443964"/>
                </a:lnTo>
                <a:close/>
              </a:path>
            </a:pathLst>
          </a:custGeom>
          <a:solidFill>
            <a:srgbClr val="4EB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2525267" y="6297968"/>
            <a:ext cx="5113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JVM</a:t>
            </a:r>
            <a:r>
              <a:rPr dirty="0" sz="1800" b="1">
                <a:solidFill>
                  <a:srgbClr val="FFFFFF"/>
                </a:solidFill>
                <a:latin typeface="微软雅黑"/>
                <a:cs typeface="微软雅黑"/>
              </a:rPr>
              <a:t>执行引擎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2884932" y="5862828"/>
            <a:ext cx="2089404" cy="36118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881795" y="5859551"/>
            <a:ext cx="2096135" cy="367665"/>
          </a:xfrm>
          <a:custGeom>
            <a:avLst/>
            <a:gdLst/>
            <a:ahLst/>
            <a:cxnLst/>
            <a:rect l="l" t="t" r="r" b="b"/>
            <a:pathLst>
              <a:path w="2096135" h="367664">
                <a:moveTo>
                  <a:pt x="2095855" y="367664"/>
                </a:moveTo>
                <a:lnTo>
                  <a:pt x="0" y="367664"/>
                </a:lnTo>
                <a:lnTo>
                  <a:pt x="0" y="0"/>
                </a:lnTo>
                <a:lnTo>
                  <a:pt x="2095855" y="0"/>
                </a:lnTo>
                <a:lnTo>
                  <a:pt x="209585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0045"/>
                </a:lnTo>
                <a:lnTo>
                  <a:pt x="3809" y="360045"/>
                </a:lnTo>
                <a:lnTo>
                  <a:pt x="7619" y="363854"/>
                </a:lnTo>
                <a:lnTo>
                  <a:pt x="2095855" y="363854"/>
                </a:lnTo>
                <a:lnTo>
                  <a:pt x="2095855" y="367664"/>
                </a:lnTo>
                <a:close/>
              </a:path>
              <a:path w="2096135" h="367664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096135" h="367664">
                <a:moveTo>
                  <a:pt x="208823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088235" y="3810"/>
                </a:lnTo>
                <a:lnTo>
                  <a:pt x="2088235" y="7620"/>
                </a:lnTo>
                <a:close/>
              </a:path>
              <a:path w="2096135" h="367664">
                <a:moveTo>
                  <a:pt x="2088235" y="363854"/>
                </a:moveTo>
                <a:lnTo>
                  <a:pt x="2088235" y="3810"/>
                </a:lnTo>
                <a:lnTo>
                  <a:pt x="2092045" y="7620"/>
                </a:lnTo>
                <a:lnTo>
                  <a:pt x="2095855" y="7620"/>
                </a:lnTo>
                <a:lnTo>
                  <a:pt x="2095855" y="360045"/>
                </a:lnTo>
                <a:lnTo>
                  <a:pt x="2092045" y="360045"/>
                </a:lnTo>
                <a:lnTo>
                  <a:pt x="2088235" y="363854"/>
                </a:lnTo>
                <a:close/>
              </a:path>
              <a:path w="2096135" h="367664">
                <a:moveTo>
                  <a:pt x="2095855" y="7620"/>
                </a:moveTo>
                <a:lnTo>
                  <a:pt x="2092045" y="7620"/>
                </a:lnTo>
                <a:lnTo>
                  <a:pt x="2088235" y="3810"/>
                </a:lnTo>
                <a:lnTo>
                  <a:pt x="2095855" y="3810"/>
                </a:lnTo>
                <a:lnTo>
                  <a:pt x="2095855" y="7620"/>
                </a:lnTo>
                <a:close/>
              </a:path>
              <a:path w="2096135" h="367664">
                <a:moveTo>
                  <a:pt x="7619" y="363854"/>
                </a:moveTo>
                <a:lnTo>
                  <a:pt x="3809" y="360045"/>
                </a:lnTo>
                <a:lnTo>
                  <a:pt x="7619" y="360045"/>
                </a:lnTo>
                <a:lnTo>
                  <a:pt x="7619" y="363854"/>
                </a:lnTo>
                <a:close/>
              </a:path>
              <a:path w="2096135" h="367664">
                <a:moveTo>
                  <a:pt x="2088235" y="363854"/>
                </a:moveTo>
                <a:lnTo>
                  <a:pt x="7619" y="363854"/>
                </a:lnTo>
                <a:lnTo>
                  <a:pt x="7619" y="360045"/>
                </a:lnTo>
                <a:lnTo>
                  <a:pt x="2088235" y="360045"/>
                </a:lnTo>
                <a:lnTo>
                  <a:pt x="2088235" y="363854"/>
                </a:lnTo>
                <a:close/>
              </a:path>
              <a:path w="2096135" h="367664">
                <a:moveTo>
                  <a:pt x="2095855" y="363854"/>
                </a:moveTo>
                <a:lnTo>
                  <a:pt x="2088235" y="363854"/>
                </a:lnTo>
                <a:lnTo>
                  <a:pt x="2092045" y="360045"/>
                </a:lnTo>
                <a:lnTo>
                  <a:pt x="2095855" y="360045"/>
                </a:lnTo>
                <a:lnTo>
                  <a:pt x="2095855" y="363854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884932" y="5359908"/>
            <a:ext cx="2089404" cy="35966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881795" y="5355501"/>
            <a:ext cx="2096135" cy="367665"/>
          </a:xfrm>
          <a:custGeom>
            <a:avLst/>
            <a:gdLst/>
            <a:ahLst/>
            <a:cxnLst/>
            <a:rect l="l" t="t" r="r" b="b"/>
            <a:pathLst>
              <a:path w="2096135" h="367664">
                <a:moveTo>
                  <a:pt x="2095855" y="367652"/>
                </a:moveTo>
                <a:lnTo>
                  <a:pt x="0" y="367652"/>
                </a:lnTo>
                <a:lnTo>
                  <a:pt x="0" y="0"/>
                </a:lnTo>
                <a:lnTo>
                  <a:pt x="2095855" y="0"/>
                </a:lnTo>
                <a:lnTo>
                  <a:pt x="209585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0032"/>
                </a:lnTo>
                <a:lnTo>
                  <a:pt x="3809" y="360032"/>
                </a:lnTo>
                <a:lnTo>
                  <a:pt x="7619" y="363842"/>
                </a:lnTo>
                <a:lnTo>
                  <a:pt x="2095855" y="363842"/>
                </a:lnTo>
                <a:lnTo>
                  <a:pt x="2095855" y="367652"/>
                </a:lnTo>
                <a:close/>
              </a:path>
              <a:path w="2096135" h="367664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096135" h="367664">
                <a:moveTo>
                  <a:pt x="208823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088235" y="3810"/>
                </a:lnTo>
                <a:lnTo>
                  <a:pt x="2088235" y="7620"/>
                </a:lnTo>
                <a:close/>
              </a:path>
              <a:path w="2096135" h="367664">
                <a:moveTo>
                  <a:pt x="2088235" y="363842"/>
                </a:moveTo>
                <a:lnTo>
                  <a:pt x="2088235" y="3810"/>
                </a:lnTo>
                <a:lnTo>
                  <a:pt x="2092045" y="7620"/>
                </a:lnTo>
                <a:lnTo>
                  <a:pt x="2095855" y="7620"/>
                </a:lnTo>
                <a:lnTo>
                  <a:pt x="2095855" y="360032"/>
                </a:lnTo>
                <a:lnTo>
                  <a:pt x="2092045" y="360032"/>
                </a:lnTo>
                <a:lnTo>
                  <a:pt x="2088235" y="363842"/>
                </a:lnTo>
                <a:close/>
              </a:path>
              <a:path w="2096135" h="367664">
                <a:moveTo>
                  <a:pt x="2095855" y="7620"/>
                </a:moveTo>
                <a:lnTo>
                  <a:pt x="2092045" y="7620"/>
                </a:lnTo>
                <a:lnTo>
                  <a:pt x="2088235" y="3810"/>
                </a:lnTo>
                <a:lnTo>
                  <a:pt x="2095855" y="3810"/>
                </a:lnTo>
                <a:lnTo>
                  <a:pt x="2095855" y="7620"/>
                </a:lnTo>
                <a:close/>
              </a:path>
              <a:path w="2096135" h="367664">
                <a:moveTo>
                  <a:pt x="7619" y="363842"/>
                </a:moveTo>
                <a:lnTo>
                  <a:pt x="3809" y="360032"/>
                </a:lnTo>
                <a:lnTo>
                  <a:pt x="7619" y="360032"/>
                </a:lnTo>
                <a:lnTo>
                  <a:pt x="7619" y="363842"/>
                </a:lnTo>
                <a:close/>
              </a:path>
              <a:path w="2096135" h="367664">
                <a:moveTo>
                  <a:pt x="2088235" y="363842"/>
                </a:moveTo>
                <a:lnTo>
                  <a:pt x="7619" y="363842"/>
                </a:lnTo>
                <a:lnTo>
                  <a:pt x="7619" y="360032"/>
                </a:lnTo>
                <a:lnTo>
                  <a:pt x="2088235" y="360032"/>
                </a:lnTo>
                <a:lnTo>
                  <a:pt x="2088235" y="363842"/>
                </a:lnTo>
                <a:close/>
              </a:path>
              <a:path w="2096135" h="367664">
                <a:moveTo>
                  <a:pt x="2095855" y="363842"/>
                </a:moveTo>
                <a:lnTo>
                  <a:pt x="2088235" y="363842"/>
                </a:lnTo>
                <a:lnTo>
                  <a:pt x="2092045" y="360032"/>
                </a:lnTo>
                <a:lnTo>
                  <a:pt x="2095855" y="360032"/>
                </a:lnTo>
                <a:lnTo>
                  <a:pt x="2095855" y="363842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3213265" y="5375185"/>
            <a:ext cx="1445260" cy="803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即时编译器JIT</a:t>
            </a:r>
            <a:endParaRPr sz="1800">
              <a:latin typeface="微软雅黑"/>
              <a:cs typeface="微软雅黑"/>
            </a:endParaRPr>
          </a:p>
          <a:p>
            <a:pPr marL="30480">
              <a:lnSpc>
                <a:spcPct val="100000"/>
              </a:lnSpc>
              <a:spcBef>
                <a:spcPts val="1805"/>
              </a:spcBef>
            </a:pPr>
            <a:r>
              <a:rPr dirty="0" sz="1800">
                <a:latin typeface="微软雅黑"/>
                <a:cs typeface="微软雅黑"/>
              </a:rPr>
              <a:t>字节码解释器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5189220" y="5647944"/>
            <a:ext cx="2089403" cy="35966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186045" y="5643524"/>
            <a:ext cx="2096135" cy="367665"/>
          </a:xfrm>
          <a:custGeom>
            <a:avLst/>
            <a:gdLst/>
            <a:ahLst/>
            <a:cxnLst/>
            <a:rect l="l" t="t" r="r" b="b"/>
            <a:pathLst>
              <a:path w="2096134" h="367664">
                <a:moveTo>
                  <a:pt x="2095855" y="367664"/>
                </a:moveTo>
                <a:lnTo>
                  <a:pt x="0" y="367664"/>
                </a:lnTo>
                <a:lnTo>
                  <a:pt x="0" y="0"/>
                </a:lnTo>
                <a:lnTo>
                  <a:pt x="2095855" y="0"/>
                </a:lnTo>
                <a:lnTo>
                  <a:pt x="2095855" y="3810"/>
                </a:lnTo>
                <a:lnTo>
                  <a:pt x="7619" y="3810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360044"/>
                </a:lnTo>
                <a:lnTo>
                  <a:pt x="3809" y="360044"/>
                </a:lnTo>
                <a:lnTo>
                  <a:pt x="7619" y="363854"/>
                </a:lnTo>
                <a:lnTo>
                  <a:pt x="2095855" y="363854"/>
                </a:lnTo>
                <a:lnTo>
                  <a:pt x="2095855" y="367664"/>
                </a:lnTo>
                <a:close/>
              </a:path>
              <a:path w="2096134" h="367664">
                <a:moveTo>
                  <a:pt x="7619" y="7619"/>
                </a:moveTo>
                <a:lnTo>
                  <a:pt x="3809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2096134" h="367664">
                <a:moveTo>
                  <a:pt x="2088235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2088235" y="3810"/>
                </a:lnTo>
                <a:lnTo>
                  <a:pt x="2088235" y="7619"/>
                </a:lnTo>
                <a:close/>
              </a:path>
              <a:path w="2096134" h="367664">
                <a:moveTo>
                  <a:pt x="2088235" y="363854"/>
                </a:moveTo>
                <a:lnTo>
                  <a:pt x="2088235" y="3810"/>
                </a:lnTo>
                <a:lnTo>
                  <a:pt x="2092045" y="7619"/>
                </a:lnTo>
                <a:lnTo>
                  <a:pt x="2095855" y="7619"/>
                </a:lnTo>
                <a:lnTo>
                  <a:pt x="2095855" y="360044"/>
                </a:lnTo>
                <a:lnTo>
                  <a:pt x="2092045" y="360044"/>
                </a:lnTo>
                <a:lnTo>
                  <a:pt x="2088235" y="363854"/>
                </a:lnTo>
                <a:close/>
              </a:path>
              <a:path w="2096134" h="367664">
                <a:moveTo>
                  <a:pt x="2095855" y="7619"/>
                </a:moveTo>
                <a:lnTo>
                  <a:pt x="2092045" y="7619"/>
                </a:lnTo>
                <a:lnTo>
                  <a:pt x="2088235" y="3810"/>
                </a:lnTo>
                <a:lnTo>
                  <a:pt x="2095855" y="3810"/>
                </a:lnTo>
                <a:lnTo>
                  <a:pt x="2095855" y="7619"/>
                </a:lnTo>
                <a:close/>
              </a:path>
              <a:path w="2096134" h="367664">
                <a:moveTo>
                  <a:pt x="7619" y="363854"/>
                </a:moveTo>
                <a:lnTo>
                  <a:pt x="3809" y="360044"/>
                </a:lnTo>
                <a:lnTo>
                  <a:pt x="7619" y="360044"/>
                </a:lnTo>
                <a:lnTo>
                  <a:pt x="7619" y="363854"/>
                </a:lnTo>
                <a:close/>
              </a:path>
              <a:path w="2096134" h="367664">
                <a:moveTo>
                  <a:pt x="2088235" y="363854"/>
                </a:moveTo>
                <a:lnTo>
                  <a:pt x="7619" y="363854"/>
                </a:lnTo>
                <a:lnTo>
                  <a:pt x="7619" y="360044"/>
                </a:lnTo>
                <a:lnTo>
                  <a:pt x="2088235" y="360044"/>
                </a:lnTo>
                <a:lnTo>
                  <a:pt x="2088235" y="363854"/>
                </a:lnTo>
                <a:close/>
              </a:path>
              <a:path w="2096134" h="367664">
                <a:moveTo>
                  <a:pt x="2095855" y="363854"/>
                </a:moveTo>
                <a:lnTo>
                  <a:pt x="2088235" y="363854"/>
                </a:lnTo>
                <a:lnTo>
                  <a:pt x="2092045" y="360044"/>
                </a:lnTo>
                <a:lnTo>
                  <a:pt x="2095855" y="360044"/>
                </a:lnTo>
                <a:lnTo>
                  <a:pt x="2095855" y="363854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5433695" y="5663209"/>
            <a:ext cx="1612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自适应优化方式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968760" y="5535523"/>
            <a:ext cx="226695" cy="295910"/>
          </a:xfrm>
          <a:custGeom>
            <a:avLst/>
            <a:gdLst/>
            <a:ahLst/>
            <a:cxnLst/>
            <a:rect l="l" t="t" r="r" b="b"/>
            <a:pathLst>
              <a:path w="226695" h="295910">
                <a:moveTo>
                  <a:pt x="216014" y="295643"/>
                </a:moveTo>
                <a:lnTo>
                  <a:pt x="0" y="7620"/>
                </a:lnTo>
                <a:lnTo>
                  <a:pt x="10160" y="0"/>
                </a:lnTo>
                <a:lnTo>
                  <a:pt x="226174" y="288023"/>
                </a:lnTo>
                <a:lnTo>
                  <a:pt x="216014" y="2956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969344" y="5822873"/>
            <a:ext cx="225425" cy="225425"/>
          </a:xfrm>
          <a:custGeom>
            <a:avLst/>
            <a:gdLst/>
            <a:ahLst/>
            <a:cxnLst/>
            <a:rect l="l" t="t" r="r" b="b"/>
            <a:pathLst>
              <a:path w="225425" h="225425">
                <a:moveTo>
                  <a:pt x="8978" y="225005"/>
                </a:moveTo>
                <a:lnTo>
                  <a:pt x="0" y="216014"/>
                </a:lnTo>
                <a:lnTo>
                  <a:pt x="216027" y="0"/>
                </a:lnTo>
                <a:lnTo>
                  <a:pt x="225005" y="8978"/>
                </a:lnTo>
                <a:lnTo>
                  <a:pt x="8978" y="2250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917947" y="4600955"/>
            <a:ext cx="1620011" cy="21640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913490" y="4597501"/>
            <a:ext cx="1628139" cy="224154"/>
          </a:xfrm>
          <a:custGeom>
            <a:avLst/>
            <a:gdLst/>
            <a:ahLst/>
            <a:cxnLst/>
            <a:rect l="l" t="t" r="r" b="b"/>
            <a:pathLst>
              <a:path w="1628140" h="224154">
                <a:moveTo>
                  <a:pt x="1627619" y="223621"/>
                </a:moveTo>
                <a:lnTo>
                  <a:pt x="0" y="223621"/>
                </a:lnTo>
                <a:lnTo>
                  <a:pt x="0" y="0"/>
                </a:lnTo>
                <a:lnTo>
                  <a:pt x="1627619" y="0"/>
                </a:lnTo>
                <a:lnTo>
                  <a:pt x="1627619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216001"/>
                </a:lnTo>
                <a:lnTo>
                  <a:pt x="3810" y="216001"/>
                </a:lnTo>
                <a:lnTo>
                  <a:pt x="7619" y="219811"/>
                </a:lnTo>
                <a:lnTo>
                  <a:pt x="1627619" y="219811"/>
                </a:lnTo>
                <a:lnTo>
                  <a:pt x="1627619" y="223621"/>
                </a:lnTo>
                <a:close/>
              </a:path>
              <a:path w="1628140" h="224154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628140" h="224154">
                <a:moveTo>
                  <a:pt x="1619999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619999" y="3810"/>
                </a:lnTo>
                <a:lnTo>
                  <a:pt x="1619999" y="7620"/>
                </a:lnTo>
                <a:close/>
              </a:path>
              <a:path w="1628140" h="224154">
                <a:moveTo>
                  <a:pt x="1619999" y="219811"/>
                </a:moveTo>
                <a:lnTo>
                  <a:pt x="1619999" y="3810"/>
                </a:lnTo>
                <a:lnTo>
                  <a:pt x="1623809" y="7620"/>
                </a:lnTo>
                <a:lnTo>
                  <a:pt x="1627619" y="7620"/>
                </a:lnTo>
                <a:lnTo>
                  <a:pt x="1627619" y="216001"/>
                </a:lnTo>
                <a:lnTo>
                  <a:pt x="1623809" y="216001"/>
                </a:lnTo>
                <a:lnTo>
                  <a:pt x="1619999" y="219811"/>
                </a:lnTo>
                <a:close/>
              </a:path>
              <a:path w="1628140" h="224154">
                <a:moveTo>
                  <a:pt x="1627619" y="7620"/>
                </a:moveTo>
                <a:lnTo>
                  <a:pt x="1623809" y="7620"/>
                </a:lnTo>
                <a:lnTo>
                  <a:pt x="1619999" y="3810"/>
                </a:lnTo>
                <a:lnTo>
                  <a:pt x="1627619" y="3810"/>
                </a:lnTo>
                <a:lnTo>
                  <a:pt x="1627619" y="7620"/>
                </a:lnTo>
                <a:close/>
              </a:path>
              <a:path w="1628140" h="224154">
                <a:moveTo>
                  <a:pt x="7619" y="219811"/>
                </a:moveTo>
                <a:lnTo>
                  <a:pt x="3810" y="216001"/>
                </a:lnTo>
                <a:lnTo>
                  <a:pt x="7619" y="216001"/>
                </a:lnTo>
                <a:lnTo>
                  <a:pt x="7619" y="219811"/>
                </a:lnTo>
                <a:close/>
              </a:path>
              <a:path w="1628140" h="224154">
                <a:moveTo>
                  <a:pt x="1619999" y="219811"/>
                </a:moveTo>
                <a:lnTo>
                  <a:pt x="7619" y="219811"/>
                </a:lnTo>
                <a:lnTo>
                  <a:pt x="7619" y="216001"/>
                </a:lnTo>
                <a:lnTo>
                  <a:pt x="1619999" y="216001"/>
                </a:lnTo>
                <a:lnTo>
                  <a:pt x="1619999" y="219811"/>
                </a:lnTo>
                <a:close/>
              </a:path>
              <a:path w="1628140" h="224154">
                <a:moveTo>
                  <a:pt x="1627619" y="219811"/>
                </a:moveTo>
                <a:lnTo>
                  <a:pt x="1619999" y="219811"/>
                </a:lnTo>
                <a:lnTo>
                  <a:pt x="1623809" y="216001"/>
                </a:lnTo>
                <a:lnTo>
                  <a:pt x="1627619" y="216001"/>
                </a:lnTo>
                <a:lnTo>
                  <a:pt x="1627619" y="219811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393947" y="3429000"/>
            <a:ext cx="1260348" cy="28803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390506" y="3424554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287997"/>
                </a:lnTo>
                <a:lnTo>
                  <a:pt x="3810" y="287997"/>
                </a:lnTo>
                <a:lnTo>
                  <a:pt x="7620" y="291807"/>
                </a:lnTo>
                <a:lnTo>
                  <a:pt x="1267625" y="291807"/>
                </a:lnTo>
                <a:lnTo>
                  <a:pt x="1267625" y="295617"/>
                </a:lnTo>
                <a:close/>
              </a:path>
              <a:path w="1268095" h="29591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7997"/>
                </a:lnTo>
                <a:lnTo>
                  <a:pt x="126381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20" y="291807"/>
                </a:moveTo>
                <a:lnTo>
                  <a:pt x="3810" y="287997"/>
                </a:lnTo>
                <a:lnTo>
                  <a:pt x="7620" y="287997"/>
                </a:lnTo>
                <a:lnTo>
                  <a:pt x="7620" y="291807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7620" y="291807"/>
                </a:lnTo>
                <a:lnTo>
                  <a:pt x="7620" y="287997"/>
                </a:lnTo>
                <a:lnTo>
                  <a:pt x="126000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291807"/>
                </a:moveTo>
                <a:lnTo>
                  <a:pt x="1260005" y="291807"/>
                </a:lnTo>
                <a:lnTo>
                  <a:pt x="1263815" y="287997"/>
                </a:lnTo>
                <a:lnTo>
                  <a:pt x="1267625" y="287997"/>
                </a:lnTo>
                <a:lnTo>
                  <a:pt x="1267625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404615" y="3794759"/>
            <a:ext cx="1260348" cy="28803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401275" y="3791229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287997"/>
                </a:lnTo>
                <a:lnTo>
                  <a:pt x="3810" y="287997"/>
                </a:lnTo>
                <a:lnTo>
                  <a:pt x="7619" y="291807"/>
                </a:lnTo>
                <a:lnTo>
                  <a:pt x="1267625" y="291807"/>
                </a:lnTo>
                <a:lnTo>
                  <a:pt x="1267625" y="295617"/>
                </a:lnTo>
                <a:close/>
              </a:path>
              <a:path w="1268095" h="295910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7997"/>
                </a:lnTo>
                <a:lnTo>
                  <a:pt x="126381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19" y="291807"/>
                </a:moveTo>
                <a:lnTo>
                  <a:pt x="3810" y="287997"/>
                </a:lnTo>
                <a:lnTo>
                  <a:pt x="7619" y="287997"/>
                </a:lnTo>
                <a:lnTo>
                  <a:pt x="7619" y="291807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7619" y="291807"/>
                </a:lnTo>
                <a:lnTo>
                  <a:pt x="7619" y="287997"/>
                </a:lnTo>
                <a:lnTo>
                  <a:pt x="126000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291807"/>
                </a:moveTo>
                <a:lnTo>
                  <a:pt x="1260005" y="291807"/>
                </a:lnTo>
                <a:lnTo>
                  <a:pt x="1263815" y="287997"/>
                </a:lnTo>
                <a:lnTo>
                  <a:pt x="1267625" y="287997"/>
                </a:lnTo>
                <a:lnTo>
                  <a:pt x="1267625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3547986" y="3065894"/>
            <a:ext cx="953135" cy="98234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微软雅黑"/>
                <a:cs typeface="微软雅黑"/>
              </a:rPr>
              <a:t>程序计数</a:t>
            </a:r>
            <a:r>
              <a:rPr dirty="0" sz="1400" spc="5" b="1">
                <a:latin typeface="微软雅黑"/>
                <a:cs typeface="微软雅黑"/>
              </a:rPr>
              <a:t>器</a:t>
            </a:r>
            <a:endParaRPr sz="1400">
              <a:latin typeface="微软雅黑"/>
              <a:cs typeface="微软雅黑"/>
            </a:endParaRPr>
          </a:p>
          <a:p>
            <a:pPr marL="41910" marR="5080" indent="-29845">
              <a:lnSpc>
                <a:spcPct val="171900"/>
              </a:lnSpc>
              <a:spcBef>
                <a:spcPts val="70"/>
              </a:spcBef>
            </a:pPr>
            <a:r>
              <a:rPr dirty="0" sz="1400" spc="-5" b="1">
                <a:latin typeface="微软雅黑"/>
                <a:cs typeface="微软雅黑"/>
              </a:rPr>
              <a:t>JVM栈内</a:t>
            </a:r>
            <a:r>
              <a:rPr dirty="0" sz="1400" b="1">
                <a:latin typeface="微软雅黑"/>
                <a:cs typeface="微软雅黑"/>
              </a:rPr>
              <a:t>存 </a:t>
            </a:r>
            <a:r>
              <a:rPr dirty="0" sz="1400" b="1">
                <a:latin typeface="微软雅黑"/>
                <a:cs typeface="微软雅黑"/>
              </a:rPr>
              <a:t>本地方法</a:t>
            </a:r>
            <a:r>
              <a:rPr dirty="0" sz="1400" spc="5" b="1">
                <a:latin typeface="微软雅黑"/>
                <a:cs typeface="微软雅黑"/>
              </a:rPr>
              <a:t>栈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5059045" y="4983136"/>
            <a:ext cx="76200" cy="25203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333927" y="2696603"/>
            <a:ext cx="1395095" cy="1464945"/>
          </a:xfrm>
          <a:custGeom>
            <a:avLst/>
            <a:gdLst/>
            <a:ahLst/>
            <a:cxnLst/>
            <a:rect l="l" t="t" r="r" b="b"/>
            <a:pathLst>
              <a:path w="1395095" h="1464945">
                <a:moveTo>
                  <a:pt x="1394536" y="1464792"/>
                </a:moveTo>
                <a:lnTo>
                  <a:pt x="0" y="1464792"/>
                </a:lnTo>
                <a:lnTo>
                  <a:pt x="0" y="0"/>
                </a:lnTo>
                <a:lnTo>
                  <a:pt x="1394536" y="0"/>
                </a:lnTo>
                <a:lnTo>
                  <a:pt x="1394536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452092"/>
                </a:lnTo>
                <a:lnTo>
                  <a:pt x="6350" y="1452092"/>
                </a:lnTo>
                <a:lnTo>
                  <a:pt x="12700" y="1458442"/>
                </a:lnTo>
                <a:lnTo>
                  <a:pt x="1394536" y="1458442"/>
                </a:lnTo>
                <a:lnTo>
                  <a:pt x="1394536" y="1464792"/>
                </a:lnTo>
                <a:close/>
              </a:path>
              <a:path w="1395095" h="1464945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1395095" h="1464945">
                <a:moveTo>
                  <a:pt x="1381836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1381836" y="6349"/>
                </a:lnTo>
                <a:lnTo>
                  <a:pt x="1381836" y="12699"/>
                </a:lnTo>
                <a:close/>
              </a:path>
              <a:path w="1395095" h="1464945">
                <a:moveTo>
                  <a:pt x="1381836" y="1458442"/>
                </a:moveTo>
                <a:lnTo>
                  <a:pt x="1381836" y="6349"/>
                </a:lnTo>
                <a:lnTo>
                  <a:pt x="1388186" y="12699"/>
                </a:lnTo>
                <a:lnTo>
                  <a:pt x="1394536" y="12699"/>
                </a:lnTo>
                <a:lnTo>
                  <a:pt x="1394536" y="1452092"/>
                </a:lnTo>
                <a:lnTo>
                  <a:pt x="1388186" y="1452092"/>
                </a:lnTo>
                <a:lnTo>
                  <a:pt x="1381836" y="1458442"/>
                </a:lnTo>
                <a:close/>
              </a:path>
              <a:path w="1395095" h="1464945">
                <a:moveTo>
                  <a:pt x="1394536" y="12699"/>
                </a:moveTo>
                <a:lnTo>
                  <a:pt x="1388186" y="12699"/>
                </a:lnTo>
                <a:lnTo>
                  <a:pt x="1381836" y="6349"/>
                </a:lnTo>
                <a:lnTo>
                  <a:pt x="1394536" y="6349"/>
                </a:lnTo>
                <a:lnTo>
                  <a:pt x="1394536" y="12699"/>
                </a:lnTo>
                <a:close/>
              </a:path>
              <a:path w="1395095" h="1464945">
                <a:moveTo>
                  <a:pt x="12700" y="1458442"/>
                </a:moveTo>
                <a:lnTo>
                  <a:pt x="6350" y="1452092"/>
                </a:lnTo>
                <a:lnTo>
                  <a:pt x="12700" y="1452092"/>
                </a:lnTo>
                <a:lnTo>
                  <a:pt x="12700" y="1458442"/>
                </a:lnTo>
                <a:close/>
              </a:path>
              <a:path w="1395095" h="1464945">
                <a:moveTo>
                  <a:pt x="1381836" y="1458442"/>
                </a:moveTo>
                <a:lnTo>
                  <a:pt x="12700" y="1458442"/>
                </a:lnTo>
                <a:lnTo>
                  <a:pt x="12700" y="1452092"/>
                </a:lnTo>
                <a:lnTo>
                  <a:pt x="1381836" y="1452092"/>
                </a:lnTo>
                <a:lnTo>
                  <a:pt x="1381836" y="1458442"/>
                </a:lnTo>
                <a:close/>
              </a:path>
              <a:path w="1395095" h="1464945">
                <a:moveTo>
                  <a:pt x="1394536" y="1458442"/>
                </a:moveTo>
                <a:lnTo>
                  <a:pt x="1381836" y="1458442"/>
                </a:lnTo>
                <a:lnTo>
                  <a:pt x="1388186" y="1452092"/>
                </a:lnTo>
                <a:lnTo>
                  <a:pt x="1394536" y="1452092"/>
                </a:lnTo>
                <a:lnTo>
                  <a:pt x="1394536" y="1458442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3815257" y="2722003"/>
            <a:ext cx="431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微软雅黑"/>
                <a:cs typeface="微软雅黑"/>
              </a:rPr>
              <a:t>线</a:t>
            </a:r>
            <a:r>
              <a:rPr dirty="0" sz="1600" spc="-5" b="1">
                <a:latin typeface="微软雅黑"/>
                <a:cs typeface="微软雅黑"/>
              </a:rPr>
              <a:t>程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4920996" y="3052572"/>
            <a:ext cx="1260348" cy="28803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917656" y="3048749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287997"/>
                </a:lnTo>
                <a:lnTo>
                  <a:pt x="3810" y="287997"/>
                </a:lnTo>
                <a:lnTo>
                  <a:pt x="7620" y="291807"/>
                </a:lnTo>
                <a:lnTo>
                  <a:pt x="1267625" y="291807"/>
                </a:lnTo>
                <a:lnTo>
                  <a:pt x="1267625" y="295617"/>
                </a:lnTo>
                <a:close/>
              </a:path>
              <a:path w="1268095" h="29591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7997"/>
                </a:lnTo>
                <a:lnTo>
                  <a:pt x="126381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20" y="291807"/>
                </a:moveTo>
                <a:lnTo>
                  <a:pt x="3810" y="287997"/>
                </a:lnTo>
                <a:lnTo>
                  <a:pt x="7620" y="287997"/>
                </a:lnTo>
                <a:lnTo>
                  <a:pt x="7620" y="291807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7620" y="291807"/>
                </a:lnTo>
                <a:lnTo>
                  <a:pt x="7620" y="287997"/>
                </a:lnTo>
                <a:lnTo>
                  <a:pt x="126000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291807"/>
                </a:moveTo>
                <a:lnTo>
                  <a:pt x="1260005" y="291807"/>
                </a:lnTo>
                <a:lnTo>
                  <a:pt x="1263815" y="287997"/>
                </a:lnTo>
                <a:lnTo>
                  <a:pt x="1267625" y="287997"/>
                </a:lnTo>
                <a:lnTo>
                  <a:pt x="1267625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920996" y="3429000"/>
            <a:ext cx="1260348" cy="28803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917656" y="3424554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287997"/>
                </a:lnTo>
                <a:lnTo>
                  <a:pt x="3810" y="287997"/>
                </a:lnTo>
                <a:lnTo>
                  <a:pt x="7620" y="291807"/>
                </a:lnTo>
                <a:lnTo>
                  <a:pt x="1267625" y="291807"/>
                </a:lnTo>
                <a:lnTo>
                  <a:pt x="1267625" y="295617"/>
                </a:lnTo>
                <a:close/>
              </a:path>
              <a:path w="1268095" h="29591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7997"/>
                </a:lnTo>
                <a:lnTo>
                  <a:pt x="126381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20" y="291807"/>
                </a:moveTo>
                <a:lnTo>
                  <a:pt x="3810" y="287997"/>
                </a:lnTo>
                <a:lnTo>
                  <a:pt x="7620" y="287997"/>
                </a:lnTo>
                <a:lnTo>
                  <a:pt x="7620" y="291807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7620" y="291807"/>
                </a:lnTo>
                <a:lnTo>
                  <a:pt x="7620" y="287997"/>
                </a:lnTo>
                <a:lnTo>
                  <a:pt x="126000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291807"/>
                </a:moveTo>
                <a:lnTo>
                  <a:pt x="1260005" y="291807"/>
                </a:lnTo>
                <a:lnTo>
                  <a:pt x="1263815" y="287997"/>
                </a:lnTo>
                <a:lnTo>
                  <a:pt x="1267625" y="287997"/>
                </a:lnTo>
                <a:lnTo>
                  <a:pt x="1267625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931664" y="3794759"/>
            <a:ext cx="1260348" cy="28803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4928425" y="3791229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287997"/>
                </a:lnTo>
                <a:lnTo>
                  <a:pt x="3810" y="287997"/>
                </a:lnTo>
                <a:lnTo>
                  <a:pt x="7620" y="291807"/>
                </a:lnTo>
                <a:lnTo>
                  <a:pt x="1267625" y="291807"/>
                </a:lnTo>
                <a:lnTo>
                  <a:pt x="1267625" y="295617"/>
                </a:lnTo>
                <a:close/>
              </a:path>
              <a:path w="1268095" h="29591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7997"/>
                </a:lnTo>
                <a:lnTo>
                  <a:pt x="126381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20" y="291807"/>
                </a:moveTo>
                <a:lnTo>
                  <a:pt x="3810" y="287997"/>
                </a:lnTo>
                <a:lnTo>
                  <a:pt x="7620" y="287997"/>
                </a:lnTo>
                <a:lnTo>
                  <a:pt x="7620" y="291807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7620" y="291807"/>
                </a:lnTo>
                <a:lnTo>
                  <a:pt x="7620" y="287997"/>
                </a:lnTo>
                <a:lnTo>
                  <a:pt x="126000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291807"/>
                </a:moveTo>
                <a:lnTo>
                  <a:pt x="1260005" y="291807"/>
                </a:lnTo>
                <a:lnTo>
                  <a:pt x="1263815" y="287997"/>
                </a:lnTo>
                <a:lnTo>
                  <a:pt x="1267625" y="287997"/>
                </a:lnTo>
                <a:lnTo>
                  <a:pt x="1267625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4811153" y="3065894"/>
            <a:ext cx="1463040" cy="1752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527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微软雅黑"/>
                <a:cs typeface="微软雅黑"/>
              </a:rPr>
              <a:t>程序计数</a:t>
            </a:r>
            <a:r>
              <a:rPr dirty="0" sz="1400" spc="5" b="1">
                <a:latin typeface="微软雅黑"/>
                <a:cs typeface="微软雅黑"/>
              </a:rPr>
              <a:t>器</a:t>
            </a:r>
            <a:endParaRPr sz="1400">
              <a:latin typeface="微软雅黑"/>
              <a:cs typeface="微软雅黑"/>
            </a:endParaRPr>
          </a:p>
          <a:p>
            <a:pPr marL="306070" marR="250190" indent="-29845">
              <a:lnSpc>
                <a:spcPct val="171900"/>
              </a:lnSpc>
              <a:spcBef>
                <a:spcPts val="70"/>
              </a:spcBef>
            </a:pPr>
            <a:r>
              <a:rPr dirty="0" sz="1400" spc="-5" b="1">
                <a:latin typeface="微软雅黑"/>
                <a:cs typeface="微软雅黑"/>
              </a:rPr>
              <a:t>JVM栈内</a:t>
            </a:r>
            <a:r>
              <a:rPr dirty="0" sz="1400" b="1">
                <a:latin typeface="微软雅黑"/>
                <a:cs typeface="微软雅黑"/>
              </a:rPr>
              <a:t>存 </a:t>
            </a:r>
            <a:r>
              <a:rPr dirty="0" sz="1400" b="1">
                <a:latin typeface="微软雅黑"/>
                <a:cs typeface="微软雅黑"/>
              </a:rPr>
              <a:t>本地方法</a:t>
            </a:r>
            <a:r>
              <a:rPr dirty="0" sz="1400" spc="5" b="1">
                <a:latin typeface="微软雅黑"/>
                <a:cs typeface="微软雅黑"/>
              </a:rPr>
              <a:t>栈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dirty="0" sz="1600" b="1">
                <a:latin typeface="微软雅黑"/>
                <a:cs typeface="微软雅黑"/>
              </a:rPr>
              <a:t>堆内</a:t>
            </a:r>
            <a:r>
              <a:rPr dirty="0" sz="1600" spc="-5" b="1">
                <a:latin typeface="微软雅黑"/>
                <a:cs typeface="微软雅黑"/>
              </a:rPr>
              <a:t>存</a:t>
            </a:r>
            <a:endParaRPr sz="1600">
              <a:latin typeface="微软雅黑"/>
              <a:cs typeface="微软雅黑"/>
            </a:endParaRPr>
          </a:p>
          <a:p>
            <a:pPr marL="382270">
              <a:lnSpc>
                <a:spcPct val="100000"/>
              </a:lnSpc>
              <a:spcBef>
                <a:spcPts val="880"/>
              </a:spcBef>
            </a:pPr>
            <a:r>
              <a:rPr dirty="0" sz="1400" b="1">
                <a:solidFill>
                  <a:srgbClr val="FFFFFF"/>
                </a:solidFill>
                <a:latin typeface="微软雅黑"/>
                <a:cs typeface="微软雅黑"/>
              </a:rPr>
              <a:t>运行时常量</a:t>
            </a:r>
            <a:r>
              <a:rPr dirty="0" sz="1400" spc="5" b="1">
                <a:solidFill>
                  <a:srgbClr val="FFFFFF"/>
                </a:solidFill>
                <a:latin typeface="微软雅黑"/>
                <a:cs typeface="微软雅黑"/>
              </a:rPr>
              <a:t>池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61077" y="2696603"/>
            <a:ext cx="1395095" cy="1464945"/>
          </a:xfrm>
          <a:custGeom>
            <a:avLst/>
            <a:gdLst/>
            <a:ahLst/>
            <a:cxnLst/>
            <a:rect l="l" t="t" r="r" b="b"/>
            <a:pathLst>
              <a:path w="1395095" h="1464945">
                <a:moveTo>
                  <a:pt x="1394536" y="1464792"/>
                </a:moveTo>
                <a:lnTo>
                  <a:pt x="0" y="1464792"/>
                </a:lnTo>
                <a:lnTo>
                  <a:pt x="0" y="0"/>
                </a:lnTo>
                <a:lnTo>
                  <a:pt x="1394536" y="0"/>
                </a:lnTo>
                <a:lnTo>
                  <a:pt x="1394536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452092"/>
                </a:lnTo>
                <a:lnTo>
                  <a:pt x="6350" y="1452092"/>
                </a:lnTo>
                <a:lnTo>
                  <a:pt x="12700" y="1458442"/>
                </a:lnTo>
                <a:lnTo>
                  <a:pt x="1394536" y="1458442"/>
                </a:lnTo>
                <a:lnTo>
                  <a:pt x="1394536" y="1464792"/>
                </a:lnTo>
                <a:close/>
              </a:path>
              <a:path w="1395095" h="1464945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1395095" h="1464945">
                <a:moveTo>
                  <a:pt x="1381836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1381836" y="6349"/>
                </a:lnTo>
                <a:lnTo>
                  <a:pt x="1381836" y="12699"/>
                </a:lnTo>
                <a:close/>
              </a:path>
              <a:path w="1395095" h="1464945">
                <a:moveTo>
                  <a:pt x="1381836" y="1458442"/>
                </a:moveTo>
                <a:lnTo>
                  <a:pt x="1381836" y="6349"/>
                </a:lnTo>
                <a:lnTo>
                  <a:pt x="1388186" y="12699"/>
                </a:lnTo>
                <a:lnTo>
                  <a:pt x="1394536" y="12699"/>
                </a:lnTo>
                <a:lnTo>
                  <a:pt x="1394536" y="1452092"/>
                </a:lnTo>
                <a:lnTo>
                  <a:pt x="1388186" y="1452092"/>
                </a:lnTo>
                <a:lnTo>
                  <a:pt x="1381836" y="1458442"/>
                </a:lnTo>
                <a:close/>
              </a:path>
              <a:path w="1395095" h="1464945">
                <a:moveTo>
                  <a:pt x="1394536" y="12699"/>
                </a:moveTo>
                <a:lnTo>
                  <a:pt x="1388186" y="12699"/>
                </a:lnTo>
                <a:lnTo>
                  <a:pt x="1381836" y="6349"/>
                </a:lnTo>
                <a:lnTo>
                  <a:pt x="1394536" y="6349"/>
                </a:lnTo>
                <a:lnTo>
                  <a:pt x="1394536" y="12699"/>
                </a:lnTo>
                <a:close/>
              </a:path>
              <a:path w="1395095" h="1464945">
                <a:moveTo>
                  <a:pt x="12700" y="1458442"/>
                </a:moveTo>
                <a:lnTo>
                  <a:pt x="6350" y="1452092"/>
                </a:lnTo>
                <a:lnTo>
                  <a:pt x="12700" y="1452092"/>
                </a:lnTo>
                <a:lnTo>
                  <a:pt x="12700" y="1458442"/>
                </a:lnTo>
                <a:close/>
              </a:path>
              <a:path w="1395095" h="1464945">
                <a:moveTo>
                  <a:pt x="1381836" y="1458442"/>
                </a:moveTo>
                <a:lnTo>
                  <a:pt x="12700" y="1458442"/>
                </a:lnTo>
                <a:lnTo>
                  <a:pt x="12700" y="1452092"/>
                </a:lnTo>
                <a:lnTo>
                  <a:pt x="1381836" y="1452092"/>
                </a:lnTo>
                <a:lnTo>
                  <a:pt x="1381836" y="1458442"/>
                </a:lnTo>
                <a:close/>
              </a:path>
              <a:path w="1395095" h="1464945">
                <a:moveTo>
                  <a:pt x="1394536" y="1458442"/>
                </a:moveTo>
                <a:lnTo>
                  <a:pt x="1381836" y="1458442"/>
                </a:lnTo>
                <a:lnTo>
                  <a:pt x="1388186" y="1452092"/>
                </a:lnTo>
                <a:lnTo>
                  <a:pt x="1394536" y="1452092"/>
                </a:lnTo>
                <a:lnTo>
                  <a:pt x="1394536" y="1458442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4399114" y="2156275"/>
            <a:ext cx="1397000" cy="83439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15"/>
              </a:spcBef>
            </a:pPr>
            <a:r>
              <a:rPr dirty="0" sz="1800" b="1">
                <a:latin typeface="微软雅黑"/>
                <a:cs typeface="微软雅黑"/>
              </a:rPr>
              <a:t>运行时数据区</a:t>
            </a:r>
            <a:endParaRPr sz="1800">
              <a:latin typeface="微软雅黑"/>
              <a:cs typeface="微软雅黑"/>
            </a:endParaRPr>
          </a:p>
          <a:p>
            <a:pPr algn="r" marR="27305">
              <a:lnSpc>
                <a:spcPct val="100000"/>
              </a:lnSpc>
              <a:spcBef>
                <a:spcPts val="1075"/>
              </a:spcBef>
            </a:pPr>
            <a:r>
              <a:rPr dirty="0" sz="1600" b="1">
                <a:latin typeface="微软雅黑"/>
                <a:cs typeface="微软雅黑"/>
              </a:rPr>
              <a:t>线</a:t>
            </a:r>
            <a:r>
              <a:rPr dirty="0" sz="1600" spc="-5" b="1">
                <a:latin typeface="微软雅黑"/>
                <a:cs typeface="微软雅黑"/>
              </a:rPr>
              <a:t>程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400012" y="3174872"/>
            <a:ext cx="21145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…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…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1592" y="402742"/>
            <a:ext cx="1064145" cy="309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437574" y="346227"/>
            <a:ext cx="3530777" cy="412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39495" y="1417319"/>
            <a:ext cx="1944624" cy="26639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35736" y="1413827"/>
            <a:ext cx="1951989" cy="2667000"/>
          </a:xfrm>
          <a:custGeom>
            <a:avLst/>
            <a:gdLst/>
            <a:ahLst/>
            <a:cxnLst/>
            <a:rect l="l" t="t" r="r" b="b"/>
            <a:pathLst>
              <a:path w="1951989" h="2667000">
                <a:moveTo>
                  <a:pt x="148170" y="12700"/>
                </a:moveTo>
                <a:lnTo>
                  <a:pt x="119176" y="12700"/>
                </a:lnTo>
                <a:lnTo>
                  <a:pt x="128041" y="0"/>
                </a:lnTo>
                <a:lnTo>
                  <a:pt x="157429" y="0"/>
                </a:lnTo>
                <a:lnTo>
                  <a:pt x="148170" y="12700"/>
                </a:lnTo>
                <a:close/>
              </a:path>
              <a:path w="1951989" h="2667000">
                <a:moveTo>
                  <a:pt x="1832673" y="12700"/>
                </a:moveTo>
                <a:lnTo>
                  <a:pt x="1803679" y="12700"/>
                </a:lnTo>
                <a:lnTo>
                  <a:pt x="1794421" y="0"/>
                </a:lnTo>
                <a:lnTo>
                  <a:pt x="1823808" y="0"/>
                </a:lnTo>
                <a:lnTo>
                  <a:pt x="1832673" y="12700"/>
                </a:lnTo>
                <a:close/>
              </a:path>
              <a:path w="1951989" h="2667000">
                <a:moveTo>
                  <a:pt x="113753" y="25400"/>
                </a:moveTo>
                <a:lnTo>
                  <a:pt x="93941" y="25400"/>
                </a:lnTo>
                <a:lnTo>
                  <a:pt x="102120" y="12700"/>
                </a:lnTo>
                <a:lnTo>
                  <a:pt x="122224" y="12700"/>
                </a:lnTo>
                <a:lnTo>
                  <a:pt x="113753" y="25400"/>
                </a:lnTo>
                <a:close/>
              </a:path>
              <a:path w="1951989" h="2667000">
                <a:moveTo>
                  <a:pt x="1857895" y="25400"/>
                </a:moveTo>
                <a:lnTo>
                  <a:pt x="1838096" y="25400"/>
                </a:lnTo>
                <a:lnTo>
                  <a:pt x="1829612" y="12700"/>
                </a:lnTo>
                <a:lnTo>
                  <a:pt x="1849729" y="12700"/>
                </a:lnTo>
                <a:lnTo>
                  <a:pt x="1857895" y="25400"/>
                </a:lnTo>
                <a:close/>
              </a:path>
              <a:path w="1951989" h="2667000">
                <a:moveTo>
                  <a:pt x="90220" y="38100"/>
                </a:moveTo>
                <a:lnTo>
                  <a:pt x="78384" y="38100"/>
                </a:lnTo>
                <a:lnTo>
                  <a:pt x="86029" y="25400"/>
                </a:lnTo>
                <a:lnTo>
                  <a:pt x="97980" y="25400"/>
                </a:lnTo>
                <a:lnTo>
                  <a:pt x="90220" y="38100"/>
                </a:lnTo>
                <a:close/>
              </a:path>
              <a:path w="1951989" h="2667000">
                <a:moveTo>
                  <a:pt x="1873465" y="38100"/>
                </a:moveTo>
                <a:lnTo>
                  <a:pt x="1861629" y="38100"/>
                </a:lnTo>
                <a:lnTo>
                  <a:pt x="1853869" y="25400"/>
                </a:lnTo>
                <a:lnTo>
                  <a:pt x="1865820" y="25400"/>
                </a:lnTo>
                <a:lnTo>
                  <a:pt x="1873465" y="38100"/>
                </a:lnTo>
                <a:close/>
              </a:path>
              <a:path w="1951989" h="2667000">
                <a:moveTo>
                  <a:pt x="56273" y="63500"/>
                </a:moveTo>
                <a:lnTo>
                  <a:pt x="50698" y="63500"/>
                </a:lnTo>
                <a:lnTo>
                  <a:pt x="57150" y="50800"/>
                </a:lnTo>
                <a:lnTo>
                  <a:pt x="63931" y="38100"/>
                </a:lnTo>
                <a:lnTo>
                  <a:pt x="75933" y="38100"/>
                </a:lnTo>
                <a:lnTo>
                  <a:pt x="68986" y="50800"/>
                </a:lnTo>
                <a:lnTo>
                  <a:pt x="62611" y="50800"/>
                </a:lnTo>
                <a:lnTo>
                  <a:pt x="56273" y="63500"/>
                </a:lnTo>
                <a:close/>
              </a:path>
              <a:path w="1951989" h="2667000">
                <a:moveTo>
                  <a:pt x="1901151" y="63500"/>
                </a:moveTo>
                <a:lnTo>
                  <a:pt x="1895576" y="63500"/>
                </a:lnTo>
                <a:lnTo>
                  <a:pt x="1889239" y="50800"/>
                </a:lnTo>
                <a:lnTo>
                  <a:pt x="1882863" y="50800"/>
                </a:lnTo>
                <a:lnTo>
                  <a:pt x="1875917" y="38100"/>
                </a:lnTo>
                <a:lnTo>
                  <a:pt x="1887918" y="38100"/>
                </a:lnTo>
                <a:lnTo>
                  <a:pt x="1894687" y="50800"/>
                </a:lnTo>
                <a:lnTo>
                  <a:pt x="1901151" y="63500"/>
                </a:lnTo>
                <a:close/>
              </a:path>
              <a:path w="1951989" h="2667000">
                <a:moveTo>
                  <a:pt x="44818" y="76200"/>
                </a:moveTo>
                <a:lnTo>
                  <a:pt x="38773" y="76200"/>
                </a:lnTo>
                <a:lnTo>
                  <a:pt x="44564" y="63500"/>
                </a:lnTo>
                <a:lnTo>
                  <a:pt x="50495" y="63500"/>
                </a:lnTo>
                <a:lnTo>
                  <a:pt x="44818" y="76200"/>
                </a:lnTo>
                <a:close/>
              </a:path>
              <a:path w="1951989" h="2667000">
                <a:moveTo>
                  <a:pt x="1913077" y="76200"/>
                </a:moveTo>
                <a:lnTo>
                  <a:pt x="1907032" y="76200"/>
                </a:lnTo>
                <a:lnTo>
                  <a:pt x="1901355" y="63500"/>
                </a:lnTo>
                <a:lnTo>
                  <a:pt x="1907286" y="63500"/>
                </a:lnTo>
                <a:lnTo>
                  <a:pt x="1913077" y="76200"/>
                </a:lnTo>
                <a:close/>
              </a:path>
              <a:path w="1951989" h="2667000">
                <a:moveTo>
                  <a:pt x="30213" y="101600"/>
                </a:moveTo>
                <a:lnTo>
                  <a:pt x="23558" y="101600"/>
                </a:lnTo>
                <a:lnTo>
                  <a:pt x="28257" y="88900"/>
                </a:lnTo>
                <a:lnTo>
                  <a:pt x="33324" y="76200"/>
                </a:lnTo>
                <a:lnTo>
                  <a:pt x="44932" y="76200"/>
                </a:lnTo>
                <a:lnTo>
                  <a:pt x="39598" y="88900"/>
                </a:lnTo>
                <a:lnTo>
                  <a:pt x="34810" y="88900"/>
                </a:lnTo>
                <a:lnTo>
                  <a:pt x="30213" y="101600"/>
                </a:lnTo>
                <a:close/>
              </a:path>
              <a:path w="1951989" h="2667000">
                <a:moveTo>
                  <a:pt x="1928291" y="101600"/>
                </a:moveTo>
                <a:lnTo>
                  <a:pt x="1921637" y="101600"/>
                </a:lnTo>
                <a:lnTo>
                  <a:pt x="1917026" y="88900"/>
                </a:lnTo>
                <a:lnTo>
                  <a:pt x="1912251" y="88900"/>
                </a:lnTo>
                <a:lnTo>
                  <a:pt x="1906917" y="76200"/>
                </a:lnTo>
                <a:lnTo>
                  <a:pt x="1918512" y="76200"/>
                </a:lnTo>
                <a:lnTo>
                  <a:pt x="1923592" y="88900"/>
                </a:lnTo>
                <a:lnTo>
                  <a:pt x="1928291" y="101600"/>
                </a:lnTo>
                <a:close/>
              </a:path>
              <a:path w="1951989" h="2667000">
                <a:moveTo>
                  <a:pt x="18973" y="127000"/>
                </a:moveTo>
                <a:lnTo>
                  <a:pt x="11849" y="127000"/>
                </a:lnTo>
                <a:lnTo>
                  <a:pt x="15341" y="114300"/>
                </a:lnTo>
                <a:lnTo>
                  <a:pt x="19253" y="101600"/>
                </a:lnTo>
                <a:lnTo>
                  <a:pt x="26149" y="101600"/>
                </a:lnTo>
                <a:lnTo>
                  <a:pt x="22326" y="114300"/>
                </a:lnTo>
                <a:lnTo>
                  <a:pt x="18973" y="127000"/>
                </a:lnTo>
                <a:close/>
              </a:path>
              <a:path w="1951989" h="2667000">
                <a:moveTo>
                  <a:pt x="1940001" y="127000"/>
                </a:moveTo>
                <a:lnTo>
                  <a:pt x="1932876" y="127000"/>
                </a:lnTo>
                <a:lnTo>
                  <a:pt x="1929447" y="114300"/>
                </a:lnTo>
                <a:lnTo>
                  <a:pt x="1925688" y="101600"/>
                </a:lnTo>
                <a:lnTo>
                  <a:pt x="1932597" y="101600"/>
                </a:lnTo>
                <a:lnTo>
                  <a:pt x="1936508" y="114300"/>
                </a:lnTo>
                <a:lnTo>
                  <a:pt x="1940001" y="127000"/>
                </a:lnTo>
                <a:close/>
              </a:path>
              <a:path w="1951989" h="2667000">
                <a:moveTo>
                  <a:pt x="9766" y="165100"/>
                </a:moveTo>
                <a:lnTo>
                  <a:pt x="2247" y="165100"/>
                </a:lnTo>
                <a:lnTo>
                  <a:pt x="3962" y="152400"/>
                </a:lnTo>
                <a:lnTo>
                  <a:pt x="6146" y="139700"/>
                </a:lnTo>
                <a:lnTo>
                  <a:pt x="8775" y="127000"/>
                </a:lnTo>
                <a:lnTo>
                  <a:pt x="16078" y="127000"/>
                </a:lnTo>
                <a:lnTo>
                  <a:pt x="13500" y="139700"/>
                </a:lnTo>
                <a:lnTo>
                  <a:pt x="11417" y="152400"/>
                </a:lnTo>
                <a:lnTo>
                  <a:pt x="9766" y="165100"/>
                </a:lnTo>
                <a:close/>
              </a:path>
              <a:path w="1951989" h="2667000">
                <a:moveTo>
                  <a:pt x="1949589" y="165100"/>
                </a:moveTo>
                <a:lnTo>
                  <a:pt x="1942071" y="165100"/>
                </a:lnTo>
                <a:lnTo>
                  <a:pt x="1940394" y="152400"/>
                </a:lnTo>
                <a:lnTo>
                  <a:pt x="1938299" y="139700"/>
                </a:lnTo>
                <a:lnTo>
                  <a:pt x="1935759" y="127000"/>
                </a:lnTo>
                <a:lnTo>
                  <a:pt x="1943074" y="127000"/>
                </a:lnTo>
                <a:lnTo>
                  <a:pt x="1945703" y="139700"/>
                </a:lnTo>
                <a:lnTo>
                  <a:pt x="1947875" y="152400"/>
                </a:lnTo>
                <a:lnTo>
                  <a:pt x="1949589" y="165100"/>
                </a:lnTo>
                <a:close/>
              </a:path>
              <a:path w="1951989" h="2667000">
                <a:moveTo>
                  <a:pt x="7861" y="177800"/>
                </a:moveTo>
                <a:lnTo>
                  <a:pt x="254" y="177800"/>
                </a:lnTo>
                <a:lnTo>
                  <a:pt x="1016" y="165100"/>
                </a:lnTo>
                <a:lnTo>
                  <a:pt x="8597" y="165100"/>
                </a:lnTo>
                <a:lnTo>
                  <a:pt x="7861" y="177800"/>
                </a:lnTo>
                <a:close/>
              </a:path>
              <a:path w="1951989" h="2667000">
                <a:moveTo>
                  <a:pt x="1951583" y="177800"/>
                </a:moveTo>
                <a:lnTo>
                  <a:pt x="1943989" y="177800"/>
                </a:lnTo>
                <a:lnTo>
                  <a:pt x="1943239" y="165100"/>
                </a:lnTo>
                <a:lnTo>
                  <a:pt x="1950834" y="165100"/>
                </a:lnTo>
                <a:lnTo>
                  <a:pt x="1951583" y="177800"/>
                </a:lnTo>
                <a:close/>
              </a:path>
              <a:path w="1951989" h="2667000">
                <a:moveTo>
                  <a:pt x="7620" y="2476500"/>
                </a:moveTo>
                <a:lnTo>
                  <a:pt x="0" y="2476500"/>
                </a:lnTo>
                <a:lnTo>
                  <a:pt x="63" y="177800"/>
                </a:lnTo>
                <a:lnTo>
                  <a:pt x="7683" y="177800"/>
                </a:lnTo>
                <a:lnTo>
                  <a:pt x="7620" y="2476500"/>
                </a:lnTo>
                <a:close/>
              </a:path>
              <a:path w="1951989" h="2667000">
                <a:moveTo>
                  <a:pt x="1951837" y="2476500"/>
                </a:moveTo>
                <a:lnTo>
                  <a:pt x="1944217" y="2476500"/>
                </a:lnTo>
                <a:lnTo>
                  <a:pt x="1944154" y="177800"/>
                </a:lnTo>
                <a:lnTo>
                  <a:pt x="1951774" y="177800"/>
                </a:lnTo>
                <a:lnTo>
                  <a:pt x="1951837" y="2476500"/>
                </a:lnTo>
                <a:close/>
              </a:path>
              <a:path w="1951989" h="2667000">
                <a:moveTo>
                  <a:pt x="11455" y="2514600"/>
                </a:moveTo>
                <a:lnTo>
                  <a:pt x="3962" y="2514600"/>
                </a:lnTo>
                <a:lnTo>
                  <a:pt x="2247" y="2501900"/>
                </a:lnTo>
                <a:lnTo>
                  <a:pt x="1016" y="2489200"/>
                </a:lnTo>
                <a:lnTo>
                  <a:pt x="254" y="2476500"/>
                </a:lnTo>
                <a:lnTo>
                  <a:pt x="7861" y="2476500"/>
                </a:lnTo>
                <a:lnTo>
                  <a:pt x="8597" y="2489200"/>
                </a:lnTo>
                <a:lnTo>
                  <a:pt x="9804" y="2501900"/>
                </a:lnTo>
                <a:lnTo>
                  <a:pt x="11455" y="2514600"/>
                </a:lnTo>
                <a:close/>
              </a:path>
              <a:path w="1951989" h="2667000">
                <a:moveTo>
                  <a:pt x="1947875" y="2514600"/>
                </a:moveTo>
                <a:lnTo>
                  <a:pt x="1940394" y="2514600"/>
                </a:lnTo>
                <a:lnTo>
                  <a:pt x="1942071" y="2501900"/>
                </a:lnTo>
                <a:lnTo>
                  <a:pt x="1943265" y="2489200"/>
                </a:lnTo>
                <a:lnTo>
                  <a:pt x="1943989" y="2476500"/>
                </a:lnTo>
                <a:lnTo>
                  <a:pt x="1951583" y="2476500"/>
                </a:lnTo>
                <a:lnTo>
                  <a:pt x="1950834" y="2489200"/>
                </a:lnTo>
                <a:lnTo>
                  <a:pt x="1949589" y="2501900"/>
                </a:lnTo>
                <a:lnTo>
                  <a:pt x="1947875" y="2514600"/>
                </a:lnTo>
                <a:close/>
              </a:path>
              <a:path w="1951989" h="2667000">
                <a:moveTo>
                  <a:pt x="13550" y="2514600"/>
                </a:moveTo>
                <a:lnTo>
                  <a:pt x="11455" y="2514600"/>
                </a:lnTo>
                <a:lnTo>
                  <a:pt x="11417" y="2501900"/>
                </a:lnTo>
                <a:lnTo>
                  <a:pt x="13550" y="2514600"/>
                </a:lnTo>
                <a:close/>
              </a:path>
              <a:path w="1951989" h="2667000">
                <a:moveTo>
                  <a:pt x="1940394" y="2514600"/>
                </a:moveTo>
                <a:lnTo>
                  <a:pt x="1938299" y="2514600"/>
                </a:lnTo>
                <a:lnTo>
                  <a:pt x="1940433" y="2501900"/>
                </a:lnTo>
                <a:lnTo>
                  <a:pt x="1940394" y="2514600"/>
                </a:lnTo>
                <a:close/>
              </a:path>
              <a:path w="1951989" h="2667000">
                <a:moveTo>
                  <a:pt x="26149" y="2552700"/>
                </a:moveTo>
                <a:lnTo>
                  <a:pt x="15341" y="2552700"/>
                </a:lnTo>
                <a:lnTo>
                  <a:pt x="11849" y="2540000"/>
                </a:lnTo>
                <a:lnTo>
                  <a:pt x="8775" y="2527300"/>
                </a:lnTo>
                <a:lnTo>
                  <a:pt x="6146" y="2514600"/>
                </a:lnTo>
                <a:lnTo>
                  <a:pt x="13500" y="2514600"/>
                </a:lnTo>
                <a:lnTo>
                  <a:pt x="16078" y="2527300"/>
                </a:lnTo>
                <a:lnTo>
                  <a:pt x="19037" y="2540000"/>
                </a:lnTo>
                <a:lnTo>
                  <a:pt x="22326" y="2540000"/>
                </a:lnTo>
                <a:lnTo>
                  <a:pt x="26149" y="2552700"/>
                </a:lnTo>
                <a:close/>
              </a:path>
              <a:path w="1951989" h="2667000">
                <a:moveTo>
                  <a:pt x="1936508" y="2552700"/>
                </a:moveTo>
                <a:lnTo>
                  <a:pt x="1925688" y="2552700"/>
                </a:lnTo>
                <a:lnTo>
                  <a:pt x="1929523" y="2540000"/>
                </a:lnTo>
                <a:lnTo>
                  <a:pt x="1932813" y="2540000"/>
                </a:lnTo>
                <a:lnTo>
                  <a:pt x="1935822" y="2527300"/>
                </a:lnTo>
                <a:lnTo>
                  <a:pt x="1938337" y="2514600"/>
                </a:lnTo>
                <a:lnTo>
                  <a:pt x="1945703" y="2514600"/>
                </a:lnTo>
                <a:lnTo>
                  <a:pt x="1943074" y="2527300"/>
                </a:lnTo>
                <a:lnTo>
                  <a:pt x="1940001" y="2540000"/>
                </a:lnTo>
                <a:lnTo>
                  <a:pt x="1936508" y="2552700"/>
                </a:lnTo>
                <a:close/>
              </a:path>
              <a:path w="1951989" h="2667000">
                <a:moveTo>
                  <a:pt x="30302" y="2565400"/>
                </a:moveTo>
                <a:lnTo>
                  <a:pt x="23558" y="2565400"/>
                </a:lnTo>
                <a:lnTo>
                  <a:pt x="19253" y="2552700"/>
                </a:lnTo>
                <a:lnTo>
                  <a:pt x="26073" y="2552700"/>
                </a:lnTo>
                <a:lnTo>
                  <a:pt x="30302" y="2565400"/>
                </a:lnTo>
                <a:close/>
              </a:path>
              <a:path w="1951989" h="2667000">
                <a:moveTo>
                  <a:pt x="1928291" y="2565400"/>
                </a:moveTo>
                <a:lnTo>
                  <a:pt x="1921548" y="2565400"/>
                </a:lnTo>
                <a:lnTo>
                  <a:pt x="1925777" y="2552700"/>
                </a:lnTo>
                <a:lnTo>
                  <a:pt x="1932597" y="2552700"/>
                </a:lnTo>
                <a:lnTo>
                  <a:pt x="1928291" y="2565400"/>
                </a:lnTo>
                <a:close/>
              </a:path>
              <a:path w="1951989" h="2667000">
                <a:moveTo>
                  <a:pt x="50495" y="2590800"/>
                </a:moveTo>
                <a:lnTo>
                  <a:pt x="38773" y="2590800"/>
                </a:lnTo>
                <a:lnTo>
                  <a:pt x="33324" y="2578100"/>
                </a:lnTo>
                <a:lnTo>
                  <a:pt x="28257" y="2565400"/>
                </a:lnTo>
                <a:lnTo>
                  <a:pt x="34721" y="2565400"/>
                </a:lnTo>
                <a:lnTo>
                  <a:pt x="39700" y="2578100"/>
                </a:lnTo>
                <a:lnTo>
                  <a:pt x="44818" y="2578100"/>
                </a:lnTo>
                <a:lnTo>
                  <a:pt x="50495" y="2590800"/>
                </a:lnTo>
                <a:close/>
              </a:path>
              <a:path w="1951989" h="2667000">
                <a:moveTo>
                  <a:pt x="1913077" y="2590800"/>
                </a:moveTo>
                <a:lnTo>
                  <a:pt x="1901355" y="2590800"/>
                </a:lnTo>
                <a:lnTo>
                  <a:pt x="1907032" y="2578100"/>
                </a:lnTo>
                <a:lnTo>
                  <a:pt x="1912150" y="2578100"/>
                </a:lnTo>
                <a:lnTo>
                  <a:pt x="1917128" y="2565400"/>
                </a:lnTo>
                <a:lnTo>
                  <a:pt x="1923592" y="2565400"/>
                </a:lnTo>
                <a:lnTo>
                  <a:pt x="1918512" y="2578100"/>
                </a:lnTo>
                <a:lnTo>
                  <a:pt x="1913077" y="2590800"/>
                </a:lnTo>
                <a:close/>
              </a:path>
              <a:path w="1951989" h="2667000">
                <a:moveTo>
                  <a:pt x="62611" y="2603500"/>
                </a:moveTo>
                <a:lnTo>
                  <a:pt x="50698" y="2603500"/>
                </a:lnTo>
                <a:lnTo>
                  <a:pt x="44564" y="2590800"/>
                </a:lnTo>
                <a:lnTo>
                  <a:pt x="56273" y="2590800"/>
                </a:lnTo>
                <a:lnTo>
                  <a:pt x="62611" y="2603500"/>
                </a:lnTo>
                <a:close/>
              </a:path>
              <a:path w="1951989" h="2667000">
                <a:moveTo>
                  <a:pt x="1901151" y="2603500"/>
                </a:moveTo>
                <a:lnTo>
                  <a:pt x="1889239" y="2603500"/>
                </a:lnTo>
                <a:lnTo>
                  <a:pt x="1895576" y="2590800"/>
                </a:lnTo>
                <a:lnTo>
                  <a:pt x="1907286" y="2590800"/>
                </a:lnTo>
                <a:lnTo>
                  <a:pt x="1901151" y="2603500"/>
                </a:lnTo>
                <a:close/>
              </a:path>
              <a:path w="1951989" h="2667000">
                <a:moveTo>
                  <a:pt x="75933" y="2616200"/>
                </a:moveTo>
                <a:lnTo>
                  <a:pt x="63931" y="2616200"/>
                </a:lnTo>
                <a:lnTo>
                  <a:pt x="57150" y="2603500"/>
                </a:lnTo>
                <a:lnTo>
                  <a:pt x="68986" y="2603500"/>
                </a:lnTo>
                <a:lnTo>
                  <a:pt x="75933" y="2616200"/>
                </a:lnTo>
                <a:close/>
              </a:path>
              <a:path w="1951989" h="2667000">
                <a:moveTo>
                  <a:pt x="1887918" y="2616200"/>
                </a:moveTo>
                <a:lnTo>
                  <a:pt x="1875917" y="2616200"/>
                </a:lnTo>
                <a:lnTo>
                  <a:pt x="1882863" y="2603500"/>
                </a:lnTo>
                <a:lnTo>
                  <a:pt x="1894687" y="2603500"/>
                </a:lnTo>
                <a:lnTo>
                  <a:pt x="1887918" y="2616200"/>
                </a:lnTo>
                <a:close/>
              </a:path>
              <a:path w="1951989" h="2667000">
                <a:moveTo>
                  <a:pt x="90373" y="2628900"/>
                </a:moveTo>
                <a:lnTo>
                  <a:pt x="78384" y="2628900"/>
                </a:lnTo>
                <a:lnTo>
                  <a:pt x="71005" y="2616200"/>
                </a:lnTo>
                <a:lnTo>
                  <a:pt x="82867" y="2616200"/>
                </a:lnTo>
                <a:lnTo>
                  <a:pt x="90373" y="2628900"/>
                </a:lnTo>
                <a:close/>
              </a:path>
              <a:path w="1951989" h="2667000">
                <a:moveTo>
                  <a:pt x="1873465" y="2628900"/>
                </a:moveTo>
                <a:lnTo>
                  <a:pt x="1861477" y="2628900"/>
                </a:lnTo>
                <a:lnTo>
                  <a:pt x="1868982" y="2616200"/>
                </a:lnTo>
                <a:lnTo>
                  <a:pt x="1880831" y="2616200"/>
                </a:lnTo>
                <a:lnTo>
                  <a:pt x="1873465" y="2628900"/>
                </a:lnTo>
                <a:close/>
              </a:path>
              <a:path w="1951989" h="2667000">
                <a:moveTo>
                  <a:pt x="105829" y="2641600"/>
                </a:moveTo>
                <a:lnTo>
                  <a:pt x="93941" y="2641600"/>
                </a:lnTo>
                <a:lnTo>
                  <a:pt x="86029" y="2628900"/>
                </a:lnTo>
                <a:lnTo>
                  <a:pt x="97828" y="2628900"/>
                </a:lnTo>
                <a:lnTo>
                  <a:pt x="105829" y="2641600"/>
                </a:lnTo>
                <a:close/>
              </a:path>
              <a:path w="1951989" h="2667000">
                <a:moveTo>
                  <a:pt x="1857895" y="2641600"/>
                </a:moveTo>
                <a:lnTo>
                  <a:pt x="1846008" y="2641600"/>
                </a:lnTo>
                <a:lnTo>
                  <a:pt x="1854022" y="2628900"/>
                </a:lnTo>
                <a:lnTo>
                  <a:pt x="1865820" y="2628900"/>
                </a:lnTo>
                <a:lnTo>
                  <a:pt x="1857895" y="2641600"/>
                </a:lnTo>
                <a:close/>
              </a:path>
              <a:path w="1951989" h="2667000">
                <a:moveTo>
                  <a:pt x="139458" y="2654300"/>
                </a:moveTo>
                <a:lnTo>
                  <a:pt x="119176" y="2654300"/>
                </a:lnTo>
                <a:lnTo>
                  <a:pt x="110528" y="2641600"/>
                </a:lnTo>
                <a:lnTo>
                  <a:pt x="130568" y="2641600"/>
                </a:lnTo>
                <a:lnTo>
                  <a:pt x="139458" y="2654300"/>
                </a:lnTo>
                <a:close/>
              </a:path>
              <a:path w="1951989" h="2667000">
                <a:moveTo>
                  <a:pt x="1832673" y="2654300"/>
                </a:moveTo>
                <a:lnTo>
                  <a:pt x="1812391" y="2654300"/>
                </a:lnTo>
                <a:lnTo>
                  <a:pt x="1821281" y="2641600"/>
                </a:lnTo>
                <a:lnTo>
                  <a:pt x="1841309" y="2641600"/>
                </a:lnTo>
                <a:lnTo>
                  <a:pt x="1832673" y="2654300"/>
                </a:lnTo>
                <a:close/>
              </a:path>
              <a:path w="1951989" h="2667000">
                <a:moveTo>
                  <a:pt x="1796034" y="2667000"/>
                </a:moveTo>
                <a:lnTo>
                  <a:pt x="155803" y="2667000"/>
                </a:lnTo>
                <a:lnTo>
                  <a:pt x="146367" y="2654300"/>
                </a:lnTo>
                <a:lnTo>
                  <a:pt x="1805482" y="2654300"/>
                </a:lnTo>
                <a:lnTo>
                  <a:pt x="1796034" y="266700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90549" y="1457160"/>
            <a:ext cx="10414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JV</a:t>
            </a:r>
            <a:r>
              <a:rPr dirty="0" sz="1600">
                <a:latin typeface="Times New Roman"/>
                <a:cs typeface="Times New Roman"/>
              </a:rPr>
              <a:t>M</a:t>
            </a:r>
            <a:r>
              <a:rPr dirty="0" sz="1600">
                <a:latin typeface="微软雅黑"/>
                <a:cs typeface="微软雅黑"/>
              </a:rPr>
              <a:t>栈内</a:t>
            </a:r>
            <a:r>
              <a:rPr dirty="0" sz="1600" spc="-5">
                <a:latin typeface="微软雅黑"/>
                <a:cs typeface="微软雅黑"/>
              </a:rPr>
              <a:t>存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4276" y="3721608"/>
            <a:ext cx="1655064" cy="2880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9754" y="3718115"/>
            <a:ext cx="1664335" cy="295910"/>
          </a:xfrm>
          <a:custGeom>
            <a:avLst/>
            <a:gdLst/>
            <a:ahLst/>
            <a:cxnLst/>
            <a:rect l="l" t="t" r="r" b="b"/>
            <a:pathLst>
              <a:path w="1664335" h="295910">
                <a:moveTo>
                  <a:pt x="1663801" y="295617"/>
                </a:moveTo>
                <a:lnTo>
                  <a:pt x="0" y="295617"/>
                </a:lnTo>
                <a:lnTo>
                  <a:pt x="0" y="0"/>
                </a:lnTo>
                <a:lnTo>
                  <a:pt x="1663801" y="0"/>
                </a:lnTo>
                <a:lnTo>
                  <a:pt x="1663801" y="3810"/>
                </a:lnTo>
                <a:lnTo>
                  <a:pt x="7620" y="3810"/>
                </a:lnTo>
                <a:lnTo>
                  <a:pt x="3809" y="7620"/>
                </a:lnTo>
                <a:lnTo>
                  <a:pt x="7620" y="7620"/>
                </a:lnTo>
                <a:lnTo>
                  <a:pt x="7620" y="287997"/>
                </a:lnTo>
                <a:lnTo>
                  <a:pt x="3809" y="287997"/>
                </a:lnTo>
                <a:lnTo>
                  <a:pt x="7620" y="291807"/>
                </a:lnTo>
                <a:lnTo>
                  <a:pt x="1663801" y="291807"/>
                </a:lnTo>
                <a:lnTo>
                  <a:pt x="1663801" y="295617"/>
                </a:lnTo>
                <a:close/>
              </a:path>
              <a:path w="1664335" h="295910">
                <a:moveTo>
                  <a:pt x="7620" y="7620"/>
                </a:moveTo>
                <a:lnTo>
                  <a:pt x="3809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664335" h="295910">
                <a:moveTo>
                  <a:pt x="1656181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656181" y="3810"/>
                </a:lnTo>
                <a:lnTo>
                  <a:pt x="1656181" y="7620"/>
                </a:lnTo>
                <a:close/>
              </a:path>
              <a:path w="1664335" h="295910">
                <a:moveTo>
                  <a:pt x="1656181" y="291807"/>
                </a:moveTo>
                <a:lnTo>
                  <a:pt x="1656181" y="3810"/>
                </a:lnTo>
                <a:lnTo>
                  <a:pt x="1659991" y="7620"/>
                </a:lnTo>
                <a:lnTo>
                  <a:pt x="1663801" y="7620"/>
                </a:lnTo>
                <a:lnTo>
                  <a:pt x="1663801" y="287997"/>
                </a:lnTo>
                <a:lnTo>
                  <a:pt x="1659991" y="287997"/>
                </a:lnTo>
                <a:lnTo>
                  <a:pt x="1656181" y="291807"/>
                </a:lnTo>
                <a:close/>
              </a:path>
              <a:path w="1664335" h="295910">
                <a:moveTo>
                  <a:pt x="1663801" y="7620"/>
                </a:moveTo>
                <a:lnTo>
                  <a:pt x="1659991" y="7620"/>
                </a:lnTo>
                <a:lnTo>
                  <a:pt x="1656181" y="3810"/>
                </a:lnTo>
                <a:lnTo>
                  <a:pt x="1663801" y="3810"/>
                </a:lnTo>
                <a:lnTo>
                  <a:pt x="1663801" y="7620"/>
                </a:lnTo>
                <a:close/>
              </a:path>
              <a:path w="1664335" h="295910">
                <a:moveTo>
                  <a:pt x="7620" y="291807"/>
                </a:moveTo>
                <a:lnTo>
                  <a:pt x="3809" y="287997"/>
                </a:lnTo>
                <a:lnTo>
                  <a:pt x="7620" y="287997"/>
                </a:lnTo>
                <a:lnTo>
                  <a:pt x="7620" y="291807"/>
                </a:lnTo>
                <a:close/>
              </a:path>
              <a:path w="1664335" h="295910">
                <a:moveTo>
                  <a:pt x="1656181" y="291807"/>
                </a:moveTo>
                <a:lnTo>
                  <a:pt x="7620" y="291807"/>
                </a:lnTo>
                <a:lnTo>
                  <a:pt x="7620" y="287997"/>
                </a:lnTo>
                <a:lnTo>
                  <a:pt x="1656181" y="287997"/>
                </a:lnTo>
                <a:lnTo>
                  <a:pt x="1656181" y="291807"/>
                </a:lnTo>
                <a:close/>
              </a:path>
              <a:path w="1664335" h="295910">
                <a:moveTo>
                  <a:pt x="1663801" y="291807"/>
                </a:moveTo>
                <a:lnTo>
                  <a:pt x="1656181" y="291807"/>
                </a:lnTo>
                <a:lnTo>
                  <a:pt x="1659991" y="287997"/>
                </a:lnTo>
                <a:lnTo>
                  <a:pt x="1663801" y="287997"/>
                </a:lnTo>
                <a:lnTo>
                  <a:pt x="1663801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4276" y="3433571"/>
            <a:ext cx="1655064" cy="2880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9754" y="3430079"/>
            <a:ext cx="1664335" cy="295910"/>
          </a:xfrm>
          <a:custGeom>
            <a:avLst/>
            <a:gdLst/>
            <a:ahLst/>
            <a:cxnLst/>
            <a:rect l="l" t="t" r="r" b="b"/>
            <a:pathLst>
              <a:path w="1664335" h="295910">
                <a:moveTo>
                  <a:pt x="1663801" y="295630"/>
                </a:moveTo>
                <a:lnTo>
                  <a:pt x="0" y="295630"/>
                </a:lnTo>
                <a:lnTo>
                  <a:pt x="0" y="0"/>
                </a:lnTo>
                <a:lnTo>
                  <a:pt x="1663801" y="0"/>
                </a:lnTo>
                <a:lnTo>
                  <a:pt x="1663801" y="3810"/>
                </a:lnTo>
                <a:lnTo>
                  <a:pt x="7620" y="3810"/>
                </a:lnTo>
                <a:lnTo>
                  <a:pt x="3809" y="7620"/>
                </a:lnTo>
                <a:lnTo>
                  <a:pt x="7620" y="7620"/>
                </a:lnTo>
                <a:lnTo>
                  <a:pt x="7620" y="288010"/>
                </a:lnTo>
                <a:lnTo>
                  <a:pt x="3809" y="288010"/>
                </a:lnTo>
                <a:lnTo>
                  <a:pt x="7620" y="291807"/>
                </a:lnTo>
                <a:lnTo>
                  <a:pt x="1663801" y="291807"/>
                </a:lnTo>
                <a:lnTo>
                  <a:pt x="1663801" y="295630"/>
                </a:lnTo>
                <a:close/>
              </a:path>
              <a:path w="1664335" h="295910">
                <a:moveTo>
                  <a:pt x="7620" y="7620"/>
                </a:moveTo>
                <a:lnTo>
                  <a:pt x="3809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664335" h="295910">
                <a:moveTo>
                  <a:pt x="1656181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656181" y="3810"/>
                </a:lnTo>
                <a:lnTo>
                  <a:pt x="1656181" y="7620"/>
                </a:lnTo>
                <a:close/>
              </a:path>
              <a:path w="1664335" h="295910">
                <a:moveTo>
                  <a:pt x="1656181" y="291807"/>
                </a:moveTo>
                <a:lnTo>
                  <a:pt x="1656181" y="3810"/>
                </a:lnTo>
                <a:lnTo>
                  <a:pt x="1659991" y="7620"/>
                </a:lnTo>
                <a:lnTo>
                  <a:pt x="1663801" y="7620"/>
                </a:lnTo>
                <a:lnTo>
                  <a:pt x="1663801" y="288010"/>
                </a:lnTo>
                <a:lnTo>
                  <a:pt x="1659991" y="288010"/>
                </a:lnTo>
                <a:lnTo>
                  <a:pt x="1656181" y="291807"/>
                </a:lnTo>
                <a:close/>
              </a:path>
              <a:path w="1664335" h="295910">
                <a:moveTo>
                  <a:pt x="1663801" y="7620"/>
                </a:moveTo>
                <a:lnTo>
                  <a:pt x="1659991" y="7620"/>
                </a:lnTo>
                <a:lnTo>
                  <a:pt x="1656181" y="3810"/>
                </a:lnTo>
                <a:lnTo>
                  <a:pt x="1663801" y="3810"/>
                </a:lnTo>
                <a:lnTo>
                  <a:pt x="1663801" y="7620"/>
                </a:lnTo>
                <a:close/>
              </a:path>
              <a:path w="1664335" h="295910">
                <a:moveTo>
                  <a:pt x="7620" y="291807"/>
                </a:moveTo>
                <a:lnTo>
                  <a:pt x="3809" y="288010"/>
                </a:lnTo>
                <a:lnTo>
                  <a:pt x="7620" y="288010"/>
                </a:lnTo>
                <a:lnTo>
                  <a:pt x="7620" y="291807"/>
                </a:lnTo>
                <a:close/>
              </a:path>
              <a:path w="1664335" h="295910">
                <a:moveTo>
                  <a:pt x="1656181" y="291807"/>
                </a:moveTo>
                <a:lnTo>
                  <a:pt x="7620" y="291807"/>
                </a:lnTo>
                <a:lnTo>
                  <a:pt x="7620" y="288010"/>
                </a:lnTo>
                <a:lnTo>
                  <a:pt x="1656181" y="288010"/>
                </a:lnTo>
                <a:lnTo>
                  <a:pt x="1656181" y="291807"/>
                </a:lnTo>
                <a:close/>
              </a:path>
              <a:path w="1664335" h="295910">
                <a:moveTo>
                  <a:pt x="1663801" y="291807"/>
                </a:moveTo>
                <a:lnTo>
                  <a:pt x="1656181" y="291807"/>
                </a:lnTo>
                <a:lnTo>
                  <a:pt x="1659991" y="288010"/>
                </a:lnTo>
                <a:lnTo>
                  <a:pt x="1663801" y="288010"/>
                </a:lnTo>
                <a:lnTo>
                  <a:pt x="1663801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4276" y="1776983"/>
            <a:ext cx="1655064" cy="1656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9754" y="1773872"/>
            <a:ext cx="1664335" cy="1664335"/>
          </a:xfrm>
          <a:custGeom>
            <a:avLst/>
            <a:gdLst/>
            <a:ahLst/>
            <a:cxnLst/>
            <a:rect l="l" t="t" r="r" b="b"/>
            <a:pathLst>
              <a:path w="1664335" h="1664335">
                <a:moveTo>
                  <a:pt x="1663801" y="1663827"/>
                </a:moveTo>
                <a:lnTo>
                  <a:pt x="0" y="1663827"/>
                </a:lnTo>
                <a:lnTo>
                  <a:pt x="0" y="0"/>
                </a:lnTo>
                <a:lnTo>
                  <a:pt x="1663801" y="0"/>
                </a:lnTo>
                <a:lnTo>
                  <a:pt x="1663801" y="3809"/>
                </a:lnTo>
                <a:lnTo>
                  <a:pt x="7620" y="3809"/>
                </a:lnTo>
                <a:lnTo>
                  <a:pt x="3809" y="7619"/>
                </a:lnTo>
                <a:lnTo>
                  <a:pt x="7620" y="7619"/>
                </a:lnTo>
                <a:lnTo>
                  <a:pt x="7620" y="1656206"/>
                </a:lnTo>
                <a:lnTo>
                  <a:pt x="3809" y="1656206"/>
                </a:lnTo>
                <a:lnTo>
                  <a:pt x="7620" y="1660016"/>
                </a:lnTo>
                <a:lnTo>
                  <a:pt x="1663801" y="1660016"/>
                </a:lnTo>
                <a:lnTo>
                  <a:pt x="1663801" y="1663827"/>
                </a:lnTo>
                <a:close/>
              </a:path>
              <a:path w="1664335" h="1664335">
                <a:moveTo>
                  <a:pt x="7620" y="7619"/>
                </a:moveTo>
                <a:lnTo>
                  <a:pt x="3809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664335" h="1664335">
                <a:moveTo>
                  <a:pt x="1656181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656181" y="3809"/>
                </a:lnTo>
                <a:lnTo>
                  <a:pt x="1656181" y="7619"/>
                </a:lnTo>
                <a:close/>
              </a:path>
              <a:path w="1664335" h="1664335">
                <a:moveTo>
                  <a:pt x="1656181" y="1660016"/>
                </a:moveTo>
                <a:lnTo>
                  <a:pt x="1656181" y="3809"/>
                </a:lnTo>
                <a:lnTo>
                  <a:pt x="1659991" y="7619"/>
                </a:lnTo>
                <a:lnTo>
                  <a:pt x="1663801" y="7619"/>
                </a:lnTo>
                <a:lnTo>
                  <a:pt x="1663801" y="1656206"/>
                </a:lnTo>
                <a:lnTo>
                  <a:pt x="1659991" y="1656206"/>
                </a:lnTo>
                <a:lnTo>
                  <a:pt x="1656181" y="1660016"/>
                </a:lnTo>
                <a:close/>
              </a:path>
              <a:path w="1664335" h="1664335">
                <a:moveTo>
                  <a:pt x="1663801" y="7619"/>
                </a:moveTo>
                <a:lnTo>
                  <a:pt x="1659991" y="7619"/>
                </a:lnTo>
                <a:lnTo>
                  <a:pt x="1656181" y="3809"/>
                </a:lnTo>
                <a:lnTo>
                  <a:pt x="1663801" y="3809"/>
                </a:lnTo>
                <a:lnTo>
                  <a:pt x="1663801" y="7619"/>
                </a:lnTo>
                <a:close/>
              </a:path>
              <a:path w="1664335" h="1664335">
                <a:moveTo>
                  <a:pt x="7620" y="1660016"/>
                </a:moveTo>
                <a:lnTo>
                  <a:pt x="3809" y="1656206"/>
                </a:lnTo>
                <a:lnTo>
                  <a:pt x="7620" y="1656206"/>
                </a:lnTo>
                <a:lnTo>
                  <a:pt x="7620" y="1660016"/>
                </a:lnTo>
                <a:close/>
              </a:path>
              <a:path w="1664335" h="1664335">
                <a:moveTo>
                  <a:pt x="1656181" y="1660016"/>
                </a:moveTo>
                <a:lnTo>
                  <a:pt x="7620" y="1660016"/>
                </a:lnTo>
                <a:lnTo>
                  <a:pt x="7620" y="1656206"/>
                </a:lnTo>
                <a:lnTo>
                  <a:pt x="1656181" y="1656206"/>
                </a:lnTo>
                <a:lnTo>
                  <a:pt x="1656181" y="1660016"/>
                </a:lnTo>
                <a:close/>
              </a:path>
              <a:path w="1664335" h="1664335">
                <a:moveTo>
                  <a:pt x="1663801" y="1660016"/>
                </a:moveTo>
                <a:lnTo>
                  <a:pt x="1656181" y="1660016"/>
                </a:lnTo>
                <a:lnTo>
                  <a:pt x="1659991" y="1656206"/>
                </a:lnTo>
                <a:lnTo>
                  <a:pt x="1663801" y="1656206"/>
                </a:lnTo>
                <a:lnTo>
                  <a:pt x="1663801" y="1660016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27532" y="3110483"/>
            <a:ext cx="1368552" cy="2514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23772" y="3106039"/>
            <a:ext cx="1376045" cy="259715"/>
          </a:xfrm>
          <a:custGeom>
            <a:avLst/>
            <a:gdLst/>
            <a:ahLst/>
            <a:cxnLst/>
            <a:rect l="l" t="t" r="r" b="b"/>
            <a:pathLst>
              <a:path w="1376045" h="259714">
                <a:moveTo>
                  <a:pt x="1375625" y="259626"/>
                </a:moveTo>
                <a:lnTo>
                  <a:pt x="0" y="259626"/>
                </a:lnTo>
                <a:lnTo>
                  <a:pt x="0" y="0"/>
                </a:lnTo>
                <a:lnTo>
                  <a:pt x="1375625" y="0"/>
                </a:lnTo>
                <a:lnTo>
                  <a:pt x="1375625" y="3810"/>
                </a:lnTo>
                <a:lnTo>
                  <a:pt x="7619" y="3810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252006"/>
                </a:lnTo>
                <a:lnTo>
                  <a:pt x="3809" y="252006"/>
                </a:lnTo>
                <a:lnTo>
                  <a:pt x="7619" y="255816"/>
                </a:lnTo>
                <a:lnTo>
                  <a:pt x="1375625" y="255816"/>
                </a:lnTo>
                <a:lnTo>
                  <a:pt x="1375625" y="259626"/>
                </a:lnTo>
                <a:close/>
              </a:path>
              <a:path w="1376045" h="259714">
                <a:moveTo>
                  <a:pt x="7619" y="7619"/>
                </a:moveTo>
                <a:lnTo>
                  <a:pt x="3809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1376045" h="259714">
                <a:moveTo>
                  <a:pt x="1368005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1368005" y="3810"/>
                </a:lnTo>
                <a:lnTo>
                  <a:pt x="1368005" y="7619"/>
                </a:lnTo>
                <a:close/>
              </a:path>
              <a:path w="1376045" h="259714">
                <a:moveTo>
                  <a:pt x="1368005" y="255816"/>
                </a:moveTo>
                <a:lnTo>
                  <a:pt x="1368005" y="3810"/>
                </a:lnTo>
                <a:lnTo>
                  <a:pt x="1371815" y="7619"/>
                </a:lnTo>
                <a:lnTo>
                  <a:pt x="1375625" y="7619"/>
                </a:lnTo>
                <a:lnTo>
                  <a:pt x="1375625" y="252006"/>
                </a:lnTo>
                <a:lnTo>
                  <a:pt x="1371815" y="252006"/>
                </a:lnTo>
                <a:lnTo>
                  <a:pt x="1368005" y="255816"/>
                </a:lnTo>
                <a:close/>
              </a:path>
              <a:path w="1376045" h="259714">
                <a:moveTo>
                  <a:pt x="1375625" y="7619"/>
                </a:moveTo>
                <a:lnTo>
                  <a:pt x="1371815" y="7619"/>
                </a:lnTo>
                <a:lnTo>
                  <a:pt x="1368005" y="3810"/>
                </a:lnTo>
                <a:lnTo>
                  <a:pt x="1375625" y="3810"/>
                </a:lnTo>
                <a:lnTo>
                  <a:pt x="1375625" y="7619"/>
                </a:lnTo>
                <a:close/>
              </a:path>
              <a:path w="1376045" h="259714">
                <a:moveTo>
                  <a:pt x="7619" y="255816"/>
                </a:moveTo>
                <a:lnTo>
                  <a:pt x="3809" y="252006"/>
                </a:lnTo>
                <a:lnTo>
                  <a:pt x="7619" y="252006"/>
                </a:lnTo>
                <a:lnTo>
                  <a:pt x="7619" y="255816"/>
                </a:lnTo>
                <a:close/>
              </a:path>
              <a:path w="1376045" h="259714">
                <a:moveTo>
                  <a:pt x="1368005" y="255816"/>
                </a:moveTo>
                <a:lnTo>
                  <a:pt x="7619" y="255816"/>
                </a:lnTo>
                <a:lnTo>
                  <a:pt x="7619" y="252006"/>
                </a:lnTo>
                <a:lnTo>
                  <a:pt x="1368005" y="252006"/>
                </a:lnTo>
                <a:lnTo>
                  <a:pt x="1368005" y="255816"/>
                </a:lnTo>
                <a:close/>
              </a:path>
              <a:path w="1376045" h="259714">
                <a:moveTo>
                  <a:pt x="1375625" y="255816"/>
                </a:moveTo>
                <a:lnTo>
                  <a:pt x="1368005" y="255816"/>
                </a:lnTo>
                <a:lnTo>
                  <a:pt x="1371815" y="252006"/>
                </a:lnTo>
                <a:lnTo>
                  <a:pt x="1375625" y="252006"/>
                </a:lnTo>
                <a:lnTo>
                  <a:pt x="1375625" y="255816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27532" y="2785872"/>
            <a:ext cx="1368552" cy="2514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23772" y="2782036"/>
            <a:ext cx="1376045" cy="259715"/>
          </a:xfrm>
          <a:custGeom>
            <a:avLst/>
            <a:gdLst/>
            <a:ahLst/>
            <a:cxnLst/>
            <a:rect l="l" t="t" r="r" b="b"/>
            <a:pathLst>
              <a:path w="1376045" h="259714">
                <a:moveTo>
                  <a:pt x="1375625" y="259613"/>
                </a:moveTo>
                <a:lnTo>
                  <a:pt x="0" y="259613"/>
                </a:lnTo>
                <a:lnTo>
                  <a:pt x="0" y="0"/>
                </a:lnTo>
                <a:lnTo>
                  <a:pt x="1375625" y="0"/>
                </a:lnTo>
                <a:lnTo>
                  <a:pt x="1375625" y="3810"/>
                </a:lnTo>
                <a:lnTo>
                  <a:pt x="7619" y="3810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251993"/>
                </a:lnTo>
                <a:lnTo>
                  <a:pt x="3809" y="251993"/>
                </a:lnTo>
                <a:lnTo>
                  <a:pt x="7619" y="255803"/>
                </a:lnTo>
                <a:lnTo>
                  <a:pt x="1375625" y="255803"/>
                </a:lnTo>
                <a:lnTo>
                  <a:pt x="1375625" y="259613"/>
                </a:lnTo>
                <a:close/>
              </a:path>
              <a:path w="1376045" h="259714">
                <a:moveTo>
                  <a:pt x="7619" y="7619"/>
                </a:moveTo>
                <a:lnTo>
                  <a:pt x="3809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1376045" h="259714">
                <a:moveTo>
                  <a:pt x="1368005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1368005" y="3810"/>
                </a:lnTo>
                <a:lnTo>
                  <a:pt x="1368005" y="7619"/>
                </a:lnTo>
                <a:close/>
              </a:path>
              <a:path w="1376045" h="259714">
                <a:moveTo>
                  <a:pt x="1368005" y="255803"/>
                </a:moveTo>
                <a:lnTo>
                  <a:pt x="1368005" y="3810"/>
                </a:lnTo>
                <a:lnTo>
                  <a:pt x="1371815" y="7619"/>
                </a:lnTo>
                <a:lnTo>
                  <a:pt x="1375625" y="7619"/>
                </a:lnTo>
                <a:lnTo>
                  <a:pt x="1375625" y="251993"/>
                </a:lnTo>
                <a:lnTo>
                  <a:pt x="1371815" y="251993"/>
                </a:lnTo>
                <a:lnTo>
                  <a:pt x="1368005" y="255803"/>
                </a:lnTo>
                <a:close/>
              </a:path>
              <a:path w="1376045" h="259714">
                <a:moveTo>
                  <a:pt x="1375625" y="7619"/>
                </a:moveTo>
                <a:lnTo>
                  <a:pt x="1371815" y="7619"/>
                </a:lnTo>
                <a:lnTo>
                  <a:pt x="1368005" y="3810"/>
                </a:lnTo>
                <a:lnTo>
                  <a:pt x="1375625" y="3810"/>
                </a:lnTo>
                <a:lnTo>
                  <a:pt x="1375625" y="7619"/>
                </a:lnTo>
                <a:close/>
              </a:path>
              <a:path w="1376045" h="259714">
                <a:moveTo>
                  <a:pt x="7619" y="255803"/>
                </a:moveTo>
                <a:lnTo>
                  <a:pt x="3809" y="251993"/>
                </a:lnTo>
                <a:lnTo>
                  <a:pt x="7619" y="251993"/>
                </a:lnTo>
                <a:lnTo>
                  <a:pt x="7619" y="255803"/>
                </a:lnTo>
                <a:close/>
              </a:path>
              <a:path w="1376045" h="259714">
                <a:moveTo>
                  <a:pt x="1368005" y="255803"/>
                </a:moveTo>
                <a:lnTo>
                  <a:pt x="7619" y="255803"/>
                </a:lnTo>
                <a:lnTo>
                  <a:pt x="7619" y="251993"/>
                </a:lnTo>
                <a:lnTo>
                  <a:pt x="1368005" y="251993"/>
                </a:lnTo>
                <a:lnTo>
                  <a:pt x="1368005" y="255803"/>
                </a:lnTo>
                <a:close/>
              </a:path>
              <a:path w="1376045" h="259714">
                <a:moveTo>
                  <a:pt x="1375625" y="255803"/>
                </a:moveTo>
                <a:lnTo>
                  <a:pt x="1368005" y="255803"/>
                </a:lnTo>
                <a:lnTo>
                  <a:pt x="1371815" y="251993"/>
                </a:lnTo>
                <a:lnTo>
                  <a:pt x="1375625" y="251993"/>
                </a:lnTo>
                <a:lnTo>
                  <a:pt x="1375625" y="255803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27532" y="2426207"/>
            <a:ext cx="1368552" cy="2514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23772" y="2421991"/>
            <a:ext cx="1376045" cy="259715"/>
          </a:xfrm>
          <a:custGeom>
            <a:avLst/>
            <a:gdLst/>
            <a:ahLst/>
            <a:cxnLst/>
            <a:rect l="l" t="t" r="r" b="b"/>
            <a:pathLst>
              <a:path w="1376045" h="259714">
                <a:moveTo>
                  <a:pt x="1375625" y="259626"/>
                </a:moveTo>
                <a:lnTo>
                  <a:pt x="0" y="259626"/>
                </a:lnTo>
                <a:lnTo>
                  <a:pt x="0" y="0"/>
                </a:lnTo>
                <a:lnTo>
                  <a:pt x="1375625" y="0"/>
                </a:lnTo>
                <a:lnTo>
                  <a:pt x="137562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252006"/>
                </a:lnTo>
                <a:lnTo>
                  <a:pt x="3809" y="252006"/>
                </a:lnTo>
                <a:lnTo>
                  <a:pt x="7619" y="255816"/>
                </a:lnTo>
                <a:lnTo>
                  <a:pt x="1375625" y="255816"/>
                </a:lnTo>
                <a:lnTo>
                  <a:pt x="1375625" y="259626"/>
                </a:lnTo>
                <a:close/>
              </a:path>
              <a:path w="1376045" h="259714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376045" h="259714">
                <a:moveTo>
                  <a:pt x="13680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368005" y="3810"/>
                </a:lnTo>
                <a:lnTo>
                  <a:pt x="1368005" y="7620"/>
                </a:lnTo>
                <a:close/>
              </a:path>
              <a:path w="1376045" h="259714">
                <a:moveTo>
                  <a:pt x="1368005" y="255816"/>
                </a:moveTo>
                <a:lnTo>
                  <a:pt x="1368005" y="3810"/>
                </a:lnTo>
                <a:lnTo>
                  <a:pt x="1371815" y="7620"/>
                </a:lnTo>
                <a:lnTo>
                  <a:pt x="1375625" y="7620"/>
                </a:lnTo>
                <a:lnTo>
                  <a:pt x="1375625" y="252006"/>
                </a:lnTo>
                <a:lnTo>
                  <a:pt x="1371815" y="252006"/>
                </a:lnTo>
                <a:lnTo>
                  <a:pt x="1368005" y="255816"/>
                </a:lnTo>
                <a:close/>
              </a:path>
              <a:path w="1376045" h="259714">
                <a:moveTo>
                  <a:pt x="1375625" y="7620"/>
                </a:moveTo>
                <a:lnTo>
                  <a:pt x="1371815" y="7620"/>
                </a:lnTo>
                <a:lnTo>
                  <a:pt x="1368005" y="3810"/>
                </a:lnTo>
                <a:lnTo>
                  <a:pt x="1375625" y="3810"/>
                </a:lnTo>
                <a:lnTo>
                  <a:pt x="1375625" y="7620"/>
                </a:lnTo>
                <a:close/>
              </a:path>
              <a:path w="1376045" h="259714">
                <a:moveTo>
                  <a:pt x="7619" y="255816"/>
                </a:moveTo>
                <a:lnTo>
                  <a:pt x="3809" y="252006"/>
                </a:lnTo>
                <a:lnTo>
                  <a:pt x="7619" y="252006"/>
                </a:lnTo>
                <a:lnTo>
                  <a:pt x="7619" y="255816"/>
                </a:lnTo>
                <a:close/>
              </a:path>
              <a:path w="1376045" h="259714">
                <a:moveTo>
                  <a:pt x="1368005" y="255816"/>
                </a:moveTo>
                <a:lnTo>
                  <a:pt x="7619" y="255816"/>
                </a:lnTo>
                <a:lnTo>
                  <a:pt x="7619" y="252006"/>
                </a:lnTo>
                <a:lnTo>
                  <a:pt x="1368005" y="252006"/>
                </a:lnTo>
                <a:lnTo>
                  <a:pt x="1368005" y="255816"/>
                </a:lnTo>
                <a:close/>
              </a:path>
              <a:path w="1376045" h="259714">
                <a:moveTo>
                  <a:pt x="1375625" y="255816"/>
                </a:moveTo>
                <a:lnTo>
                  <a:pt x="1368005" y="255816"/>
                </a:lnTo>
                <a:lnTo>
                  <a:pt x="1371815" y="252006"/>
                </a:lnTo>
                <a:lnTo>
                  <a:pt x="1375625" y="252006"/>
                </a:lnTo>
                <a:lnTo>
                  <a:pt x="1375625" y="255816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27532" y="2101595"/>
            <a:ext cx="1368552" cy="25145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23849" y="2097925"/>
            <a:ext cx="1376045" cy="259715"/>
          </a:xfrm>
          <a:custGeom>
            <a:avLst/>
            <a:gdLst/>
            <a:ahLst/>
            <a:cxnLst/>
            <a:rect l="l" t="t" r="r" b="b"/>
            <a:pathLst>
              <a:path w="1376045" h="259714">
                <a:moveTo>
                  <a:pt x="1375625" y="259626"/>
                </a:moveTo>
                <a:lnTo>
                  <a:pt x="0" y="259626"/>
                </a:lnTo>
                <a:lnTo>
                  <a:pt x="0" y="0"/>
                </a:lnTo>
                <a:lnTo>
                  <a:pt x="1375625" y="0"/>
                </a:lnTo>
                <a:lnTo>
                  <a:pt x="1375625" y="3822"/>
                </a:lnTo>
                <a:lnTo>
                  <a:pt x="7619" y="3822"/>
                </a:lnTo>
                <a:lnTo>
                  <a:pt x="3809" y="7632"/>
                </a:lnTo>
                <a:lnTo>
                  <a:pt x="7619" y="7632"/>
                </a:lnTo>
                <a:lnTo>
                  <a:pt x="7619" y="252006"/>
                </a:lnTo>
                <a:lnTo>
                  <a:pt x="3809" y="252006"/>
                </a:lnTo>
                <a:lnTo>
                  <a:pt x="7619" y="255816"/>
                </a:lnTo>
                <a:lnTo>
                  <a:pt x="1375625" y="255816"/>
                </a:lnTo>
                <a:lnTo>
                  <a:pt x="1375625" y="259626"/>
                </a:lnTo>
                <a:close/>
              </a:path>
              <a:path w="1376045" h="259714">
                <a:moveTo>
                  <a:pt x="7619" y="7632"/>
                </a:moveTo>
                <a:lnTo>
                  <a:pt x="3809" y="7632"/>
                </a:lnTo>
                <a:lnTo>
                  <a:pt x="7619" y="3822"/>
                </a:lnTo>
                <a:lnTo>
                  <a:pt x="7619" y="7632"/>
                </a:lnTo>
                <a:close/>
              </a:path>
              <a:path w="1376045" h="259714">
                <a:moveTo>
                  <a:pt x="1368005" y="7632"/>
                </a:moveTo>
                <a:lnTo>
                  <a:pt x="7619" y="7632"/>
                </a:lnTo>
                <a:lnTo>
                  <a:pt x="7619" y="3822"/>
                </a:lnTo>
                <a:lnTo>
                  <a:pt x="1368005" y="3822"/>
                </a:lnTo>
                <a:lnTo>
                  <a:pt x="1368005" y="7632"/>
                </a:lnTo>
                <a:close/>
              </a:path>
              <a:path w="1376045" h="259714">
                <a:moveTo>
                  <a:pt x="1368005" y="255816"/>
                </a:moveTo>
                <a:lnTo>
                  <a:pt x="1368005" y="3822"/>
                </a:lnTo>
                <a:lnTo>
                  <a:pt x="1371815" y="7632"/>
                </a:lnTo>
                <a:lnTo>
                  <a:pt x="1375625" y="7632"/>
                </a:lnTo>
                <a:lnTo>
                  <a:pt x="1375625" y="252006"/>
                </a:lnTo>
                <a:lnTo>
                  <a:pt x="1371815" y="252006"/>
                </a:lnTo>
                <a:lnTo>
                  <a:pt x="1368005" y="255816"/>
                </a:lnTo>
                <a:close/>
              </a:path>
              <a:path w="1376045" h="259714">
                <a:moveTo>
                  <a:pt x="1375625" y="7632"/>
                </a:moveTo>
                <a:lnTo>
                  <a:pt x="1371815" y="7632"/>
                </a:lnTo>
                <a:lnTo>
                  <a:pt x="1368005" y="3822"/>
                </a:lnTo>
                <a:lnTo>
                  <a:pt x="1375625" y="3822"/>
                </a:lnTo>
                <a:lnTo>
                  <a:pt x="1375625" y="7632"/>
                </a:lnTo>
                <a:close/>
              </a:path>
              <a:path w="1376045" h="259714">
                <a:moveTo>
                  <a:pt x="7619" y="255816"/>
                </a:moveTo>
                <a:lnTo>
                  <a:pt x="3809" y="252006"/>
                </a:lnTo>
                <a:lnTo>
                  <a:pt x="7619" y="252006"/>
                </a:lnTo>
                <a:lnTo>
                  <a:pt x="7619" y="255816"/>
                </a:lnTo>
                <a:close/>
              </a:path>
              <a:path w="1376045" h="259714">
                <a:moveTo>
                  <a:pt x="1368005" y="255816"/>
                </a:moveTo>
                <a:lnTo>
                  <a:pt x="7619" y="255816"/>
                </a:lnTo>
                <a:lnTo>
                  <a:pt x="7619" y="252006"/>
                </a:lnTo>
                <a:lnTo>
                  <a:pt x="1368005" y="252006"/>
                </a:lnTo>
                <a:lnTo>
                  <a:pt x="1368005" y="255816"/>
                </a:lnTo>
                <a:close/>
              </a:path>
              <a:path w="1376045" h="259714">
                <a:moveTo>
                  <a:pt x="1375625" y="255816"/>
                </a:moveTo>
                <a:lnTo>
                  <a:pt x="1368005" y="255816"/>
                </a:lnTo>
                <a:lnTo>
                  <a:pt x="1371815" y="252006"/>
                </a:lnTo>
                <a:lnTo>
                  <a:pt x="1375625" y="252006"/>
                </a:lnTo>
                <a:lnTo>
                  <a:pt x="1375625" y="255816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84276" y="1713168"/>
            <a:ext cx="1655445" cy="226187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471170">
              <a:lnSpc>
                <a:spcPct val="100000"/>
              </a:lnSpc>
              <a:spcBef>
                <a:spcPts val="835"/>
              </a:spcBef>
            </a:pPr>
            <a:r>
              <a:rPr dirty="0" sz="1400" b="1">
                <a:solidFill>
                  <a:srgbClr val="FFFFFF"/>
                </a:solidFill>
                <a:latin typeface="微软雅黑"/>
                <a:cs typeface="微软雅黑"/>
              </a:rPr>
              <a:t>当前栈</a:t>
            </a:r>
            <a:r>
              <a:rPr dirty="0" sz="1400" spc="5" b="1">
                <a:solidFill>
                  <a:srgbClr val="FFFFFF"/>
                </a:solidFill>
                <a:latin typeface="微软雅黑"/>
                <a:cs typeface="微软雅黑"/>
              </a:rPr>
              <a:t>帧</a:t>
            </a:r>
            <a:endParaRPr sz="1400">
              <a:latin typeface="微软雅黑"/>
              <a:cs typeface="微软雅黑"/>
            </a:endParaRPr>
          </a:p>
          <a:p>
            <a:pPr marL="414020">
              <a:lnSpc>
                <a:spcPct val="100000"/>
              </a:lnSpc>
              <a:spcBef>
                <a:spcPts val="675"/>
              </a:spcBef>
            </a:pPr>
            <a:r>
              <a:rPr dirty="0" sz="1300" b="1">
                <a:latin typeface="微软雅黑"/>
                <a:cs typeface="微软雅黑"/>
              </a:rPr>
              <a:t>局部变量</a:t>
            </a:r>
            <a:r>
              <a:rPr dirty="0" sz="1300" spc="-5" b="1">
                <a:latin typeface="微软雅黑"/>
                <a:cs typeface="微软雅黑"/>
              </a:rPr>
              <a:t>表</a:t>
            </a:r>
            <a:endParaRPr sz="1300">
              <a:latin typeface="微软雅黑"/>
              <a:cs typeface="微软雅黑"/>
            </a:endParaRPr>
          </a:p>
          <a:p>
            <a:pPr marL="496570">
              <a:lnSpc>
                <a:spcPct val="100000"/>
              </a:lnSpc>
              <a:spcBef>
                <a:spcPts val="990"/>
              </a:spcBef>
            </a:pPr>
            <a:r>
              <a:rPr dirty="0" sz="1300" b="1">
                <a:latin typeface="微软雅黑"/>
                <a:cs typeface="微软雅黑"/>
              </a:rPr>
              <a:t>操作数</a:t>
            </a:r>
            <a:r>
              <a:rPr dirty="0" sz="1300" spc="-5" b="1">
                <a:latin typeface="微软雅黑"/>
                <a:cs typeface="微软雅黑"/>
              </a:rPr>
              <a:t>栈</a:t>
            </a:r>
            <a:endParaRPr sz="1300">
              <a:latin typeface="微软雅黑"/>
              <a:cs typeface="微软雅黑"/>
            </a:endParaRPr>
          </a:p>
          <a:p>
            <a:pPr marL="496570" marR="490220">
              <a:lnSpc>
                <a:spcPct val="163500"/>
              </a:lnSpc>
              <a:spcBef>
                <a:spcPts val="285"/>
              </a:spcBef>
            </a:pPr>
            <a:r>
              <a:rPr dirty="0" sz="1300" b="1">
                <a:latin typeface="微软雅黑"/>
                <a:cs typeface="微软雅黑"/>
              </a:rPr>
              <a:t>动态连</a:t>
            </a:r>
            <a:r>
              <a:rPr dirty="0" sz="1300" spc="-5" b="1">
                <a:latin typeface="微软雅黑"/>
                <a:cs typeface="微软雅黑"/>
              </a:rPr>
              <a:t>接 </a:t>
            </a:r>
            <a:r>
              <a:rPr dirty="0" sz="1300" b="1">
                <a:latin typeface="微软雅黑"/>
                <a:cs typeface="微软雅黑"/>
              </a:rPr>
              <a:t>返回地</a:t>
            </a:r>
            <a:r>
              <a:rPr dirty="0" sz="1300" spc="-5" b="1">
                <a:latin typeface="微软雅黑"/>
                <a:cs typeface="微软雅黑"/>
              </a:rPr>
              <a:t>址</a:t>
            </a:r>
            <a:endParaRPr sz="1300">
              <a:latin typeface="微软雅黑"/>
              <a:cs typeface="微软雅黑"/>
            </a:endParaRPr>
          </a:p>
          <a:p>
            <a:pPr marL="584835" marR="504190" indent="-74295">
              <a:lnSpc>
                <a:spcPct val="135000"/>
              </a:lnSpc>
              <a:spcBef>
                <a:spcPts val="484"/>
              </a:spcBef>
            </a:pPr>
            <a:r>
              <a:rPr dirty="0" sz="1400">
                <a:latin typeface="微软雅黑"/>
                <a:cs typeface="微软雅黑"/>
              </a:rPr>
              <a:t>栈帧</a:t>
            </a:r>
            <a:r>
              <a:rPr dirty="0" sz="1400" spc="-5">
                <a:latin typeface="Times New Roman"/>
                <a:cs typeface="Times New Roman"/>
              </a:rPr>
              <a:t>N-</a:t>
            </a:r>
            <a:r>
              <a:rPr dirty="0" sz="1400">
                <a:latin typeface="Times New Roman"/>
                <a:cs typeface="Times New Roman"/>
              </a:rPr>
              <a:t>1 </a:t>
            </a:r>
            <a:r>
              <a:rPr dirty="0" sz="1400">
                <a:latin typeface="微软雅黑"/>
                <a:cs typeface="微软雅黑"/>
              </a:rPr>
              <a:t>栈帧</a:t>
            </a:r>
            <a:r>
              <a:rPr dirty="0" sz="1400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58</a:t>
            </a:fld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2819552" y="1244701"/>
            <a:ext cx="5130165" cy="93980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99800"/>
              </a:lnSpc>
              <a:spcBef>
                <a:spcPts val="110"/>
              </a:spcBef>
            </a:pPr>
            <a:r>
              <a:rPr dirty="0" b="1">
                <a:latin typeface="仿宋"/>
                <a:cs typeface="仿宋"/>
              </a:rPr>
              <a:t>程序中的</a:t>
            </a:r>
            <a:r>
              <a:rPr dirty="0" b="1">
                <a:solidFill>
                  <a:srgbClr val="FF0000"/>
                </a:solidFill>
                <a:latin typeface="仿宋"/>
                <a:cs typeface="仿宋"/>
              </a:rPr>
              <a:t>每个方法</a:t>
            </a:r>
            <a:r>
              <a:rPr dirty="0" b="1">
                <a:latin typeface="仿宋"/>
                <a:cs typeface="仿宋"/>
              </a:rPr>
              <a:t>被执行时都会创建一个</a:t>
            </a:r>
            <a:r>
              <a:rPr dirty="0" b="1">
                <a:solidFill>
                  <a:srgbClr val="FF0000"/>
                </a:solidFill>
                <a:latin typeface="仿宋"/>
                <a:cs typeface="仿宋"/>
              </a:rPr>
              <a:t>栈</a:t>
            </a:r>
            <a:r>
              <a:rPr dirty="0" spc="-5" b="1">
                <a:solidFill>
                  <a:srgbClr val="FF0000"/>
                </a:solidFill>
                <a:latin typeface="仿宋"/>
                <a:cs typeface="仿宋"/>
              </a:rPr>
              <a:t>帧 </a:t>
            </a:r>
            <a:r>
              <a:rPr dirty="0" b="1">
                <a:latin typeface="仿宋"/>
                <a:cs typeface="仿宋"/>
              </a:rPr>
              <a:t>用来存储该方法的局部变量等信息，包括各</a:t>
            </a:r>
            <a:r>
              <a:rPr dirty="0" spc="-5" b="1">
                <a:latin typeface="仿宋"/>
                <a:cs typeface="仿宋"/>
              </a:rPr>
              <a:t>种 </a:t>
            </a:r>
            <a:r>
              <a:rPr dirty="0" b="1">
                <a:latin typeface="仿宋"/>
                <a:cs typeface="仿宋"/>
              </a:rPr>
              <a:t>基本类型的变量和数组</a:t>
            </a:r>
            <a:r>
              <a:rPr dirty="0" spc="-5" b="1">
                <a:latin typeface="Times New Roman"/>
                <a:cs typeface="Times New Roman"/>
              </a:rPr>
              <a:t>/</a:t>
            </a:r>
            <a:r>
              <a:rPr dirty="0" b="1">
                <a:latin typeface="仿宋"/>
                <a:cs typeface="仿宋"/>
              </a:rPr>
              <a:t>对象的引用变量</a:t>
            </a:r>
            <a:r>
              <a:rPr dirty="0" spc="-5" b="1">
                <a:latin typeface="仿宋"/>
                <a:cs typeface="仿宋"/>
              </a:rPr>
              <a:t>。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866453" y="2375331"/>
            <a:ext cx="5504815" cy="3867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public class </a:t>
            </a:r>
            <a:r>
              <a:rPr dirty="0" sz="1400" spc="-5" b="1">
                <a:latin typeface="Consolas"/>
                <a:cs typeface="Consolas"/>
              </a:rPr>
              <a:t>Ex215</a:t>
            </a:r>
            <a:r>
              <a:rPr dirty="0" sz="1400" spc="-10" b="1">
                <a:latin typeface="Consolas"/>
                <a:cs typeface="Consolas"/>
              </a:rPr>
              <a:t> </a:t>
            </a:r>
            <a:r>
              <a:rPr dirty="0" sz="1400" b="1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926465" marR="1115695" indent="-457200">
              <a:lnSpc>
                <a:spcPct val="100000"/>
              </a:lnSpc>
            </a:pP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public static void </a:t>
            </a:r>
            <a:r>
              <a:rPr dirty="0" sz="1400" spc="-5" b="1">
                <a:latin typeface="Consolas"/>
                <a:cs typeface="Consolas"/>
              </a:rPr>
              <a:t>main(String[]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args</a:t>
            </a:r>
            <a:r>
              <a:rPr dirty="0" sz="1400" spc="-5" b="1">
                <a:latin typeface="Consolas"/>
                <a:cs typeface="Consolas"/>
              </a:rPr>
              <a:t>) </a:t>
            </a:r>
            <a:r>
              <a:rPr dirty="0" sz="1400" b="1">
                <a:latin typeface="Consolas"/>
                <a:cs typeface="Consolas"/>
              </a:rPr>
              <a:t>{  </a:t>
            </a:r>
            <a:r>
              <a:rPr dirty="0" sz="1400" spc="-5" b="1">
                <a:latin typeface="Consolas"/>
                <a:cs typeface="Consolas"/>
              </a:rPr>
              <a:t>printPyramid(</a:t>
            </a:r>
            <a:r>
              <a:rPr dirty="0" sz="1400" spc="-5" b="1">
                <a:solidFill>
                  <a:srgbClr val="2A00FF"/>
                </a:solidFill>
                <a:latin typeface="Consolas"/>
                <a:cs typeface="Consolas"/>
              </a:rPr>
              <a:t>'g'</a:t>
            </a:r>
            <a:r>
              <a:rPr dirty="0" sz="1400" spc="-5" b="1">
                <a:latin typeface="Consolas"/>
                <a:cs typeface="Consolas"/>
              </a:rPr>
              <a:t>);</a:t>
            </a:r>
            <a:endParaRPr sz="1400">
              <a:latin typeface="Consolas"/>
              <a:cs typeface="Consolas"/>
            </a:endParaRPr>
          </a:p>
          <a:p>
            <a:pPr marL="469265">
              <a:lnSpc>
                <a:spcPct val="100000"/>
              </a:lnSpc>
            </a:pPr>
            <a:r>
              <a:rPr dirty="0" sz="1400" b="1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L="926465" marR="1115060" indent="-457200">
              <a:lnSpc>
                <a:spcPct val="100000"/>
              </a:lnSpc>
            </a:pP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public static void </a:t>
            </a:r>
            <a:r>
              <a:rPr dirty="0" sz="1400" spc="-5" b="1">
                <a:latin typeface="Consolas"/>
                <a:cs typeface="Consolas"/>
              </a:rPr>
              <a:t>printPyramid(</a:t>
            </a: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char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c</a:t>
            </a:r>
            <a:r>
              <a:rPr dirty="0" sz="1400" spc="-5" b="1">
                <a:latin typeface="Consolas"/>
                <a:cs typeface="Consolas"/>
              </a:rPr>
              <a:t>){  </a:t>
            </a: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for</a:t>
            </a:r>
            <a:r>
              <a:rPr dirty="0" sz="1400" spc="-5" b="1">
                <a:latin typeface="Consolas"/>
                <a:cs typeface="Consolas"/>
              </a:rPr>
              <a:t>(</a:t>
            </a: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char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row</a:t>
            </a:r>
            <a:r>
              <a:rPr dirty="0" sz="1400" spc="-5" b="1">
                <a:latin typeface="Consolas"/>
                <a:cs typeface="Consolas"/>
              </a:rPr>
              <a:t>=</a:t>
            </a:r>
            <a:r>
              <a:rPr dirty="0" sz="1400" spc="-5" b="1">
                <a:solidFill>
                  <a:srgbClr val="2A00FF"/>
                </a:solidFill>
                <a:latin typeface="Consolas"/>
                <a:cs typeface="Consolas"/>
              </a:rPr>
              <a:t>'a'</a:t>
            </a:r>
            <a:r>
              <a:rPr dirty="0" sz="1400" spc="-5" b="1">
                <a:latin typeface="Consolas"/>
                <a:cs typeface="Consolas"/>
              </a:rPr>
              <a:t>;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row</a:t>
            </a:r>
            <a:r>
              <a:rPr dirty="0" sz="1400" spc="-5" b="1">
                <a:latin typeface="Consolas"/>
                <a:cs typeface="Consolas"/>
              </a:rPr>
              <a:t>&lt;=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c</a:t>
            </a:r>
            <a:r>
              <a:rPr dirty="0" sz="1400" spc="-5" b="1">
                <a:latin typeface="Consolas"/>
                <a:cs typeface="Consolas"/>
              </a:rPr>
              <a:t>;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row</a:t>
            </a:r>
            <a:r>
              <a:rPr dirty="0" sz="1400" spc="-5" b="1">
                <a:latin typeface="Consolas"/>
                <a:cs typeface="Consolas"/>
              </a:rPr>
              <a:t>++){</a:t>
            </a:r>
            <a:endParaRPr sz="1400">
              <a:latin typeface="Consolas"/>
              <a:cs typeface="Consolas"/>
            </a:endParaRPr>
          </a:p>
          <a:p>
            <a:pPr marL="1840864" marR="1374775" indent="-457200">
              <a:lnSpc>
                <a:spcPct val="100000"/>
              </a:lnSpc>
            </a:pP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for</a:t>
            </a:r>
            <a:r>
              <a:rPr dirty="0" sz="1400" spc="-5" b="1">
                <a:latin typeface="Consolas"/>
                <a:cs typeface="Consolas"/>
              </a:rPr>
              <a:t>(</a:t>
            </a: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int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dirty="0" sz="1400" spc="-5" b="1">
                <a:latin typeface="Consolas"/>
                <a:cs typeface="Consolas"/>
              </a:rPr>
              <a:t>=1;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dirty="0" sz="1400" spc="-5" b="1">
                <a:latin typeface="Consolas"/>
                <a:cs typeface="Consolas"/>
              </a:rPr>
              <a:t>&lt;=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c</a:t>
            </a:r>
            <a:r>
              <a:rPr dirty="0" sz="1400" spc="-5" b="1">
                <a:latin typeface="Consolas"/>
                <a:cs typeface="Consolas"/>
              </a:rPr>
              <a:t>-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row</a:t>
            </a:r>
            <a:r>
              <a:rPr dirty="0" sz="1400" spc="-5" b="1">
                <a:latin typeface="Consolas"/>
                <a:cs typeface="Consolas"/>
              </a:rPr>
              <a:t>;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dirty="0" sz="1400" spc="-5" b="1">
                <a:latin typeface="Consolas"/>
                <a:cs typeface="Consolas"/>
              </a:rPr>
              <a:t>++){  System.</a:t>
            </a:r>
            <a:r>
              <a:rPr dirty="0" sz="1400" spc="-5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400" spc="-5" b="1">
                <a:latin typeface="Consolas"/>
                <a:cs typeface="Consolas"/>
              </a:rPr>
              <a:t>.print(</a:t>
            </a:r>
            <a:r>
              <a:rPr dirty="0" sz="1400" spc="-5" b="1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dirty="0" sz="1400" spc="-20" b="1">
                <a:solidFill>
                  <a:srgbClr val="2A00FF"/>
                </a:solidFill>
                <a:latin typeface="Consolas"/>
                <a:cs typeface="Consolas"/>
              </a:rPr>
              <a:t> </a:t>
            </a:r>
            <a:r>
              <a:rPr dirty="0" sz="1400" spc="-5" b="1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dirty="0" sz="1400" spc="-5" b="1">
                <a:latin typeface="Consolas"/>
                <a:cs typeface="Consolas"/>
              </a:rPr>
              <a:t>);</a:t>
            </a:r>
            <a:endParaRPr sz="1400">
              <a:latin typeface="Consolas"/>
              <a:cs typeface="Consolas"/>
            </a:endParaRPr>
          </a:p>
          <a:p>
            <a:pPr marL="1383665">
              <a:lnSpc>
                <a:spcPct val="100000"/>
              </a:lnSpc>
            </a:pPr>
            <a:r>
              <a:rPr dirty="0" sz="1400" b="1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L="1840864" marR="982980" indent="-457200">
              <a:lnSpc>
                <a:spcPct val="100000"/>
              </a:lnSpc>
            </a:pP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for</a:t>
            </a:r>
            <a:r>
              <a:rPr dirty="0" sz="1400" spc="-5" b="1">
                <a:latin typeface="Consolas"/>
                <a:cs typeface="Consolas"/>
              </a:rPr>
              <a:t>(</a:t>
            </a: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char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ch</a:t>
            </a:r>
            <a:r>
              <a:rPr dirty="0" sz="1400" spc="-5" b="1">
                <a:latin typeface="Consolas"/>
                <a:cs typeface="Consolas"/>
              </a:rPr>
              <a:t>=</a:t>
            </a:r>
            <a:r>
              <a:rPr dirty="0" sz="1400" spc="-5" b="1">
                <a:solidFill>
                  <a:srgbClr val="2A00FF"/>
                </a:solidFill>
                <a:latin typeface="Consolas"/>
                <a:cs typeface="Consolas"/>
              </a:rPr>
              <a:t>'a'</a:t>
            </a:r>
            <a:r>
              <a:rPr dirty="0" sz="1400" spc="-5" b="1">
                <a:latin typeface="Consolas"/>
                <a:cs typeface="Consolas"/>
              </a:rPr>
              <a:t>;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ch</a:t>
            </a:r>
            <a:r>
              <a:rPr dirty="0" sz="1400" spc="-5" b="1">
                <a:latin typeface="Consolas"/>
                <a:cs typeface="Consolas"/>
              </a:rPr>
              <a:t>&lt;=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row</a:t>
            </a:r>
            <a:r>
              <a:rPr dirty="0" sz="1400" spc="-5" b="1">
                <a:latin typeface="Consolas"/>
                <a:cs typeface="Consolas"/>
              </a:rPr>
              <a:t>;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ch</a:t>
            </a:r>
            <a:r>
              <a:rPr dirty="0" sz="1400" spc="-5" b="1">
                <a:latin typeface="Consolas"/>
                <a:cs typeface="Consolas"/>
              </a:rPr>
              <a:t>++){  System.</a:t>
            </a:r>
            <a:r>
              <a:rPr dirty="0" sz="1400" spc="-5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400" spc="-5" b="1">
                <a:latin typeface="Consolas"/>
                <a:cs typeface="Consolas"/>
              </a:rPr>
              <a:t>.print(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ch</a:t>
            </a:r>
            <a:r>
              <a:rPr dirty="0" sz="1400" spc="-5" b="1">
                <a:latin typeface="Consolas"/>
                <a:cs typeface="Consolas"/>
              </a:rPr>
              <a:t>);</a:t>
            </a:r>
            <a:endParaRPr sz="1400">
              <a:latin typeface="Consolas"/>
              <a:cs typeface="Consolas"/>
            </a:endParaRPr>
          </a:p>
          <a:p>
            <a:pPr marL="1383665">
              <a:lnSpc>
                <a:spcPct val="100000"/>
              </a:lnSpc>
            </a:pPr>
            <a:r>
              <a:rPr dirty="0" sz="1400" b="1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L="1840864" marR="5080" indent="-457200">
              <a:lnSpc>
                <a:spcPct val="100000"/>
              </a:lnSpc>
            </a:pP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for</a:t>
            </a:r>
            <a:r>
              <a:rPr dirty="0" sz="1400" spc="-5" b="1">
                <a:latin typeface="Consolas"/>
                <a:cs typeface="Consolas"/>
              </a:rPr>
              <a:t>(</a:t>
            </a: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char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ch</a:t>
            </a:r>
            <a:r>
              <a:rPr dirty="0" sz="1400" spc="-5" b="1">
                <a:latin typeface="Consolas"/>
                <a:cs typeface="Consolas"/>
              </a:rPr>
              <a:t>=(</a:t>
            </a:r>
            <a:r>
              <a:rPr dirty="0" sz="1400" spc="-5" b="1">
                <a:solidFill>
                  <a:srgbClr val="7E0054"/>
                </a:solidFill>
                <a:latin typeface="Consolas"/>
                <a:cs typeface="Consolas"/>
              </a:rPr>
              <a:t>char</a:t>
            </a:r>
            <a:r>
              <a:rPr dirty="0" sz="1400" spc="-5" b="1">
                <a:latin typeface="Consolas"/>
                <a:cs typeface="Consolas"/>
              </a:rPr>
              <a:t>)(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row</a:t>
            </a:r>
            <a:r>
              <a:rPr dirty="0" sz="1400" spc="-5" b="1">
                <a:latin typeface="Consolas"/>
                <a:cs typeface="Consolas"/>
              </a:rPr>
              <a:t>-1);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ch</a:t>
            </a:r>
            <a:r>
              <a:rPr dirty="0" sz="1400" spc="-5" b="1">
                <a:latin typeface="Consolas"/>
                <a:cs typeface="Consolas"/>
              </a:rPr>
              <a:t>&gt;=</a:t>
            </a:r>
            <a:r>
              <a:rPr dirty="0" sz="1400" spc="-5" b="1">
                <a:solidFill>
                  <a:srgbClr val="2A00FF"/>
                </a:solidFill>
                <a:latin typeface="Consolas"/>
                <a:cs typeface="Consolas"/>
              </a:rPr>
              <a:t>'a'</a:t>
            </a:r>
            <a:r>
              <a:rPr dirty="0" sz="1400" spc="-5" b="1">
                <a:latin typeface="Consolas"/>
                <a:cs typeface="Consolas"/>
              </a:rPr>
              <a:t>; 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ch</a:t>
            </a:r>
            <a:r>
              <a:rPr dirty="0" sz="1400" spc="-5" b="1">
                <a:latin typeface="Consolas"/>
                <a:cs typeface="Consolas"/>
              </a:rPr>
              <a:t>--){  System.</a:t>
            </a:r>
            <a:r>
              <a:rPr dirty="0" sz="1400" spc="-5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400" spc="-5" b="1">
                <a:latin typeface="Consolas"/>
                <a:cs typeface="Consolas"/>
              </a:rPr>
              <a:t>.print(</a:t>
            </a:r>
            <a:r>
              <a:rPr dirty="0" sz="1400" spc="-5" b="1">
                <a:solidFill>
                  <a:srgbClr val="6A3D3D"/>
                </a:solidFill>
                <a:latin typeface="Consolas"/>
                <a:cs typeface="Consolas"/>
              </a:rPr>
              <a:t>ch</a:t>
            </a:r>
            <a:r>
              <a:rPr dirty="0" sz="1400" spc="-5" b="1">
                <a:latin typeface="Consolas"/>
                <a:cs typeface="Consolas"/>
              </a:rPr>
              <a:t>);</a:t>
            </a:r>
            <a:endParaRPr sz="1400">
              <a:latin typeface="Consolas"/>
              <a:cs typeface="Consolas"/>
            </a:endParaRPr>
          </a:p>
          <a:p>
            <a:pPr marL="1383665">
              <a:lnSpc>
                <a:spcPct val="100000"/>
              </a:lnSpc>
            </a:pPr>
            <a:r>
              <a:rPr dirty="0" sz="1400" b="1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L="1383665">
              <a:lnSpc>
                <a:spcPct val="100000"/>
              </a:lnSpc>
            </a:pPr>
            <a:r>
              <a:rPr dirty="0" sz="1400" spc="-5" b="1">
                <a:latin typeface="Consolas"/>
                <a:cs typeface="Consolas"/>
              </a:rPr>
              <a:t>System.</a:t>
            </a:r>
            <a:r>
              <a:rPr dirty="0" sz="1400" spc="-5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400" spc="-5" b="1">
                <a:latin typeface="Consolas"/>
                <a:cs typeface="Consolas"/>
              </a:rPr>
              <a:t>.println();</a:t>
            </a:r>
            <a:endParaRPr sz="1400">
              <a:latin typeface="Consolas"/>
              <a:cs typeface="Consolas"/>
            </a:endParaRPr>
          </a:p>
          <a:p>
            <a:pPr marL="838835">
              <a:lnSpc>
                <a:spcPct val="100000"/>
              </a:lnSpc>
            </a:pPr>
            <a:r>
              <a:rPr dirty="0" sz="1400" b="1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L="545465">
              <a:lnSpc>
                <a:spcPct val="100000"/>
              </a:lnSpc>
            </a:pPr>
            <a:r>
              <a:rPr dirty="0" sz="1400" b="1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66453" y="6215811"/>
            <a:ext cx="1238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12875" y="359409"/>
            <a:ext cx="1081405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42273" y="302259"/>
            <a:ext cx="824966" cy="409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28263" y="300990"/>
            <a:ext cx="2641371" cy="412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26298" y="1222171"/>
            <a:ext cx="378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等线"/>
                <a:cs typeface="等线"/>
              </a:rPr>
              <a:t>==</a:t>
            </a:r>
            <a:r>
              <a:rPr dirty="0" sz="2400">
                <a:latin typeface="微软雅黑"/>
                <a:cs typeface="微软雅黑"/>
              </a:rPr>
              <a:t>比较对象的引用是否相同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58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54480" y="1929130"/>
            <a:ext cx="128079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Sample</a:t>
            </a:r>
            <a:r>
              <a:rPr dirty="0" sz="2800" spc="-70">
                <a:solidFill>
                  <a:srgbClr val="006C39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2680" y="2569210"/>
            <a:ext cx="6908165" cy="2852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44500" marR="991235">
              <a:lnSpc>
                <a:spcPct val="100000"/>
              </a:lnSpc>
              <a:spcBef>
                <a:spcPts val="95"/>
              </a:spcBef>
              <a:tabLst>
                <a:tab pos="3151505" algn="l"/>
              </a:tabLst>
            </a:pP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Equivalence.java</a:t>
            </a: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	</a:t>
            </a: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EqualsMethod.java  </a:t>
            </a:r>
            <a:r>
              <a:rPr dirty="0" sz="2800" spc="-5">
                <a:solidFill>
                  <a:srgbClr val="006C39"/>
                </a:solidFill>
                <a:latin typeface="Times New Roman"/>
                <a:cs typeface="Times New Roman"/>
              </a:rPr>
              <a:t>EqualsMethod2.java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50">
              <a:latin typeface="Times New Roman"/>
              <a:cs typeface="Times New Roman"/>
            </a:endParaRPr>
          </a:p>
          <a:p>
            <a:pPr marL="12700" marR="5080">
              <a:lnSpc>
                <a:spcPct val="96800"/>
              </a:lnSpc>
            </a:pPr>
            <a:r>
              <a:rPr dirty="0" sz="2400" spc="-5">
                <a:latin typeface="Times New Roman"/>
                <a:cs typeface="Times New Roman"/>
              </a:rPr>
              <a:t>object</a:t>
            </a:r>
            <a:r>
              <a:rPr dirty="0" sz="2400">
                <a:latin typeface="宋体"/>
                <a:cs typeface="宋体"/>
              </a:rPr>
              <a:t>类中的</a:t>
            </a:r>
            <a:r>
              <a:rPr dirty="0" sz="2400" spc="-625">
                <a:latin typeface="宋体"/>
                <a:cs typeface="宋体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equals(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)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微软雅黑"/>
                <a:cs typeface="微软雅黑"/>
              </a:rPr>
              <a:t>比较对象的引用是否相同，但 </a:t>
            </a:r>
            <a:r>
              <a:rPr dirty="0" sz="2400" spc="-5">
                <a:latin typeface="等线"/>
                <a:cs typeface="等线"/>
              </a:rPr>
              <a:t>Java</a:t>
            </a:r>
            <a:r>
              <a:rPr dirty="0" sz="2400">
                <a:latin typeface="微软雅黑"/>
                <a:cs typeface="微软雅黑"/>
              </a:rPr>
              <a:t>中提供的类中大多数对</a:t>
            </a:r>
            <a:r>
              <a:rPr dirty="0" sz="2400" spc="-5" b="1">
                <a:latin typeface="Times New Roman"/>
                <a:cs typeface="Times New Roman"/>
              </a:rPr>
              <a:t>equals(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)</a:t>
            </a:r>
            <a:r>
              <a:rPr dirty="0" sz="2400" b="1">
                <a:latin typeface="宋体"/>
                <a:cs typeface="宋体"/>
              </a:rPr>
              <a:t>进行了重</a:t>
            </a:r>
            <a:r>
              <a:rPr dirty="0" sz="2400" spc="-10" b="1">
                <a:latin typeface="宋体"/>
                <a:cs typeface="宋体"/>
              </a:rPr>
              <a:t>写 </a:t>
            </a:r>
            <a:r>
              <a:rPr dirty="0" sz="2400" spc="-114" i="1">
                <a:solidFill>
                  <a:srgbClr val="FF0000"/>
                </a:solidFill>
                <a:latin typeface="Times New Roman"/>
                <a:cs typeface="Times New Roman"/>
              </a:rPr>
              <a:t>override</a:t>
            </a:r>
            <a:r>
              <a:rPr dirty="0" sz="2500" spc="-114" i="1">
                <a:solidFill>
                  <a:srgbClr val="FF0000"/>
                </a:solidFill>
                <a:latin typeface="宋体"/>
                <a:cs typeface="宋体"/>
              </a:rPr>
              <a:t>，</a:t>
            </a:r>
            <a:r>
              <a:rPr dirty="0" sz="2500" spc="-869" i="1">
                <a:solidFill>
                  <a:srgbClr val="FF0000"/>
                </a:solidFill>
                <a:latin typeface="宋体"/>
                <a:cs typeface="宋体"/>
              </a:rPr>
              <a:t>实现值的比</a:t>
            </a:r>
            <a:r>
              <a:rPr dirty="0" sz="2500" spc="-100" i="1">
                <a:solidFill>
                  <a:srgbClr val="FF0000"/>
                </a:solidFill>
                <a:latin typeface="宋体"/>
                <a:cs typeface="宋体"/>
              </a:rPr>
              <a:t>较</a:t>
            </a:r>
            <a:endParaRPr sz="2500">
              <a:latin typeface="宋体"/>
              <a:cs typeface="宋体"/>
            </a:endParaRPr>
          </a:p>
          <a:p>
            <a:pPr marL="12700">
              <a:lnSpc>
                <a:spcPts val="3315"/>
              </a:lnSpc>
            </a:pPr>
            <a:r>
              <a:rPr dirty="0" sz="2800" spc="-5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12875" y="359409"/>
            <a:ext cx="636269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85441" y="300990"/>
            <a:ext cx="1303858" cy="4089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58755" y="357504"/>
            <a:ext cx="133324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84935" y="1137919"/>
            <a:ext cx="5812155" cy="4257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6C39"/>
                </a:solidFill>
                <a:latin typeface="宋体"/>
                <a:cs typeface="宋体"/>
              </a:rPr>
              <a:t>初始化包括类初始化和对象初始</a:t>
            </a:r>
            <a:r>
              <a:rPr dirty="0" sz="2800" spc="-5">
                <a:solidFill>
                  <a:srgbClr val="006C39"/>
                </a:solidFill>
                <a:latin typeface="宋体"/>
                <a:cs typeface="宋体"/>
              </a:rPr>
              <a:t>化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550">
              <a:latin typeface="宋体"/>
              <a:cs typeface="宋体"/>
            </a:endParaRPr>
          </a:p>
          <a:p>
            <a:pPr algn="just" marL="12700" marR="102870">
              <a:lnSpc>
                <a:spcPct val="100000"/>
              </a:lnSpc>
            </a:pPr>
            <a:r>
              <a:rPr dirty="0" sz="2800">
                <a:solidFill>
                  <a:srgbClr val="006C39"/>
                </a:solidFill>
                <a:latin typeface="宋体"/>
                <a:cs typeface="宋体"/>
              </a:rPr>
              <a:t>类初始化，有称为静态初始化，包</a:t>
            </a:r>
            <a:r>
              <a:rPr dirty="0" sz="2800" spc="-5">
                <a:solidFill>
                  <a:srgbClr val="006C39"/>
                </a:solidFill>
                <a:latin typeface="宋体"/>
                <a:cs typeface="宋体"/>
              </a:rPr>
              <a:t>括 </a:t>
            </a:r>
            <a:r>
              <a:rPr dirty="0" sz="2800">
                <a:solidFill>
                  <a:srgbClr val="006C39"/>
                </a:solidFill>
                <a:latin typeface="宋体"/>
                <a:cs typeface="宋体"/>
              </a:rPr>
              <a:t>静态数据成员默认初始化和静态块</a:t>
            </a:r>
            <a:r>
              <a:rPr dirty="0" sz="2800" spc="-5">
                <a:solidFill>
                  <a:srgbClr val="006C39"/>
                </a:solidFill>
                <a:latin typeface="宋体"/>
                <a:cs typeface="宋体"/>
              </a:rPr>
              <a:t>初 </a:t>
            </a:r>
            <a:r>
              <a:rPr dirty="0" sz="2800">
                <a:solidFill>
                  <a:srgbClr val="006C39"/>
                </a:solidFill>
                <a:latin typeface="宋体"/>
                <a:cs typeface="宋体"/>
              </a:rPr>
              <a:t>始化。仅发生在类加载时</a:t>
            </a:r>
            <a:r>
              <a:rPr dirty="0" sz="2800" spc="-5">
                <a:solidFill>
                  <a:srgbClr val="006C39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050">
              <a:latin typeface="宋体"/>
              <a:cs typeface="宋体"/>
            </a:endParaRPr>
          </a:p>
          <a:p>
            <a:pPr algn="just" marL="110489" marR="5080">
              <a:lnSpc>
                <a:spcPct val="100000"/>
              </a:lnSpc>
            </a:pPr>
            <a:r>
              <a:rPr dirty="0" sz="2800">
                <a:solidFill>
                  <a:srgbClr val="006C39"/>
                </a:solidFill>
                <a:latin typeface="宋体"/>
                <a:cs typeface="宋体"/>
              </a:rPr>
              <a:t>对象初始化，包括数据成员默认初</a:t>
            </a:r>
            <a:r>
              <a:rPr dirty="0" sz="2800" spc="-5">
                <a:solidFill>
                  <a:srgbClr val="006C39"/>
                </a:solidFill>
                <a:latin typeface="宋体"/>
                <a:cs typeface="宋体"/>
              </a:rPr>
              <a:t>始 </a:t>
            </a:r>
            <a:r>
              <a:rPr dirty="0" sz="2800">
                <a:solidFill>
                  <a:srgbClr val="006C39"/>
                </a:solidFill>
                <a:latin typeface="宋体"/>
                <a:cs typeface="宋体"/>
              </a:rPr>
              <a:t>化、初始化块和构造器初始化。发</a:t>
            </a:r>
            <a:r>
              <a:rPr dirty="0" sz="2800" spc="-5">
                <a:solidFill>
                  <a:srgbClr val="006C39"/>
                </a:solidFill>
                <a:latin typeface="宋体"/>
                <a:cs typeface="宋体"/>
              </a:rPr>
              <a:t>生 </a:t>
            </a:r>
            <a:r>
              <a:rPr dirty="0" sz="2800">
                <a:solidFill>
                  <a:srgbClr val="006C39"/>
                </a:solidFill>
                <a:latin typeface="宋体"/>
                <a:cs typeface="宋体"/>
              </a:rPr>
              <a:t>在类加载时</a:t>
            </a:r>
            <a:r>
              <a:rPr dirty="0" sz="2800" spc="-5">
                <a:solidFill>
                  <a:srgbClr val="006C39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58</a:t>
            </a:fld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29002" y="6410007"/>
            <a:ext cx="204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A1A1A1"/>
                </a:solidFill>
                <a:latin typeface="微软雅黑"/>
                <a:cs typeface="微软雅黑"/>
              </a:rPr>
              <a:t>61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377683" y="251459"/>
            <a:ext cx="1476755" cy="4328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122428"/>
            <a:ext cx="413384" cy="699770"/>
          </a:xfrm>
          <a:custGeom>
            <a:avLst/>
            <a:gdLst/>
            <a:ahLst/>
            <a:cxnLst/>
            <a:rect l="l" t="t" r="r" b="b"/>
            <a:pathLst>
              <a:path w="413384" h="699769">
                <a:moveTo>
                  <a:pt x="234302" y="699300"/>
                </a:moveTo>
                <a:lnTo>
                  <a:pt x="0" y="699300"/>
                </a:lnTo>
                <a:lnTo>
                  <a:pt x="0" y="0"/>
                </a:lnTo>
                <a:lnTo>
                  <a:pt x="412800" y="0"/>
                </a:lnTo>
                <a:lnTo>
                  <a:pt x="234302" y="69930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2978" y="379234"/>
            <a:ext cx="73025" cy="222250"/>
          </a:xfrm>
          <a:custGeom>
            <a:avLst/>
            <a:gdLst/>
            <a:ahLst/>
            <a:cxnLst/>
            <a:rect l="l" t="t" r="r" b="b"/>
            <a:pathLst>
              <a:path w="73025" h="222250">
                <a:moveTo>
                  <a:pt x="15824" y="221907"/>
                </a:moveTo>
                <a:lnTo>
                  <a:pt x="0" y="221907"/>
                </a:lnTo>
                <a:lnTo>
                  <a:pt x="56642" y="0"/>
                </a:lnTo>
                <a:lnTo>
                  <a:pt x="72466" y="0"/>
                </a:lnTo>
                <a:lnTo>
                  <a:pt x="15824" y="2219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8455" y="360184"/>
            <a:ext cx="121920" cy="260350"/>
          </a:xfrm>
          <a:custGeom>
            <a:avLst/>
            <a:gdLst/>
            <a:ahLst/>
            <a:cxnLst/>
            <a:rect l="l" t="t" r="r" b="b"/>
            <a:pathLst>
              <a:path w="121920" h="260350">
                <a:moveTo>
                  <a:pt x="55156" y="260007"/>
                </a:moveTo>
                <a:lnTo>
                  <a:pt x="0" y="260007"/>
                </a:lnTo>
                <a:lnTo>
                  <a:pt x="66370" y="0"/>
                </a:lnTo>
                <a:lnTo>
                  <a:pt x="121513" y="0"/>
                </a:lnTo>
                <a:lnTo>
                  <a:pt x="117854" y="14338"/>
                </a:lnTo>
                <a:lnTo>
                  <a:pt x="78536" y="14338"/>
                </a:lnTo>
                <a:lnTo>
                  <a:pt x="25554" y="221907"/>
                </a:lnTo>
                <a:lnTo>
                  <a:pt x="24523" y="221907"/>
                </a:lnTo>
                <a:lnTo>
                  <a:pt x="25299" y="222905"/>
                </a:lnTo>
                <a:lnTo>
                  <a:pt x="21894" y="236245"/>
                </a:lnTo>
                <a:lnTo>
                  <a:pt x="35666" y="236245"/>
                </a:lnTo>
                <a:lnTo>
                  <a:pt x="42989" y="245668"/>
                </a:lnTo>
                <a:lnTo>
                  <a:pt x="58815" y="245668"/>
                </a:lnTo>
                <a:lnTo>
                  <a:pt x="55156" y="260007"/>
                </a:lnTo>
                <a:close/>
              </a:path>
              <a:path w="121920" h="260350">
                <a:moveTo>
                  <a:pt x="30481" y="229573"/>
                </a:moveTo>
                <a:lnTo>
                  <a:pt x="25299" y="222905"/>
                </a:lnTo>
                <a:lnTo>
                  <a:pt x="78536" y="14338"/>
                </a:lnTo>
                <a:lnTo>
                  <a:pt x="91037" y="30434"/>
                </a:lnTo>
                <a:lnTo>
                  <a:pt x="81165" y="38100"/>
                </a:lnTo>
                <a:lnTo>
                  <a:pt x="95971" y="38100"/>
                </a:lnTo>
                <a:lnTo>
                  <a:pt x="49054" y="221907"/>
                </a:lnTo>
                <a:lnTo>
                  <a:pt x="40347" y="221907"/>
                </a:lnTo>
                <a:lnTo>
                  <a:pt x="30481" y="229573"/>
                </a:lnTo>
                <a:close/>
              </a:path>
              <a:path w="121920" h="260350">
                <a:moveTo>
                  <a:pt x="91037" y="30434"/>
                </a:moveTo>
                <a:lnTo>
                  <a:pt x="78536" y="14338"/>
                </a:lnTo>
                <a:lnTo>
                  <a:pt x="117854" y="14338"/>
                </a:lnTo>
                <a:lnTo>
                  <a:pt x="115449" y="23761"/>
                </a:lnTo>
                <a:lnTo>
                  <a:pt x="99631" y="23761"/>
                </a:lnTo>
                <a:lnTo>
                  <a:pt x="91037" y="30434"/>
                </a:lnTo>
                <a:close/>
              </a:path>
              <a:path w="121920" h="260350">
                <a:moveTo>
                  <a:pt x="96223" y="37113"/>
                </a:moveTo>
                <a:lnTo>
                  <a:pt x="91037" y="30434"/>
                </a:lnTo>
                <a:lnTo>
                  <a:pt x="99631" y="23761"/>
                </a:lnTo>
                <a:lnTo>
                  <a:pt x="96223" y="37113"/>
                </a:lnTo>
                <a:close/>
              </a:path>
              <a:path w="121920" h="260350">
                <a:moveTo>
                  <a:pt x="111789" y="38100"/>
                </a:moveTo>
                <a:lnTo>
                  <a:pt x="96989" y="38100"/>
                </a:lnTo>
                <a:lnTo>
                  <a:pt x="96223" y="37113"/>
                </a:lnTo>
                <a:lnTo>
                  <a:pt x="99631" y="23761"/>
                </a:lnTo>
                <a:lnTo>
                  <a:pt x="115449" y="23761"/>
                </a:lnTo>
                <a:lnTo>
                  <a:pt x="111789" y="38100"/>
                </a:lnTo>
                <a:close/>
              </a:path>
              <a:path w="121920" h="260350">
                <a:moveTo>
                  <a:pt x="95971" y="38100"/>
                </a:moveTo>
                <a:lnTo>
                  <a:pt x="81165" y="38100"/>
                </a:lnTo>
                <a:lnTo>
                  <a:pt x="91037" y="30434"/>
                </a:lnTo>
                <a:lnTo>
                  <a:pt x="96223" y="37113"/>
                </a:lnTo>
                <a:lnTo>
                  <a:pt x="95971" y="38100"/>
                </a:lnTo>
                <a:close/>
              </a:path>
              <a:path w="121920" h="260350">
                <a:moveTo>
                  <a:pt x="58815" y="245668"/>
                </a:moveTo>
                <a:lnTo>
                  <a:pt x="42989" y="245668"/>
                </a:lnTo>
                <a:lnTo>
                  <a:pt x="96223" y="37113"/>
                </a:lnTo>
                <a:lnTo>
                  <a:pt x="96989" y="38100"/>
                </a:lnTo>
                <a:lnTo>
                  <a:pt x="111789" y="38100"/>
                </a:lnTo>
                <a:lnTo>
                  <a:pt x="58815" y="245668"/>
                </a:lnTo>
                <a:close/>
              </a:path>
              <a:path w="121920" h="260350">
                <a:moveTo>
                  <a:pt x="25299" y="222905"/>
                </a:moveTo>
                <a:lnTo>
                  <a:pt x="24523" y="221907"/>
                </a:lnTo>
                <a:lnTo>
                  <a:pt x="25554" y="221907"/>
                </a:lnTo>
                <a:lnTo>
                  <a:pt x="25299" y="222905"/>
                </a:lnTo>
                <a:close/>
              </a:path>
              <a:path w="121920" h="260350">
                <a:moveTo>
                  <a:pt x="42989" y="245668"/>
                </a:moveTo>
                <a:lnTo>
                  <a:pt x="30481" y="229573"/>
                </a:lnTo>
                <a:lnTo>
                  <a:pt x="40347" y="221907"/>
                </a:lnTo>
                <a:lnTo>
                  <a:pt x="49054" y="221907"/>
                </a:lnTo>
                <a:lnTo>
                  <a:pt x="42989" y="245668"/>
                </a:lnTo>
                <a:close/>
              </a:path>
              <a:path w="121920" h="260350">
                <a:moveTo>
                  <a:pt x="21894" y="236245"/>
                </a:moveTo>
                <a:lnTo>
                  <a:pt x="25299" y="222905"/>
                </a:lnTo>
                <a:lnTo>
                  <a:pt x="30481" y="229573"/>
                </a:lnTo>
                <a:lnTo>
                  <a:pt x="21894" y="236245"/>
                </a:lnTo>
                <a:close/>
              </a:path>
              <a:path w="121920" h="260350">
                <a:moveTo>
                  <a:pt x="35666" y="236245"/>
                </a:moveTo>
                <a:lnTo>
                  <a:pt x="21894" y="236245"/>
                </a:lnTo>
                <a:lnTo>
                  <a:pt x="30481" y="229573"/>
                </a:lnTo>
                <a:lnTo>
                  <a:pt x="35666" y="23624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32181" y="821728"/>
            <a:ext cx="8479790" cy="0"/>
          </a:xfrm>
          <a:custGeom>
            <a:avLst/>
            <a:gdLst/>
            <a:ahLst/>
            <a:cxnLst/>
            <a:rect l="l" t="t" r="r" b="b"/>
            <a:pathLst>
              <a:path w="8479790" h="0">
                <a:moveTo>
                  <a:pt x="0" y="0"/>
                </a:moveTo>
                <a:lnTo>
                  <a:pt x="8479624" y="0"/>
                </a:lnTo>
              </a:path>
            </a:pathLst>
          </a:custGeom>
          <a:ln w="7619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127235" y="336804"/>
            <a:ext cx="0" cy="265430"/>
          </a:xfrm>
          <a:custGeom>
            <a:avLst/>
            <a:gdLst/>
            <a:ahLst/>
            <a:cxnLst/>
            <a:rect l="l" t="t" r="r" b="b"/>
            <a:pathLst>
              <a:path w="0" h="265430">
                <a:moveTo>
                  <a:pt x="0" y="0"/>
                </a:moveTo>
                <a:lnTo>
                  <a:pt x="0" y="265175"/>
                </a:lnTo>
              </a:path>
            </a:pathLst>
          </a:custGeom>
          <a:ln w="33527">
            <a:solidFill>
              <a:srgbClr val="A03E0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32181" y="6264275"/>
            <a:ext cx="8479790" cy="0"/>
          </a:xfrm>
          <a:custGeom>
            <a:avLst/>
            <a:gdLst/>
            <a:ahLst/>
            <a:cxnLst/>
            <a:rect l="l" t="t" r="r" b="b"/>
            <a:pathLst>
              <a:path w="8479790" h="0">
                <a:moveTo>
                  <a:pt x="0" y="0"/>
                </a:moveTo>
                <a:lnTo>
                  <a:pt x="8479624" y="0"/>
                </a:lnTo>
              </a:path>
            </a:pathLst>
          </a:custGeom>
          <a:ln w="7620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1000" y="914400"/>
            <a:ext cx="2057400" cy="1219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76237" y="909637"/>
            <a:ext cx="2066925" cy="1228725"/>
          </a:xfrm>
          <a:custGeom>
            <a:avLst/>
            <a:gdLst/>
            <a:ahLst/>
            <a:cxnLst/>
            <a:rect l="l" t="t" r="r" b="b"/>
            <a:pathLst>
              <a:path w="2066925" h="1228725">
                <a:moveTo>
                  <a:pt x="20669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2066925" y="0"/>
                </a:lnTo>
                <a:lnTo>
                  <a:pt x="2066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2066925" y="1223962"/>
                </a:lnTo>
                <a:lnTo>
                  <a:pt x="2066925" y="1228725"/>
                </a:lnTo>
                <a:close/>
              </a:path>
              <a:path w="20669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66925" h="1228725">
                <a:moveTo>
                  <a:pt x="2057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57400" y="4762"/>
                </a:lnTo>
                <a:lnTo>
                  <a:pt x="2057400" y="9525"/>
                </a:lnTo>
                <a:close/>
              </a:path>
              <a:path w="2066925" h="1228725">
                <a:moveTo>
                  <a:pt x="2057400" y="1223962"/>
                </a:moveTo>
                <a:lnTo>
                  <a:pt x="2057400" y="4762"/>
                </a:lnTo>
                <a:lnTo>
                  <a:pt x="2062162" y="9525"/>
                </a:lnTo>
                <a:lnTo>
                  <a:pt x="2066925" y="9525"/>
                </a:lnTo>
                <a:lnTo>
                  <a:pt x="2066925" y="1219200"/>
                </a:lnTo>
                <a:lnTo>
                  <a:pt x="2062162" y="1219200"/>
                </a:lnTo>
                <a:lnTo>
                  <a:pt x="2057400" y="1223962"/>
                </a:lnTo>
                <a:close/>
              </a:path>
              <a:path w="2066925" h="1228725">
                <a:moveTo>
                  <a:pt x="2066925" y="9525"/>
                </a:moveTo>
                <a:lnTo>
                  <a:pt x="2062162" y="9525"/>
                </a:lnTo>
                <a:lnTo>
                  <a:pt x="2057400" y="4762"/>
                </a:lnTo>
                <a:lnTo>
                  <a:pt x="2066925" y="4762"/>
                </a:lnTo>
                <a:lnTo>
                  <a:pt x="2066925" y="9525"/>
                </a:lnTo>
                <a:close/>
              </a:path>
              <a:path w="20669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2066925" h="1228725">
                <a:moveTo>
                  <a:pt x="20574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2057400" y="1219200"/>
                </a:lnTo>
                <a:lnTo>
                  <a:pt x="2057400" y="1223962"/>
                </a:lnTo>
                <a:close/>
              </a:path>
              <a:path w="2066925" h="1228725">
                <a:moveTo>
                  <a:pt x="2066925" y="1223962"/>
                </a:moveTo>
                <a:lnTo>
                  <a:pt x="2057400" y="1223962"/>
                </a:lnTo>
                <a:lnTo>
                  <a:pt x="2062162" y="1219200"/>
                </a:lnTo>
                <a:lnTo>
                  <a:pt x="2066925" y="1219200"/>
                </a:lnTo>
                <a:lnTo>
                  <a:pt x="20669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81000" y="944245"/>
            <a:ext cx="2057400" cy="76073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R="6858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endParaRPr sz="2400">
              <a:latin typeface="Times New Roman"/>
              <a:cs typeface="Times New Roman"/>
            </a:endParaRPr>
          </a:p>
          <a:p>
            <a:pPr algn="ctr" marR="69850">
              <a:lnSpc>
                <a:spcPct val="100000"/>
              </a:lnSpc>
              <a:spcBef>
                <a:spcPts val="3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Beetle.</a:t>
            </a:r>
            <a:r>
              <a:rPr dirty="0" sz="2400" spc="-5" b="1">
                <a:solidFill>
                  <a:srgbClr val="ED7A07"/>
                </a:solidFill>
                <a:latin typeface="Times New Roman"/>
                <a:cs typeface="Times New Roman"/>
              </a:rPr>
              <a:t>main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38400" y="1409700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09600" y="76200"/>
                </a:moveTo>
                <a:lnTo>
                  <a:pt x="609600" y="0"/>
                </a:lnTo>
                <a:lnTo>
                  <a:pt x="676275" y="33337"/>
                </a:lnTo>
                <a:lnTo>
                  <a:pt x="628650" y="33337"/>
                </a:lnTo>
                <a:lnTo>
                  <a:pt x="628650" y="42862"/>
                </a:lnTo>
                <a:lnTo>
                  <a:pt x="676275" y="42862"/>
                </a:lnTo>
                <a:lnTo>
                  <a:pt x="609600" y="76200"/>
                </a:lnTo>
                <a:close/>
              </a:path>
              <a:path w="685800" h="76200">
                <a:moveTo>
                  <a:pt x="609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609600" y="33337"/>
                </a:lnTo>
                <a:lnTo>
                  <a:pt x="609600" y="42862"/>
                </a:lnTo>
                <a:close/>
              </a:path>
              <a:path w="685800" h="76200">
                <a:moveTo>
                  <a:pt x="676275" y="42862"/>
                </a:moveTo>
                <a:lnTo>
                  <a:pt x="628650" y="42862"/>
                </a:lnTo>
                <a:lnTo>
                  <a:pt x="628650" y="33337"/>
                </a:lnTo>
                <a:lnTo>
                  <a:pt x="676275" y="33337"/>
                </a:lnTo>
                <a:lnTo>
                  <a:pt x="685800" y="38100"/>
                </a:lnTo>
                <a:lnTo>
                  <a:pt x="676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24200" y="914400"/>
            <a:ext cx="2057400" cy="1219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19437" y="909637"/>
            <a:ext cx="2066925" cy="1228725"/>
          </a:xfrm>
          <a:custGeom>
            <a:avLst/>
            <a:gdLst/>
            <a:ahLst/>
            <a:cxnLst/>
            <a:rect l="l" t="t" r="r" b="b"/>
            <a:pathLst>
              <a:path w="2066925" h="1228725">
                <a:moveTo>
                  <a:pt x="20669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2066925" y="0"/>
                </a:lnTo>
                <a:lnTo>
                  <a:pt x="2066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2066925" y="1223962"/>
                </a:lnTo>
                <a:lnTo>
                  <a:pt x="2066925" y="1228725"/>
                </a:lnTo>
                <a:close/>
              </a:path>
              <a:path w="20669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66925" h="1228725">
                <a:moveTo>
                  <a:pt x="2057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57400" y="4762"/>
                </a:lnTo>
                <a:lnTo>
                  <a:pt x="2057400" y="9525"/>
                </a:lnTo>
                <a:close/>
              </a:path>
              <a:path w="2066925" h="1228725">
                <a:moveTo>
                  <a:pt x="2057400" y="1223962"/>
                </a:moveTo>
                <a:lnTo>
                  <a:pt x="2057400" y="4762"/>
                </a:lnTo>
                <a:lnTo>
                  <a:pt x="2062162" y="9525"/>
                </a:lnTo>
                <a:lnTo>
                  <a:pt x="2066925" y="9525"/>
                </a:lnTo>
                <a:lnTo>
                  <a:pt x="2066925" y="1219200"/>
                </a:lnTo>
                <a:lnTo>
                  <a:pt x="2062162" y="1219200"/>
                </a:lnTo>
                <a:lnTo>
                  <a:pt x="2057400" y="1223962"/>
                </a:lnTo>
                <a:close/>
              </a:path>
              <a:path w="2066925" h="1228725">
                <a:moveTo>
                  <a:pt x="2066925" y="9525"/>
                </a:moveTo>
                <a:lnTo>
                  <a:pt x="2062162" y="9525"/>
                </a:lnTo>
                <a:lnTo>
                  <a:pt x="2057400" y="4762"/>
                </a:lnTo>
                <a:lnTo>
                  <a:pt x="2066925" y="4762"/>
                </a:lnTo>
                <a:lnTo>
                  <a:pt x="2066925" y="9525"/>
                </a:lnTo>
                <a:close/>
              </a:path>
              <a:path w="20669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2066925" h="1228725">
                <a:moveTo>
                  <a:pt x="20574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2057400" y="1219200"/>
                </a:lnTo>
                <a:lnTo>
                  <a:pt x="2057400" y="1223962"/>
                </a:lnTo>
                <a:close/>
              </a:path>
              <a:path w="2066925" h="1228725">
                <a:moveTo>
                  <a:pt x="2066925" y="1223962"/>
                </a:moveTo>
                <a:lnTo>
                  <a:pt x="2057400" y="1223962"/>
                </a:lnTo>
                <a:lnTo>
                  <a:pt x="2062162" y="1219200"/>
                </a:lnTo>
                <a:lnTo>
                  <a:pt x="2066925" y="1219200"/>
                </a:lnTo>
                <a:lnTo>
                  <a:pt x="20669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124200" y="944245"/>
            <a:ext cx="20574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66700" marR="336550" indent="127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load  Beetle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cla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ss 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(derived)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181600" y="1409700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09600" y="76200"/>
                </a:moveTo>
                <a:lnTo>
                  <a:pt x="609600" y="0"/>
                </a:lnTo>
                <a:lnTo>
                  <a:pt x="676275" y="33337"/>
                </a:lnTo>
                <a:lnTo>
                  <a:pt x="628650" y="33337"/>
                </a:lnTo>
                <a:lnTo>
                  <a:pt x="628650" y="42862"/>
                </a:lnTo>
                <a:lnTo>
                  <a:pt x="676275" y="42862"/>
                </a:lnTo>
                <a:lnTo>
                  <a:pt x="609600" y="76200"/>
                </a:lnTo>
                <a:close/>
              </a:path>
              <a:path w="685800" h="76200">
                <a:moveTo>
                  <a:pt x="609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609600" y="33337"/>
                </a:lnTo>
                <a:lnTo>
                  <a:pt x="609600" y="42862"/>
                </a:lnTo>
                <a:close/>
              </a:path>
              <a:path w="685800" h="76200">
                <a:moveTo>
                  <a:pt x="676275" y="42862"/>
                </a:moveTo>
                <a:lnTo>
                  <a:pt x="628650" y="42862"/>
                </a:lnTo>
                <a:lnTo>
                  <a:pt x="628650" y="33337"/>
                </a:lnTo>
                <a:lnTo>
                  <a:pt x="676275" y="33337"/>
                </a:lnTo>
                <a:lnTo>
                  <a:pt x="685800" y="38100"/>
                </a:lnTo>
                <a:lnTo>
                  <a:pt x="676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867400" y="914400"/>
            <a:ext cx="2057400" cy="1219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862637" y="909637"/>
            <a:ext cx="2066925" cy="1228725"/>
          </a:xfrm>
          <a:custGeom>
            <a:avLst/>
            <a:gdLst/>
            <a:ahLst/>
            <a:cxnLst/>
            <a:rect l="l" t="t" r="r" b="b"/>
            <a:pathLst>
              <a:path w="2066925" h="1228725">
                <a:moveTo>
                  <a:pt x="20669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2066925" y="0"/>
                </a:lnTo>
                <a:lnTo>
                  <a:pt x="2066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2066925" y="1223962"/>
                </a:lnTo>
                <a:lnTo>
                  <a:pt x="2066925" y="1228725"/>
                </a:lnTo>
                <a:close/>
              </a:path>
              <a:path w="20669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66925" h="1228725">
                <a:moveTo>
                  <a:pt x="2057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57400" y="4762"/>
                </a:lnTo>
                <a:lnTo>
                  <a:pt x="2057400" y="9525"/>
                </a:lnTo>
                <a:close/>
              </a:path>
              <a:path w="2066925" h="1228725">
                <a:moveTo>
                  <a:pt x="2057400" y="1223962"/>
                </a:moveTo>
                <a:lnTo>
                  <a:pt x="2057400" y="4762"/>
                </a:lnTo>
                <a:lnTo>
                  <a:pt x="2062162" y="9525"/>
                </a:lnTo>
                <a:lnTo>
                  <a:pt x="2066925" y="9525"/>
                </a:lnTo>
                <a:lnTo>
                  <a:pt x="2066925" y="1219200"/>
                </a:lnTo>
                <a:lnTo>
                  <a:pt x="2062162" y="1219200"/>
                </a:lnTo>
                <a:lnTo>
                  <a:pt x="2057400" y="1223962"/>
                </a:lnTo>
                <a:close/>
              </a:path>
              <a:path w="2066925" h="1228725">
                <a:moveTo>
                  <a:pt x="2066925" y="9525"/>
                </a:moveTo>
                <a:lnTo>
                  <a:pt x="2062162" y="9525"/>
                </a:lnTo>
                <a:lnTo>
                  <a:pt x="2057400" y="4762"/>
                </a:lnTo>
                <a:lnTo>
                  <a:pt x="2066925" y="4762"/>
                </a:lnTo>
                <a:lnTo>
                  <a:pt x="2066925" y="9525"/>
                </a:lnTo>
                <a:close/>
              </a:path>
              <a:path w="20669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2066925" h="1228725">
                <a:moveTo>
                  <a:pt x="20574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2057400" y="1219200"/>
                </a:lnTo>
                <a:lnTo>
                  <a:pt x="2057400" y="1223962"/>
                </a:lnTo>
                <a:close/>
              </a:path>
              <a:path w="2066925" h="1228725">
                <a:moveTo>
                  <a:pt x="2066925" y="1223962"/>
                </a:moveTo>
                <a:lnTo>
                  <a:pt x="2057400" y="1223962"/>
                </a:lnTo>
                <a:lnTo>
                  <a:pt x="2062162" y="1219200"/>
                </a:lnTo>
                <a:lnTo>
                  <a:pt x="2066925" y="1219200"/>
                </a:lnTo>
                <a:lnTo>
                  <a:pt x="20669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867400" y="944245"/>
            <a:ext cx="20574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90830" marR="361950" indent="190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load 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Ins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ect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cla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ss 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(base)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819900" y="2133600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2862" y="476250"/>
                </a:moveTo>
                <a:lnTo>
                  <a:pt x="33337" y="4762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476250"/>
                </a:lnTo>
                <a:close/>
              </a:path>
              <a:path w="76200" h="533400">
                <a:moveTo>
                  <a:pt x="38100" y="533400"/>
                </a:moveTo>
                <a:lnTo>
                  <a:pt x="0" y="457200"/>
                </a:lnTo>
                <a:lnTo>
                  <a:pt x="33337" y="457200"/>
                </a:lnTo>
                <a:lnTo>
                  <a:pt x="33337" y="476250"/>
                </a:lnTo>
                <a:lnTo>
                  <a:pt x="66675" y="476250"/>
                </a:lnTo>
                <a:lnTo>
                  <a:pt x="38100" y="533400"/>
                </a:lnTo>
                <a:close/>
              </a:path>
              <a:path w="76200" h="533400">
                <a:moveTo>
                  <a:pt x="66675" y="476250"/>
                </a:moveTo>
                <a:lnTo>
                  <a:pt x="42862" y="476250"/>
                </a:lnTo>
                <a:lnTo>
                  <a:pt x="42862" y="457200"/>
                </a:lnTo>
                <a:lnTo>
                  <a:pt x="76200" y="457200"/>
                </a:lnTo>
                <a:lnTo>
                  <a:pt x="66675" y="476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019800" y="2667000"/>
            <a:ext cx="2514600" cy="990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015037" y="2662237"/>
            <a:ext cx="2524125" cy="1000125"/>
          </a:xfrm>
          <a:custGeom>
            <a:avLst/>
            <a:gdLst/>
            <a:ahLst/>
            <a:cxnLst/>
            <a:rect l="l" t="t" r="r" b="b"/>
            <a:pathLst>
              <a:path w="2524125" h="1000125">
                <a:moveTo>
                  <a:pt x="25241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2524125" y="0"/>
                </a:lnTo>
                <a:lnTo>
                  <a:pt x="2524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2524125" y="995362"/>
                </a:lnTo>
                <a:lnTo>
                  <a:pt x="2524125" y="1000125"/>
                </a:lnTo>
                <a:close/>
              </a:path>
              <a:path w="25241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524125" h="1000125">
                <a:moveTo>
                  <a:pt x="2514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14600" y="4762"/>
                </a:lnTo>
                <a:lnTo>
                  <a:pt x="2514600" y="9525"/>
                </a:lnTo>
                <a:close/>
              </a:path>
              <a:path w="2524125" h="1000125">
                <a:moveTo>
                  <a:pt x="2514600" y="995362"/>
                </a:moveTo>
                <a:lnTo>
                  <a:pt x="2514600" y="4762"/>
                </a:lnTo>
                <a:lnTo>
                  <a:pt x="2519362" y="9525"/>
                </a:lnTo>
                <a:lnTo>
                  <a:pt x="2524125" y="9525"/>
                </a:lnTo>
                <a:lnTo>
                  <a:pt x="2524125" y="990600"/>
                </a:lnTo>
                <a:lnTo>
                  <a:pt x="2519362" y="990600"/>
                </a:lnTo>
                <a:lnTo>
                  <a:pt x="2514600" y="995362"/>
                </a:lnTo>
                <a:close/>
              </a:path>
              <a:path w="2524125" h="1000125">
                <a:moveTo>
                  <a:pt x="2524125" y="9525"/>
                </a:moveTo>
                <a:lnTo>
                  <a:pt x="2519362" y="9525"/>
                </a:lnTo>
                <a:lnTo>
                  <a:pt x="2514600" y="4762"/>
                </a:lnTo>
                <a:lnTo>
                  <a:pt x="2524125" y="4762"/>
                </a:lnTo>
                <a:lnTo>
                  <a:pt x="2524125" y="9525"/>
                </a:lnTo>
                <a:close/>
              </a:path>
              <a:path w="25241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2524125" h="1000125">
                <a:moveTo>
                  <a:pt x="25146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2514600" y="990600"/>
                </a:lnTo>
                <a:lnTo>
                  <a:pt x="2514600" y="995362"/>
                </a:lnTo>
                <a:close/>
              </a:path>
              <a:path w="2524125" h="1000125">
                <a:moveTo>
                  <a:pt x="2524125" y="995362"/>
                </a:moveTo>
                <a:lnTo>
                  <a:pt x="2514600" y="995362"/>
                </a:lnTo>
                <a:lnTo>
                  <a:pt x="2519362" y="990600"/>
                </a:lnTo>
                <a:lnTo>
                  <a:pt x="2524125" y="990600"/>
                </a:lnTo>
                <a:lnTo>
                  <a:pt x="25241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019800" y="2765425"/>
            <a:ext cx="2514600" cy="7607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458470" marR="133985" indent="-393700">
              <a:lnSpc>
                <a:spcPct val="101000"/>
              </a:lnSpc>
              <a:spcBef>
                <a:spcPts val="70"/>
              </a:spcBef>
            </a:pPr>
            <a:r>
              <a:rPr dirty="0" sz="2400" spc="-5" b="1">
                <a:solidFill>
                  <a:srgbClr val="ED7A07"/>
                </a:solidFill>
                <a:latin typeface="Times New Roman"/>
                <a:cs typeface="Times New Roman"/>
              </a:rPr>
              <a:t>static</a:t>
            </a:r>
            <a:r>
              <a:rPr dirty="0" sz="2400" spc="-60" b="1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initialization  in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base</a:t>
            </a:r>
            <a:r>
              <a:rPr dirty="0" sz="2400" spc="-20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10200" y="3162300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6096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609600" h="76200">
                <a:moveTo>
                  <a:pt x="6096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609600" y="33337"/>
                </a:lnTo>
                <a:lnTo>
                  <a:pt x="6096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895600" y="2667000"/>
            <a:ext cx="2514600" cy="9144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890837" y="2662237"/>
            <a:ext cx="2524125" cy="923925"/>
          </a:xfrm>
          <a:custGeom>
            <a:avLst/>
            <a:gdLst/>
            <a:ahLst/>
            <a:cxnLst/>
            <a:rect l="l" t="t" r="r" b="b"/>
            <a:pathLst>
              <a:path w="2524125" h="923925">
                <a:moveTo>
                  <a:pt x="25241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2524125" y="0"/>
                </a:lnTo>
                <a:lnTo>
                  <a:pt x="2524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2524125" y="919162"/>
                </a:lnTo>
                <a:lnTo>
                  <a:pt x="2524125" y="923925"/>
                </a:lnTo>
                <a:close/>
              </a:path>
              <a:path w="25241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524125" h="923925">
                <a:moveTo>
                  <a:pt x="2514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14600" y="4762"/>
                </a:lnTo>
                <a:lnTo>
                  <a:pt x="2514600" y="9525"/>
                </a:lnTo>
                <a:close/>
              </a:path>
              <a:path w="2524125" h="923925">
                <a:moveTo>
                  <a:pt x="2514600" y="919162"/>
                </a:moveTo>
                <a:lnTo>
                  <a:pt x="2514600" y="4762"/>
                </a:lnTo>
                <a:lnTo>
                  <a:pt x="2519362" y="9525"/>
                </a:lnTo>
                <a:lnTo>
                  <a:pt x="2524125" y="9525"/>
                </a:lnTo>
                <a:lnTo>
                  <a:pt x="2524125" y="914400"/>
                </a:lnTo>
                <a:lnTo>
                  <a:pt x="2519362" y="914400"/>
                </a:lnTo>
                <a:lnTo>
                  <a:pt x="2514600" y="919162"/>
                </a:lnTo>
                <a:close/>
              </a:path>
              <a:path w="2524125" h="923925">
                <a:moveTo>
                  <a:pt x="2524125" y="9525"/>
                </a:moveTo>
                <a:lnTo>
                  <a:pt x="2519362" y="9525"/>
                </a:lnTo>
                <a:lnTo>
                  <a:pt x="2514600" y="4762"/>
                </a:lnTo>
                <a:lnTo>
                  <a:pt x="2524125" y="4762"/>
                </a:lnTo>
                <a:lnTo>
                  <a:pt x="2524125" y="9525"/>
                </a:lnTo>
                <a:close/>
              </a:path>
              <a:path w="25241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2524125" h="923925">
                <a:moveTo>
                  <a:pt x="25146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2514600" y="914400"/>
                </a:lnTo>
                <a:lnTo>
                  <a:pt x="2514600" y="919162"/>
                </a:lnTo>
                <a:close/>
              </a:path>
              <a:path w="2524125" h="923925">
                <a:moveTo>
                  <a:pt x="2524125" y="919162"/>
                </a:moveTo>
                <a:lnTo>
                  <a:pt x="2514600" y="919162"/>
                </a:lnTo>
                <a:lnTo>
                  <a:pt x="2519362" y="914400"/>
                </a:lnTo>
                <a:lnTo>
                  <a:pt x="2524125" y="914400"/>
                </a:lnTo>
                <a:lnTo>
                  <a:pt x="25241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895600" y="2727325"/>
            <a:ext cx="2514600" cy="7607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71780" marR="133985" indent="-207645">
              <a:lnSpc>
                <a:spcPct val="101000"/>
              </a:lnSpc>
              <a:spcBef>
                <a:spcPts val="70"/>
              </a:spcBef>
            </a:pPr>
            <a:r>
              <a:rPr dirty="0" sz="2400" spc="-5" b="1">
                <a:solidFill>
                  <a:srgbClr val="ED7A07"/>
                </a:solidFill>
                <a:latin typeface="Times New Roman"/>
                <a:cs typeface="Times New Roman"/>
              </a:rPr>
              <a:t>static</a:t>
            </a:r>
            <a:r>
              <a:rPr dirty="0" sz="2400" spc="-60" b="1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initialization  in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derived</a:t>
            </a:r>
            <a:r>
              <a:rPr dirty="0" sz="2400" spc="-25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438400" y="3162300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4572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457200" h="76200">
                <a:moveTo>
                  <a:pt x="4572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457200" y="33337"/>
                </a:lnTo>
                <a:lnTo>
                  <a:pt x="4572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81000" y="2667000"/>
            <a:ext cx="2057400" cy="9144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76237" y="2662237"/>
            <a:ext cx="2066925" cy="923925"/>
          </a:xfrm>
          <a:custGeom>
            <a:avLst/>
            <a:gdLst/>
            <a:ahLst/>
            <a:cxnLst/>
            <a:rect l="l" t="t" r="r" b="b"/>
            <a:pathLst>
              <a:path w="2066925" h="923925">
                <a:moveTo>
                  <a:pt x="20669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2066925" y="0"/>
                </a:lnTo>
                <a:lnTo>
                  <a:pt x="2066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2066925" y="919162"/>
                </a:lnTo>
                <a:lnTo>
                  <a:pt x="2066925" y="923925"/>
                </a:lnTo>
                <a:close/>
              </a:path>
              <a:path w="20669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66925" h="923925">
                <a:moveTo>
                  <a:pt x="2057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57400" y="4762"/>
                </a:lnTo>
                <a:lnTo>
                  <a:pt x="2057400" y="9525"/>
                </a:lnTo>
                <a:close/>
              </a:path>
              <a:path w="2066925" h="923925">
                <a:moveTo>
                  <a:pt x="2057400" y="919162"/>
                </a:moveTo>
                <a:lnTo>
                  <a:pt x="2057400" y="4762"/>
                </a:lnTo>
                <a:lnTo>
                  <a:pt x="2062162" y="9525"/>
                </a:lnTo>
                <a:lnTo>
                  <a:pt x="2066925" y="9525"/>
                </a:lnTo>
                <a:lnTo>
                  <a:pt x="2066925" y="914400"/>
                </a:lnTo>
                <a:lnTo>
                  <a:pt x="2062162" y="914400"/>
                </a:lnTo>
                <a:lnTo>
                  <a:pt x="2057400" y="919162"/>
                </a:lnTo>
                <a:close/>
              </a:path>
              <a:path w="2066925" h="923925">
                <a:moveTo>
                  <a:pt x="2066925" y="9525"/>
                </a:moveTo>
                <a:lnTo>
                  <a:pt x="2062162" y="9525"/>
                </a:lnTo>
                <a:lnTo>
                  <a:pt x="2057400" y="4762"/>
                </a:lnTo>
                <a:lnTo>
                  <a:pt x="2066925" y="4762"/>
                </a:lnTo>
                <a:lnTo>
                  <a:pt x="2066925" y="9525"/>
                </a:lnTo>
                <a:close/>
              </a:path>
              <a:path w="20669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2066925" h="923925">
                <a:moveTo>
                  <a:pt x="20574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2057400" y="914400"/>
                </a:lnTo>
                <a:lnTo>
                  <a:pt x="2057400" y="919162"/>
                </a:lnTo>
                <a:close/>
              </a:path>
              <a:path w="2066925" h="923925">
                <a:moveTo>
                  <a:pt x="2066925" y="919162"/>
                </a:moveTo>
                <a:lnTo>
                  <a:pt x="2057400" y="919162"/>
                </a:lnTo>
                <a:lnTo>
                  <a:pt x="2062162" y="914400"/>
                </a:lnTo>
                <a:lnTo>
                  <a:pt x="2066925" y="914400"/>
                </a:lnTo>
                <a:lnTo>
                  <a:pt x="20669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81000" y="2727325"/>
            <a:ext cx="2057400" cy="7607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617855" marR="471170" indent="-215265">
              <a:lnSpc>
                <a:spcPct val="101000"/>
              </a:lnSpc>
              <a:spcBef>
                <a:spcPts val="7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r>
              <a:rPr dirty="0" sz="24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the  object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257300" y="3581400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2862" y="476250"/>
                </a:moveTo>
                <a:lnTo>
                  <a:pt x="33337" y="4762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476250"/>
                </a:lnTo>
                <a:close/>
              </a:path>
              <a:path w="76200" h="533400">
                <a:moveTo>
                  <a:pt x="38100" y="533400"/>
                </a:moveTo>
                <a:lnTo>
                  <a:pt x="0" y="457200"/>
                </a:lnTo>
                <a:lnTo>
                  <a:pt x="33337" y="457200"/>
                </a:lnTo>
                <a:lnTo>
                  <a:pt x="33337" y="476250"/>
                </a:lnTo>
                <a:lnTo>
                  <a:pt x="66675" y="476250"/>
                </a:lnTo>
                <a:lnTo>
                  <a:pt x="38100" y="533400"/>
                </a:lnTo>
                <a:close/>
              </a:path>
              <a:path w="76200" h="533400">
                <a:moveTo>
                  <a:pt x="66675" y="476250"/>
                </a:moveTo>
                <a:lnTo>
                  <a:pt x="42862" y="476250"/>
                </a:lnTo>
                <a:lnTo>
                  <a:pt x="42862" y="457200"/>
                </a:lnTo>
                <a:lnTo>
                  <a:pt x="76200" y="457200"/>
                </a:lnTo>
                <a:lnTo>
                  <a:pt x="66675" y="476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28600" y="4114800"/>
            <a:ext cx="2590800" cy="10668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23837" y="4110037"/>
            <a:ext cx="2600325" cy="1076325"/>
          </a:xfrm>
          <a:custGeom>
            <a:avLst/>
            <a:gdLst/>
            <a:ahLst/>
            <a:cxnLst/>
            <a:rect l="l" t="t" r="r" b="b"/>
            <a:pathLst>
              <a:path w="2600325" h="1076325">
                <a:moveTo>
                  <a:pt x="2600325" y="1076325"/>
                </a:moveTo>
                <a:lnTo>
                  <a:pt x="0" y="10763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066800"/>
                </a:lnTo>
                <a:lnTo>
                  <a:pt x="4762" y="1066800"/>
                </a:lnTo>
                <a:lnTo>
                  <a:pt x="9525" y="1071562"/>
                </a:lnTo>
                <a:lnTo>
                  <a:pt x="2600325" y="1071562"/>
                </a:lnTo>
                <a:lnTo>
                  <a:pt x="2600325" y="1076325"/>
                </a:lnTo>
                <a:close/>
              </a:path>
              <a:path w="2600325" h="1076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10763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1076325">
                <a:moveTo>
                  <a:pt x="2590800" y="10715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1066800"/>
                </a:lnTo>
                <a:lnTo>
                  <a:pt x="2595562" y="1066800"/>
                </a:lnTo>
                <a:lnTo>
                  <a:pt x="2590800" y="1071562"/>
                </a:lnTo>
                <a:close/>
              </a:path>
              <a:path w="2600325" h="10763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1076325">
                <a:moveTo>
                  <a:pt x="9525" y="1071562"/>
                </a:moveTo>
                <a:lnTo>
                  <a:pt x="4762" y="1066800"/>
                </a:lnTo>
                <a:lnTo>
                  <a:pt x="9525" y="1066800"/>
                </a:lnTo>
                <a:lnTo>
                  <a:pt x="9525" y="1071562"/>
                </a:lnTo>
                <a:close/>
              </a:path>
              <a:path w="2600325" h="1076325">
                <a:moveTo>
                  <a:pt x="2590800" y="1071562"/>
                </a:moveTo>
                <a:lnTo>
                  <a:pt x="9525" y="1071562"/>
                </a:lnTo>
                <a:lnTo>
                  <a:pt x="9525" y="1066800"/>
                </a:lnTo>
                <a:lnTo>
                  <a:pt x="2590800" y="1066800"/>
                </a:lnTo>
                <a:lnTo>
                  <a:pt x="2590800" y="1071562"/>
                </a:lnTo>
                <a:close/>
              </a:path>
              <a:path w="2600325" h="1076325">
                <a:moveTo>
                  <a:pt x="2600325" y="1071562"/>
                </a:moveTo>
                <a:lnTo>
                  <a:pt x="2590800" y="1071562"/>
                </a:lnTo>
                <a:lnTo>
                  <a:pt x="2595562" y="1066800"/>
                </a:lnTo>
                <a:lnTo>
                  <a:pt x="2600325" y="1066800"/>
                </a:lnTo>
                <a:lnTo>
                  <a:pt x="2600325" y="1071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28600" y="4251325"/>
            <a:ext cx="2590800" cy="7607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38100" marR="109220" indent="254635">
              <a:lnSpc>
                <a:spcPct val="101000"/>
              </a:lnSpc>
              <a:spcBef>
                <a:spcPts val="7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Set the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memory 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the object to</a:t>
            </a:r>
            <a:r>
              <a:rPr dirty="0" sz="24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zero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819400" y="4610100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76200"/>
                </a:moveTo>
                <a:lnTo>
                  <a:pt x="381000" y="0"/>
                </a:lnTo>
                <a:lnTo>
                  <a:pt x="447675" y="33337"/>
                </a:lnTo>
                <a:lnTo>
                  <a:pt x="400050" y="33337"/>
                </a:lnTo>
                <a:lnTo>
                  <a:pt x="400050" y="42862"/>
                </a:lnTo>
                <a:lnTo>
                  <a:pt x="447675" y="42862"/>
                </a:lnTo>
                <a:lnTo>
                  <a:pt x="381000" y="76200"/>
                </a:lnTo>
                <a:close/>
              </a:path>
              <a:path w="457200" h="76200">
                <a:moveTo>
                  <a:pt x="3810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381000" y="33337"/>
                </a:lnTo>
                <a:lnTo>
                  <a:pt x="381000" y="42862"/>
                </a:lnTo>
                <a:close/>
              </a:path>
              <a:path w="457200" h="76200">
                <a:moveTo>
                  <a:pt x="447675" y="42862"/>
                </a:moveTo>
                <a:lnTo>
                  <a:pt x="400050" y="42862"/>
                </a:lnTo>
                <a:lnTo>
                  <a:pt x="400050" y="33337"/>
                </a:lnTo>
                <a:lnTo>
                  <a:pt x="447675" y="33337"/>
                </a:lnTo>
                <a:lnTo>
                  <a:pt x="457200" y="38100"/>
                </a:lnTo>
                <a:lnTo>
                  <a:pt x="4476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276600" y="4038600"/>
            <a:ext cx="2590800" cy="1219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271837" y="4033837"/>
            <a:ext cx="2600325" cy="1228725"/>
          </a:xfrm>
          <a:custGeom>
            <a:avLst/>
            <a:gdLst/>
            <a:ahLst/>
            <a:cxnLst/>
            <a:rect l="l" t="t" r="r" b="b"/>
            <a:pathLst>
              <a:path w="2600325" h="1228725">
                <a:moveTo>
                  <a:pt x="26003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2600325" y="1223962"/>
                </a:lnTo>
                <a:lnTo>
                  <a:pt x="2600325" y="1228725"/>
                </a:lnTo>
                <a:close/>
              </a:path>
              <a:path w="26003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12287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1228725">
                <a:moveTo>
                  <a:pt x="2590800" y="12239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1219200"/>
                </a:lnTo>
                <a:lnTo>
                  <a:pt x="2595562" y="1219200"/>
                </a:lnTo>
                <a:lnTo>
                  <a:pt x="2590800" y="1223962"/>
                </a:lnTo>
                <a:close/>
              </a:path>
              <a:path w="2600325" h="12287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2600325" h="1228725">
                <a:moveTo>
                  <a:pt x="25908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2590800" y="1219200"/>
                </a:lnTo>
                <a:lnTo>
                  <a:pt x="2590800" y="1223962"/>
                </a:lnTo>
                <a:close/>
              </a:path>
              <a:path w="2600325" h="1228725">
                <a:moveTo>
                  <a:pt x="2600325" y="1223962"/>
                </a:moveTo>
                <a:lnTo>
                  <a:pt x="2590800" y="1223962"/>
                </a:lnTo>
                <a:lnTo>
                  <a:pt x="2595562" y="1219200"/>
                </a:lnTo>
                <a:lnTo>
                  <a:pt x="2600325" y="1219200"/>
                </a:lnTo>
                <a:lnTo>
                  <a:pt x="26003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276600" y="4072254"/>
            <a:ext cx="2590800" cy="111887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171450" marR="237490">
              <a:lnSpc>
                <a:spcPct val="99500"/>
              </a:lnSpc>
              <a:spcBef>
                <a:spcPts val="115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instance</a:t>
            </a:r>
            <a:r>
              <a:rPr dirty="0" sz="24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variables  Initialization  </a:t>
            </a: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(base)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867400" y="4610100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76200"/>
                </a:moveTo>
                <a:lnTo>
                  <a:pt x="381000" y="0"/>
                </a:lnTo>
                <a:lnTo>
                  <a:pt x="447675" y="33337"/>
                </a:lnTo>
                <a:lnTo>
                  <a:pt x="400050" y="33337"/>
                </a:lnTo>
                <a:lnTo>
                  <a:pt x="400050" y="42862"/>
                </a:lnTo>
                <a:lnTo>
                  <a:pt x="447675" y="42862"/>
                </a:lnTo>
                <a:lnTo>
                  <a:pt x="381000" y="76200"/>
                </a:lnTo>
                <a:close/>
              </a:path>
              <a:path w="457200" h="76200">
                <a:moveTo>
                  <a:pt x="3810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381000" y="33337"/>
                </a:lnTo>
                <a:lnTo>
                  <a:pt x="381000" y="42862"/>
                </a:lnTo>
                <a:close/>
              </a:path>
              <a:path w="457200" h="76200">
                <a:moveTo>
                  <a:pt x="447675" y="42862"/>
                </a:moveTo>
                <a:lnTo>
                  <a:pt x="400050" y="42862"/>
                </a:lnTo>
                <a:lnTo>
                  <a:pt x="400050" y="33337"/>
                </a:lnTo>
                <a:lnTo>
                  <a:pt x="447675" y="33337"/>
                </a:lnTo>
                <a:lnTo>
                  <a:pt x="457200" y="38100"/>
                </a:lnTo>
                <a:lnTo>
                  <a:pt x="4476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324600" y="4114800"/>
            <a:ext cx="2514600" cy="990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319837" y="4110037"/>
            <a:ext cx="2524125" cy="1000125"/>
          </a:xfrm>
          <a:custGeom>
            <a:avLst/>
            <a:gdLst/>
            <a:ahLst/>
            <a:cxnLst/>
            <a:rect l="l" t="t" r="r" b="b"/>
            <a:pathLst>
              <a:path w="2524125" h="1000125">
                <a:moveTo>
                  <a:pt x="25241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2524125" y="0"/>
                </a:lnTo>
                <a:lnTo>
                  <a:pt x="2524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2524125" y="995362"/>
                </a:lnTo>
                <a:lnTo>
                  <a:pt x="2524125" y="1000125"/>
                </a:lnTo>
                <a:close/>
              </a:path>
              <a:path w="25241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524125" h="1000125">
                <a:moveTo>
                  <a:pt x="2514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14600" y="4762"/>
                </a:lnTo>
                <a:lnTo>
                  <a:pt x="2514600" y="9525"/>
                </a:lnTo>
                <a:close/>
              </a:path>
              <a:path w="2524125" h="1000125">
                <a:moveTo>
                  <a:pt x="2514600" y="995362"/>
                </a:moveTo>
                <a:lnTo>
                  <a:pt x="2514600" y="4762"/>
                </a:lnTo>
                <a:lnTo>
                  <a:pt x="2519362" y="9525"/>
                </a:lnTo>
                <a:lnTo>
                  <a:pt x="2524125" y="9525"/>
                </a:lnTo>
                <a:lnTo>
                  <a:pt x="2524125" y="990600"/>
                </a:lnTo>
                <a:lnTo>
                  <a:pt x="2519362" y="990600"/>
                </a:lnTo>
                <a:lnTo>
                  <a:pt x="2514600" y="995362"/>
                </a:lnTo>
                <a:close/>
              </a:path>
              <a:path w="2524125" h="1000125">
                <a:moveTo>
                  <a:pt x="2524125" y="9525"/>
                </a:moveTo>
                <a:lnTo>
                  <a:pt x="2519362" y="9525"/>
                </a:lnTo>
                <a:lnTo>
                  <a:pt x="2514600" y="4762"/>
                </a:lnTo>
                <a:lnTo>
                  <a:pt x="2524125" y="4762"/>
                </a:lnTo>
                <a:lnTo>
                  <a:pt x="2524125" y="9525"/>
                </a:lnTo>
                <a:close/>
              </a:path>
              <a:path w="25241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2524125" h="1000125">
                <a:moveTo>
                  <a:pt x="25146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2514600" y="990600"/>
                </a:lnTo>
                <a:lnTo>
                  <a:pt x="2514600" y="995362"/>
                </a:lnTo>
                <a:close/>
              </a:path>
              <a:path w="2524125" h="1000125">
                <a:moveTo>
                  <a:pt x="2524125" y="995362"/>
                </a:moveTo>
                <a:lnTo>
                  <a:pt x="2514600" y="995362"/>
                </a:lnTo>
                <a:lnTo>
                  <a:pt x="2519362" y="990600"/>
                </a:lnTo>
                <a:lnTo>
                  <a:pt x="2524125" y="990600"/>
                </a:lnTo>
                <a:lnTo>
                  <a:pt x="25241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6324600" y="4213225"/>
            <a:ext cx="2514600" cy="7607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466725" marR="532765" indent="121285">
              <a:lnSpc>
                <a:spcPct val="101000"/>
              </a:lnSpc>
              <a:spcBef>
                <a:spcPts val="70"/>
              </a:spcBef>
            </a:pPr>
            <a:r>
              <a:rPr dirty="0" sz="2400" b="1">
                <a:solidFill>
                  <a:srgbClr val="ED7A07"/>
                </a:solidFill>
                <a:latin typeface="Times New Roman"/>
                <a:cs typeface="Times New Roman"/>
              </a:rPr>
              <a:t>base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class  c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onst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781800" y="5102034"/>
            <a:ext cx="842010" cy="842010"/>
          </a:xfrm>
          <a:custGeom>
            <a:avLst/>
            <a:gdLst/>
            <a:ahLst/>
            <a:cxnLst/>
            <a:rect l="l" t="t" r="r" b="b"/>
            <a:pathLst>
              <a:path w="842009" h="842010">
                <a:moveTo>
                  <a:pt x="57245" y="791051"/>
                </a:moveTo>
                <a:lnTo>
                  <a:pt x="50514" y="784320"/>
                </a:lnTo>
                <a:lnTo>
                  <a:pt x="834834" y="0"/>
                </a:lnTo>
                <a:lnTo>
                  <a:pt x="841565" y="6730"/>
                </a:lnTo>
                <a:lnTo>
                  <a:pt x="57245" y="791051"/>
                </a:lnTo>
                <a:close/>
              </a:path>
              <a:path w="842009" h="842010">
                <a:moveTo>
                  <a:pt x="0" y="841565"/>
                </a:moveTo>
                <a:lnTo>
                  <a:pt x="26936" y="760742"/>
                </a:lnTo>
                <a:lnTo>
                  <a:pt x="50514" y="784320"/>
                </a:lnTo>
                <a:lnTo>
                  <a:pt x="37045" y="797788"/>
                </a:lnTo>
                <a:lnTo>
                  <a:pt x="43776" y="804519"/>
                </a:lnTo>
                <a:lnTo>
                  <a:pt x="70713" y="804519"/>
                </a:lnTo>
                <a:lnTo>
                  <a:pt x="80822" y="814628"/>
                </a:lnTo>
                <a:lnTo>
                  <a:pt x="0" y="841565"/>
                </a:lnTo>
                <a:close/>
              </a:path>
              <a:path w="842009" h="842010">
                <a:moveTo>
                  <a:pt x="43776" y="804519"/>
                </a:moveTo>
                <a:lnTo>
                  <a:pt x="37045" y="797788"/>
                </a:lnTo>
                <a:lnTo>
                  <a:pt x="50514" y="784320"/>
                </a:lnTo>
                <a:lnTo>
                  <a:pt x="57245" y="791051"/>
                </a:lnTo>
                <a:lnTo>
                  <a:pt x="43776" y="804519"/>
                </a:lnTo>
                <a:close/>
              </a:path>
              <a:path w="842009" h="842010">
                <a:moveTo>
                  <a:pt x="70713" y="804519"/>
                </a:moveTo>
                <a:lnTo>
                  <a:pt x="43776" y="804519"/>
                </a:lnTo>
                <a:lnTo>
                  <a:pt x="57245" y="791051"/>
                </a:lnTo>
                <a:lnTo>
                  <a:pt x="70713" y="8045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191000" y="5562600"/>
            <a:ext cx="2590800" cy="1219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186237" y="5557837"/>
            <a:ext cx="2600325" cy="1228725"/>
          </a:xfrm>
          <a:custGeom>
            <a:avLst/>
            <a:gdLst/>
            <a:ahLst/>
            <a:cxnLst/>
            <a:rect l="l" t="t" r="r" b="b"/>
            <a:pathLst>
              <a:path w="2600325" h="1228725">
                <a:moveTo>
                  <a:pt x="26003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2600325" y="1223962"/>
                </a:lnTo>
                <a:lnTo>
                  <a:pt x="2600325" y="1228725"/>
                </a:lnTo>
                <a:close/>
              </a:path>
              <a:path w="26003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12287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1228725">
                <a:moveTo>
                  <a:pt x="2590800" y="12239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1219200"/>
                </a:lnTo>
                <a:lnTo>
                  <a:pt x="2595562" y="1219200"/>
                </a:lnTo>
                <a:lnTo>
                  <a:pt x="2590800" y="1223962"/>
                </a:lnTo>
                <a:close/>
              </a:path>
              <a:path w="2600325" h="12287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2600325" h="1228725">
                <a:moveTo>
                  <a:pt x="25908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2590800" y="1219200"/>
                </a:lnTo>
                <a:lnTo>
                  <a:pt x="2590800" y="1223962"/>
                </a:lnTo>
                <a:close/>
              </a:path>
              <a:path w="2600325" h="1228725">
                <a:moveTo>
                  <a:pt x="2600325" y="1223962"/>
                </a:moveTo>
                <a:lnTo>
                  <a:pt x="2590800" y="1223962"/>
                </a:lnTo>
                <a:lnTo>
                  <a:pt x="2595562" y="1219200"/>
                </a:lnTo>
                <a:lnTo>
                  <a:pt x="2600325" y="1219200"/>
                </a:lnTo>
                <a:lnTo>
                  <a:pt x="26003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4191000" y="5596254"/>
            <a:ext cx="2590800" cy="75311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517525" marR="237490" indent="-346075">
              <a:lnSpc>
                <a:spcPts val="2850"/>
              </a:lnSpc>
              <a:spcBef>
                <a:spcPts val="220"/>
              </a:spcBef>
            </a:pP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instance</a:t>
            </a:r>
            <a:r>
              <a:rPr dirty="0" sz="24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variables  Initialization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191000" y="6323965"/>
            <a:ext cx="2590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66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ED7A07"/>
                </a:solidFill>
                <a:latin typeface="Times New Roman"/>
                <a:cs typeface="Times New Roman"/>
              </a:rPr>
              <a:t>(derived)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3429000" y="62103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7620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762000" h="76200">
                <a:moveTo>
                  <a:pt x="7620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762000" y="33337"/>
                </a:lnTo>
                <a:lnTo>
                  <a:pt x="7620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914400" y="5638800"/>
            <a:ext cx="2514600" cy="9906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909637" y="5634037"/>
            <a:ext cx="2524125" cy="1000125"/>
          </a:xfrm>
          <a:custGeom>
            <a:avLst/>
            <a:gdLst/>
            <a:ahLst/>
            <a:cxnLst/>
            <a:rect l="l" t="t" r="r" b="b"/>
            <a:pathLst>
              <a:path w="2524125" h="1000125">
                <a:moveTo>
                  <a:pt x="25241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2524125" y="0"/>
                </a:lnTo>
                <a:lnTo>
                  <a:pt x="2524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2524125" y="995362"/>
                </a:lnTo>
                <a:lnTo>
                  <a:pt x="2524125" y="1000125"/>
                </a:lnTo>
                <a:close/>
              </a:path>
              <a:path w="25241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524125" h="1000125">
                <a:moveTo>
                  <a:pt x="2514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14600" y="4762"/>
                </a:lnTo>
                <a:lnTo>
                  <a:pt x="2514600" y="9525"/>
                </a:lnTo>
                <a:close/>
              </a:path>
              <a:path w="2524125" h="1000125">
                <a:moveTo>
                  <a:pt x="2514600" y="995362"/>
                </a:moveTo>
                <a:lnTo>
                  <a:pt x="2514600" y="4762"/>
                </a:lnTo>
                <a:lnTo>
                  <a:pt x="2519362" y="9525"/>
                </a:lnTo>
                <a:lnTo>
                  <a:pt x="2524125" y="9525"/>
                </a:lnTo>
                <a:lnTo>
                  <a:pt x="2524125" y="990600"/>
                </a:lnTo>
                <a:lnTo>
                  <a:pt x="2519362" y="990600"/>
                </a:lnTo>
                <a:lnTo>
                  <a:pt x="2514600" y="995362"/>
                </a:lnTo>
                <a:close/>
              </a:path>
              <a:path w="2524125" h="1000125">
                <a:moveTo>
                  <a:pt x="2524125" y="9525"/>
                </a:moveTo>
                <a:lnTo>
                  <a:pt x="2519362" y="9525"/>
                </a:lnTo>
                <a:lnTo>
                  <a:pt x="2514600" y="4762"/>
                </a:lnTo>
                <a:lnTo>
                  <a:pt x="2524125" y="4762"/>
                </a:lnTo>
                <a:lnTo>
                  <a:pt x="2524125" y="9525"/>
                </a:lnTo>
                <a:close/>
              </a:path>
              <a:path w="25241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2524125" h="1000125">
                <a:moveTo>
                  <a:pt x="25146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2514600" y="990600"/>
                </a:lnTo>
                <a:lnTo>
                  <a:pt x="2514600" y="995362"/>
                </a:lnTo>
                <a:close/>
              </a:path>
              <a:path w="2524125" h="1000125">
                <a:moveTo>
                  <a:pt x="2524125" y="995362"/>
                </a:moveTo>
                <a:lnTo>
                  <a:pt x="2514600" y="995362"/>
                </a:lnTo>
                <a:lnTo>
                  <a:pt x="2519362" y="990600"/>
                </a:lnTo>
                <a:lnTo>
                  <a:pt x="2524125" y="990600"/>
                </a:lnTo>
                <a:lnTo>
                  <a:pt x="25241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1287144" y="5737225"/>
            <a:ext cx="1692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ED7A07"/>
                </a:solidFill>
                <a:latin typeface="Times New Roman"/>
                <a:cs typeface="Times New Roman"/>
              </a:rPr>
              <a:t>derived</a:t>
            </a:r>
            <a:r>
              <a:rPr dirty="0" sz="2400" spc="-60" b="1">
                <a:solidFill>
                  <a:srgbClr val="ED7A07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14400" y="6106795"/>
            <a:ext cx="251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672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constructor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12875" y="359409"/>
            <a:ext cx="636269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85441" y="300990"/>
            <a:ext cx="1303858" cy="4089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58755" y="357504"/>
            <a:ext cx="133324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66825" y="1426210"/>
            <a:ext cx="50031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宋体"/>
                <a:cs typeface="宋体"/>
              </a:rPr>
              <a:t>类初始化发生在对象初始化之</a:t>
            </a:r>
            <a:r>
              <a:rPr dirty="0" sz="2800" spc="-5">
                <a:latin typeface="宋体"/>
                <a:cs typeface="宋体"/>
              </a:rPr>
              <a:t>前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62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1266825" y="2066289"/>
            <a:ext cx="6781165" cy="3335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宋体"/>
                <a:cs typeface="宋体"/>
              </a:rPr>
              <a:t>先为静态数据成员分配存储空间，执行默</a:t>
            </a:r>
            <a:r>
              <a:rPr dirty="0" sz="2800" spc="-5">
                <a:latin typeface="宋体"/>
                <a:cs typeface="宋体"/>
              </a:rPr>
              <a:t>认 </a:t>
            </a:r>
            <a:r>
              <a:rPr dirty="0" sz="2800">
                <a:latin typeface="宋体"/>
                <a:cs typeface="宋体"/>
              </a:rPr>
              <a:t>初始化，然后执行静态块完成类的初始化</a:t>
            </a:r>
            <a:r>
              <a:rPr dirty="0" sz="2800" spc="-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marL="12700" marR="5080">
              <a:lnSpc>
                <a:spcPct val="100000"/>
              </a:lnSpc>
              <a:spcBef>
                <a:spcPts val="1680"/>
              </a:spcBef>
            </a:pPr>
            <a:r>
              <a:rPr dirty="0" sz="2800">
                <a:latin typeface="宋体"/>
                <a:cs typeface="宋体"/>
              </a:rPr>
              <a:t>静态数据成员的指定初始化是一种假象，</a:t>
            </a:r>
            <a:r>
              <a:rPr dirty="0" sz="2800" spc="-5">
                <a:latin typeface="宋体"/>
                <a:cs typeface="宋体"/>
              </a:rPr>
              <a:t>因 </a:t>
            </a:r>
            <a:r>
              <a:rPr dirty="0" sz="2800">
                <a:latin typeface="宋体"/>
                <a:cs typeface="宋体"/>
              </a:rPr>
              <a:t>为编译时会成为静态块中的一条赋值语句</a:t>
            </a:r>
            <a:r>
              <a:rPr dirty="0" sz="2800" spc="-5">
                <a:latin typeface="宋体"/>
                <a:cs typeface="宋体"/>
              </a:rPr>
              <a:t>， </a:t>
            </a:r>
            <a:r>
              <a:rPr dirty="0" sz="2800">
                <a:latin typeface="宋体"/>
                <a:cs typeface="宋体"/>
              </a:rPr>
              <a:t>具体位置由它们在源码中的顺序决定</a:t>
            </a:r>
            <a:r>
              <a:rPr dirty="0" sz="2800" spc="-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650">
              <a:latin typeface="宋体"/>
              <a:cs typeface="宋体"/>
            </a:endParaRPr>
          </a:p>
          <a:p>
            <a:pPr marL="372110">
              <a:lnSpc>
                <a:spcPct val="100000"/>
              </a:lnSpc>
            </a:pPr>
            <a:r>
              <a:rPr dirty="0" sz="2400" spc="-10">
                <a:latin typeface="微软雅黑"/>
                <a:cs typeface="微软雅黑"/>
              </a:rPr>
              <a:t>Example：StaticInit.java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12875" y="359409"/>
            <a:ext cx="636269" cy="307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85441" y="300990"/>
            <a:ext cx="1303858" cy="4089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58755" y="357504"/>
            <a:ext cx="133324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3409" y="1212215"/>
            <a:ext cx="7340600" cy="4649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对象初始化先为数据成员分配存储空间，执行默认初始 化，然后初始化块和构造器初始化。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宋体"/>
                <a:cs typeface="宋体"/>
              </a:rPr>
              <a:t>在类编译后，对象初始化块会消失，其代码会被会被还 原到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每个构造器</a:t>
            </a:r>
            <a:r>
              <a:rPr dirty="0" sz="2400">
                <a:latin typeface="宋体"/>
                <a:cs typeface="宋体"/>
              </a:rPr>
              <a:t>的所有代码之前。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宋体"/>
                <a:cs typeface="宋体"/>
              </a:rPr>
              <a:t>可以将多个构造器内重用的代码放在对象代码块中，减 少多个构造器内重用的代码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宋体"/>
                <a:cs typeface="宋体"/>
              </a:rPr>
              <a:t>初始化块可以调用多次，随着对象的创建而调用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宋体"/>
                <a:cs typeface="宋体"/>
              </a:rPr>
              <a:t>数据成员的指定初始化编译时会被还原到每个构造器的 所有代码之前。</a:t>
            </a:r>
            <a:endParaRPr sz="2400">
              <a:latin typeface="宋体"/>
              <a:cs typeface="宋体"/>
            </a:endParaRPr>
          </a:p>
          <a:p>
            <a:pPr marL="737870">
              <a:lnSpc>
                <a:spcPct val="100000"/>
              </a:lnSpc>
              <a:spcBef>
                <a:spcPts val="1850"/>
              </a:spcBef>
            </a:pPr>
            <a:r>
              <a:rPr dirty="0" sz="2400" spc="-5">
                <a:latin typeface="微软雅黑"/>
                <a:cs typeface="微软雅黑"/>
              </a:rPr>
              <a:t>Example：ObjectInit.java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62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70700"/>
            <a:ext cx="5588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微软雅黑"/>
                <a:cs typeface="微软雅黑"/>
              </a:rPr>
              <a:t>练习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62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1、写一个类，为该类添加文档注释、为该类的方法、成员变量添</a:t>
            </a:r>
            <a:r>
              <a:rPr dirty="0"/>
              <a:t>加 </a:t>
            </a:r>
            <a:r>
              <a:rPr dirty="0"/>
              <a:t>文档注释</a:t>
            </a:r>
            <a:r>
              <a:rPr dirty="0" spc="5"/>
              <a:t>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105"/>
              </a:spcBef>
            </a:pPr>
            <a:r>
              <a:rPr dirty="0"/>
              <a:t>在方法中添加单行注释并生成</a:t>
            </a:r>
            <a:r>
              <a:rPr dirty="0" spc="-5"/>
              <a:t>API</a:t>
            </a:r>
            <a:r>
              <a:rPr dirty="0"/>
              <a:t>文</a:t>
            </a:r>
            <a:r>
              <a:rPr dirty="0" spc="5"/>
              <a:t>档</a:t>
            </a:r>
          </a:p>
          <a:p>
            <a:pPr marL="12700" marR="5080">
              <a:lnSpc>
                <a:spcPct val="100000"/>
              </a:lnSpc>
            </a:pPr>
            <a:r>
              <a:rPr dirty="0" spc="-10">
                <a:latin typeface="Arial"/>
                <a:cs typeface="Arial"/>
              </a:rPr>
              <a:t>2</a:t>
            </a:r>
            <a:r>
              <a:rPr dirty="0" spc="5"/>
              <a:t>、</a:t>
            </a:r>
            <a:r>
              <a:rPr dirty="0" spc="-120"/>
              <a:t> </a:t>
            </a:r>
            <a:r>
              <a:rPr dirty="0"/>
              <a:t>创建一个名为</a:t>
            </a:r>
            <a:r>
              <a:rPr dirty="0" spc="-10">
                <a:latin typeface="Arial"/>
                <a:cs typeface="Arial"/>
              </a:rPr>
              <a:t>Dog</a:t>
            </a:r>
            <a:r>
              <a:rPr dirty="0"/>
              <a:t>的类，带有重载的</a:t>
            </a:r>
            <a:r>
              <a:rPr dirty="0" spc="-5">
                <a:latin typeface="Arial"/>
                <a:cs typeface="Arial"/>
              </a:rPr>
              <a:t>bark()</a:t>
            </a:r>
            <a:r>
              <a:rPr dirty="0"/>
              <a:t>方法。这个方法应该</a:t>
            </a:r>
            <a:r>
              <a:rPr dirty="0" spc="5"/>
              <a:t>基 </a:t>
            </a:r>
            <a:r>
              <a:rPr dirty="0"/>
              <a:t>于各种基本数据类型重载，并打印不同类型的吠叫，嚎叫等，这取</a:t>
            </a:r>
            <a:r>
              <a:rPr dirty="0" spc="5"/>
              <a:t>决 </a:t>
            </a:r>
            <a:r>
              <a:rPr dirty="0"/>
              <a:t>于调用哪个重载版本。编写一个</a:t>
            </a:r>
            <a:r>
              <a:rPr dirty="0" spc="-10">
                <a:latin typeface="Arial"/>
                <a:cs typeface="Arial"/>
              </a:rPr>
              <a:t>main()</a:t>
            </a:r>
            <a:r>
              <a:rPr dirty="0"/>
              <a:t>函数，调用所有不同的版本</a:t>
            </a:r>
            <a:r>
              <a:rPr dirty="0" spc="5"/>
              <a:t>。 </a:t>
            </a:r>
            <a:r>
              <a:rPr dirty="0" spc="-10">
                <a:latin typeface="Arial"/>
                <a:cs typeface="Arial"/>
              </a:rPr>
              <a:t>3</a:t>
            </a:r>
            <a:r>
              <a:rPr dirty="0"/>
              <a:t>、创建一个具有两个方法的类。在第一个方法中，两次调用第二</a:t>
            </a:r>
            <a:r>
              <a:rPr dirty="0" spc="5"/>
              <a:t>个 </a:t>
            </a:r>
            <a:r>
              <a:rPr dirty="0"/>
              <a:t>方法</a:t>
            </a:r>
            <a:r>
              <a:rPr dirty="0" spc="5"/>
              <a:t>：</a:t>
            </a:r>
          </a:p>
          <a:p>
            <a:pPr marL="82550">
              <a:lnSpc>
                <a:spcPct val="100000"/>
              </a:lnSpc>
            </a:pPr>
            <a:r>
              <a:rPr dirty="0"/>
              <a:t>第一次不使用</a:t>
            </a:r>
            <a:r>
              <a:rPr dirty="0" spc="-5">
                <a:latin typeface="Arial"/>
                <a:cs typeface="Arial"/>
              </a:rPr>
              <a:t>this</a:t>
            </a:r>
            <a:r>
              <a:rPr dirty="0" spc="-5"/>
              <a:t>，</a:t>
            </a:r>
            <a:r>
              <a:rPr dirty="0"/>
              <a:t>第二次使用</a:t>
            </a:r>
            <a:r>
              <a:rPr dirty="0" spc="-5">
                <a:latin typeface="Arial"/>
                <a:cs typeface="Arial"/>
              </a:rPr>
              <a:t>this</a:t>
            </a:r>
            <a:r>
              <a:rPr dirty="0" spc="5"/>
              <a:t>。</a:t>
            </a:r>
          </a:p>
          <a:p>
            <a:pPr marL="12700" marR="60960" indent="70485">
              <a:lnSpc>
                <a:spcPct val="100000"/>
              </a:lnSpc>
            </a:pPr>
            <a:r>
              <a:rPr dirty="0" spc="-10">
                <a:latin typeface="Arial"/>
                <a:cs typeface="Arial"/>
              </a:rPr>
              <a:t>4</a:t>
            </a:r>
            <a:r>
              <a:rPr dirty="0"/>
              <a:t>、创建一个具有两个</a:t>
            </a:r>
            <a:r>
              <a:rPr dirty="0" spc="-5">
                <a:latin typeface="Arial"/>
                <a:cs typeface="Arial"/>
              </a:rPr>
              <a:t>(</a:t>
            </a:r>
            <a:r>
              <a:rPr dirty="0"/>
              <a:t>重载</a:t>
            </a:r>
            <a:r>
              <a:rPr dirty="0" spc="-5">
                <a:latin typeface="Arial"/>
                <a:cs typeface="Arial"/>
              </a:rPr>
              <a:t>)</a:t>
            </a:r>
            <a:r>
              <a:rPr dirty="0"/>
              <a:t>构造函数的类。使用</a:t>
            </a:r>
            <a:r>
              <a:rPr dirty="0" spc="-5">
                <a:latin typeface="Arial"/>
                <a:cs typeface="Arial"/>
              </a:rPr>
              <a:t>t</a:t>
            </a:r>
            <a:r>
              <a:rPr dirty="0" spc="-10">
                <a:latin typeface="Arial"/>
                <a:cs typeface="Arial"/>
              </a:rPr>
              <a:t>h</a:t>
            </a:r>
            <a:r>
              <a:rPr dirty="0" spc="-5">
                <a:latin typeface="Arial"/>
                <a:cs typeface="Arial"/>
              </a:rPr>
              <a:t>is</a:t>
            </a:r>
            <a:r>
              <a:rPr dirty="0"/>
              <a:t>，在第二个构</a:t>
            </a:r>
            <a:r>
              <a:rPr dirty="0"/>
              <a:t>造 </a:t>
            </a:r>
            <a:r>
              <a:rPr dirty="0"/>
              <a:t>函数中调用第一个构造函数</a:t>
            </a:r>
            <a:r>
              <a:rPr dirty="0" spc="5"/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2024-05-05T07:53:58Z</dcterms:created>
  <dcterms:modified xsi:type="dcterms:W3CDTF">2024-05-05T07:53:58Z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2024-02-29T00:00:00Z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2024-05-05T00:00:00Z</vt:filetime>
  </property>
</Properties>
</file>