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4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47:23.2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2923 985,'1'0,"5"0,0 0,-1-1,1 0,-1 0,1 0,0 0,9-5,-10 5,148-49,119-35,134-32,129-22,96-2,137 0,1483-77,-1548 216,-104 43,-124 29,-130 14,-275-61,87 40,-132-50,0 0,-1 1,31 24,-50-34,1 0,-1 0,-1 1,1 0,-1 0,1 0,-1 0,-1 1,1-1,-1 1,0 0,0 0,-1 0,0 0,0 1,0-1,-1 1,1 7,-2-2,-1-1,-1 1,0-1,0 0,-1 0,-1 1,0-2,0 1,-8 12,-25 49,-3-1,-3-2,-3-2,-4-2,-1-2,-4-3,-2-2,-3-3,-77 56,17-32,-3-5,-3-6,-263 101,372-162,0-2,-1 0,0 0,0-2,-30 3,33-7,1 1,0-2,0 1,-1-2,1 0,1-1,-25-10,-86-43,-44-20,-117-17,-120-2,-128-1,-105 9,-104 5,-137 1,-1992-115,2085 156,167 15,180 11,168 9,142 5,117 3,31 2,107 8,102 0,94-4,71-10,88-10,91-4,1392-19,-1313 37,-71 14,-94 14,-116 5,-119-4,-117-7,-112-15,-22-4,-8-1,-28 4,-46 3,-154 16,-74 9,-270 39,-305 36,644-87,58-7,338-44,194-31,240-28,203-26,151-15,73-7,-27 12,-55 16,-127 23,-186 25,-202 23,-194 18,-180 14,-40 3,-9 1,-114 9,-129 5,-587 16,-18-54,-239-89,501 46,233 27,-423-38,645 68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47:24.2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7411 1,'-896'7,"286"0,-1302-13,773-1,-1290 20,2195-8,95 2,90-1,47-4,7 0,29 2,119 1,140-2,136-1,79-2,-476 1,1383 12,-7 71,-1008-35,-98-1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47:39.0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1 330,'47'4,"-2"1,496-11,4-50,-190 30,314-34,-575 48,373-51,100-12,15 34,793 47,-577 38,-164-6,309-18,6-21,42 0,-440 14,107-1,648-13,-1283 1,1 1,-1 0,0 2,0 0,0 2,0 0,-1 2,0 1,0 0,0 2,31 18,43 35,146 124,-209-158,45 38,-75-64,15 12,-18-15,0 1,0-1,0 0,0 0,1 1,-1-1,0 0,0 0,0 1,0-1,0 0,0 1,0-1,1 0,-1 0,0 1,0-1,0 0,0 1,0-1,-1 0,1 1,0-1,0 0,0 1,0-1,0 0,0 0,0 1,-1-1,1 0,0 0,0 1,0-1,-1 0,1 0,0 1,0-1,-1 0,1 0,0 0,0 0,-1 1,1-1,0 0,0 0,-1 0,1 0,0 0,-1 0,1 0,0 0,-1 0,1 0,0 0,-1 0,1 0,0 0,0 0,-1 0,1 0,-9 0,0 0,0 0,0-1,1 0,-1 0,-14-5,-54-20,61 20,-42-19,43 18,0 0,0 1,0 0,-30-5,-78-4,1 5,-222 11,275 3,-343 30,-149 69,418-73,51-17,0-3,-144-5,116-4,-553 28,137-3,-1119-11,1633-15,-271 20,97-2,-746-5,667-15,37-17,140 8,-502-72,71 8,520 74,-826-120,759 106,-125-23,148 30,-96 0,117 7,0-2,0-1,-41-10,22 4,-254-42,-267-57,511 93,-315-90,351 95,21 8,-1 1,1 0,0 0,-1 1,1-1,-1 1,1 0,-1 0,0 1,-8-1,-5 4,1 0,0 1,0 1,-29 13,29-12,-29 12,-238 96,195-71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53:24.2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2,'279'-2,"312"5,-292 8,112 2,-235-2,-145-6,1 1,-2 2,47 17,-63-20,0-1,1-1,-1 0,0-1,1 0,0-1,21-2,11 2,112 4,81 15,67 7,70 3,2401 40,-2765-71,0 1,0 1,1 0,-1 1,0 0,0 1,19 6,-12-3,0-1,0-2,24 3,637 25,-580-30,69 1,1755 44,-645-15,689-33,-1701 20,-135-5,-7-3,405 24,-435-27,164 35,-97-12,449 44,-455-59,442 25,-41-49,525 9,-1053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53:29.6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0 317,'28'0,"5"-1,-1 1,1 2,-1 1,51 12,9 8,1-4,0-4,112 4,274-28,163-45,-337 27,644-9,-550 29,-257 4,148-7,-186-1,-63 5,70-1,289 30,-173-6,863 21,-843-50,-84 2,307 0,-88 2,350-25,277-3,337 62,-459-19,-525-9,513 2,-558-19,-67 0,384 29,0 40,-612-48,732 63,2-31,-128-58,13-38,308-51,-168 2,-646 82,-52 10,-79 17,1 1,0 0,0 0,0 0,0 1,0 0,0 0,0 0,0 0,0 1,0 0,0 0,0 0,-1 1,1-1,7 5,5 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53:41.1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1 202,'318'12,"-168"-4,-115-6,724 44,-715-41,833 100,139 39,-755-116,1112 113,-839-106,-372-34,206-26,-267 16,0 5,146 11,198 45,-245-25,213 13,431-13,-297-37,186 0,705 11,-1415-1,0-2,-1 0,1-2,0 0,-1-1,0-2,0 0,29-14,235-106,-163 74,-50 24,127-32,83-1,-187 44,187-9,-777 32,-345 14,515 3,-450 15,432-30,-384 57,-174 34,480-58,64-11,-1-16,0-15,-453-62,518 17,-73-9,128 30,-287-23,-506 23,211 9,754 14,-531-22,5-27,299 13,227 26,61 11,5 0,19-1,258-3,-152 6,272 0,82-1,1209-55,-581 12,-651 32,-67 5,-63 4,-61 1,26 5,129-2,-341-6,121-23,-38 3,362-20,-277 27,-119 8,348-25,-3 25,-196 30,-179-11,-74-5,0 0,43 15,-12-3,273 56,-279-60,0-3,0-1,81 0,10 1,-57-3,-29 1,1 2,89 26,-108-25,-6-3,0-2,0-1,0-1,46-2,125-18,-195 16,56-8,105-27,-116 21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53:49.2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0 329,'71'3,"88"13,-49-3,224 21,84 8,331 27,462 49,-786-63,-54 6,-56 5,-131-18,274 109,-416-140,208 79,10-22,-133-51,255 12,124-42,648-112,-1123 114,0-2,-1-1,0-2,32-14,107-60,-88 41,30-13,195-68,-113 66,310-52,213 38,1040 25,-9 42,-1734 6,0-1,-1-1,1 0,-1 0,1-2,-1 1,0-2,0 1,0-2,19-8,-28 11,7-3,-1-1,1 0,8-7,-16 11,0 1,0-1,0 0,0 0,-1 0,1-1,-1 1,1 0,-1-1,0 1,0-1,0 1,0-1,0 1,0-1,-1 0,1-3,-1 6,0 0,0 0,0-1,0 1,1 0,-1 0,0 0,0 0,0-1,0 1,0 0,0 0,0 0,0-1,0 1,0 0,0 0,0 0,0-1,0 1,0 0,0 0,0 0,0-1,0 1,0 0,0 0,-1 0,1 0,0-1,0 1,0 0,0 0,0 0,0 0,-1-1,1 1,0 0,0 0,0 0,0 0,-1 0,1 0,0 0,0 0,0 0,-1-1,1 1,0 0,0 0,0 0,-1 0,1 0,0 0,0 0,0 0,-1 0,1 1,-12 12,-9 23,21-35,-1 0,1 0,0 0,-1 0,1 0,0 0,0 0,0 0,0 0,0 0,0 0,0 0,0 0,0 0,1 0,-1 0,0 0,1 0,-1 0,1 0,-1 0,1 0,-1 0,1 0,-1 0,1-1,0 1,0 0,-1 0,1-1,0 1,0-1,0 1,0 0,0-1,0 0,0 1,0-1,0 0,2 1,3 0,1 1,-1-2,1 1,0-1,11-1,40-5,-1-2,74-21,109-49,66-47,-301 123,48-25,-33 16,39-15,-53 24,-1 0,1 1,0 0,0 0,0 0,0 1,0-1,0 1,0 1,0-1,10 3,-1 2,0 1,0 1,0 0,-1 1,0 0,14 12,10 6,-10-9,1-1,0-1,1-2,1-1,0-1,0-2,1-1,0-1,1-2,46 2,-37-6,0 1,69 14,-11 10,-99-26,20 8,-21-8,0 0,0 1,0-1,0 0,0 0,0 0,0 0,0 0,0 0,0 0,1 0,-1 0,0 0,0 0,0 1,0-1,0 0,0 0,0 0,0 0,0 0,0 0,0 0,0 0,0 0,0 1,0-1,0 0,0 0,0 0,0 0,0 0,0 0,0 0,0 0,0 1,0-1,-1 0,1 0,0 0,0 0,0 0,0 0,0 0,0 0,0 0,0 0,0 0,0 0,0 0,-1 1,1-1,0 0,0 0,0 0,0 0,0 0,0 0,0 0,0 0,-1 0,-20 3,-210-3,98-3,-262-1,-144-2,438 5,-467-4,-227 18,-105 9,-109 5,239-4,-1654 35,1483-57,127-14,149-16,152-15,150-8,171 11,145 28,-70-29,105 38,1-2,0 0,1 0,0-1,-1 0,2-1,-1 0,1-1,-10-12,4 5,6 8,0 0,-1 0,0 0,0 2,0-1,-19-7,-71-23,82 31,-57-17,-2 4,0 4,-145-11,-247 20,315 8,-1135 38,1278-40,-472 44,459-38,24-5,1-1,-1 1,0-1,1 0,-1 1,1-1,-1 0,0 1,1-1,-1 0,1 0,-1 0,1 1,-1-1,1 0,-1 0,1 0,-1 0,1 0,-1 0,1 0,-1 0,1 0,0 0,74 5,138-1,125-2,116 0,90 11,70 15,1528 80,-377-44,-20-115,-1230 0,-124-1,-126 4,-253 45,109-27,-100 24,0-1,38-20,-43 16,-16 11,0 0,0 0,1 0,-1 0,0-1,0 1,0 0,0 0,0 0,1 0,-1-1,0 1,0 0,0 0,0 0,0 0,0-1,0 1,0 0,0 0,0 0,0-1,0 1,0 0,0 0,0 0,0-1,0 1,0 0,0 0,0 0,0-1,0 1,0 0,0 0,0 0,-1-1,-1 0,0 0,-1 1,1-1,0 1,-1-1,1 1,-1 0,1 0,-1 0,1 0,-4 1,-185 23,85-8,-170 19,-91 9,-84 11,-1124 163,6 55,1154-188,65-11,65-12,-152 56,353-94,-10 0,-2-4,0-4,-1-4,-149-2,160-10,-292 12,368-11,1 0,-1 0,-15 6,25-7,-1 0,1 0,-1 0,1 0,-1 0,1 0,-1 0,1 1,-1-1,1 0,0 0,-1 1,1-1,-1 0,1 0,0 1,-1-1,1 0,0 1,-1-1,1 1,0-1,-1 0,1 1,0-1,0 1,0-1,-1 1,1-1,0 1,0-1,0 1,0-1,0 1,0-1,0 1,0-1,0 1,0-1,0 1,0-1,0 1,1-1,-1 1,0-1,0 1,0-1,1 0,-1 1,0-1,1 1,-1-1,7 5,-1 0,1-1,-1 0,1-1,1 1,13 3,134 42,112 18,97 5,50-3,729 54,3-79,-831-45,-75-6,52-17,-278 22,-3 1,1 0,-1-1,0 0,0 0,0-2,0 1,16-8,-7-6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6:03:05.6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0 774,'6'-1,"0"1,0-1,-1 0,11-4,14-2,770-55,-622 54,196-35,-232 25,72-12,289-101,-451 115,-14 3,1 1,1 3,-1 1,55-4,476-4,-406 13,145-6,-213 2,116-24,-113 10,380-61,-457 80,0 1,0 0,31 5,-40-2,0 0,-1 1,0 1,0 0,0 0,0 2,13 7,-8-4,1-1,-1 0,1-1,0-1,21 4,93 11,4 1,79 25,-156-38,103 4,224-14,-356 3,-1 1,1 1,0 2,36 12,-26-7,68 9,-18-13,0-4,135-12,176-52,-351 49,-1-2,-1-2,86-42,-104 44,1 0,1 2,0 2,0 0,1 3,0 0,39-1,155-4,844 4,-201 5,-103-44,-498 26,73 12,-28 3,429-54,419-20,-1123 79,-1 3,0 1,71 15,101 42,-141-38,420 106,118-36,-174-62,0-31,-231-1,602 0,-414 23,-134-2,1076-6,-846-15,-392 1,1-1,119 14,-180-6,-1 2,43 15,-36-10,42 8,-46-14,426 67,-351-60,-1 5,174 53,-191-47,-57-17,-1 2,54 23,183 104,-237-120,2-3,48 14,77 11,-140-34,291 57,-250-53,-45-7,1 1,-1 0,0 2,0 0,17 7,-35-12,0 0,1 0,-1 0,0 0,0 0,0 0,0 0,0 0,1 0,-1 0,0 0,0 0,0 0,0 1,0-1,0 0,1 0,-1 0,0 0,0 0,0 0,0 0,0 0,0 1,0-1,0 0,0 0,1 0,-1 0,0 0,0 0,0 1,0-1,0 0,0 0,0 0,0 0,0 0,0 1,0-1,0 0,0 0,0 0,0 0,0 0,0 1,0-1,-1 0,1 0,0 0,0 0,-10 4,-19-1,-15-5,0-2,-77-17,-87-36,-214-89,264 89,103 39,-1 3,-85-13,35 6,67 13,-72-9,-218 16,266 3,-213 16,205-8,-130 34,153-32,0-2,-81 5,-9 1,-770 162,851-165,-680 169,14-3,504-125,-182 30,212-66,-282-11,411-11,0-3,1-2,-61-20,57 14,-1 2,-73-6,-204-32,102 10,-220-3,349 36,-162-37,115 16,-455-53,275 42,-223-16,-3 20,150 12,-414-27,632 35,73 4,-236 7,-124 62,148-13,-566 74,565-58,-64 7,-334-15,429-36,-583 14,6-30,312-2,-273 3,811-1,0-2,0-1,-59-16,60 12,-290-75,5-15,-317-145,498 181,-137-88,254 140,-28-23,43 32,1 0,0 0,0 0,0 0,0 0,0-1,0 1,0 0,0-1,0 1,1-1,-1-1,0 2,1 1,0-1,0 1,0-1,0 1,1-1,-1 1,0-1,0 1,0-1,0 1,0-1,1 1,-1 0,0-1,0 1,1-1,-1 1,0 0,1-1,-1 1,0-1,1 1,-1 0,0 0,1-1,4-1,1 0,-1 0,0 0,0 1,1 0,9-1,114-9,84-2,58-1,695-48,-485 29,2216-157,-2302 161,-112 9,59 0,165 17,-294 6,44-2,1345 1,-671 38,621 23,-569-42,-946-19,67 13,-10 0,316 3,-313-18,203 3,1635 46,-703-13,7-22,-655 25,-531-34,30 5,82 5,1085-22,-559-6,-308 12,-265 6,-113-4,0-1,1 1,-1 0,0 0,0 0,1 1,6 3,-12-5,0 0,0 0,0 0,1 0,-1 1,0-1,0 0,0 0,0 0,0 1,0-1,1 0,-1 0,0 1,0-1,0 0,0 0,0 1,0-1,0 0,0 0,0 1,0-1,0 0,0 0,0 0,0 1,0-1,0 0,-1 0,1 1,0-1,0 0,0 0,0 0,0 1,0-1,-1 0,1 0,0 0,0 1,0-1,-1 0,1 0,0 0,0 0,0 0,-1 1,-30 12,-87 17,-70 11,-60 10,-601 84,-12-41,502-59,-353 31,2-30,662-35,-161 6,158-3,1 3,-54 13,67-11,-271 79,280-79,0-2,-1 0,0-2,-30 1,-119-3,122-4,-1967-17,1042-49,-45-117,878 155,-236-15,-161 33,311 2,-4-7,-100-11,287 23,-1249-91,-416-25,1430 96,-231-23,500 46,0 1,0 0,0 1,0 1,0 1,-30 8,10 2,-58 30,33-14,-101 46,-654 295,775-352,-601 277,590-269,1 2,1 3,-74 58,100-67,25-22,0 0,0 0,1 0,-1 0,0 0,0 0,0 0,0 0,0 0,1 0,-1 0,0 0,0 0,0 0,0 0,0 0,1 0,-1 0,0 0,0 0,0 0,0 0,0 0,0 0,1 1,-1-1,0 0,0 0,0 0,0 0,0 0,0 0,0 0,0 1,0-1,0 0,1 0,-1 0,0 0,0 0,0 1,0-1,0 0,0 0,0 0,0 0,0 0,0 1,0-1,0 0,0 0,0 0,0 0,-1 0,1 1,0-1,0 0,0 0,13-2,0 0,-1-1,17-6,-3 1,279-71,374-48,317 12,-822 98,2030-149,-1349 146,-7 23,-284 0,130 10,-45 0,-538-13,392 9,621 29,8-38,-122-39,-970 38,424-24,-73-11,-90-2,-113 4,-179 32,1 0,-1-1,18-7,-28 10,1 0,0 0,0 0,-1 0,1 0,0 0,-1 0,1 0,0 0,0 0,-1 0,1 0,0 0,0 0,0 0,-1-1,1 1,0 0,0 0,-1 0,1 0,0-1,0 1,0 0,0 0,-1 0,1-1,0 1,0 0,0 0,0-1,0 1,0 0,0 0,0-1,0 1,0 0,0 0,0-1,0 1,0 0,0 0,0-1,0 1,0 0,0 0,0-1,0 1,0 0,0 0,0-1,0 1,1 0,-1 0,0-1,0 1,0 0,0 0,1 0,-1 0,0-1,0 1,1 0,-1 0,0 0,0 0,0 0,1 0,-26-5,0 1,-38-1,-229-4,-134 4,-1488 8,29 0,555-55,1214 41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06:03:5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2328 2490 24575,'-143'1'0,"-226"-30"0,-486-85-546,807 110 546,-191-23 0,191 19 0,1-2 0,-84-29 0,102 26 12,1-1-1,0-1 0,1-1 1,1-2-1,1 0 1,0-2-1,-27-28 0,-83-62 444,129 103-455,0 0 0,0 0 0,1-1 0,0 0 0,0 0 0,1 0 0,0 0 0,0-1 0,1 1 0,0-1 0,1 0 0,-3-14 0,0-13 0,-1-66 0,5 76 0,-1-27 0,1 1 0,3 0 0,3-1 0,19-93 0,-3 81-74,2 0 0,3 2 0,3 1 0,3 2 0,71-105-1,233-252-462,-284 356 522,222-236 15,-264 288 0,-1 0 0,2 1 0,-1 1 0,1 0 0,0 0 0,1 1 0,0 1 0,0 0 0,0 0 0,0 1 0,18-3 0,9 1 0,0 2 0,59 2 0,-56 2 0,1318-3-3263,-1097 10 3078,0 12 1,343 69-1,-214-7-272,149 29-143,7-28 329,208-38 271,3-44 0,-610-1 0,-12 0-63,484 17-186,-593-13 609,-1 1-1,1 2 0,29 9 1,-40-9 290,-1 1 1,0 0 0,-1 1 0,0 1 0,28 21-1,248 189 534,12-32-2461,-121-94 1204,4-8 1,4-7-1,238 62 0,-358-124 73,12 4 0,-78-19-1,-1 0 0,1 1 0,-1-1-1,1 1 1,-1-1 0,0 1 0,1 0-1,-1 1 1,4 2 0,-6-3 12,0-1 0,0 1 0,0 0 0,0 0 0,0-1 0,0 1 0,0 0 0,-1 0 0,1 0 0,0 0 0,-1 0 0,0 0 0,0 0 0,1 0 0,-1 0 0,0 0 0,0 0 0,-1 0 0,1 0 0,0 0 0,-1 0 0,0 2 0,-5 13 185,0 0 0,-1 0 0,0-1 0,-13 20-1,-50 72 44,63-98-255,-524 661-685,505-641 701,-2-2 0,-39 32 0,46-45 0,0 0 0,-1-1 0,-1-2 0,-38 16 0,-32 5-152,-153 31 0,-310 42-1437,-5-28 1653,-27-18-149,-4-44 596,522-17-365,-108-5 1392,151 1-1416,-1 0 0,1-2 0,-39-15 0,-27-7-137,-195-24 15,-15-4 0,-41-40 0,-44-11 0,343 97 0,-675-134 0,606 130 0,0-5 0,-122-38 0,183 41 0,0 3 0,-1 2 0,-71-8 0,113 19-85,1 0 0,0-1-1,-1-1 1,1 0 0,0 0-1,1-1 1,-1-1 0,1 1-1,0-2 1,0 0 0,0 0-1,1 0 1,0-1 0,0-1-1,-8-8 1,-35-38-6741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06:03:57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4187 2698 24575,'-33'0'0,"-50"6"0,38-1 0,-156 18 0,-73 12-554,-88 12-1689,-1024 108 1763,40-78-690,1307-75 1339,14-1 306,0 0 0,-31-4 0,49 2-397,0 0 1,1-1 0,-1 1 0,1-1-1,-1 0 1,1-1 0,0 0-1,0 0 1,0 0 0,0-1 0,1 1-1,-1-2 1,-5-4 0,0-4 52,-1 0 0,2-1 0,0 0 0,0-1 0,1 0 0,-8-21 0,-33-102 702,48 134-832,-21-71-1,4 0 0,2-1 0,-9-128 0,23 148 0,2 0 0,3 1 0,2-1 0,3 1 0,26-105 0,-12 82 0,17-135 0,-36 200 0,0 1 0,1-1 0,1 1 0,0 0 0,1 0 0,0 0 0,9-14 0,6-6 0,26-32 0,-41 58 0,73-91 0,5 3 0,140-123 0,-197 196 0,1 0 0,1 2 0,1 1 0,36-17 0,129-46 0,-139 60 0,624-252 0,-462 202 0,-51 18 0,47-14 0,-170 58 0,1 0 0,0 3 0,50 0 0,121 2-183,830-31-3297,-548-2 607,667-78 2076,-934 90-30,-194 22 758,283-25 55,-230 24 3143,139 13 0,94 29-2279,234 19 54,-53-26-1086,276 12-168,-377-38 350,-173-4 0,-143 1 0,119 19 0,-158-13 0,0 2 0,0 3 0,-2 1 0,50 22 0,-72-24 39,-1 0 1,0 2-1,-1 0 1,-1 1-1,26 25 1,84 99 360,-44-43-274,65 66-126,29 31 0,-159-174 0,-14-13 0,0 1 0,0-1 0,-1 1 0,0 0 0,0 1 0,0 0 0,-1 0 0,7 14 0,-11-20 0,-1 1 0,1-1 0,-1 0 0,1 1 0,-1-1 0,0 1 0,0-1 0,0 1 0,0-1 0,-1 0 0,1 1 0,-1-1 0,1 0 0,-1 1 0,-1 2 0,-22 36 0,23-41 0,-27 37 9,-2-1-1,-2-2 1,-1-1-1,-1-2 0,-76 54 1,-213 107-262,-319 125-760,-265 45 46,-31-92 1,417-142 280,426-109 617,-98 8 0,-96-8 68,159-11-22,-38 2 19,-566 30 1,-2-43 4,-5-57 972,532 41-1104,126 11-4900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6:03: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0 374,'10'0,"1"1,-1 0,16 5,10 1,178 15,279-8,-438-14,68-10,17-3,216 9,-194 6,10-3,443 12,-193 5,-359-12,-1 2,81 19,79 9,-163-30,91 17,-92-10,109 6,60-15,-167-3,92 0,335 3,-242 21,-52-2,-63-13,142-8,-235-5,0-2,-1-1,0-1,0-3,47-21,18-6,-48 24,0 3,107-11,-44 7,130-10,-13 4,-50-4,-44 5,129-27,22-2,-126 26,-20 1,447-10,241 34,-519-26,-255 19,232-45,-50 6,-140 32,1 5,165 6,-144 15,-38-3,300 48,-324-46,218 55,-162-21,-71-27,62 18,-88-32,-1 0,0 1,25 13,-42-19,0 1,-1-1,1 1,0 0,0-1,0 1,0 0,0-1,-1 1,1 0,0 0,0 0,0 1,-1-1,0-1,0 0,0 1,0-1,0 1,0-1,0 0,0 1,0-1,0 1,0-1,0 0,0 1,0-1,0 0,0 1,-1-1,1 0,0 1,0-1,-1 0,1 1,0-1,0 0,-1 0,1 1,-4 1,0 1,0-1,0 0,-1 0,-5 2,-53 16,-72 13,62-16,-535 77,258-36,318-52,-42 9,-15 4,-144 10,-161-28,178-3,-461 2,531-9,60 3,-157-16,-133-3,200 30,68-1,-194-17,145-8,-250-27,135 36,-2 1,234 7,0-2,1-2,-1-2,2-1,0-2,-54-26,56 21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6:03:34.1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0 698,'28'0,"1"1,-1 0,0 3,-1 0,1 1,33 12,-39-9,1-2,-1 0,34 3,71 0,-101-8,660-1,-620-7,0-2,-1-4,-1-2,106-39,-126 39,1 3,79-12,91 3,48-8,-61-17,31-7,182-12,116-21,-422 64,379-68,-127 24,-91 14,-187 42,0 4,104 4,-90 3,148-1,667-18,7-23,-781 35,769-2,-878 9,506 12,150 1,-620-12,117 19,-83-6,520 34,6-37,-589-11,1313-3,-1326 2,1 0,-44-1,-161-9,-140-4,-35 4,-100-2,1 24,-73 44,-1 25,488-75,-553 77,40-7,-216-2,-2-61,-2781-19,3050-26,331 16,65 7,-590-59,445 37,-674-102,773 104,109 22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6:06:55.0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0,'20'9,"1"-2,25 7,11 3,13 8,130 42,-160-56,2-1,82 7,162 19,9 0,95-34,-201-4,1979 2,-1700 6,630 90,-1033-86,298 39,2-32,-28-31,62-1,-187 3,-25 1,152-11,-58 3,435-9,-325 17,-183-12,34-1,-210 24,-23 0,0 1,0-2,0 1,1-1,13-4,-12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6:06:59.8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2 154,'19'2,"1"0,27 8,-24-5,366 98,-6 25,-119-39,-19-28,-206-53,168 50,-138-36,0-3,95 13,95-10,-71-8,-150-9,52 13,-41-7,34 6,672 132,-671-135,64 10,-141-23,0-1,0 1,0-1,8-1,-15 1,1 0,-1 0,1 0,-1 0,1-1,-1 1,1 0,-1 0,0 0,1 0,-1-1,1 1,-1 0,0 0,1-1,-1 1,1 0,-1-1,0 1,0 0,1-1,-1 1,0 0,0-1,1 1,-1-1,0 0,0 0,0 0,-1 0,1 0,0 0,-1 0,1 0,-1 0,1 0,-1 0,0 0,1 0,-1 0,0 0,0 0,0 1,-1-2,-14-11,0 2,-21-11,-55-28,-2 5,-186-63,-222-21,95 63,69 14,11-27,233 47,-175-87,253 111,0 1,-1 1,0 0,0 2,0 0,-33-4,0 5,-53 4,56 0,-204 15,-35 0,231-17,21 0,0 1,-1 1,1 2,-61 14,70-7,25-10,0 1,0-1,-1 0,1 0,0 0,0 0,0 0,-1 0,1 0,0 0,0 0,0 1,0-1,-1 0,1 0,0 0,0 0,0 1,0-1,0 0,0 0,-1 0,1 0,0 1,0-1,0 0,0 0,0 1,0-1,0 0,0 0,0 0,0 1,0-1,0 0,0 0,0 0,0 1,0-1,0 0,0 0,0 0,1 1,-1-1,0 0,0 0,0 0,0 0,0 1,0-1,1 0,-1 0,0 0,0 0,0 0,0 1,1-1,3 2,0-1,1 1,-1-1,0 0,10 2,63 7,93 1,87-11,-213-1,412-20,-3-47,-312 38,243-20,-304 47,81-8,-141 9,0 1,0 1,0 0,22 4,78 19,-28-5,128 15,427 8,-286-25,-172-4,146-1,445-40,-553 6,139-13,-323 34,-1 2,0 1,0 3,58 11,152 52,-170-42,21 8,55 13,-125-40,1-2,-1-2,56-2,-44-1,532-3,870-11,-798 5,-80-27,-256 11,720-13,2 83,-299 67,-552-78,419 30,-302-40,540 30,303-54,-909-5,403-61,-551 51,66-11,166-9,-306 35,-24 1,4 0,-302 14,66-2,-25 15,90-6,-390 19,406-30,-1609 44,1026-70,596 11,-424-33,188 8,-186-32,-184-53,357 58,-16-8,-645-83,951 137,-192-16,206 23,-124 12,49 9,-57 9,-74 11,-549 82,-310 38,802-120,59-7,58-6,75-5,-229 14,-361-46,368 3,-17 4,270 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6:07:07.0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1 377,'4162'0,"-3983"-3,0-7,286-55,-178 12,-197 41,111 0,625 14,-195 1,-620-3,1190 10,-825-3,137 3,7 29,-86-5,422 42,-495-18,-38-5,20-6,177 22,-407-56,369 49,-248-21,258 35,455-44,-866-36,0-3,154-36,-216 39,0-1,0-1,0-1,19-9,-35 14,1 0,-1 1,0-1,0 0,0-1,0 1,3-3,-5 4,-1 1,1-1,-1 0,0 1,1-1,-1 0,1 0,-1 1,0-1,1 0,-1 0,0 0,0 0,0 1,0-1,0 0,0 0,0 0,0 0,0 0,0 1,0-1,-1 0,1 0,0 0,0 1,-1-1,1 0,-1 0,1 1,-1-1,1 0,-2-1,-3-3,-1-1,0 0,-1 1,1 0,-1 1,0 0,-8-4,-62-26,-177-45,-13 19,112 30,-1 6,-289-6,71 48,-5 21,307-31,-172 20,-609 60,-4-52,-727-43,1403 10,1 8,-279 53,104 10,-447 82,437-97,-419 62,287-81,0-40,166-2,-503 39,-491 1,1152-47,1-7,-206-47,252 38,-568-105,276 74,0-19,403 72,0-1,-28-11,42 14,0 0,0 1,-1-1,1 0,0 0,0 0,0 0,0 0,0 0,0 0,-1-2,2 3,-1-1,1 1,0-1,0 1,0-1,0 1,0-1,0 1,0-1,0 1,0-1,0 1,0-1,0 1,0-1,0 1,0-1,0 1,1-1,-1 1,0-1,0 1,1-1,-1 1,1-1,3-3,0 1,1 0,-1-1,1 2,0-1,0 0,0 1,1 0,-1 0,7-1,149-38,105-13,90-6,616-59,10 28,-735 70,148-13,1369-148,-1547 150,111-13,1 24,725 37,-729-7,314-1,4-29,-354 1,812-43,-1020 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6:50:47.7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0 333,'152'6,"-107"-4,158 8,82-6,638-68,3-57,346-33,-1268 154,256-15,-239 16,-1 2,0 0,1 1,-1 1,-1 1,1 1,25 13,15 3,821 305,-790-292,-85-33,-2-2,0 1,0 0,0 0,0 0,0 1,6 4,-10-7,0 1,0-1,0 0,0 0,1 1,-1-1,0 0,0 0,0 0,0 1,0-1,0 0,0 0,0 1,0-1,0 0,0 0,0 1,0-1,0 0,0 0,0 1,0-1,0 0,-1 0,1 1,0-1,0 0,0 0,0 0,0 1,-1-1,1 0,0 0,0 0,0 0,-1 1,1-1,0 0,0 0,0 0,-1 0,1 0,0 0,-1 0,-32 7,-128 2,-115 2,-68 8,-1276 171,387 66,613-117,0-22,480-95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6:50:48.4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0,'17'0,"22"4,145 23,138 19,103 2,82-8,34-10,40-10,94-13,1-7,46-4,2 3,-55 1,-64 6,-102 1,-132 0,-128-2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6:56:23.1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1 161,'170'1,"41"2,115 3,108-1,1291-6,146-37,-994 16,-825 21,96-3,166 17,-298-12,-1 0,1-1,0-1,0 0,28-7,68-29,-42 13,-30 11,1 1,0 3,0 1,79-4,193 30,-101-2,-50 2,-137-15,0-2,1-1,39-4,7-1,304 9,-5 0,22-17,-299 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6:59:45.0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0 383,'0'-1,"1"0,-1 0,1 0,-1 0,1 0,-1 0,1 0,0 0,0 0,-1 1,1-1,0 0,0 0,0 1,0-1,0 1,-1-1,1 1,0-1,0 1,1-1,-1 1,0 0,0 0,0-1,0 1,1 0,37-5,-33 5,8-1,0 0,0 1,0 1,1 0,-1 1,0 1,0 0,-1 1,1 0,-1 1,18 10,-9-4,0-1,1 0,0-2,1-1,-1 0,1-2,0-1,35 2,438-21,-109-3,-291 14,176-32,-176 21,866-151,-418 69,-120 15,-377 73,14-1,0 3,0 2,77 5,-90 1,1275 7,-1178-5,0 6,0 7,200 48,-49 2,156 38,77 44,-437-123,143 20,-140-30,156 26,442 91,-634-119,-34-8,1 2,-2 0,31 13,-47-14,-9-6,0 1,0-1,0 0,0 0,0 1,0-1,0 0,0 0,0 1,0-1,0 0,0 0,0 1,-1-1,1 0,0 0,0 1,0-1,0 0,0 0,0 0,-1 1,1-1,0 0,0 0,0 0,0 1,-1-1,1 0,0 0,0 0,-1 0,1 0,0 0,-1 1,-12 5,-1-1,0 0,-16 4,-134 31,-103 16,-763 147,-26-53,788-134,-300-20,528 1,1-1,-60-16,-74-30,145 41,-822-206,845 215,-391-69,-11 34,-56 12,137 4,-289-5,-431-20,963 40,-613-41,692 45,-3-1,1 1,-1-1,0 0,-7-3,14 4,0 0,0 0,0 0,0 0,-1 0,1 0,0 0,0 0,0-1,0 1,0 0,0 0,0 0,-1 0,1 0,0 0,0-1,0 1,0 0,0 0,0 0,0 0,0 0,0-1,0 1,0 0,0 0,0 0,0 0,0 0,0-1,0 1,0 0,0 0,0 0,0 0,0 0,0-1,0 1,0 0,0 0,0 0,1 0,-1 0,0-1,0 1,0 0,0 0,0 0,0 0,0 0,1 0,-1 0,0 0,0 0,0 0,0-1,0 1,1 0,-1 0,0 0,29-11,110-20,116-12,106-2,1273-46,-1362 96,-184 1,-2 3,1 5,-2 3,84 29,-143-39,0-1,0-1,48 3,251 0,-234-8,281 1,226-3,501 1,-778 10,-65 13,-3 16,-194-24,-2 2,70 30,-38-13,1-3,2-4,0-4,1-4,96 5,-102-19,-53-4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6:59:47.7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85 1,'8'1,"0"0,-1 1,1 0,0 0,-1 1,1 0,-1 0,0 0,8 6,6 2,217 126,-59-31,-30-20,45 23,346 183,-524-283,0 0,1-2,0 0,1-1,0 0,0-2,0 0,0-1,24 1,455-8,-454 1,-1-2,0-2,0-1,0-3,-1-1,74-33,70-25,-51 23,381-156,-495 195,13-4,-1-2,51-28,-82 41,0 1,0-1,0 1,0-1,0 1,0-1,-1 0,1 1,0-1,0 0,0 0,-1 1,1-1,0 0,-1 0,1 0,-1 0,1 0,-1 0,1 0,-1 0,0 0,0 0,1 0,-1-1,0-1,-1 2,-1 0,0 0,1-1,-1 1,0 1,1-1,-1 0,0 0,0 1,0-1,0 1,1-1,-1 1,0 0,0-1,0 1,0 0,0 1,-2-1,-36 1,-54 9,-143 29,-1290 182,1488-216,-37 4,0-2,-95-5,153-3,-1-1,1-1,0-1,-35-12,-740-275,531 195,172 68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6:59:48.8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25,'207'-1,"30"-3,99-1,61-1,-333 6,1736-9,-1449 16,-75 5,-132 1,256 56,-258-44,-117-22,25 7,67 22,-67-17,3 2,-24-7,35 7,10-5,44 10,-99-18,0 2,-1 0,31 14,-41-13,-11-2,-3-3,-1-1,1 1,-1-1,1 0,-8-1,-232 6,181-5,-207-1,-1244-13,777-24,15-49,468 36,-45-33,242 60,47 17,15 5,21 8,110 42,112 36,244 20,8-42,611-30,-794-43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01:52.4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1 392,'0'0,"1"0,0 1,-1-1,1 0,-1 0,1 0,0 1,-1-1,1 0,-1 1,1-1,-1 0,1 1,-1-1,1 1,-1-1,0 1,1-1,0 1,5 6,20 11,1-1,55 26,-13-8,-59-30,198 101,-173-91,0-2,0-2,2-1,51 8,237 5,6-22,-187-1,1294-6,-1371 9,101 18,-46-4,442 16,3-31,-306-3,70 27,-49-2,-76-19,239-27,-357 13,278-27,9 23,-312 13,82-10,-116 6,-1-2,0 0,0-2,0-1,33-16,-10-3,-1-2,-1-3,55-48,-97 76,-1-1,1 0,-1 0,0 0,0-1,-1 0,6-9,-10 14,0 0,0 0,-1 0,1 0,0 0,-1 0,0 0,1-1,-1 1,0 0,0 0,0 0,0-1,-1 1,1 0,-1 0,1 0,-1 0,0 0,0 0,0 0,0 0,0 0,0 0,0 0,-1 1,1-1,-1 0,1 1,-1-1,0 1,1 0,-3-2,-15-10,0 1,0 1,-26-11,-17-9,52 25,-22-14,-2 2,0 1,-1 2,-56-17,4 13,-133-13,-38 9,-82 2,-69 4,-962-4,802 16,189-3,92-2,277 10,-302-22,241 12,39 4,-1 2,-34 0,-649 61,17 62,346-26,221-53,92-29,-260 87,299-97,-1 0,1 0,-1 0,1 0,0 0,-1 1,1-1,0 1,0-1,0 1,0 0,0 0,0 0,-2 3,4-4,0-1,0 1,0-1,0 1,0-1,0 1,0-1,1 0,-1 1,0-1,0 1,1-1,-1 1,0-1,0 0,1 1,-1-1,0 1,1-1,-1 0,1 0,-1 1,0-1,1 0,-1 1,1-1,0 0,32 10,122 7,166 6,153 6,375 12,206 12,1 39,-822-61,-86-1,-61-4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01:56.6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220 102,'10'1,"0"0,0 0,-1 1,1 0,-1 1,1 0,-1 1,0 0,0 0,11 8,10 8,41 35,-35-26,237 174,19-26,-132-78,-88-51,5 5,51 30,-113-75,1-1,0 0,0-1,0-1,1-1,33 6,57-5,128-10,-206 4,473-64,-378 44,-94 16,0-2,-1-1,37-16,80-47,-30 15,3 5,154-44,255-43,-208 69,-222 54,132-6,210 25,-52 1,232-34,-277 9,991 4,-672 18,149 2,-556 14,-225-14,0 2,0 1,0 2,-1 1,-1 1,35 18,-29-9,-21-12,1 0,0 0,0-1,0-1,1-1,0 0,30 6,7-8,79-5,-44-1,-83 3,23 1,1-2,-1-1,0-1,47-12,-61 8,-13 7,0 0,0 0,0-1,0 1,0 0,0 0,0 0,-1-1,1 1,0 0,0 0,0 0,0-1,0 1,-1 0,1 0,0 0,0 0,0-1,0 1,-1 0,1 0,0 0,0 0,0 0,-1 0,1 0,0 0,0 0,-1-1,1 1,0 0,-1 0,-38-6,-230 0,193 7,-277 6,-95 2,42-1,-816 21,595-2,-1420 43,1437-58,-804 21,854-11,103-2,98-5,72-4,-114 13,-326 7,721-31,-16-2,21 2,1 0,-1-1,1 1,-1-1,1 1,0 0,-1-1,1 1,0-1,-1 1,1-1,0 1,0-1,-1 1,1-1,0 1,0-1,0 0,0 1,0-1,0 1,0-1,0 1,0-1,0 0,0 1,0-1,0 1,0-1,0 1,1-1,-1 1,0-1,0 1,1-1,-1 1,0-1,1 1,0-1,3-7,1 1,0-1,1 1,-1 0,1 1,12-11,54-36,68-32,187-82,-317 162,369-164,-280 132,197-47,-261 77,1 2,-1 1,66 2,-77 3,-1 2,1 1,-1 0,1 2,-1 1,35 15,-3 4,-26-11,0-2,0-1,62 15,25-9,187 3,-193-16,4 1,419 25,357 0,-388-21,63 23,314-20,-791-20,126-26,-118 15,-1 5,113-1,100 14,-153 2,84-3,224 3,-200 18,-214-12,-1 2,0 2,62 24,-40-5,-48-20,1-1,0-1,0-1,1-1,0-1,31 4,11-8,-34-2,37 6,-49-3,1-1,-1 0,0-2,1 0,-1-2,0 0,0-1,0-1,0 0,0-2,-1-1,0 0,35-19,-26 7,0 0,-2-2,0-1,-2-1,0-1,-1-2,-2 0,34-53,-26 33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02:01.9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02:03.4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0,'51'2,"1"2,52 12,-22-4,426 83,-325-52,2-9,246 14,-8-32,-406-16,1 1,-1 1,1 1,-1 0,0 1,0 1,0 0,26 13,78 47,73 35,-144-77,105 31,-114-42,-1 1,0 2,0 2,45 27,28 20,83 51,-168-98,-3-4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02:04.8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5886 1533,'-27'-14,"-2"0,0 2,0 1,-1 1,-51-9,-93-10,-88 0,-98 4,-886-22,755 33,132 2,77 4,-49 1,276 4,55 3,0 0,0 0,0 0,0 0,-1 0,1 0,0 0,0 0,0 0,0 0,0 0,0 0,-1 0,1-1,0 1,0 0,0 0,0 0,0 0,0 0,0 0,-1 0,1 0,0 0,0 0,0-1,0 1,0 0,0 0,0 0,0 0,0 0,0 0,0 0,0-1,0 1,0 0,0 0,0 0,0 0,0 0,0 0,0-1,0 1,0 0,0 0,0 0,0 0,0 0,0 0,0-1,0 1,0 0,0 0,0 0,0 0,0 0,0 0,1 0,-1 0,0-1,20-10,105-37,119-42,100-32,91-27,1716-534,-1837 586,-169 50,-104 29,-39 14,-9 1,-20 3,-32 3,53-2,-227 21,-153 24,-127 21,-726 82,-13-52,677-77,57-13,88-8,105-4,109 0,101-1,96 2,19 4,0-1,0 1,1 0,-1 0,0-1,0 1,0 0,0 0,0 0,0-1,0 1,1 0,-1 0,0 0,0-1,0 1,1 0,-1 0,0 0,0 0,0 0,1 0,-1-1,0 1,0 0,1 0,-1 0,0 0,0 0,1 0,-1 0,0 0,0 0,0 0,1 0,-1 0,0 0,0 0,1 0,-1 0,0 1,101-9,126 1,116 7,83 5,1537 67,-1564-42,-88 6,-108-1,-148-20,-53-14,0 0,0 0,0-1,0 1,0 0,-1 1,1-1,0 0,0 0,-1 1,1-1,2 4,-4-4,0-1,0 1,1 0,-1-1,0 1,0 0,0 0,0-1,0 1,0 0,0 0,-1-1,1 1,0 0,0 0,0-1,-1 1,1 0,0-1,-1 1,1-1,-1 1,1 0,-1-1,1 1,-1-1,1 1,-1-1,0 1,1-1,-2 1,-5 4,-1 0,1-1,-1 0,-12 5,-163 47,-238 36,-466 41,493-102,354-31,36 0,6 0,25-2,427-32,18-2,464 1,-719 31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02:25.5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0,'15'1,"0"0,0 1,0 1,0 0,-1 1,0 0,15 7,92 51,-85-41,167 100,-11-6,-79-45,109 86,-200-142,0 0,1-2,29 11,36 20,170 110,-234-140,1-2,0 0,52 14,-70-23,22 5,49 5,-56-10,0 1,0 2,0 0,35 13,-33-8,0-2,0 0,0-2,1 0,42 3,127-6,-194-3,35-1,-23-3,-12-4,-17-12,16 19,-36-31,-2 2,-47-29,1 1,-66-42,-4 6,-297-131,340 182,65 26,-67-33,112 49,1 1,0-1,-1 0,1 1,0-1,0 0,0 0,-1 0,1 0,0 0,0 0,0 0,-1-3,2 4,0 0,0-1,0 1,0-1,0 1,1 0,-1-1,0 1,0 0,0-1,0 1,0 0,1-1,-1 1,0 0,0-1,1 1,-1 0,0 0,0-1,1 1,-1 0,0 0,1 0,-1-1,0 1,1 0,-1 0,0 0,1 0,-1 0,1 0,-1 0,11-3,0 2,0-1,12 1,583-5,-389 7,100 0,53 0,1014 20,-839-11,1184 30,-649-13,-135-21,-151-4,-645 1,1468 5,-282-24,-810 0,-507 15,3 1,-1-1,0 0,0-2,0 0,-1-2,29-9,-33 9,0 0,0 1,0 1,0 0,1 2,-1-1,30 3,-35-1,1324 37,-863-18,-310-15,345 29,-361-15,0-5,2-7,227-20,-300 8,0 5,125 12,52 10,97 8,107 9,107 7,1183 42,-1339-77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02:27.1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94,'25'-4,"13"-2,203-12,251-3,207 1,137 5,53 5,-22 12,-125 6,-138 15,-168 11,-148 5,-120-5,-89-8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07:14:31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835 1223 24575,'-52'-10'0,"-137"-10"0,-82-13 0,212 22 0,0-2 0,-86-31 0,139 42 0,-1 0 0,1 0 0,0-1 0,0 0 0,0 0 0,-8-6 0,14 9 0,-1-1 0,0 1 0,1-1 0,-1 0 0,1 1 0,-1-1 0,0 0 0,1 0 0,0 1 0,-1-1 0,1 0 0,-1 0 0,1 0 0,0 1 0,0-1 0,-1 0 0,1 0 0,0-2 0,0 2 0,0 0 0,1 0 0,-1-1 0,1 1 0,-1 0 0,1 0 0,-1 0 0,1 0 0,0-1 0,-1 1 0,1 0 0,0 0 0,0 0 0,0 0 0,0 1 0,0-1 0,1-1 0,7-4 0,0-1 0,0 1 0,1 1 0,0 0 0,17-6 0,59-15 0,-20 7 0,-45 12 0,-1-1 0,0 0 0,0-1 0,34-23 0,-48 28 0,-1 0 0,0-1 0,0 1 0,-1-1 0,1 0 0,-1-1 0,0 1 0,6-11 0,-8 12 0,0 0 0,-1-1 0,0 1 0,1 0 0,-1-1 0,-1 1 0,1-1 0,-1 1 0,1-1 0,-1 1 0,-1-1 0,1 1 0,-1-1 0,-1-6 0,-7-16 0,0-1 0,-21-38 0,4 8 0,17 37 0,0 1 0,-11-40 0,18 54 0,1-1 0,0 1 0,0-1 0,1 1 0,0-1 0,0 1 0,0-1 0,1 0 0,0 1 0,3-11 0,-3 15 0,0-1 0,0 1 0,0 0 0,0-1 0,1 1 0,-1 0 0,1 0 0,0 0 0,-1 0 0,1 0 0,0 0 0,0 1 0,0-1 0,4-2 0,35-14 0,-26 13 0,94-36 0,114-49 0,-213 85 0,0 0 0,0-1 0,-1 0 0,0-1 0,-1 0 0,1 0 0,-1-1 0,-1 0 0,9-10 0,-11 11 0,2 1 0,-1 1 0,0-1 0,1 1 0,0 0 0,0 1 0,1-1 0,-1 1 0,1 1 0,15-6 0,-10 6 0,-1 0 0,0 1 0,1 0 0,0 1 0,-1 0 0,19 2 0,-30-2 0,0 1 0,0 0 0,0 0 0,-1 0 0,1 1 0,0-1 0,0 0 0,0 0 0,0 0 0,0 1 0,-1-1 0,1 0 0,0 1 0,0-1 0,0 1 0,-1-1 0,2 2 0,-2-2 0,0 0 0,0 1 0,0-1 0,0 1 0,0-1 0,0 0 0,0 1 0,0-1 0,0 0 0,-1 1 0,1-1 0,0 1 0,0-1 0,0 0 0,-1 1 0,1-1 0,0 0 0,-1 0 0,1 1 0,0-1 0,0 0 0,-1 0 0,1 1 0,0-1 0,-1 0 0,0 0 0,-33 17 0,-261 91 0,259-92 0,33-10 0,12-2 0,12-2 0,-1-2 0,1 0 0,0-1 0,31-7 0,-26 5 0,591-61-518,-449 57 258,283 24 1,-20 38 143,20 2-119,9-38 107,391-84-1378,-530 34 1514,-190 20-13,361-42-55,61-41 495,-447 78 83,149-4 1,105 20 811,-164 2-1053,-192-2-277,3 0 0,0-1 0,0 2 0,0-1 0,0 1 0,0 0 0,0 0 0,0 0 0,0 1 0,-1 1 0,1-1 0,-1 1 0,9 4 0,4 7 0,-1 0 0,0 1 0,-1 1 0,24 28 0,52 80 0,4 6 0,-95-128 0,5 6 0,-1-1 0,0 1 0,5 9 0,-11-16 0,1 0 0,0 0 0,-1 0 0,1 0 0,0 0 0,-1 0 0,1 1 0,-1-1 0,0 0 0,1 0 0,-1 0 0,0 1 0,0-1 0,0 0 0,1 0 0,-1 1 0,-1-1 0,1 0 0,0 0 0,0 1 0,0-1 0,-1 0 0,1 0 0,0 0 0,-1 0 0,1 1 0,-1-1 0,0 0 0,1 0 0,-1 0 0,0 0 0,0 0 0,-1 1 0,-7 3 0,0 0 0,0 0 0,0-1 0,-15 4 0,-11 4 0,-308 100-565,-15-18-600,238-64 770,-719 193-745,409-135 2337,382-80-353,-517 51 74,-15-50-612,486-7-396,-117 17-1,-91 30-295,157-23 191,-132 15 28,-106 20 182,331-53-15,-104 2 0,-53-15 0,90 1 0,-772-45 914,858 46-914,0-2 0,0-2 0,1-1 0,-50-19 0,48 13-227,-1 3-1,0 0 1,-1 3-1,1 0 1,-48-2-1,42 8-6598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07:15:0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2945 802 24575,'-1'-1'0,"0"1"0,1 0 0,-1-1 0,0 1 0,0-1 0,0 1 0,0-1 0,0 0 0,1 1 0,-1-1 0,0 0 0,1 1 0,-1-1 0,0 0 0,1 0 0,-1-1 0,-7-6 0,-69-46 0,65 44 0,0 1 0,-1 1 0,0 0 0,0 0 0,-1 1 0,0 1 0,0 0 0,-25-5 0,-8-4 0,-93-22 0,11 6 0,88 19 0,0 2 0,-1 2 0,0 2 0,-56-2 0,-33 13 0,-129 21 0,-443 66-1483,-251 29-830,894-116 2313,47-6 0,12-1 0,16-6 0,-10 6 0,155-67 3164,706-241-4215,-190 119 899,-567 162-83,-1-2 148,-53 14 90,1 2 0,62-8 0,-46 14 35,351-39 1125,12 27-216,556 24-947,-646 21 0,-229-12 0,575 34-487,-104-8-228,-5 32 347,49 52 368,-544-100 0,-21-10-1,120 4 0,80-15 14,-181-2 7,1058-1 138,-781 6-158,326-10 0,-79-45 0,240-14 0,217 41-2349,-597 17 2470,850-6 808,-1074 14-1021,2346-1-81,-2558-2 728,0-1-1,0-2 1,34-9-1,13-2 173,611-71-727,-434 70 0,106-10 0,67-2 0,-416 29 0,0 1 0,1 1 0,-1 0 0,15 5 0,-22-5 0,0 0 0,0 0 0,-1 1 0,0 0 0,1 1 0,-1 0 0,0 0 0,-1 0 0,1 0 0,6 7 0,42 48 0,-9-9 0,82 70 0,40 0 0,-15-12 0,-140-99 0,-1 1 0,-1-1 0,0 2 0,0-1 0,-1 2 0,-1-1 0,0 1 0,0 0 0,11 26 0,-16-31 0,0 0 0,-1 1 0,0-1 0,0 1 0,-1-1 0,0 1 0,-1-1 0,1 1 0,-1-1 0,-1 1 0,1-1 0,-1 1 0,-1-1 0,1 1 0,-1-1 0,-1 0 0,1 1 0,-1-1 0,-1-1 0,-4 9 0,-7 10 0,-2-1 0,-35 40 0,45-56 0,-1-1 0,0 0 0,0 0 0,-1-1 0,1 0 0,-1-1 0,-1 0 0,1 0 0,-1-1 0,0 0 0,-13 3 0,-132 24 0,84-19 0,0 3 0,-93 33 0,-149 92 0,171-73 0,119-58 0,-1 0 0,0-1 0,0-2 0,-39 6 0,-99 2 0,140-13 0,-844 8 0,525-12 0,56-19 0,86 3 0,57 13 0,-177-17 0,88-15 0,-178-20 0,-263 48 0,400 13 0,-14-10 0,190 0 0,-95-20 0,182 25 0,-652-106 0,196 38 0,-951-156-578,852 177 575,352 33-110,-486-18-1742,396 23 1187,-820-21-1030,1 62 442,949-16 2072,-254 10 2935,-198 2-2351,-8 41-2439,-4 22 1024,-200 25 50,678-95-17,-246 25-55,-7-29 260,-14-3 796,357-6-1019,-1-4 0,-92-9 0,53-3-1365,64 7-5461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02:33.1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1,'5'0,"1"1,0-1,-1 1,1 0,-1 1,1-1,-1 1,0 0,7 4,42 30,-43-27,0-1,1 0,0 0,23 9,0-7,0 0,67 7,-91-15,162 18,61-3,57-5,882 2,-5-1,-519 28,-502-29,87-4,-46-4,744 57,525 21,-563-81,-455-4,250 3,-632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02:35.7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0 474,'163'-2,"357"-49,4-32,-82 11,1052-102,-1205 150,313-19,-74 40,-285 6,113-2,83-1,74-4,-254 2,3419-17,-2763 37,-655-11,1844 1,-976-15,-1114 6,0 1,1 0,-1 2,0-1,0 2,0 0,0 0,0 2,0-1,-1 2,15 7,3 4,1-2,41 14,-38-16,0 1,32 20,122 92,-86-54,-41-39,-34-19,1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02:41.6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1,'18'0,"0"2,-1 0,1 0,0 2,-1 0,0 1,0 1,-1 1,1 0,16 11,-8-5,29 9,-33-14,-1 0,38 23,215 136,-203-127,15 10,-13-1,2-3,140 63,-161-85,-10-5,0-1,50 14,-25-14,1-3,91 8,-139-24,-21 1,0 0,0 0,1 0,-1-1,0 1,1 0,-1 0,0 0,0 0,1 0,-1 0,0-1,0 1,1 0,-1 0,0 0,0-1,0 1,0 0,1 0,-1-1,0 1,0 0,0 0,0-1,0 1,0 0,1-1,-1 1,0-1,-1-1,0 0,0 0,-1 0,1 0,0-1,-1 2,1-1,-1 0,0 0,1 0,-5-2,-26-21,-1 1,-54-29,29 18,20 12,-17-12,-116-54,117 67,15 8,0-3,-59-34,73 37,-1 1,-1 1,-48-15,38 15,-45-22,53 14,29 19,-1 1,0-1,1 0,-1 0,0 1,1-1,-1 0,1 0,-1 0,1 0,0 0,-1 0,1 0,-1-1,1 1,1 1,-1-1,0 1,0-1,0 1,0-1,1 1,-1-1,0 1,1-1,-1 1,0-1,1 1,-1-1,1 1,-1 0,0-1,1 1,-1 0,1-1,-1 1,1 0,-1 0,1-1,-1 1,1 0,-1 0,2 0,8-2,1 0,0 1,15-1,406 15,-253-3,144 2,175 10,-426-17,-1 3,129 31,-173-31,0 0,-1 2,0 0,-1 2,0 1,-1 1,0 1,-2 1,1 1,22 24,-28-22,-2 1,0 0,13 24,-22-33,-5-9,0 0,0 0,0 0,1-1,-1 1,0 0,1-1,-1 1,1-1,0 1,0-1,-1 0,1 1,0-1,0 0,0 0,0-1,0 1,4 1,-3-2,-1-1,1 1,-1-1,1 1,-1-1,1 0,-1 1,1-1,-1-1,0 1,1 0,-1 0,0-1,0 0,4-3,3-4,0 0,0-1,-1 0,0-1,-1 0,-1 0,1-1,-2 1,1-1,3-16,1-5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02:45.0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4121 1044,'-2'-2,"-1"1,0-1,0 1,0-1,0 1,0 0,0 0,0 0,0 0,0 1,0-1,-1 1,-5 0,-6-2,-23-5,0-1,1-2,0-2,1-1,1-2,-60-34,-183-140,278 189,-44-31,-2 2,-97-47,22 29,42 17,-258-133,105 45,141 77,21 11,-130-78,182 95,9 6,0 1,0 0,-16-7,21 12,0-1,0 1,-1 0,1 0,0 1,0-1,0 1,-1 0,1 0,0 0,0 1,0-1,-6 3,-19 7,1 2,0 1,-45 29,54-31,-468 305,358-215,69-52,56-45,-1-1,0 0,0 0,0 0,-1 0,1-1,-1 0,1 0,-1-1,-9 2,-2-2,1 0,-24-2,-3 0,-103 5,-146 23,232-19,-82 15,124-19,1 1,0 1,0 0,1 1,-29 17,39-21,-1 0,1 0,0 0,-1-1,0 0,1-1,-1 0,0 0,0 0,-12-1,10 1,0-1,1 1,-1 0,-10 4,18-5,0 0,0 0,0 0,0 0,0 1,0-1,0 0,0 1,1-1,-1 0,0 1,0-1,0 1,1-1,-1 1,0 0,1-1,-1 1,0 0,1 0,-1-1,1 1,-1 0,1 0,0 0,-1-1,1 1,0 0,-1 0,1 0,0 0,0 0,0 0,0 0,0 0,0 0,0-1,0 1,0 0,0 0,1 0,-1 0,0 0,1 0,-1 0,1-1,-1 1,1 0,-1 0,1-1,-1 1,1 0,0 0,0 0,6 6,0 0,1 0,16 11,-24-18,245 152,16-17,-116-62,-76-38,97 33,-127-55,0-2,1-2,1-1,50 3,162-7,-20 0,-227-4,334 14,-323-13,-1 0,-1 2,1 0,0 1,27 10,-31-9,8 0,0 0,0-1,0 0,24-1,85-2,-75-2,292-1,-323 1,-23 1,0 0,-1 0,1 0,0 0,0 0,0 0,0 0,0 0,0 0,0-1,0 1,0 0,0 0,0 0,0 0,0 0,-1 0,1 0,0 0,0-1,0 1,0 0,0 0,0 0,0 0,0 0,0 0,0 0,0-1,0 1,0 0,1 0,-1 0,0 0,0 0,0 0,0 0,0 0,0-1,0 1,0 0,0 0,0 0,0 0,0 0,0 0,1 0,-1 0,0 0,0 0,0 0,0 0,0 0,0 0,1 0,-17-6,-30-5,-75-6,111 16,-1099-88,745 72,341 18,54 5,597 146,-12 57,-100 1,-421-163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02:49.3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132 399,'0'-1,"0"1,0-1,0 1,0 0,0-1,0 1,0-1,0 1,0 0,0-1,0 1,1-1,-1 1,0 0,0-1,1 1,-1 0,0-1,0 1,1 0,-1 0,0-1,1 1,-1 0,0 0,1-1,-1 1,1 0,-1 0,0 0,1 0,-1 0,1-1,16 2,-12-1,139 12,168 7,-276-20,0-2,0-1,0-2,38-12,138-52,110-77,-183 77,-97 50,80-26,-107 41,0 1,0 1,0 1,1 0,-1 1,0 1,1 0,-1 1,21 4,10 3,-1-1,81 0,93-17,171-4,-100 6,-199 2,152-1,-212 9,-1 2,0 1,36 11,91 36,-94-30,596 191,-383-126,-38-8,-55-4,-157-63,0 1,32 23,-54-32,0-1,0 0,0 1,0 0,5 6,-9-9,1 0,0 0,-1 0,1-1,-1 1,0 0,1 0,-1 0,0 0,1 0,-1 0,0 0,0 0,0 0,0 0,0 0,0 0,0 0,0 0,-1 2,0-1,0-1,0 0,1 1,-2-1,1 1,0-1,0 0,0 0,-1 0,1 0,0 0,-1 0,-1 1,-36 14,-102 18,-67 8,-1060 261,992-225,-213 52,-25-25,-7-40,-89-46,-4-23,285 0,310 4,-2 1,1-2,-31-5,49 6,-1-1,1 1,-1-1,1 0,0 0,-1 0,1 0,0 0,-3-2,4 2,1 1,-1-1,0 0,1 0,-1 0,1 1,-1-1,1 0,-1 0,1 0,0 0,0 0,-1 0,1 0,0 0,0 0,0 0,0 0,0 0,0 0,0 0,0 1,0-1,1 0,-1 0,0 0,1 0,-1-1,4-5,-1-1,1 1,0 0,1 0,10-12,39-37,-42 44,56-52,4 2,2 4,88-53,269-124,258-49,26 69,-430 141,-64 15,25-18,-238 74,0 1,0 0,14-1,-21 3,0 0,-1-1,1 1,-1 0,1 0,-1 0,1 0,0 0,-1 1,1-1,-1 0,1 0,0 0,-1 0,1 1,-1-1,1 0,-1 0,1 1,-1-1,1 0,-1 1,1-1,-1 1,0-1,1 1,-1-1,0 1,1-1,-1 1,0-1,0 1,1-1,-1 1,0-1,0 1,0-1,1 2,-7 23,-4-3,0 0,-2-1,-1 0,-25 31,-25 29,-4-3,-108 97,-176 119,-83 22,406-299,-1-1,-36 15,47-24,0-1,0-1,-1-1,-37 4,-56-5,-160-15,99 2,149 9,-2 0,0-1,-49-9,73 11,-1-1,1 0,0 0,0 0,-1 0,1-1,0 1,0 0,0-1,0 1,0-1,0 0,1 0,-1 0,1 0,-1 0,1 0,0 0,0 0,-1-1,2 1,-1 0,0-1,0 1,1 0,-1-1,1 1,0-1,0 1,0-6,0-1,1 0,1 0,-1-1,1 1,1 0,0 0,6-13,2 1,1 1,1 0,1 1,0 0,2 1,0 1,1 0,0 1,1 1,37-23,-2 7,1 1,1 4,77-27,181-40,248-24,-1 33,-260 45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02:53.0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1 847,'0'-1,"0"0,1 0,-1 0,1 1,-1-1,0 0,1 1,0-1,-1 0,1 1,-1-1,1 0,0 1,-1-1,1 1,0-1,0 1,-1-1,1 1,0 0,0 0,0-1,0 1,-1 0,3 0,25-6,-25 6,96-6,-20 3,31-8,177-42,110-54,-267 70,945-257,-833 234,-163 45,87-7,391-35,-225 20,285-4,10 27,-502 12,616-17,-5-1,-234 6,267-1,-603 17,267 37,188 54,-526-78,-33-6,0 2,62 20,-123-30,32 13,-32-14,-1 0,0 0,1 1,-1-1,0 0,0 0,1 0,-1 1,0-1,0 0,1 0,-1 1,0-1,0 0,0 1,1-1,-1 0,0 1,0-1,0 0,0 1,0-1,0 0,0 1,0-1,0 0,0 1,0-1,0 0,0 1,-1 0,1 0,-1 0,0 0,0-1,0 1,0 0,0-1,0 1,0-1,0 1,0-1,0 1,0-1,0 0,-2 1,-44 9,-72 8,28-6,-157 25,-69 7,-927 70,-9-60,-949-26,1400-59,582 8,-347-82,381 53,-40-9,156 48,0 2,-1 3,0 4,-80 5,143 1,19 1,39 3,190 3,-96-4,210 10,101 3,920 46,-8 51,-973-63,-106 1,29 26,-152-36,229 28,-210-42,-112-17,299 40,-357-51,-1 1,1 0,-1 1,0 0,0 1,0 1,17 8,-12-3,-1 1,0 0,-1 2,19 17,-27-25,-1 1,1-1,0 0,1-1,-1 0,17 6,17 7,111 74,-47-25,-60-39,-13-7,1-1,2-1,45 16,-75-33,1 1,-1-1,1 0,0 0,0-1,-1 0,1 0,10-2,1-2,30-10,2-2,128-36,-120 33,9-3,102-48,-113 40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05:50.5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0,'234'0,"20"0,123 0,82 0,72 2,684 25,-575-11,1292 22,-781-26,-203-3,-616-1,-80 4,-170-3,-1 2,-1 5,143 46,-165-44,0-1,2-4,96 10,331-16,-97-7,-360 4,-1 0,1 3,-1 0,-1 2,31 13,-13-5,-6-3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15:14.7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1464,'19'1,"0"0,1 2,-1 0,0 1,33 12,3 1,192 50,165 38,155 21,139 7,91-12,73-17,1920 94,-1867-172,-75-14,-112-9,-139-4,-139-3,-125-1,-103 2,16-2,-111 1,694-121,-808 120,72-17,-83 19,1 0,-1-1,0-1,0 0,16-11,-24 15,-1 0,1 0,-1 0,0 0,1 0,-1 0,0-1,0 1,0 0,0-1,0 1,0-1,0 1,0-1,-1 0,1 1,-1-1,1 0,-1 1,0-1,1 0,-1 0,0 1,0-1,0 0,0 0,-1 1,1-1,0 0,-1 1,1-1,-1 0,0 1,-1-4,-2-1,0 0,-1 0,1 1,-1 0,0-1,-11-7,-9-4,0 1,-2 1,0 1,-37-13,-7-4,6 3,-2 2,-1 4,0 2,-79-11,-285-21,371 46,-224-23,-787-123,18-91,862 184,-358-164,463 181,-339-152,239 124,-189-81,-127-61,337 155,-233-49,-860-82,839 134,389 51,0 1,0 2,0 1,0 1,0 1,0 2,-36 11,-16 11,-96 44,107-41,-319 106,362-128,-6 1,1 2,0 1,1 2,-38 22,-30 26,-68 41,-74 22,-1107 436,1226-516,115-42,4-1,0-1,0 1,0 0,0 1,0-1,1 1,-7 4,11-7,0 1,-1-1,1 1,0-1,0 0,-1 1,1-1,0 1,0-1,0 1,-1-1,1 1,0-1,0 1,0-1,0 1,0-1,0 1,0-1,0 1,0-1,0 0,0 1,1-1,-1 1,0-1,0 1,0-1,1 1,-1 0,2 1,0 0,0 0,0 0,0-1,0 1,0 0,1-1,-1 1,3 0,21 10,1-2,35 10,157 36,84 13,69 12,69 10,987 149,16-40,-796-113,-588-79,239 26,19 12,-111-12,12-9,54-7,175-9,519-57,434-121,-1078 124,-95 6,-199 33,0-2,35-12,-62 19,0 0,-1 0,1 0,0 0,0 0,0 0,-1 0,1-1,-1 1,3-3,-4 4,0 0,0-1,0 1,0 0,0-1,1 1,-1 0,0-1,0 1,0-1,0 1,-1 0,1-1,0 1,0 0,0-1,0 1,0 0,0-1,0 1,-1 0,1-1,0 1,0 0,-1-1,1 1,0 0,0-1,-1 1,1 0,0 0,-1 0,1-1,0 1,-1 0,1 0,0 0,-1 0,1 0,-1-1,-14-3,-1 0,1 1,-1 0,-27 0,-185-9,-119-2,-141-2,375 13,-1071-39,7-36,898 49,87 0,165 24,1-1,0 0,0-2,-28-13,45 16,0 0,0 0,1-1,0 0,0-1,0 1,1-1,0-1,0 1,1-1,0-1,1 1,-6-12,-19-45,19 37,-17-28,-10-7,-2 2,-77-91,87 119,-1 1,-2 2,-1 1,-1 1,-61-36,74 54,0 1,0 1,0 1,-1 1,-46-7,4 1,-202-47,170 42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07:16:40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1076 2408 24575,'0'-3'0,"-1"1"0,1 0 0,-1 0 0,1-1 0,-1 1 0,0 0 0,0 0 0,0 0 0,0 0 0,0 0 0,0 0 0,0 0 0,-3-3 0,-24-22 0,16 17 0,8 7 0,-172-169 0,-81-84 0,97 99 0,125 121 0,3-2 0,1-2 0,2 0 0,-36-66 0,29 35 0,4 0 0,-25-80 0,29 59 0,4 0 0,5-1 0,3-1 0,5-1 0,1-187 0,10 257 0,2 0 0,0-1 0,2 1 0,8-32 0,-10 48 0,1 1 0,1-1 0,-1 1 0,1 0 0,1 0 0,0 0 0,0 1 0,0-1 0,1 1 0,0 0 0,0 1 0,1 0 0,0 0 0,0 0 0,0 1 0,10-6 0,17-5 0,1 1 0,1 2 0,0 1 0,47-9 0,51-6-555,239-19 0,151 33-556,595 67-2533,84 106 1569,-984-113 1687,-60-10 1593,-114-30-400,0-1-1,-1-2 1,71-3-1,135-24-184,-189 16-608,171-20 759,322-34-456,5 26-219,-528 34 111,1 1 0,61 8 0,-87-6-211,0-1 0,0 1 0,0 0 1,0 1-1,0 0 0,-1 0 0,1 0 0,-1 0 0,0 1 1,9 8-1,-1 1 142,0 2 0,13 18 0,-6-6 715,192 212-608,-177-204-245,-1 1 0,-2 1 0,40 61 0,-65-83 0,1 0 0,-2 0 0,0 0 0,-1 0 0,0 1 0,-2 0 0,1 0 0,0 17 0,-1 22 0,-3 56 0,-1-64 0,-28 449 0,27-483 0,0-1 0,-1 1 0,-1-1 0,0 1 0,0-1 0,-1 0 0,-1-1 0,0 1 0,-1-1 0,0-1 0,0 1 0,-1-1 0,-17 17 0,13-17 0,0 0 0,0 0 0,-1-1 0,0-1 0,0 0 0,-1-1 0,0 0 0,0-1 0,-1-1 0,0 0 0,-19 3 0,-32 1 0,-104 1 0,46-5 0,-146 32-147,0 23-128,-10 3 119,111-33 156,-1-7 0,-1-7 0,-176-8 0,288-12 159,1-4 1,-88-21 0,54 9-61,85 18-99,-193-41 0,140 27 0,-77-31 0,134 46 0,-37-18 0,38 18 0,0 0 0,0-1 0,0 1 0,1 0 0,-1-1 0,0 1 0,1-1 0,0 1 0,-1-1 0,1 0 0,0 0 0,0 1 0,0-1 0,0 0 0,0 0 0,-1-3 0,2 4 0,0 0 0,0 0 0,0 0 0,0 1 0,0-1 0,0 0 0,0 0 0,0 0 0,0 0 0,1 1 0,-1-1 0,0 0 0,1 0 0,-1 1 0,0-1 0,1 0 0,-1 1 0,1-1 0,-1 0 0,1 1 0,-1-1 0,1 0 0,0 1 0,-1-1 0,1 1 0,0-1 0,-1 1 0,1 0 0,0-1 0,1 1 0,27-9 0,-23 8 0,61-10 0,15-3 0,-72 12 0,-1-1 0,0 0 0,1-1 0,-1 0 0,-1 0 0,11-7 0,-17 10 0,0 0 0,0-1 0,1 1 0,-2-1 0,1 0 0,0 1 0,0-1 0,0 0 0,-1 0 0,1 0 0,-1-1 0,0 1 0,0 0 0,0 0 0,0-1 0,0 1 0,0-1 0,0 1 0,-1-1 0,1 1 0,-1-1 0,0 1 0,0-1 0,0 1 0,0-1 0,0 1 0,-1-6 0,-1 4 0,0-1 0,1 1 0,-2-1 0,1 1 0,0-1 0,-1 1 0,0 0 0,0 0 0,0 1 0,-1-1 0,1 0 0,-1 1 0,-6-5 0,-3-1 0,-1 1 0,0 1 0,0 0 0,-1 0 0,-28-8 0,-85-13 0,39 10 0,44 9 0,-82-5 0,48 7 0,51 2 0,-1-2 0,1-1 0,0-1 0,1-1 0,-50-27 0,-41-16 0,62 34 114,-1 3 0,-95-16 0,-120 8-1821,197 22-5119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07:16:42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3272 2607 24575,'-60'-27'0,"-1"2"0,-101-25 0,45 15 0,64 18 0,-280-95 0,226 71 0,-109-59 0,-6-35 0,12 6 0,178 115 0,0 1 0,0 1 0,-47-10 0,4 1 0,20 8 0,43 11 0,0 0 0,0-1 0,0 0 0,1-1 0,-22-10 0,-134-100 0,-5-3 0,151 105 0,-1 1 0,0 1 0,0 1 0,-1 1 0,0 1 0,-35-6 0,26 8 0,1-1 0,1-2 0,-1 0 0,1-3 0,1 0 0,0-2 0,1-1 0,0-1 0,-26-19 0,-3-9 0,2-3 0,2-2 0,2-2 0,-75-96 0,14 2 0,108 140 0,1 0 0,1-1 0,-1 1 0,1-1 0,-1 1 0,1-1 0,1 0 0,-1 0 0,1 0 0,-1 0 0,1 0 0,1 0 0,-1 0 0,1 0 0,0 0 0,0 0 0,1-1 0,-1 1 0,1 0 0,0 0 0,0 0 0,1 0 0,0 0 0,3-7 0,3-2 0,1 1 0,0 0 0,0 0 0,2 0 0,-1 2 0,2-1 0,14-11 0,3-1 0,1 1 0,40-22 0,131-57-303,58-4-912,72-3 344,-74 43-574,284-34 1,272 20 1494,-518 67-50,-82 12-9,-163 2-6,-1 1 0,82 16 0,-124-16 111,-1 0 0,1 0-1,-1 0 1,1 1 0,-1 0-1,0 1 1,0-1-1,0 1 1,-1 0 0,1 1-1,-1-1 1,0 1 0,0 0-1,-1 0 1,8 11-1,2 1 480,17 14 216,1-1 0,1-2-1,72 47 1,-94-67-777,28 16-14,0-1 0,2-3 0,0 0 0,67 20 0,-29-17 0,132 20 0,72-14 0,-108-15 0,1189 124-1636,-593-25-77,-692-100 1520,45 4 109,-55-8 575,103 26 0,-168-33-388,0-1 0,1 0-1,-1 1 1,0 0 0,0 0 0,1 0-1,-2 0 1,1 1 0,0 0 0,0 0 0,-1 0-1,5 5 1,-5-3 7,0-1-1,0 1 0,-1-1 1,0 1-1,0 0 1,0 0-1,-1 0 1,0 0-1,0 1 0,1 5 1,9 70-37,9 48-57,3 211-1,-24-314-15,-2-1 0,-1 0 0,-1 0 0,0-1 0,-2 1 0,-2-1 0,0-1 0,-15 30 0,-8 4 0,-76 104 0,-91 95 0,167-217 0,-1-2 0,-2-1 0,-2-2 0,-52 39 0,-174 94 0,161-113 0,-148 56 0,-119 16 0,327-115 0,20-5 0,-34 13 0,50-16 0,0 0 0,0 0 0,0 1 0,0-1 0,0 1 0,1 1 0,-1-1 0,1 1 0,-6 7 0,-13 20 0,19-23 0,0-1 0,-1 0 0,-1-1 0,1 1 0,-1-1 0,0-1 0,-1 1 0,1-1 0,-1-1 0,0 1 0,-10 3 0,2-2 0,0-1 0,-1 0 0,0-1 0,0-2 0,-1 1 0,-22 0 0,-111-3 0,134-2 0,-515-46-521,4-36-178,476 74 669,-156-20-347,86 14 361,-127-33-1,227 42 192,0-2 0,0 0 0,1 0 0,0-2 0,1-1 0,-25-17 0,-230-136 84,178 112-171,-131-96 0,195 120-1453,9 2-5461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07:17:28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24575,'0'-4'0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1T07:17:39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24575,'0'9'0,"0"2"-8191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29:09.0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1 175,'394'1,"429"-2,-194-46,-366 21,161-22,-255 28,-39 10,166 9,-145 3,2180-2,-1769-12,16 0,-530 13,82 13,-100-10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29:14.3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1,'43'0,"0"1,0 3,0 1,-1 3,54 15,171 53,-228-65,0-3,1-1,62 2,122-10,-96-2,-50 2,111 3,-100 9,9 2,320-11,-218-4,1158 2,-1004 29,-269-19,213 45,-221-40,112 6,-64-9,34-6,-18-2,-106 1,43 11,32 5,146-4,-201-12,-1 2,56 14,-52-7,98 9,59-8,-213-15,437 5,-269-6,-162-1,-8-2,-14-7,11 9,-35-23,-7-2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29:17.8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1 403,'216'0,"643"-12,-426-30,-5-28,-303 48,232-43,127-22,-204 59,-51 6,-96 2,-43 5,163-4,-116 18,156 5,-206 7,8 0,591-6,-388-7,153 0,562 4,-179 45,-26 27,-372-43,267 26,-657-51,405 30,-374-31,-1 2,90 21,-48-6,-52-15,124-2,-133-5,219-1,396 9,-602-4,1041 36,-1062-40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29:20.3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26,'0'-1,"0"1,0-1,0 1,0-1,0 1,0-1,1 1,-1 0,0-1,0 1,0-1,1 1,-1-1,0 1,1 0,-1-1,0 1,1 0,-1-1,0 1,1 0,-1 0,1-1,-1 1,0 0,1 0,-1 0,1 0,-1-1,1 1,-1 0,2 0,19 0,-12 0,935 11,797-11,-1394-13,-100 1,155 32,-273-8,217 32,-204-21,211 5,-334-28,7 0,0 1,39 6,422 54,-412-59,85-9,-70 2,-36 3,449-30,-386 10,-9 1,234-11,-296 30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29:22.2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0,'229'6,"-227"-6,325 13,126 3,1296 27,-889-24,-656-16,154 7,1339 31,-1431-32,-83 0,898-23,-833-5,-165 12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29:24.1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0 177,'174'0,"24"0,1741-44,-1683 32,-11-5,238-11,1864 3,-1189 0,-498 6,-461 15,-54 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29:42.4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1,'36'1,"0"1,0 2,50 13,102 41,-147-46,0-2,1-1,0-3,0-1,74-2,-78 0,-1 0,57 14,-50-8,53 4,261-10,-190-5,3099 2,-3217 2,1 2,56 11,98 31,-146-32,76 8,-8-2,141 24,-219-39,-17-2,0 1,42 12,-34-6,0-2,1-2,77 2,-96-7,136 8,134 4,-260-13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29:45.9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1,'482'32,"-39"-14,-419-16,0 0,-1 2,43 11,-33-7,35 4,35-4,122-9,-89-1,-51 3,91 14,-58-8,-12-2,-89-2,-1 1,31 11,-30-9,0-1,23 4,23-3,119-5,-97-3,-54 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01544" y="829944"/>
            <a:ext cx="474091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3373253"/>
            <a:ext cx="7383780" cy="2912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0859" y="6290054"/>
            <a:ext cx="254634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10.png"/><Relationship Id="rId4" Type="http://schemas.openxmlformats.org/officeDocument/2006/relationships/customXml" Target="../ink/ink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15.png"/><Relationship Id="rId4" Type="http://schemas.openxmlformats.org/officeDocument/2006/relationships/customXml" Target="../ink/ink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5" Type="http://schemas.openxmlformats.org/officeDocument/2006/relationships/image" Target="../media/image21.png"/><Relationship Id="rId4" Type="http://schemas.openxmlformats.org/officeDocument/2006/relationships/customXml" Target="../ink/ink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13" Type="http://schemas.openxmlformats.org/officeDocument/2006/relationships/image" Target="../media/image28.png"/><Relationship Id="rId18" Type="http://schemas.openxmlformats.org/officeDocument/2006/relationships/customXml" Target="../ink/ink30.xml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openxmlformats.org/officeDocument/2006/relationships/customXml" Target="../ink/ink27.xml"/><Relationship Id="rId17" Type="http://schemas.openxmlformats.org/officeDocument/2006/relationships/image" Target="../media/image30.png"/><Relationship Id="rId2" Type="http://schemas.openxmlformats.org/officeDocument/2006/relationships/customXml" Target="../ink/ink22.xml"/><Relationship Id="rId16" Type="http://schemas.openxmlformats.org/officeDocument/2006/relationships/customXml" Target="../ink/ink2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5" Type="http://schemas.openxmlformats.org/officeDocument/2006/relationships/image" Target="../media/image29.png"/><Relationship Id="rId10" Type="http://schemas.openxmlformats.org/officeDocument/2006/relationships/customXml" Target="../ink/ink26.xml"/><Relationship Id="rId19" Type="http://schemas.openxmlformats.org/officeDocument/2006/relationships/image" Target="../media/image31.png"/><Relationship Id="rId4" Type="http://schemas.openxmlformats.org/officeDocument/2006/relationships/customXml" Target="../ink/ink23.xml"/><Relationship Id="rId9" Type="http://schemas.openxmlformats.org/officeDocument/2006/relationships/image" Target="../media/image26.png"/><Relationship Id="rId14" Type="http://schemas.openxmlformats.org/officeDocument/2006/relationships/customXml" Target="../ink/ink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customXml" Target="../ink/ink3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5" Type="http://schemas.openxmlformats.org/officeDocument/2006/relationships/image" Target="../media/image35.png"/><Relationship Id="rId4" Type="http://schemas.openxmlformats.org/officeDocument/2006/relationships/customXml" Target="../ink/ink34.xml"/><Relationship Id="rId9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1.xml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.xml"/><Relationship Id="rId11" Type="http://schemas.openxmlformats.org/officeDocument/2006/relationships/image" Target="../media/image43.png"/><Relationship Id="rId5" Type="http://schemas.openxmlformats.org/officeDocument/2006/relationships/image" Target="../media/image40.png"/><Relationship Id="rId10" Type="http://schemas.openxmlformats.org/officeDocument/2006/relationships/customXml" Target="../ink/ink42.xml"/><Relationship Id="rId4" Type="http://schemas.openxmlformats.org/officeDocument/2006/relationships/customXml" Target="../ink/ink39.xml"/><Relationship Id="rId9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6.xml"/><Relationship Id="rId13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12" Type="http://schemas.openxmlformats.org/officeDocument/2006/relationships/customXml" Target="../ink/ink48.xml"/><Relationship Id="rId17" Type="http://schemas.openxmlformats.org/officeDocument/2006/relationships/image" Target="../media/image51.png"/><Relationship Id="rId2" Type="http://schemas.openxmlformats.org/officeDocument/2006/relationships/customXml" Target="../ink/ink43.xml"/><Relationship Id="rId16" Type="http://schemas.openxmlformats.org/officeDocument/2006/relationships/customXml" Target="../ink/ink5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.xml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5" Type="http://schemas.openxmlformats.org/officeDocument/2006/relationships/image" Target="../media/image50.png"/><Relationship Id="rId10" Type="http://schemas.openxmlformats.org/officeDocument/2006/relationships/customXml" Target="../ink/ink47.xml"/><Relationship Id="rId4" Type="http://schemas.openxmlformats.org/officeDocument/2006/relationships/customXml" Target="../ink/ink44.xml"/><Relationship Id="rId9" Type="http://schemas.openxmlformats.org/officeDocument/2006/relationships/image" Target="../media/image47.png"/><Relationship Id="rId14" Type="http://schemas.openxmlformats.org/officeDocument/2006/relationships/customXml" Target="../ink/ink4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9" Type="http://schemas.openxmlformats.org/officeDocument/2006/relationships/image" Target="../media/image89.png"/><Relationship Id="rId21" Type="http://schemas.openxmlformats.org/officeDocument/2006/relationships/image" Target="../media/image71.png"/><Relationship Id="rId34" Type="http://schemas.openxmlformats.org/officeDocument/2006/relationships/image" Target="../media/image84.png"/><Relationship Id="rId42" Type="http://schemas.openxmlformats.org/officeDocument/2006/relationships/image" Target="../media/image92.png"/><Relationship Id="rId47" Type="http://schemas.openxmlformats.org/officeDocument/2006/relationships/image" Target="../media/image97.png"/><Relationship Id="rId50" Type="http://schemas.openxmlformats.org/officeDocument/2006/relationships/image" Target="../media/image100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6" Type="http://schemas.openxmlformats.org/officeDocument/2006/relationships/image" Target="../media/image66.png"/><Relationship Id="rId29" Type="http://schemas.openxmlformats.org/officeDocument/2006/relationships/image" Target="../media/image79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32" Type="http://schemas.openxmlformats.org/officeDocument/2006/relationships/image" Target="../media/image82.png"/><Relationship Id="rId37" Type="http://schemas.openxmlformats.org/officeDocument/2006/relationships/image" Target="../media/image87.png"/><Relationship Id="rId40" Type="http://schemas.openxmlformats.org/officeDocument/2006/relationships/image" Target="../media/image90.png"/><Relationship Id="rId45" Type="http://schemas.openxmlformats.org/officeDocument/2006/relationships/image" Target="../media/image95.png"/><Relationship Id="rId53" Type="http://schemas.openxmlformats.org/officeDocument/2006/relationships/image" Target="../media/image103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4" Type="http://schemas.openxmlformats.org/officeDocument/2006/relationships/image" Target="../media/image94.png"/><Relationship Id="rId52" Type="http://schemas.openxmlformats.org/officeDocument/2006/relationships/image" Target="../media/image102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Relationship Id="rId30" Type="http://schemas.openxmlformats.org/officeDocument/2006/relationships/image" Target="../media/image80.png"/><Relationship Id="rId35" Type="http://schemas.openxmlformats.org/officeDocument/2006/relationships/image" Target="../media/image85.png"/><Relationship Id="rId43" Type="http://schemas.openxmlformats.org/officeDocument/2006/relationships/image" Target="../media/image93.png"/><Relationship Id="rId48" Type="http://schemas.openxmlformats.org/officeDocument/2006/relationships/image" Target="../media/image98.png"/><Relationship Id="rId8" Type="http://schemas.openxmlformats.org/officeDocument/2006/relationships/image" Target="../media/image58.png"/><Relationship Id="rId51" Type="http://schemas.openxmlformats.org/officeDocument/2006/relationships/image" Target="../media/image101.png"/><Relationship Id="rId3" Type="http://schemas.openxmlformats.org/officeDocument/2006/relationships/image" Target="../media/image53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33" Type="http://schemas.openxmlformats.org/officeDocument/2006/relationships/image" Target="../media/image83.png"/><Relationship Id="rId38" Type="http://schemas.openxmlformats.org/officeDocument/2006/relationships/image" Target="../media/image88.png"/><Relationship Id="rId46" Type="http://schemas.openxmlformats.org/officeDocument/2006/relationships/image" Target="../media/image96.png"/><Relationship Id="rId20" Type="http://schemas.openxmlformats.org/officeDocument/2006/relationships/image" Target="../media/image70.png"/><Relationship Id="rId41" Type="http://schemas.openxmlformats.org/officeDocument/2006/relationships/image" Target="../media/image91.png"/><Relationship Id="rId54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36" Type="http://schemas.openxmlformats.org/officeDocument/2006/relationships/image" Target="../media/image86.png"/><Relationship Id="rId49" Type="http://schemas.openxmlformats.org/officeDocument/2006/relationships/image" Target="../media/image99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6.png"/><Relationship Id="rId18" Type="http://schemas.openxmlformats.org/officeDocument/2006/relationships/image" Target="../media/image121.png"/><Relationship Id="rId26" Type="http://schemas.openxmlformats.org/officeDocument/2006/relationships/image" Target="../media/image129.png"/><Relationship Id="rId39" Type="http://schemas.openxmlformats.org/officeDocument/2006/relationships/image" Target="../media/image138.png"/><Relationship Id="rId21" Type="http://schemas.openxmlformats.org/officeDocument/2006/relationships/image" Target="../media/image124.png"/><Relationship Id="rId34" Type="http://schemas.openxmlformats.org/officeDocument/2006/relationships/image" Target="../media/image137.png"/><Relationship Id="rId42" Type="http://schemas.openxmlformats.org/officeDocument/2006/relationships/image" Target="../media/image141.png"/><Relationship Id="rId47" Type="http://schemas.openxmlformats.org/officeDocument/2006/relationships/image" Target="../media/image101.png"/><Relationship Id="rId50" Type="http://schemas.openxmlformats.org/officeDocument/2006/relationships/image" Target="../media/image147.png"/><Relationship Id="rId7" Type="http://schemas.openxmlformats.org/officeDocument/2006/relationships/image" Target="../media/image110.png"/><Relationship Id="rId2" Type="http://schemas.openxmlformats.org/officeDocument/2006/relationships/image" Target="../media/image105.png"/><Relationship Id="rId16" Type="http://schemas.openxmlformats.org/officeDocument/2006/relationships/image" Target="../media/image119.png"/><Relationship Id="rId29" Type="http://schemas.openxmlformats.org/officeDocument/2006/relationships/image" Target="../media/image132.png"/><Relationship Id="rId11" Type="http://schemas.openxmlformats.org/officeDocument/2006/relationships/image" Target="../media/image114.png"/><Relationship Id="rId24" Type="http://schemas.openxmlformats.org/officeDocument/2006/relationships/image" Target="../media/image127.png"/><Relationship Id="rId32" Type="http://schemas.openxmlformats.org/officeDocument/2006/relationships/image" Target="../media/image135.png"/><Relationship Id="rId37" Type="http://schemas.openxmlformats.org/officeDocument/2006/relationships/image" Target="../media/image90.png"/><Relationship Id="rId40" Type="http://schemas.openxmlformats.org/officeDocument/2006/relationships/image" Target="../media/image139.png"/><Relationship Id="rId45" Type="http://schemas.openxmlformats.org/officeDocument/2006/relationships/image" Target="../media/image14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23" Type="http://schemas.openxmlformats.org/officeDocument/2006/relationships/image" Target="../media/image126.png"/><Relationship Id="rId28" Type="http://schemas.openxmlformats.org/officeDocument/2006/relationships/image" Target="../media/image131.png"/><Relationship Id="rId36" Type="http://schemas.openxmlformats.org/officeDocument/2006/relationships/image" Target="../media/image89.png"/><Relationship Id="rId49" Type="http://schemas.openxmlformats.org/officeDocument/2006/relationships/image" Target="../media/image103.png"/><Relationship Id="rId10" Type="http://schemas.openxmlformats.org/officeDocument/2006/relationships/image" Target="../media/image113.png"/><Relationship Id="rId19" Type="http://schemas.openxmlformats.org/officeDocument/2006/relationships/image" Target="../media/image122.png"/><Relationship Id="rId31" Type="http://schemas.openxmlformats.org/officeDocument/2006/relationships/image" Target="../media/image134.png"/><Relationship Id="rId44" Type="http://schemas.openxmlformats.org/officeDocument/2006/relationships/image" Target="../media/image14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Relationship Id="rId22" Type="http://schemas.openxmlformats.org/officeDocument/2006/relationships/image" Target="../media/image125.png"/><Relationship Id="rId27" Type="http://schemas.openxmlformats.org/officeDocument/2006/relationships/image" Target="../media/image130.png"/><Relationship Id="rId30" Type="http://schemas.openxmlformats.org/officeDocument/2006/relationships/image" Target="../media/image133.png"/><Relationship Id="rId35" Type="http://schemas.openxmlformats.org/officeDocument/2006/relationships/image" Target="../media/image88.png"/><Relationship Id="rId43" Type="http://schemas.openxmlformats.org/officeDocument/2006/relationships/image" Target="../media/image142.png"/><Relationship Id="rId48" Type="http://schemas.openxmlformats.org/officeDocument/2006/relationships/image" Target="../media/image146.png"/><Relationship Id="rId8" Type="http://schemas.openxmlformats.org/officeDocument/2006/relationships/image" Target="../media/image111.png"/><Relationship Id="rId3" Type="http://schemas.openxmlformats.org/officeDocument/2006/relationships/image" Target="../media/image106.png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5" Type="http://schemas.openxmlformats.org/officeDocument/2006/relationships/image" Target="../media/image128.png"/><Relationship Id="rId33" Type="http://schemas.openxmlformats.org/officeDocument/2006/relationships/image" Target="../media/image136.png"/><Relationship Id="rId38" Type="http://schemas.openxmlformats.org/officeDocument/2006/relationships/image" Target="../media/image91.png"/><Relationship Id="rId46" Type="http://schemas.openxmlformats.org/officeDocument/2006/relationships/image" Target="../media/image145.png"/><Relationship Id="rId20" Type="http://schemas.openxmlformats.org/officeDocument/2006/relationships/image" Target="../media/image123.png"/><Relationship Id="rId41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9.png"/><Relationship Id="rId18" Type="http://schemas.openxmlformats.org/officeDocument/2006/relationships/image" Target="../media/image162.png"/><Relationship Id="rId26" Type="http://schemas.openxmlformats.org/officeDocument/2006/relationships/image" Target="../media/image169.png"/><Relationship Id="rId39" Type="http://schemas.openxmlformats.org/officeDocument/2006/relationships/image" Target="../media/image181.png"/><Relationship Id="rId21" Type="http://schemas.openxmlformats.org/officeDocument/2006/relationships/image" Target="../media/image164.png"/><Relationship Id="rId34" Type="http://schemas.openxmlformats.org/officeDocument/2006/relationships/image" Target="../media/image176.png"/><Relationship Id="rId42" Type="http://schemas.openxmlformats.org/officeDocument/2006/relationships/image" Target="../media/image184.png"/><Relationship Id="rId47" Type="http://schemas.openxmlformats.org/officeDocument/2006/relationships/image" Target="../media/image189.png"/><Relationship Id="rId50" Type="http://schemas.openxmlformats.org/officeDocument/2006/relationships/image" Target="../media/image192.png"/><Relationship Id="rId55" Type="http://schemas.openxmlformats.org/officeDocument/2006/relationships/image" Target="../media/image197.png"/><Relationship Id="rId7" Type="http://schemas.openxmlformats.org/officeDocument/2006/relationships/image" Target="../media/image153.png"/><Relationship Id="rId2" Type="http://schemas.openxmlformats.org/officeDocument/2006/relationships/image" Target="../media/image148.png"/><Relationship Id="rId16" Type="http://schemas.openxmlformats.org/officeDocument/2006/relationships/image" Target="../media/image161.png"/><Relationship Id="rId29" Type="http://schemas.openxmlformats.org/officeDocument/2006/relationships/image" Target="../media/image172.png"/><Relationship Id="rId11" Type="http://schemas.openxmlformats.org/officeDocument/2006/relationships/image" Target="../media/image157.png"/><Relationship Id="rId24" Type="http://schemas.openxmlformats.org/officeDocument/2006/relationships/image" Target="../media/image167.png"/><Relationship Id="rId32" Type="http://schemas.openxmlformats.org/officeDocument/2006/relationships/image" Target="../media/image175.png"/><Relationship Id="rId37" Type="http://schemas.openxmlformats.org/officeDocument/2006/relationships/image" Target="../media/image179.png"/><Relationship Id="rId40" Type="http://schemas.openxmlformats.org/officeDocument/2006/relationships/image" Target="../media/image182.png"/><Relationship Id="rId45" Type="http://schemas.openxmlformats.org/officeDocument/2006/relationships/image" Target="../media/image187.png"/><Relationship Id="rId53" Type="http://schemas.openxmlformats.org/officeDocument/2006/relationships/image" Target="../media/image195.png"/><Relationship Id="rId58" Type="http://schemas.openxmlformats.org/officeDocument/2006/relationships/image" Target="../media/image199.png"/><Relationship Id="rId5" Type="http://schemas.openxmlformats.org/officeDocument/2006/relationships/image" Target="../media/image151.png"/><Relationship Id="rId61" Type="http://schemas.openxmlformats.org/officeDocument/2006/relationships/image" Target="../media/image103.png"/><Relationship Id="rId19" Type="http://schemas.openxmlformats.org/officeDocument/2006/relationships/image" Target="../media/image163.png"/><Relationship Id="rId14" Type="http://schemas.openxmlformats.org/officeDocument/2006/relationships/image" Target="../media/image89.png"/><Relationship Id="rId22" Type="http://schemas.openxmlformats.org/officeDocument/2006/relationships/image" Target="../media/image165.png"/><Relationship Id="rId27" Type="http://schemas.openxmlformats.org/officeDocument/2006/relationships/image" Target="../media/image170.png"/><Relationship Id="rId30" Type="http://schemas.openxmlformats.org/officeDocument/2006/relationships/image" Target="../media/image173.png"/><Relationship Id="rId35" Type="http://schemas.openxmlformats.org/officeDocument/2006/relationships/image" Target="../media/image177.png"/><Relationship Id="rId43" Type="http://schemas.openxmlformats.org/officeDocument/2006/relationships/image" Target="../media/image185.png"/><Relationship Id="rId48" Type="http://schemas.openxmlformats.org/officeDocument/2006/relationships/image" Target="../media/image190.png"/><Relationship Id="rId56" Type="http://schemas.openxmlformats.org/officeDocument/2006/relationships/image" Target="../media/image198.png"/><Relationship Id="rId8" Type="http://schemas.openxmlformats.org/officeDocument/2006/relationships/image" Target="../media/image154.png"/><Relationship Id="rId51" Type="http://schemas.openxmlformats.org/officeDocument/2006/relationships/image" Target="../media/image193.png"/><Relationship Id="rId3" Type="http://schemas.openxmlformats.org/officeDocument/2006/relationships/image" Target="../media/image149.png"/><Relationship Id="rId12" Type="http://schemas.openxmlformats.org/officeDocument/2006/relationships/image" Target="../media/image158.png"/><Relationship Id="rId17" Type="http://schemas.openxmlformats.org/officeDocument/2006/relationships/image" Target="../media/image118.png"/><Relationship Id="rId25" Type="http://schemas.openxmlformats.org/officeDocument/2006/relationships/image" Target="../media/image168.png"/><Relationship Id="rId33" Type="http://schemas.openxmlformats.org/officeDocument/2006/relationships/image" Target="../media/image72.png"/><Relationship Id="rId38" Type="http://schemas.openxmlformats.org/officeDocument/2006/relationships/image" Target="../media/image180.png"/><Relationship Id="rId46" Type="http://schemas.openxmlformats.org/officeDocument/2006/relationships/image" Target="../media/image188.png"/><Relationship Id="rId59" Type="http://schemas.openxmlformats.org/officeDocument/2006/relationships/image" Target="../media/image101.png"/><Relationship Id="rId20" Type="http://schemas.openxmlformats.org/officeDocument/2006/relationships/image" Target="../media/image66.png"/><Relationship Id="rId41" Type="http://schemas.openxmlformats.org/officeDocument/2006/relationships/image" Target="../media/image183.png"/><Relationship Id="rId54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15" Type="http://schemas.openxmlformats.org/officeDocument/2006/relationships/image" Target="../media/image160.png"/><Relationship Id="rId23" Type="http://schemas.openxmlformats.org/officeDocument/2006/relationships/image" Target="../media/image166.png"/><Relationship Id="rId28" Type="http://schemas.openxmlformats.org/officeDocument/2006/relationships/image" Target="../media/image171.png"/><Relationship Id="rId36" Type="http://schemas.openxmlformats.org/officeDocument/2006/relationships/image" Target="../media/image178.png"/><Relationship Id="rId49" Type="http://schemas.openxmlformats.org/officeDocument/2006/relationships/image" Target="../media/image191.png"/><Relationship Id="rId57" Type="http://schemas.openxmlformats.org/officeDocument/2006/relationships/image" Target="../media/image99.png"/><Relationship Id="rId10" Type="http://schemas.openxmlformats.org/officeDocument/2006/relationships/image" Target="../media/image156.png"/><Relationship Id="rId31" Type="http://schemas.openxmlformats.org/officeDocument/2006/relationships/image" Target="../media/image174.png"/><Relationship Id="rId44" Type="http://schemas.openxmlformats.org/officeDocument/2006/relationships/image" Target="../media/image186.png"/><Relationship Id="rId52" Type="http://schemas.openxmlformats.org/officeDocument/2006/relationships/image" Target="../media/image194.png"/><Relationship Id="rId60" Type="http://schemas.openxmlformats.org/officeDocument/2006/relationships/image" Target="../media/image200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0.png"/><Relationship Id="rId18" Type="http://schemas.openxmlformats.org/officeDocument/2006/relationships/image" Target="../media/image215.png"/><Relationship Id="rId26" Type="http://schemas.openxmlformats.org/officeDocument/2006/relationships/image" Target="../media/image218.png"/><Relationship Id="rId39" Type="http://schemas.openxmlformats.org/officeDocument/2006/relationships/image" Target="../media/image229.png"/><Relationship Id="rId21" Type="http://schemas.openxmlformats.org/officeDocument/2006/relationships/image" Target="../media/image149.png"/><Relationship Id="rId34" Type="http://schemas.openxmlformats.org/officeDocument/2006/relationships/image" Target="../media/image225.png"/><Relationship Id="rId42" Type="http://schemas.openxmlformats.org/officeDocument/2006/relationships/image" Target="../media/image232.png"/><Relationship Id="rId47" Type="http://schemas.openxmlformats.org/officeDocument/2006/relationships/image" Target="../media/image177.png"/><Relationship Id="rId50" Type="http://schemas.openxmlformats.org/officeDocument/2006/relationships/image" Target="../media/image236.png"/><Relationship Id="rId55" Type="http://schemas.openxmlformats.org/officeDocument/2006/relationships/image" Target="../media/image103.png"/><Relationship Id="rId7" Type="http://schemas.openxmlformats.org/officeDocument/2006/relationships/image" Target="../media/image205.png"/><Relationship Id="rId2" Type="http://schemas.openxmlformats.org/officeDocument/2006/relationships/image" Target="../media/image201.png"/><Relationship Id="rId16" Type="http://schemas.openxmlformats.org/officeDocument/2006/relationships/image" Target="../media/image213.png"/><Relationship Id="rId29" Type="http://schemas.openxmlformats.org/officeDocument/2006/relationships/image" Target="../media/image119.png"/><Relationship Id="rId11" Type="http://schemas.openxmlformats.org/officeDocument/2006/relationships/image" Target="../media/image208.png"/><Relationship Id="rId24" Type="http://schemas.openxmlformats.org/officeDocument/2006/relationships/image" Target="../media/image216.png"/><Relationship Id="rId32" Type="http://schemas.openxmlformats.org/officeDocument/2006/relationships/image" Target="../media/image223.png"/><Relationship Id="rId37" Type="http://schemas.openxmlformats.org/officeDocument/2006/relationships/image" Target="../media/image227.png"/><Relationship Id="rId40" Type="http://schemas.openxmlformats.org/officeDocument/2006/relationships/image" Target="../media/image230.png"/><Relationship Id="rId45" Type="http://schemas.openxmlformats.org/officeDocument/2006/relationships/image" Target="../media/image235.png"/><Relationship Id="rId53" Type="http://schemas.openxmlformats.org/officeDocument/2006/relationships/image" Target="../media/image238.png"/><Relationship Id="rId5" Type="http://schemas.openxmlformats.org/officeDocument/2006/relationships/image" Target="../media/image156.png"/><Relationship Id="rId10" Type="http://schemas.openxmlformats.org/officeDocument/2006/relationships/image" Target="../media/image207.png"/><Relationship Id="rId19" Type="http://schemas.openxmlformats.org/officeDocument/2006/relationships/image" Target="../media/image72.png"/><Relationship Id="rId31" Type="http://schemas.openxmlformats.org/officeDocument/2006/relationships/image" Target="../media/image222.png"/><Relationship Id="rId44" Type="http://schemas.openxmlformats.org/officeDocument/2006/relationships/image" Target="../media/image234.png"/><Relationship Id="rId52" Type="http://schemas.openxmlformats.org/officeDocument/2006/relationships/image" Target="../media/image237.png"/><Relationship Id="rId4" Type="http://schemas.openxmlformats.org/officeDocument/2006/relationships/image" Target="../media/image203.png"/><Relationship Id="rId9" Type="http://schemas.openxmlformats.org/officeDocument/2006/relationships/image" Target="../media/image137.png"/><Relationship Id="rId14" Type="http://schemas.openxmlformats.org/officeDocument/2006/relationships/image" Target="../media/image211.png"/><Relationship Id="rId22" Type="http://schemas.openxmlformats.org/officeDocument/2006/relationships/image" Target="../media/image150.png"/><Relationship Id="rId27" Type="http://schemas.openxmlformats.org/officeDocument/2006/relationships/image" Target="../media/image219.png"/><Relationship Id="rId30" Type="http://schemas.openxmlformats.org/officeDocument/2006/relationships/image" Target="../media/image221.png"/><Relationship Id="rId35" Type="http://schemas.openxmlformats.org/officeDocument/2006/relationships/image" Target="../media/image155.png"/><Relationship Id="rId43" Type="http://schemas.openxmlformats.org/officeDocument/2006/relationships/image" Target="../media/image233.png"/><Relationship Id="rId48" Type="http://schemas.openxmlformats.org/officeDocument/2006/relationships/image" Target="../media/image178.png"/><Relationship Id="rId8" Type="http://schemas.openxmlformats.org/officeDocument/2006/relationships/image" Target="../media/image206.png"/><Relationship Id="rId51" Type="http://schemas.openxmlformats.org/officeDocument/2006/relationships/image" Target="../media/image144.png"/><Relationship Id="rId3" Type="http://schemas.openxmlformats.org/officeDocument/2006/relationships/image" Target="../media/image202.png"/><Relationship Id="rId12" Type="http://schemas.openxmlformats.org/officeDocument/2006/relationships/image" Target="../media/image209.png"/><Relationship Id="rId17" Type="http://schemas.openxmlformats.org/officeDocument/2006/relationships/image" Target="../media/image214.png"/><Relationship Id="rId25" Type="http://schemas.openxmlformats.org/officeDocument/2006/relationships/image" Target="../media/image217.png"/><Relationship Id="rId33" Type="http://schemas.openxmlformats.org/officeDocument/2006/relationships/image" Target="../media/image224.png"/><Relationship Id="rId38" Type="http://schemas.openxmlformats.org/officeDocument/2006/relationships/image" Target="../media/image228.png"/><Relationship Id="rId46" Type="http://schemas.openxmlformats.org/officeDocument/2006/relationships/image" Target="../media/image176.png"/><Relationship Id="rId20" Type="http://schemas.openxmlformats.org/officeDocument/2006/relationships/image" Target="../media/image148.png"/><Relationship Id="rId41" Type="http://schemas.openxmlformats.org/officeDocument/2006/relationships/image" Target="../media/image231.png"/><Relationship Id="rId54" Type="http://schemas.openxmlformats.org/officeDocument/2006/relationships/image" Target="../media/image2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15" Type="http://schemas.openxmlformats.org/officeDocument/2006/relationships/image" Target="../media/image212.png"/><Relationship Id="rId23" Type="http://schemas.openxmlformats.org/officeDocument/2006/relationships/image" Target="../media/image151.png"/><Relationship Id="rId28" Type="http://schemas.openxmlformats.org/officeDocument/2006/relationships/image" Target="../media/image220.png"/><Relationship Id="rId36" Type="http://schemas.openxmlformats.org/officeDocument/2006/relationships/image" Target="../media/image226.png"/><Relationship Id="rId49" Type="http://schemas.openxmlformats.org/officeDocument/2006/relationships/image" Target="../media/image17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png"/><Relationship Id="rId13" Type="http://schemas.openxmlformats.org/officeDocument/2006/relationships/image" Target="../media/image9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" Type="http://schemas.openxmlformats.org/officeDocument/2006/relationships/image" Target="../media/image241.png"/><Relationship Id="rId21" Type="http://schemas.openxmlformats.org/officeDocument/2006/relationships/image" Target="../media/image58.png"/><Relationship Id="rId7" Type="http://schemas.openxmlformats.org/officeDocument/2006/relationships/image" Target="../media/image134.png"/><Relationship Id="rId12" Type="http://schemas.openxmlformats.org/officeDocument/2006/relationships/image" Target="../media/image89.png"/><Relationship Id="rId17" Type="http://schemas.openxmlformats.org/officeDocument/2006/relationships/image" Target="../media/image247.png"/><Relationship Id="rId25" Type="http://schemas.openxmlformats.org/officeDocument/2006/relationships/image" Target="../media/image62.png"/><Relationship Id="rId2" Type="http://schemas.openxmlformats.org/officeDocument/2006/relationships/image" Target="../media/image240.png"/><Relationship Id="rId16" Type="http://schemas.openxmlformats.org/officeDocument/2006/relationships/image" Target="../media/image246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24" Type="http://schemas.openxmlformats.org/officeDocument/2006/relationships/image" Target="../media/image61.png"/><Relationship Id="rId5" Type="http://schemas.openxmlformats.org/officeDocument/2006/relationships/image" Target="../media/image243.png"/><Relationship Id="rId15" Type="http://schemas.openxmlformats.org/officeDocument/2006/relationships/image" Target="../media/image245.png"/><Relationship Id="rId23" Type="http://schemas.openxmlformats.org/officeDocument/2006/relationships/image" Target="../media/image60.png"/><Relationship Id="rId28" Type="http://schemas.openxmlformats.org/officeDocument/2006/relationships/image" Target="../media/image248.png"/><Relationship Id="rId10" Type="http://schemas.openxmlformats.org/officeDocument/2006/relationships/image" Target="../media/image137.png"/><Relationship Id="rId19" Type="http://schemas.openxmlformats.org/officeDocument/2006/relationships/image" Target="../media/image56.png"/><Relationship Id="rId4" Type="http://schemas.openxmlformats.org/officeDocument/2006/relationships/image" Target="../media/image242.png"/><Relationship Id="rId9" Type="http://schemas.openxmlformats.org/officeDocument/2006/relationships/image" Target="../media/image136.png"/><Relationship Id="rId14" Type="http://schemas.openxmlformats.org/officeDocument/2006/relationships/image" Target="../media/image9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91.png"/><Relationship Id="rId18" Type="http://schemas.openxmlformats.org/officeDocument/2006/relationships/image" Target="../media/image255.png"/><Relationship Id="rId3" Type="http://schemas.openxmlformats.org/officeDocument/2006/relationships/image" Target="../media/image250.png"/><Relationship Id="rId21" Type="http://schemas.openxmlformats.org/officeDocument/2006/relationships/image" Target="../media/image257.png"/><Relationship Id="rId7" Type="http://schemas.openxmlformats.org/officeDocument/2006/relationships/image" Target="../media/image244.png"/><Relationship Id="rId12" Type="http://schemas.openxmlformats.org/officeDocument/2006/relationships/image" Target="../media/image90.png"/><Relationship Id="rId17" Type="http://schemas.openxmlformats.org/officeDocument/2006/relationships/image" Target="../media/image254.png"/><Relationship Id="rId2" Type="http://schemas.openxmlformats.org/officeDocument/2006/relationships/image" Target="../media/image249.png"/><Relationship Id="rId16" Type="http://schemas.openxmlformats.org/officeDocument/2006/relationships/image" Target="../media/image253.png"/><Relationship Id="rId20" Type="http://schemas.openxmlformats.org/officeDocument/2006/relationships/image" Target="../media/image2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252.png"/><Relationship Id="rId23" Type="http://schemas.openxmlformats.org/officeDocument/2006/relationships/image" Target="../media/image259.png"/><Relationship Id="rId10" Type="http://schemas.openxmlformats.org/officeDocument/2006/relationships/image" Target="../media/image88.png"/><Relationship Id="rId19" Type="http://schemas.openxmlformats.org/officeDocument/2006/relationships/image" Target="../media/image227.png"/><Relationship Id="rId4" Type="http://schemas.openxmlformats.org/officeDocument/2006/relationships/image" Target="../media/image243.png"/><Relationship Id="rId9" Type="http://schemas.openxmlformats.org/officeDocument/2006/relationships/image" Target="../media/image137.png"/><Relationship Id="rId14" Type="http://schemas.openxmlformats.org/officeDocument/2006/relationships/image" Target="../media/image251.png"/><Relationship Id="rId22" Type="http://schemas.openxmlformats.org/officeDocument/2006/relationships/image" Target="../media/image258.png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8.png"/><Relationship Id="rId18" Type="http://schemas.openxmlformats.org/officeDocument/2006/relationships/image" Target="../media/image263.png"/><Relationship Id="rId26" Type="http://schemas.openxmlformats.org/officeDocument/2006/relationships/image" Target="../media/image270.png"/><Relationship Id="rId3" Type="http://schemas.openxmlformats.org/officeDocument/2006/relationships/image" Target="../media/image83.png"/><Relationship Id="rId21" Type="http://schemas.openxmlformats.org/officeDocument/2006/relationships/image" Target="../media/image265.png"/><Relationship Id="rId34" Type="http://schemas.openxmlformats.org/officeDocument/2006/relationships/image" Target="../media/image278.png"/><Relationship Id="rId7" Type="http://schemas.openxmlformats.org/officeDocument/2006/relationships/image" Target="../media/image87.png"/><Relationship Id="rId12" Type="http://schemas.openxmlformats.org/officeDocument/2006/relationships/image" Target="../media/image261.png"/><Relationship Id="rId17" Type="http://schemas.openxmlformats.org/officeDocument/2006/relationships/image" Target="../media/image262.png"/><Relationship Id="rId25" Type="http://schemas.openxmlformats.org/officeDocument/2006/relationships/image" Target="../media/image269.png"/><Relationship Id="rId33" Type="http://schemas.openxmlformats.org/officeDocument/2006/relationships/image" Target="../media/image277.png"/><Relationship Id="rId2" Type="http://schemas.openxmlformats.org/officeDocument/2006/relationships/image" Target="../media/image260.png"/><Relationship Id="rId16" Type="http://schemas.openxmlformats.org/officeDocument/2006/relationships/image" Target="../media/image151.png"/><Relationship Id="rId20" Type="http://schemas.openxmlformats.org/officeDocument/2006/relationships/image" Target="../media/image56.png"/><Relationship Id="rId29" Type="http://schemas.openxmlformats.org/officeDocument/2006/relationships/image" Target="../media/image2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24" Type="http://schemas.openxmlformats.org/officeDocument/2006/relationships/image" Target="../media/image268.png"/><Relationship Id="rId32" Type="http://schemas.openxmlformats.org/officeDocument/2006/relationships/image" Target="../media/image276.png"/><Relationship Id="rId5" Type="http://schemas.openxmlformats.org/officeDocument/2006/relationships/image" Target="../media/image85.png"/><Relationship Id="rId15" Type="http://schemas.openxmlformats.org/officeDocument/2006/relationships/image" Target="../media/image150.png"/><Relationship Id="rId23" Type="http://schemas.openxmlformats.org/officeDocument/2006/relationships/image" Target="../media/image267.png"/><Relationship Id="rId28" Type="http://schemas.openxmlformats.org/officeDocument/2006/relationships/image" Target="../media/image272.png"/><Relationship Id="rId10" Type="http://schemas.openxmlformats.org/officeDocument/2006/relationships/image" Target="../media/image90.png"/><Relationship Id="rId19" Type="http://schemas.openxmlformats.org/officeDocument/2006/relationships/image" Target="../media/image264.png"/><Relationship Id="rId31" Type="http://schemas.openxmlformats.org/officeDocument/2006/relationships/image" Target="../media/image275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149.png"/><Relationship Id="rId22" Type="http://schemas.openxmlformats.org/officeDocument/2006/relationships/image" Target="../media/image266.png"/><Relationship Id="rId27" Type="http://schemas.openxmlformats.org/officeDocument/2006/relationships/image" Target="../media/image271.png"/><Relationship Id="rId30" Type="http://schemas.openxmlformats.org/officeDocument/2006/relationships/image" Target="../media/image274.png"/><Relationship Id="rId8" Type="http://schemas.openxmlformats.org/officeDocument/2006/relationships/image" Target="../media/image8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png"/><Relationship Id="rId13" Type="http://schemas.openxmlformats.org/officeDocument/2006/relationships/image" Target="../media/image290.png"/><Relationship Id="rId18" Type="http://schemas.openxmlformats.org/officeDocument/2006/relationships/image" Target="../media/image295.png"/><Relationship Id="rId3" Type="http://schemas.openxmlformats.org/officeDocument/2006/relationships/image" Target="../media/image280.png"/><Relationship Id="rId21" Type="http://schemas.openxmlformats.org/officeDocument/2006/relationships/image" Target="../media/image298.png"/><Relationship Id="rId7" Type="http://schemas.openxmlformats.org/officeDocument/2006/relationships/image" Target="../media/image284.png"/><Relationship Id="rId12" Type="http://schemas.openxmlformats.org/officeDocument/2006/relationships/image" Target="../media/image289.png"/><Relationship Id="rId17" Type="http://schemas.openxmlformats.org/officeDocument/2006/relationships/image" Target="../media/image294.png"/><Relationship Id="rId2" Type="http://schemas.openxmlformats.org/officeDocument/2006/relationships/image" Target="../media/image279.png"/><Relationship Id="rId16" Type="http://schemas.openxmlformats.org/officeDocument/2006/relationships/image" Target="../media/image293.png"/><Relationship Id="rId20" Type="http://schemas.openxmlformats.org/officeDocument/2006/relationships/image" Target="../media/image2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3.png"/><Relationship Id="rId11" Type="http://schemas.openxmlformats.org/officeDocument/2006/relationships/image" Target="../media/image288.png"/><Relationship Id="rId5" Type="http://schemas.openxmlformats.org/officeDocument/2006/relationships/image" Target="../media/image282.png"/><Relationship Id="rId15" Type="http://schemas.openxmlformats.org/officeDocument/2006/relationships/image" Target="../media/image292.png"/><Relationship Id="rId23" Type="http://schemas.openxmlformats.org/officeDocument/2006/relationships/image" Target="../media/image300.png"/><Relationship Id="rId10" Type="http://schemas.openxmlformats.org/officeDocument/2006/relationships/image" Target="../media/image287.png"/><Relationship Id="rId19" Type="http://schemas.openxmlformats.org/officeDocument/2006/relationships/image" Target="../media/image296.png"/><Relationship Id="rId4" Type="http://schemas.openxmlformats.org/officeDocument/2006/relationships/image" Target="../media/image281.png"/><Relationship Id="rId9" Type="http://schemas.openxmlformats.org/officeDocument/2006/relationships/image" Target="../media/image286.png"/><Relationship Id="rId14" Type="http://schemas.openxmlformats.org/officeDocument/2006/relationships/image" Target="../media/image291.png"/><Relationship Id="rId22" Type="http://schemas.openxmlformats.org/officeDocument/2006/relationships/image" Target="../media/image2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5160" y="2506344"/>
            <a:ext cx="277368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Const</a:t>
            </a:r>
            <a:r>
              <a:rPr spc="-85" dirty="0"/>
              <a:t>r</a:t>
            </a:r>
            <a:r>
              <a:rPr spc="-5" dirty="0"/>
              <a:t>aint</a:t>
            </a:r>
            <a:r>
              <a:rPr dirty="0"/>
              <a:t>s</a:t>
            </a:r>
            <a:r>
              <a:rPr lang="zh-CN" altLang="en-US" dirty="0"/>
              <a:t>约束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20570" y="3821557"/>
            <a:ext cx="5102860" cy="177990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3200" spc="-15" dirty="0">
                <a:latin typeface="Tahoma"/>
                <a:cs typeface="Tahoma"/>
              </a:rPr>
              <a:t>Foreign </a:t>
            </a:r>
            <a:r>
              <a:rPr sz="3200" spc="-25" dirty="0">
                <a:latin typeface="Tahoma"/>
                <a:cs typeface="Tahoma"/>
              </a:rPr>
              <a:t>Keys</a:t>
            </a:r>
            <a:endParaRPr sz="3200">
              <a:latin typeface="Tahoma"/>
              <a:cs typeface="Tahoma"/>
            </a:endParaRPr>
          </a:p>
          <a:p>
            <a:pPr marL="12700" marR="5080" algn="ctr">
              <a:lnSpc>
                <a:spcPct val="119900"/>
              </a:lnSpc>
            </a:pPr>
            <a:r>
              <a:rPr sz="3200" spc="-5" dirty="0">
                <a:latin typeface="Tahoma"/>
                <a:cs typeface="Tahoma"/>
              </a:rPr>
              <a:t>Local and Global </a:t>
            </a:r>
            <a:r>
              <a:rPr sz="3200" spc="-10" dirty="0">
                <a:latin typeface="Tahoma"/>
                <a:cs typeface="Tahoma"/>
              </a:rPr>
              <a:t>Constraints  </a:t>
            </a:r>
            <a:r>
              <a:rPr sz="3200" spc="-40" dirty="0">
                <a:latin typeface="Tahoma"/>
                <a:cs typeface="Tahoma"/>
              </a:rPr>
              <a:t>Triggers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0989" y="829944"/>
            <a:ext cx="6002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Constraints </a:t>
            </a:r>
            <a:r>
              <a:rPr spc="-5" dirty="0"/>
              <a:t>and</a:t>
            </a:r>
            <a:r>
              <a:rPr spc="-70" dirty="0"/>
              <a:t> </a:t>
            </a:r>
            <a:r>
              <a:rPr spc="-55" dirty="0"/>
              <a:t>Triggers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92617"/>
            <a:ext cx="8138159" cy="4079322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253365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lang="en-US" altLang="zh-CN" sz="3600" dirty="0">
                <a:effectLst/>
              </a:rPr>
              <a:t>constraint </a:t>
            </a:r>
            <a:r>
              <a:rPr sz="3350" i="1" spc="-80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relationship among data  elements that the DBMS is </a:t>
            </a:r>
            <a:r>
              <a:rPr sz="3200" spc="-10" dirty="0">
                <a:latin typeface="Tahoma"/>
                <a:cs typeface="Tahoma"/>
              </a:rPr>
              <a:t>required </a:t>
            </a:r>
            <a:r>
              <a:rPr sz="3200" spc="-5" dirty="0">
                <a:latin typeface="Tahoma"/>
                <a:cs typeface="Tahoma"/>
              </a:rPr>
              <a:t>to  </a:t>
            </a:r>
            <a:r>
              <a:rPr sz="3200" spc="-10" dirty="0">
                <a:latin typeface="Tahoma"/>
                <a:cs typeface="Tahoma"/>
              </a:rPr>
              <a:t>enforce.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2800" spc="-5" dirty="0">
                <a:latin typeface="Tahoma"/>
                <a:cs typeface="Tahoma"/>
              </a:rPr>
              <a:t>: </a:t>
            </a:r>
            <a:r>
              <a:rPr sz="2800" spc="-15" dirty="0">
                <a:latin typeface="Tahoma"/>
                <a:cs typeface="Tahoma"/>
              </a:rPr>
              <a:t>key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constraints.</a:t>
            </a:r>
            <a:endParaRPr sz="2800" dirty="0">
              <a:latin typeface="Tahoma"/>
              <a:cs typeface="Tahoma"/>
            </a:endParaRPr>
          </a:p>
          <a:p>
            <a:pPr marL="355600" marR="5080" indent="-342900">
              <a:lnSpc>
                <a:spcPts val="3840"/>
              </a:lnSpc>
              <a:spcBef>
                <a:spcPts val="890"/>
              </a:spcBef>
            </a:pPr>
            <a:r>
              <a:rPr sz="3200" spc="-10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lang="en-US" altLang="zh-CN" sz="3600" dirty="0">
                <a:effectLst/>
              </a:rPr>
              <a:t>Triggers </a:t>
            </a:r>
            <a:r>
              <a:rPr sz="3350" i="1" spc="-1010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only </a:t>
            </a:r>
            <a:r>
              <a:rPr sz="3200" spc="-10" dirty="0">
                <a:latin typeface="Tahoma"/>
                <a:cs typeface="Tahoma"/>
              </a:rPr>
              <a:t>executed </a:t>
            </a:r>
            <a:r>
              <a:rPr sz="3200" spc="-5" dirty="0">
                <a:latin typeface="Tahoma"/>
                <a:cs typeface="Tahoma"/>
              </a:rPr>
              <a:t>when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specified condition occurs, </a:t>
            </a:r>
            <a:r>
              <a:rPr sz="3200" spc="-45" dirty="0">
                <a:latin typeface="Tahoma"/>
                <a:cs typeface="Tahoma"/>
              </a:rPr>
              <a:t>e.g., </a:t>
            </a:r>
            <a:r>
              <a:rPr sz="3200" spc="-5" dirty="0">
                <a:latin typeface="Tahoma"/>
                <a:cs typeface="Tahoma"/>
              </a:rPr>
              <a:t>insertion of 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tuple.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Easier to implement than complex</a:t>
            </a:r>
            <a:r>
              <a:rPr sz="2800" spc="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constraints.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6929" y="829944"/>
            <a:ext cx="4930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Kinds of</a:t>
            </a:r>
            <a:r>
              <a:rPr spc="-75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916556"/>
            <a:ext cx="7697470" cy="4517262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solidFill>
                  <a:srgbClr val="33CC33"/>
                </a:solidFill>
                <a:latin typeface="Tahoma"/>
                <a:cs typeface="Tahoma"/>
              </a:rPr>
              <a:t>Keys</a:t>
            </a:r>
            <a:r>
              <a:rPr sz="3200" spc="-2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solidFill>
                  <a:srgbClr val="33CC33"/>
                </a:solidFill>
                <a:latin typeface="Tahoma"/>
                <a:cs typeface="Tahoma"/>
              </a:rPr>
              <a:t>Foreign-key</a:t>
            </a:r>
            <a:r>
              <a:rPr sz="3200" spc="-15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or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referential-integrity.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solidFill>
                  <a:srgbClr val="33CC33"/>
                </a:solidFill>
                <a:latin typeface="Tahoma"/>
                <a:cs typeface="Tahoma"/>
              </a:rPr>
              <a:t>Value-based</a:t>
            </a:r>
            <a:r>
              <a:rPr sz="3200" spc="-10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constraints.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Constrain </a:t>
            </a:r>
            <a:r>
              <a:rPr sz="2800" spc="-15" dirty="0">
                <a:latin typeface="Tahoma"/>
                <a:cs typeface="Tahoma"/>
              </a:rPr>
              <a:t>values </a:t>
            </a:r>
            <a:r>
              <a:rPr sz="2800" spc="-5" dirty="0">
                <a:latin typeface="Tahoma"/>
                <a:cs typeface="Tahoma"/>
              </a:rPr>
              <a:t>of a particular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attribute.</a:t>
            </a:r>
            <a:endParaRPr sz="28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solidFill>
                  <a:srgbClr val="33CC33"/>
                </a:solidFill>
                <a:latin typeface="Tahoma"/>
                <a:cs typeface="Tahoma"/>
              </a:rPr>
              <a:t>Tuple-based</a:t>
            </a:r>
            <a:r>
              <a:rPr sz="3200" spc="-10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constraints.</a:t>
            </a:r>
            <a:r>
              <a:rPr lang="zh-CN" altLang="en-US" sz="3200" spc="-10" dirty="0">
                <a:latin typeface="Tahoma"/>
                <a:cs typeface="Tahoma"/>
              </a:rPr>
              <a:t>元组约束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Relationship </a:t>
            </a:r>
            <a:r>
              <a:rPr sz="2800" spc="-5" dirty="0">
                <a:latin typeface="Tahoma"/>
                <a:cs typeface="Tahoma"/>
              </a:rPr>
              <a:t>among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components.</a:t>
            </a:r>
            <a:endParaRPr sz="28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Assertions</a:t>
            </a:r>
            <a:r>
              <a:rPr sz="3200" spc="-5" dirty="0">
                <a:latin typeface="Tahoma"/>
                <a:cs typeface="Tahoma"/>
              </a:rPr>
              <a:t>:</a:t>
            </a:r>
            <a:r>
              <a:rPr lang="zh-CN" altLang="en-US" sz="3200" spc="-5" dirty="0">
                <a:latin typeface="Tahoma"/>
                <a:cs typeface="Tahoma"/>
              </a:rPr>
              <a:t>断言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SQL boolean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expression.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6150" y="829944"/>
            <a:ext cx="72523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solidFill>
                  <a:srgbClr val="CC3300"/>
                </a:solidFill>
              </a:rPr>
              <a:t>Review</a:t>
            </a:r>
            <a:r>
              <a:rPr spc="-15" dirty="0"/>
              <a:t>: Single-Attribute</a:t>
            </a:r>
            <a:r>
              <a:rPr spc="-45" dirty="0"/>
              <a:t> </a:t>
            </a:r>
            <a:r>
              <a:rPr spc="-35" dirty="0"/>
              <a:t>Keys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744459" cy="2132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Place </a:t>
            </a:r>
            <a:r>
              <a:rPr sz="3200" spc="-10" dirty="0">
                <a:latin typeface="Tahoma"/>
                <a:cs typeface="Tahoma"/>
              </a:rPr>
              <a:t>PRIMARY </a:t>
            </a:r>
            <a:r>
              <a:rPr sz="3200" spc="-5" dirty="0">
                <a:latin typeface="Tahoma"/>
                <a:cs typeface="Tahoma"/>
              </a:rPr>
              <a:t>KEY or UNIQUE after the  </a:t>
            </a:r>
            <a:r>
              <a:rPr sz="3200" spc="-15" dirty="0">
                <a:latin typeface="Tahoma"/>
                <a:cs typeface="Tahoma"/>
              </a:rPr>
              <a:t>type </a:t>
            </a:r>
            <a:r>
              <a:rPr sz="3200" spc="-5" dirty="0">
                <a:latin typeface="Tahoma"/>
                <a:cs typeface="Tahoma"/>
              </a:rPr>
              <a:t>in the </a:t>
            </a:r>
            <a:r>
              <a:rPr sz="3200" spc="-10" dirty="0">
                <a:latin typeface="Tahoma"/>
                <a:cs typeface="Tahoma"/>
              </a:rPr>
              <a:t>declaration </a:t>
            </a:r>
            <a:r>
              <a:rPr sz="3200" spc="-5" dirty="0">
                <a:latin typeface="Tahoma"/>
                <a:cs typeface="Tahoma"/>
              </a:rPr>
              <a:t>of the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attribute.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CREATE TABLE Beers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(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93339" y="4120007"/>
            <a:ext cx="1001394" cy="119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Courier New"/>
                <a:cs typeface="Courier New"/>
              </a:rPr>
              <a:t>nam</a:t>
            </a:r>
            <a:r>
              <a:rPr sz="3200" dirty="0">
                <a:latin typeface="Courier New"/>
                <a:cs typeface="Courier New"/>
              </a:rPr>
              <a:t>e  </a:t>
            </a:r>
            <a:r>
              <a:rPr sz="3200" spc="-5" dirty="0">
                <a:latin typeface="Courier New"/>
                <a:cs typeface="Courier New"/>
              </a:rPr>
              <a:t>man</a:t>
            </a:r>
            <a:r>
              <a:rPr sz="3200" dirty="0">
                <a:latin typeface="Courier New"/>
                <a:cs typeface="Courier New"/>
              </a:rPr>
              <a:t>f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2140" y="4120007"/>
            <a:ext cx="3927475" cy="119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Courier New"/>
                <a:cs typeface="Courier New"/>
              </a:rPr>
              <a:t>CHAR(20)</a:t>
            </a:r>
            <a:r>
              <a:rPr sz="3200" spc="-5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UNIQUE,  CHAR(20)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8939" y="5386070"/>
            <a:ext cx="5137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ourier New"/>
                <a:cs typeface="Courier New"/>
              </a:rPr>
              <a:t>)</a:t>
            </a:r>
            <a:r>
              <a:rPr sz="3200" dirty="0">
                <a:latin typeface="Courier New"/>
                <a:cs typeface="Courier New"/>
              </a:rPr>
              <a:t>;</a:t>
            </a:r>
            <a:endParaRPr sz="3200">
              <a:latin typeface="Courier New"/>
              <a:cs typeface="Courier New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965ECAC5-F5B9-6C2D-BA55-066D5AE7D7C8}"/>
                  </a:ext>
                </a:extLst>
              </p14:cNvPr>
              <p14:cNvContentPartPr/>
              <p14:nvPr/>
            </p14:nvContentPartPr>
            <p14:xfrm>
              <a:off x="1081179" y="1976245"/>
              <a:ext cx="4294440" cy="64332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965ECAC5-F5B9-6C2D-BA55-066D5AE7D7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7539" y="1868245"/>
                <a:ext cx="4402080" cy="85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5EFA706B-F40F-9892-2E6A-97E6A76D25F6}"/>
                  </a:ext>
                </a:extLst>
              </p14:cNvPr>
              <p14:cNvContentPartPr/>
              <p14:nvPr/>
            </p14:nvContentPartPr>
            <p14:xfrm>
              <a:off x="3886200" y="2297905"/>
              <a:ext cx="2667960" cy="885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5EFA706B-F40F-9892-2E6A-97E6A76D25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2560" y="2190265"/>
                <a:ext cx="2775600" cy="304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2230" y="829944"/>
            <a:ext cx="6479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solidFill>
                  <a:srgbClr val="CC3300"/>
                </a:solidFill>
              </a:rPr>
              <a:t>Review</a:t>
            </a:r>
            <a:r>
              <a:rPr spc="-15" dirty="0"/>
              <a:t>: </a:t>
            </a:r>
            <a:r>
              <a:rPr spc="-5" dirty="0"/>
              <a:t>Multiattribute</a:t>
            </a:r>
            <a:r>
              <a:rPr spc="-70" dirty="0"/>
              <a:t> </a:t>
            </a:r>
            <a:r>
              <a:rPr spc="-45" dirty="0"/>
              <a:t>Key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62022"/>
            <a:ext cx="7898130" cy="9817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50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The bar and beer together </a:t>
            </a:r>
            <a:r>
              <a:rPr sz="2800" spc="-10" dirty="0">
                <a:latin typeface="Tahoma"/>
                <a:cs typeface="Tahoma"/>
              </a:rPr>
              <a:t>are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5" dirty="0">
                <a:latin typeface="Tahoma"/>
                <a:cs typeface="Tahoma"/>
              </a:rPr>
              <a:t>key for</a:t>
            </a:r>
            <a:r>
              <a:rPr sz="2800" spc="9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Sells:</a:t>
            </a:r>
            <a:endParaRPr sz="2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405"/>
              </a:spcBef>
            </a:pPr>
            <a:r>
              <a:rPr sz="2800" spc="-5" dirty="0">
                <a:latin typeface="Courier New"/>
                <a:cs typeface="Courier New"/>
              </a:rPr>
              <a:t>CREATE TABLE Sells (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739" y="2918332"/>
            <a:ext cx="1092200" cy="1560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2800" spc="-5" dirty="0">
                <a:latin typeface="Courier New"/>
                <a:cs typeface="Courier New"/>
              </a:rPr>
              <a:t>bar  beer  price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3540" y="2918332"/>
            <a:ext cx="2585720" cy="1560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2800" spc="-5" dirty="0">
                <a:latin typeface="Courier New"/>
                <a:cs typeface="Courier New"/>
              </a:rPr>
              <a:t>CHAR(20),  VARCHAR(20),  REAL,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0339" y="4453763"/>
            <a:ext cx="5847080" cy="10490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926465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Courier New"/>
                <a:cs typeface="Courier New"/>
              </a:rPr>
              <a:t>PRIMARY KEY (bar,</a:t>
            </a:r>
            <a:r>
              <a:rPr sz="2800" spc="-5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beer)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ourier New"/>
                <a:cs typeface="Courier New"/>
              </a:rPr>
              <a:t>);</a:t>
            </a:r>
            <a:endParaRPr sz="2800">
              <a:latin typeface="Courier New"/>
              <a:cs typeface="Courier New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EAE0B16B-6698-C700-051C-50FBD6C5B266}"/>
                  </a:ext>
                </a:extLst>
              </p14:cNvPr>
              <p14:cNvContentPartPr/>
              <p14:nvPr/>
            </p14:nvContentPartPr>
            <p14:xfrm>
              <a:off x="2492019" y="4579045"/>
              <a:ext cx="4641480" cy="28080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EAE0B16B-6698-C700-051C-50FBD6C5B2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8379" y="4471045"/>
                <a:ext cx="4749120" cy="49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4025" y="829944"/>
            <a:ext cx="31565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Foreign</a:t>
            </a:r>
            <a:r>
              <a:rPr spc="-60" dirty="0"/>
              <a:t> </a:t>
            </a:r>
            <a:r>
              <a:rPr spc="-35" dirty="0"/>
              <a:t>Keys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2012949"/>
            <a:ext cx="7522209" cy="3049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Values </a:t>
            </a:r>
            <a:r>
              <a:rPr sz="3200" spc="-5" dirty="0">
                <a:latin typeface="Tahoma"/>
                <a:cs typeface="Tahoma"/>
              </a:rPr>
              <a:t>appearing in attributes of one  relation must appear together in certain  attributes of another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relation.</a:t>
            </a:r>
            <a:endParaRPr sz="3200" dirty="0">
              <a:latin typeface="Tahoma"/>
              <a:cs typeface="Tahoma"/>
            </a:endParaRPr>
          </a:p>
          <a:p>
            <a:pPr marL="355600" marR="34226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in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, </a:t>
            </a:r>
            <a:r>
              <a:rPr sz="3200" dirty="0">
                <a:latin typeface="Tahoma"/>
                <a:cs typeface="Tahoma"/>
              </a:rPr>
              <a:t>we  </a:t>
            </a:r>
            <a:r>
              <a:rPr sz="3200" spc="-5" dirty="0">
                <a:latin typeface="Tahoma"/>
                <a:cs typeface="Tahoma"/>
              </a:rPr>
              <a:t>might expect that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beer </a:t>
            </a:r>
            <a:r>
              <a:rPr sz="3200" spc="-15" dirty="0">
                <a:latin typeface="Tahoma"/>
                <a:cs typeface="Tahoma"/>
              </a:rPr>
              <a:t>value </a:t>
            </a:r>
            <a:r>
              <a:rPr sz="3200" spc="-5" dirty="0">
                <a:latin typeface="Tahoma"/>
                <a:cs typeface="Tahoma"/>
              </a:rPr>
              <a:t>also  appears in </a:t>
            </a:r>
            <a:r>
              <a:rPr sz="3200" dirty="0">
                <a:latin typeface="Tahoma"/>
                <a:cs typeface="Tahoma"/>
              </a:rPr>
              <a:t>Beers.name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7500" y="829944"/>
            <a:ext cx="59696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Expressing </a:t>
            </a:r>
            <a:r>
              <a:rPr spc="-25" dirty="0"/>
              <a:t>Foreign</a:t>
            </a:r>
            <a:r>
              <a:rPr spc="-60" dirty="0"/>
              <a:t> </a:t>
            </a:r>
            <a:r>
              <a:rPr spc="-35" dirty="0"/>
              <a:t>Keys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1914795"/>
            <a:ext cx="8103870" cy="387794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Use </a:t>
            </a:r>
            <a:r>
              <a:rPr sz="3200" spc="-10" dirty="0">
                <a:latin typeface="Tahoma"/>
                <a:cs typeface="Tahoma"/>
              </a:rPr>
              <a:t>keyword </a:t>
            </a:r>
            <a:r>
              <a:rPr sz="3200" spc="-5" dirty="0">
                <a:latin typeface="Tahoma"/>
                <a:cs typeface="Tahoma"/>
              </a:rPr>
              <a:t>REFERENCES,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either:</a:t>
            </a:r>
            <a:endParaRPr sz="320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After an attribute </a:t>
            </a:r>
            <a:r>
              <a:rPr sz="2800" spc="-10" dirty="0">
                <a:latin typeface="Tahoma"/>
                <a:cs typeface="Tahoma"/>
              </a:rPr>
              <a:t>(for one-attribute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keys).</a:t>
            </a:r>
            <a:endParaRPr sz="280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As an element of the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schema:</a:t>
            </a:r>
            <a:endParaRPr sz="2800">
              <a:latin typeface="Tahoma"/>
              <a:cs typeface="Tahoma"/>
            </a:endParaRPr>
          </a:p>
          <a:p>
            <a:pPr marL="927100" marR="5080" indent="-304800">
              <a:lnSpc>
                <a:spcPts val="4600"/>
              </a:lnSpc>
              <a:spcBef>
                <a:spcPts val="275"/>
              </a:spcBef>
            </a:pPr>
            <a:r>
              <a:rPr sz="3200" spc="-5" dirty="0">
                <a:latin typeface="Tahoma"/>
                <a:cs typeface="Tahoma"/>
              </a:rPr>
              <a:t>FOREIGN KEY (&lt;list of attributes&gt;)  REFERENCES &lt;relation&gt;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(&lt;attributes&gt;)</a:t>
            </a:r>
            <a:endParaRPr sz="3200">
              <a:latin typeface="Tahoma"/>
              <a:cs typeface="Tahoma"/>
            </a:endParaRPr>
          </a:p>
          <a:p>
            <a:pPr marL="622300" marR="412750" indent="-609600">
              <a:lnSpc>
                <a:spcPct val="10000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15" dirty="0">
                <a:latin typeface="Tahoma"/>
                <a:cs typeface="Tahoma"/>
              </a:rPr>
              <a:t>Referenced </a:t>
            </a:r>
            <a:r>
              <a:rPr sz="3200" spc="-5" dirty="0">
                <a:latin typeface="Tahoma"/>
                <a:cs typeface="Tahoma"/>
              </a:rPr>
              <a:t>attributes must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declared  </a:t>
            </a:r>
            <a:r>
              <a:rPr sz="3200" spc="-10" dirty="0">
                <a:latin typeface="Tahoma"/>
                <a:cs typeface="Tahoma"/>
              </a:rPr>
              <a:t>PRIMARY </a:t>
            </a:r>
            <a:r>
              <a:rPr sz="3200" spc="-5" dirty="0">
                <a:latin typeface="Tahoma"/>
                <a:cs typeface="Tahoma"/>
              </a:rPr>
              <a:t>KEY or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UNIQUE.</a:t>
            </a:r>
            <a:endParaRPr sz="320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7FC82AA7-1B6B-E288-7EB2-192490637CFB}"/>
                  </a:ext>
                </a:extLst>
              </p14:cNvPr>
              <p14:cNvContentPartPr/>
              <p14:nvPr/>
            </p14:nvContentPartPr>
            <p14:xfrm>
              <a:off x="1102419" y="3764365"/>
              <a:ext cx="6099120" cy="24624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7FC82AA7-1B6B-E288-7EB2-192490637C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8779" y="3656365"/>
                <a:ext cx="620676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81C38063-95E6-1B4F-478F-0D5DB9F25854}"/>
                  </a:ext>
                </a:extLst>
              </p14:cNvPr>
              <p14:cNvContentPartPr/>
              <p14:nvPr/>
            </p14:nvContentPartPr>
            <p14:xfrm>
              <a:off x="1398339" y="4359445"/>
              <a:ext cx="6864120" cy="1483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1C38063-95E6-1B4F-478F-0D5DB9F258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4339" y="4251805"/>
                <a:ext cx="6971760" cy="36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3535" y="829944"/>
            <a:ext cx="59169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dirty="0"/>
              <a:t>With</a:t>
            </a:r>
            <a:r>
              <a:rPr spc="-35" dirty="0"/>
              <a:t> </a:t>
            </a:r>
            <a:r>
              <a:rPr spc="-15" dirty="0"/>
              <a:t>Attribute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967864"/>
            <a:ext cx="42926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ourier New"/>
                <a:cs typeface="Courier New"/>
              </a:rPr>
              <a:t>CREATE TABLE Beers</a:t>
            </a:r>
            <a:r>
              <a:rPr sz="2800" spc="-5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(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240" y="2406523"/>
            <a:ext cx="878840" cy="104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2800" spc="-5" dirty="0">
                <a:latin typeface="Courier New"/>
                <a:cs typeface="Courier New"/>
              </a:rPr>
              <a:t>name  manf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6139" y="2406523"/>
            <a:ext cx="4505960" cy="104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2800" spc="-5" dirty="0">
                <a:latin typeface="Courier New"/>
                <a:cs typeface="Courier New"/>
              </a:rPr>
              <a:t>CHAR(20) PRIMARY</a:t>
            </a:r>
            <a:r>
              <a:rPr sz="2800" spc="-6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KEY,  CHAR(20)</a:t>
            </a:r>
            <a:r>
              <a:rPr sz="2800" spc="-1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);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3503295"/>
            <a:ext cx="42926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ourier New"/>
                <a:cs typeface="Courier New"/>
              </a:rPr>
              <a:t>CREATE TABLE Sells</a:t>
            </a:r>
            <a:r>
              <a:rPr sz="2800" spc="-5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(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0240" y="3941953"/>
            <a:ext cx="1092200" cy="1560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2800" spc="-5" dirty="0">
                <a:latin typeface="Courier New"/>
                <a:cs typeface="Courier New"/>
              </a:rPr>
              <a:t>bar  beer  price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6139" y="3941953"/>
            <a:ext cx="6852920" cy="156083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Courier New"/>
                <a:cs typeface="Courier New"/>
              </a:rPr>
              <a:t>CHAR(20),</a:t>
            </a:r>
            <a:endParaRPr sz="2800">
              <a:latin typeface="Courier New"/>
              <a:cs typeface="Courier New"/>
            </a:endParaRPr>
          </a:p>
          <a:p>
            <a:pPr marL="12700" marR="5080">
              <a:lnSpc>
                <a:spcPct val="119900"/>
              </a:lnSpc>
            </a:pPr>
            <a:r>
              <a:rPr sz="2800" spc="-5" dirty="0">
                <a:latin typeface="Courier New"/>
                <a:cs typeface="Courier New"/>
              </a:rPr>
              <a:t>CHAR(20) REFERENCES Beers(name),  REAL );</a:t>
            </a:r>
            <a:endParaRPr sz="2800">
              <a:latin typeface="Courier New"/>
              <a:cs typeface="Courier New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08E83C0A-9772-D459-8E40-D077208585E3}"/>
                  </a:ext>
                </a:extLst>
              </p14:cNvPr>
              <p14:cNvContentPartPr/>
              <p14:nvPr/>
            </p14:nvContentPartPr>
            <p14:xfrm>
              <a:off x="4096758" y="4678306"/>
              <a:ext cx="4515480" cy="30384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08E83C0A-9772-D459-8E40-D077208585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43118" y="4570666"/>
                <a:ext cx="4623120" cy="51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819" y="677544"/>
            <a:ext cx="73507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dirty="0"/>
              <a:t>As </a:t>
            </a:r>
            <a:r>
              <a:rPr spc="-5" dirty="0"/>
              <a:t>Schema</a:t>
            </a:r>
            <a:r>
              <a:rPr spc="-35" dirty="0"/>
              <a:t> </a:t>
            </a:r>
            <a:r>
              <a:rPr spc="-5" dirty="0"/>
              <a:t>Element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703705"/>
            <a:ext cx="42926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ourier New"/>
                <a:cs typeface="Courier New"/>
              </a:rPr>
              <a:t>CREATE TABLE Beers</a:t>
            </a:r>
            <a:r>
              <a:rPr sz="2800" spc="-5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(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240" y="2142363"/>
            <a:ext cx="878840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100"/>
              </a:spcBef>
            </a:pPr>
            <a:r>
              <a:rPr sz="2800" spc="-5" dirty="0">
                <a:latin typeface="Courier New"/>
                <a:cs typeface="Courier New"/>
              </a:rPr>
              <a:t>name  manf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6139" y="2142363"/>
            <a:ext cx="4505960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100"/>
              </a:spcBef>
            </a:pPr>
            <a:r>
              <a:rPr sz="2800" spc="-5" dirty="0">
                <a:latin typeface="Courier New"/>
                <a:cs typeface="Courier New"/>
              </a:rPr>
              <a:t>CHAR(20) PRIMARY</a:t>
            </a:r>
            <a:r>
              <a:rPr sz="2800" spc="-6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KEY,  CHAR(20)</a:t>
            </a:r>
            <a:r>
              <a:rPr sz="2800" spc="-1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);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3109594"/>
            <a:ext cx="42926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ourier New"/>
                <a:cs typeface="Courier New"/>
              </a:rPr>
              <a:t>CREATE TABLE Sells</a:t>
            </a:r>
            <a:r>
              <a:rPr sz="2800" spc="-5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(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0240" y="3548252"/>
            <a:ext cx="1092200" cy="1431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100"/>
              </a:spcBef>
            </a:pPr>
            <a:r>
              <a:rPr sz="2800" spc="-5" dirty="0">
                <a:latin typeface="Courier New"/>
                <a:cs typeface="Courier New"/>
              </a:rPr>
              <a:t>bar  beer  price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6139" y="3548252"/>
            <a:ext cx="1945639" cy="14312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800" spc="-5" dirty="0">
                <a:latin typeface="Courier New"/>
                <a:cs typeface="Courier New"/>
              </a:rPr>
              <a:t>CHAR(20),</a:t>
            </a:r>
            <a:endParaRPr sz="2800">
              <a:latin typeface="Courier New"/>
              <a:cs typeface="Courier New"/>
            </a:endParaRPr>
          </a:p>
          <a:p>
            <a:pPr marL="12700" marR="5080">
              <a:lnSpc>
                <a:spcPct val="109800"/>
              </a:lnSpc>
            </a:pPr>
            <a:r>
              <a:rPr sz="2800" spc="-5" dirty="0">
                <a:latin typeface="Courier New"/>
                <a:cs typeface="Courier New"/>
              </a:rPr>
              <a:t>CHAR(20),  REAL,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0240" y="4996815"/>
            <a:ext cx="5999480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sz="2800" spc="-5" dirty="0">
                <a:latin typeface="Courier New"/>
                <a:cs typeface="Courier New"/>
              </a:rPr>
              <a:t>FOREIGN KEY(beer)</a:t>
            </a:r>
            <a:r>
              <a:rPr sz="2800" spc="-4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REFERENCES</a:t>
            </a:r>
            <a:endParaRPr sz="2800">
              <a:latin typeface="Courier New"/>
              <a:cs typeface="Courier New"/>
            </a:endParaRPr>
          </a:p>
          <a:p>
            <a:pPr marL="584200">
              <a:lnSpc>
                <a:spcPts val="3190"/>
              </a:lnSpc>
            </a:pPr>
            <a:r>
              <a:rPr sz="2800" spc="-5" dirty="0">
                <a:latin typeface="Courier New"/>
                <a:cs typeface="Courier New"/>
              </a:rPr>
              <a:t>Beers(name));</a:t>
            </a:r>
            <a:endParaRPr sz="2800">
              <a:latin typeface="Courier New"/>
              <a:cs typeface="Courier New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4AF0EE28-F941-D230-F1E0-9AA2782F970A}"/>
                  </a:ext>
                </a:extLst>
              </p14:cNvPr>
              <p14:cNvContentPartPr/>
              <p14:nvPr/>
            </p14:nvContentPartPr>
            <p14:xfrm>
              <a:off x="735219" y="5152885"/>
              <a:ext cx="5551560" cy="58824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4AF0EE28-F941-D230-F1E0-9AA2782F97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1219" y="5044885"/>
                <a:ext cx="5659200" cy="803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425" y="829944"/>
            <a:ext cx="83375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Enforcing </a:t>
            </a:r>
            <a:r>
              <a:rPr spc="-30" dirty="0"/>
              <a:t>Foreign-Key</a:t>
            </a:r>
            <a:r>
              <a:rPr spc="-45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058025" cy="336994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622300" marR="315595" indent="-609600" algn="just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Font typeface="Wingdings"/>
              <a:buChar char=""/>
              <a:tabLst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If there 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foreign-key constraint  from </a:t>
            </a:r>
            <a:r>
              <a:rPr sz="3200" spc="-5" dirty="0">
                <a:latin typeface="Tahoma"/>
                <a:cs typeface="Tahoma"/>
              </a:rPr>
              <a:t>relation </a:t>
            </a:r>
            <a:r>
              <a:rPr sz="3350" i="1" spc="-9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to relation </a:t>
            </a:r>
            <a:r>
              <a:rPr sz="3350" i="1" spc="-555" dirty="0">
                <a:latin typeface="Tahoma"/>
                <a:cs typeface="Tahoma"/>
              </a:rPr>
              <a:t>S</a:t>
            </a:r>
            <a:r>
              <a:rPr sz="3200" spc="-555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two  violations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possible:</a:t>
            </a:r>
            <a:endParaRPr sz="3200" dirty="0">
              <a:latin typeface="Tahoma"/>
              <a:cs typeface="Tahoma"/>
            </a:endParaRPr>
          </a:p>
          <a:p>
            <a:pPr marL="1002665" marR="423545" lvl="1" indent="-533400">
              <a:lnSpc>
                <a:spcPts val="3360"/>
              </a:lnSpc>
              <a:spcBef>
                <a:spcPts val="655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An insert or update to </a:t>
            </a:r>
            <a:r>
              <a:rPr sz="2900" i="1" spc="-70" dirty="0">
                <a:latin typeface="Tahoma"/>
                <a:cs typeface="Tahoma"/>
              </a:rPr>
              <a:t>R </a:t>
            </a:r>
            <a:r>
              <a:rPr sz="2800" spc="-5" dirty="0">
                <a:latin typeface="Tahoma"/>
                <a:cs typeface="Tahoma"/>
              </a:rPr>
              <a:t>introduces  </a:t>
            </a:r>
            <a:r>
              <a:rPr sz="2800" spc="-15" dirty="0">
                <a:latin typeface="Tahoma"/>
                <a:cs typeface="Tahoma"/>
              </a:rPr>
              <a:t>values </a:t>
            </a:r>
            <a:r>
              <a:rPr sz="2800" spc="-5" dirty="0">
                <a:latin typeface="Tahoma"/>
                <a:cs typeface="Tahoma"/>
              </a:rPr>
              <a:t>not </a:t>
            </a:r>
            <a:r>
              <a:rPr sz="2800" spc="-10" dirty="0">
                <a:latin typeface="Tahoma"/>
                <a:cs typeface="Tahoma"/>
              </a:rPr>
              <a:t>found </a:t>
            </a:r>
            <a:r>
              <a:rPr sz="2800" spc="-5" dirty="0">
                <a:latin typeface="Tahoma"/>
                <a:cs typeface="Tahoma"/>
              </a:rPr>
              <a:t>in</a:t>
            </a:r>
            <a:r>
              <a:rPr sz="2800" spc="-160" dirty="0">
                <a:latin typeface="Tahoma"/>
                <a:cs typeface="Tahoma"/>
              </a:rPr>
              <a:t> </a:t>
            </a:r>
            <a:r>
              <a:rPr sz="2900" i="1" spc="-480" dirty="0">
                <a:latin typeface="Tahoma"/>
                <a:cs typeface="Tahoma"/>
              </a:rPr>
              <a:t>S</a:t>
            </a:r>
            <a:r>
              <a:rPr sz="2800" spc="-48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1002665" marR="5080" lvl="1" indent="-533400">
              <a:lnSpc>
                <a:spcPts val="336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A deletion or update to S causes some  tuples of </a:t>
            </a:r>
            <a:r>
              <a:rPr sz="2900" i="1" spc="-70" dirty="0">
                <a:latin typeface="Tahoma"/>
                <a:cs typeface="Tahoma"/>
              </a:rPr>
              <a:t>R </a:t>
            </a:r>
            <a:r>
              <a:rPr sz="2800" spc="-5" dirty="0">
                <a:latin typeface="Tahoma"/>
                <a:cs typeface="Tahoma"/>
              </a:rPr>
              <a:t>to</a:t>
            </a:r>
            <a:r>
              <a:rPr sz="2800" spc="-160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“dangle.”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1839" y="829944"/>
            <a:ext cx="5100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Actions </a:t>
            </a:r>
            <a:r>
              <a:rPr spc="-110" dirty="0"/>
              <a:t>Taken </a:t>
            </a:r>
            <a:r>
              <a:rPr spc="-5" dirty="0"/>
              <a:t>---</a:t>
            </a:r>
            <a:r>
              <a:rPr spc="55" dirty="0"/>
              <a:t> </a:t>
            </a:r>
            <a:r>
              <a:rPr spc="-5" dirty="0"/>
              <a:t>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895678"/>
            <a:ext cx="7573009" cy="423926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suppose </a:t>
            </a:r>
            <a:r>
              <a:rPr sz="3350" i="1" spc="-65" dirty="0">
                <a:latin typeface="Tahoma"/>
                <a:cs typeface="Tahoma"/>
              </a:rPr>
              <a:t>R</a:t>
            </a:r>
            <a:r>
              <a:rPr sz="3200" spc="-65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Sells, </a:t>
            </a:r>
            <a:r>
              <a:rPr sz="3350" i="1" spc="-55" dirty="0">
                <a:latin typeface="Tahoma"/>
                <a:cs typeface="Tahoma"/>
              </a:rPr>
              <a:t>S</a:t>
            </a:r>
            <a:r>
              <a:rPr sz="3200" spc="-55" dirty="0">
                <a:latin typeface="Tahoma"/>
                <a:cs typeface="Tahoma"/>
              </a:rPr>
              <a:t>=</a:t>
            </a:r>
            <a:r>
              <a:rPr sz="3200" spc="-3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Beers.</a:t>
            </a:r>
          </a:p>
          <a:p>
            <a:pPr marL="355600" marR="304800" indent="-342900">
              <a:lnSpc>
                <a:spcPct val="100000"/>
              </a:lnSpc>
              <a:spcBef>
                <a:spcPts val="73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insert or update to 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Sells </a:t>
            </a:r>
            <a:r>
              <a:rPr sz="3200" spc="-5" dirty="0">
                <a:latin typeface="Tahoma"/>
                <a:cs typeface="Tahoma"/>
              </a:rPr>
              <a:t>that  introduces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nonexistent beer must </a:t>
            </a:r>
            <a:r>
              <a:rPr sz="3200" dirty="0">
                <a:latin typeface="Tahoma"/>
                <a:cs typeface="Tahoma"/>
              </a:rPr>
              <a:t>be  </a:t>
            </a:r>
            <a:r>
              <a:rPr sz="3200" spc="-5" dirty="0">
                <a:latin typeface="Tahoma"/>
                <a:cs typeface="Tahoma"/>
              </a:rPr>
              <a:t>rejected.</a:t>
            </a:r>
            <a:endParaRPr sz="3200" dirty="0">
              <a:latin typeface="Tahoma"/>
              <a:cs typeface="Tahoma"/>
            </a:endParaRPr>
          </a:p>
          <a:p>
            <a:pPr marL="355600" marR="34099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deletion or update to 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Beers </a:t>
            </a:r>
            <a:r>
              <a:rPr sz="3200" spc="-5" dirty="0">
                <a:latin typeface="Tahoma"/>
                <a:cs typeface="Tahoma"/>
              </a:rPr>
              <a:t>that  </a:t>
            </a:r>
            <a:r>
              <a:rPr sz="3200" spc="-15" dirty="0">
                <a:latin typeface="Tahoma"/>
                <a:cs typeface="Tahoma"/>
              </a:rPr>
              <a:t>removes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beer </a:t>
            </a:r>
            <a:r>
              <a:rPr sz="3200" spc="-15" dirty="0">
                <a:latin typeface="Tahoma"/>
                <a:cs typeface="Tahoma"/>
              </a:rPr>
              <a:t>value </a:t>
            </a:r>
            <a:r>
              <a:rPr sz="3200" spc="-10" dirty="0">
                <a:latin typeface="Tahoma"/>
                <a:cs typeface="Tahoma"/>
              </a:rPr>
              <a:t>found </a:t>
            </a:r>
            <a:r>
              <a:rPr sz="3200" spc="-5" dirty="0">
                <a:latin typeface="Tahoma"/>
                <a:cs typeface="Tahoma"/>
              </a:rPr>
              <a:t>in some  tuples of 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Sells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handled in three  </a:t>
            </a:r>
            <a:r>
              <a:rPr sz="3200" spc="-15" dirty="0">
                <a:latin typeface="Tahoma"/>
                <a:cs typeface="Tahoma"/>
              </a:rPr>
              <a:t>ways </a:t>
            </a:r>
            <a:r>
              <a:rPr sz="3200" spc="-5" dirty="0">
                <a:latin typeface="Tahoma"/>
                <a:cs typeface="Tahoma"/>
              </a:rPr>
              <a:t>(next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slide).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1839" y="829944"/>
            <a:ext cx="5100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Actions </a:t>
            </a:r>
            <a:r>
              <a:rPr spc="-110" dirty="0"/>
              <a:t>Taken </a:t>
            </a:r>
            <a:r>
              <a:rPr spc="-5" dirty="0"/>
              <a:t>---</a:t>
            </a:r>
            <a:r>
              <a:rPr spc="55" dirty="0"/>
              <a:t> </a:t>
            </a:r>
            <a:r>
              <a:rPr spc="-5"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10735" y="1920623"/>
            <a:ext cx="7387590" cy="3377848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648970" indent="-636905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AutoNum type="arabicPeriod"/>
              <a:tabLst>
                <a:tab pos="649605" algn="l"/>
              </a:tabLst>
            </a:pPr>
            <a:r>
              <a:rPr lang="en-US" altLang="zh-CN" sz="3600" dirty="0">
                <a:effectLst/>
              </a:rPr>
              <a:t>Default</a:t>
            </a:r>
            <a:r>
              <a:rPr sz="3200" spc="-905" dirty="0">
                <a:latin typeface="Tahoma"/>
                <a:cs typeface="Tahoma"/>
              </a:rPr>
              <a:t>: </a:t>
            </a:r>
            <a:r>
              <a:rPr sz="3200" spc="-15" dirty="0">
                <a:latin typeface="Tahoma"/>
                <a:cs typeface="Tahoma"/>
              </a:rPr>
              <a:t>Reject </a:t>
            </a:r>
            <a:r>
              <a:rPr sz="3200" spc="-5" dirty="0">
                <a:latin typeface="Tahoma"/>
                <a:cs typeface="Tahoma"/>
              </a:rPr>
              <a:t>the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modification.</a:t>
            </a:r>
            <a:endParaRPr sz="3200" dirty="0">
              <a:latin typeface="Tahoma"/>
              <a:cs typeface="Tahoma"/>
            </a:endParaRPr>
          </a:p>
          <a:p>
            <a:pPr marL="649605" marR="59055" indent="-649605">
              <a:lnSpc>
                <a:spcPts val="3840"/>
              </a:lnSpc>
              <a:spcBef>
                <a:spcPts val="865"/>
              </a:spcBef>
              <a:buClr>
                <a:srgbClr val="CC00CC"/>
              </a:buClr>
              <a:buAutoNum type="arabicPeriod"/>
              <a:tabLst>
                <a:tab pos="649605" algn="l"/>
              </a:tabLst>
            </a:pPr>
            <a:r>
              <a:rPr lang="en-US" altLang="zh-CN" sz="3600" dirty="0">
                <a:effectLst/>
              </a:rPr>
              <a:t>Cascade</a:t>
            </a:r>
            <a:r>
              <a:rPr lang="zh-CN" altLang="en-US" sz="3600" dirty="0">
                <a:effectLst/>
              </a:rPr>
              <a:t>级联</a:t>
            </a:r>
            <a:r>
              <a:rPr sz="3200" spc="-1005" dirty="0">
                <a:latin typeface="Tahoma"/>
                <a:cs typeface="Tahoma"/>
              </a:rPr>
              <a:t>:</a:t>
            </a:r>
            <a:r>
              <a:rPr sz="3200" spc="-10" dirty="0">
                <a:latin typeface="Tahoma"/>
                <a:cs typeface="Tahoma"/>
              </a:rPr>
              <a:t> Make </a:t>
            </a:r>
            <a:r>
              <a:rPr sz="3200" spc="-5" dirty="0">
                <a:latin typeface="Tahoma"/>
                <a:cs typeface="Tahoma"/>
              </a:rPr>
              <a:t>the same changes in  Sells.</a:t>
            </a:r>
            <a:endParaRPr sz="3200" dirty="0">
              <a:latin typeface="Tahoma"/>
              <a:cs typeface="Tahoma"/>
            </a:endParaRPr>
          </a:p>
          <a:p>
            <a:pPr marL="1056640" lvl="1" indent="-534035">
              <a:lnSpc>
                <a:spcPct val="100000"/>
              </a:lnSpc>
              <a:spcBef>
                <a:spcPts val="540"/>
              </a:spcBef>
              <a:buClr>
                <a:srgbClr val="CC00CC"/>
              </a:buClr>
              <a:buFont typeface="Wingdings"/>
              <a:buChar char=""/>
              <a:tabLst>
                <a:tab pos="1056640" algn="l"/>
                <a:tab pos="1057275" algn="l"/>
              </a:tabLst>
            </a:pPr>
            <a:r>
              <a:rPr sz="2800" spc="-5" dirty="0">
                <a:solidFill>
                  <a:srgbClr val="CC3300"/>
                </a:solidFill>
                <a:latin typeface="Tahoma"/>
                <a:cs typeface="Tahoma"/>
              </a:rPr>
              <a:t>Deleted beer</a:t>
            </a:r>
            <a:r>
              <a:rPr sz="2800" spc="-5" dirty="0">
                <a:latin typeface="Tahoma"/>
                <a:cs typeface="Tahoma"/>
              </a:rPr>
              <a:t>: delete </a:t>
            </a:r>
            <a:r>
              <a:rPr sz="2800" dirty="0">
                <a:latin typeface="Tahoma"/>
                <a:cs typeface="Tahoma"/>
              </a:rPr>
              <a:t>Sells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tuple.</a:t>
            </a:r>
            <a:endParaRPr sz="2800" dirty="0">
              <a:latin typeface="Tahoma"/>
              <a:cs typeface="Tahoma"/>
            </a:endParaRPr>
          </a:p>
          <a:p>
            <a:pPr marL="1056640" lvl="1" indent="-534035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1056640" algn="l"/>
                <a:tab pos="1057275" algn="l"/>
              </a:tabLst>
            </a:pPr>
            <a:r>
              <a:rPr sz="2800" spc="-5" dirty="0">
                <a:solidFill>
                  <a:srgbClr val="CC3300"/>
                </a:solidFill>
                <a:latin typeface="Tahoma"/>
                <a:cs typeface="Tahoma"/>
              </a:rPr>
              <a:t>Updated beer</a:t>
            </a:r>
            <a:r>
              <a:rPr sz="2800" spc="-5" dirty="0">
                <a:latin typeface="Tahoma"/>
                <a:cs typeface="Tahoma"/>
              </a:rPr>
              <a:t>: change </a:t>
            </a:r>
            <a:r>
              <a:rPr sz="2800" spc="-15" dirty="0">
                <a:latin typeface="Tahoma"/>
                <a:cs typeface="Tahoma"/>
              </a:rPr>
              <a:t>value </a:t>
            </a:r>
            <a:r>
              <a:rPr sz="2800" spc="-5" dirty="0">
                <a:latin typeface="Tahoma"/>
                <a:cs typeface="Tahoma"/>
              </a:rPr>
              <a:t>in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Sells.</a:t>
            </a:r>
            <a:endParaRPr sz="2800" dirty="0">
              <a:latin typeface="Tahoma"/>
              <a:cs typeface="Tahoma"/>
            </a:endParaRPr>
          </a:p>
          <a:p>
            <a:pPr marL="648970" indent="-636905">
              <a:lnSpc>
                <a:spcPct val="100000"/>
              </a:lnSpc>
              <a:spcBef>
                <a:spcPts val="615"/>
              </a:spcBef>
              <a:buClr>
                <a:srgbClr val="CC00CC"/>
              </a:buClr>
              <a:buAutoNum type="arabicPeriod"/>
              <a:tabLst>
                <a:tab pos="649605" algn="l"/>
              </a:tabLst>
            </a:pPr>
            <a:r>
              <a:rPr lang="en-US" altLang="zh-CN" sz="3600" dirty="0" err="1">
                <a:effectLst/>
              </a:rPr>
              <a:t>SetNULL</a:t>
            </a:r>
            <a:r>
              <a:rPr sz="3200" spc="-880" dirty="0">
                <a:latin typeface="Tahoma"/>
                <a:cs typeface="Tahoma"/>
              </a:rPr>
              <a:t>: </a:t>
            </a:r>
            <a:r>
              <a:rPr sz="3200" spc="-5" dirty="0">
                <a:latin typeface="Tahoma"/>
                <a:cs typeface="Tahoma"/>
              </a:rPr>
              <a:t>Change the beer to</a:t>
            </a:r>
            <a:r>
              <a:rPr sz="3200" spc="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NULL.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4892" y="565042"/>
            <a:ext cx="451421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5" dirty="0"/>
              <a:t> </a:t>
            </a:r>
            <a:r>
              <a:rPr spc="-5" dirty="0"/>
              <a:t>Cascade</a:t>
            </a:r>
            <a:r>
              <a:rPr lang="zh-CN" altLang="en-US" spc="-5" dirty="0"/>
              <a:t>级联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545070" cy="356171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Delete the </a:t>
            </a:r>
            <a:r>
              <a:rPr sz="3200" dirty="0">
                <a:latin typeface="Tahoma"/>
                <a:cs typeface="Tahoma"/>
              </a:rPr>
              <a:t>Bud </a:t>
            </a:r>
            <a:r>
              <a:rPr sz="3200" spc="-5" dirty="0">
                <a:latin typeface="Tahoma"/>
                <a:cs typeface="Tahoma"/>
              </a:rPr>
              <a:t>tuple </a:t>
            </a:r>
            <a:r>
              <a:rPr sz="3200" spc="-10" dirty="0">
                <a:latin typeface="Tahoma"/>
                <a:cs typeface="Tahoma"/>
              </a:rPr>
              <a:t>from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Beers:</a:t>
            </a:r>
          </a:p>
          <a:p>
            <a:pPr marL="755650" marR="15938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Then delete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tuples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800" dirty="0">
                <a:latin typeface="Tahoma"/>
                <a:cs typeface="Tahoma"/>
              </a:rPr>
              <a:t>Sells </a:t>
            </a:r>
            <a:r>
              <a:rPr sz="2800" spc="-5" dirty="0">
                <a:latin typeface="Tahoma"/>
                <a:cs typeface="Tahoma"/>
              </a:rPr>
              <a:t>that </a:t>
            </a:r>
            <a:r>
              <a:rPr sz="2800" spc="-15" dirty="0">
                <a:latin typeface="Tahoma"/>
                <a:cs typeface="Tahoma"/>
              </a:rPr>
              <a:t>have  </a:t>
            </a:r>
            <a:r>
              <a:rPr sz="2800" spc="-5" dirty="0">
                <a:latin typeface="Tahoma"/>
                <a:cs typeface="Tahoma"/>
              </a:rPr>
              <a:t>beer =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’Bud’.</a:t>
            </a:r>
            <a:endParaRPr sz="28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Update the </a:t>
            </a:r>
            <a:r>
              <a:rPr sz="3200" dirty="0">
                <a:latin typeface="Tahoma"/>
                <a:cs typeface="Tahoma"/>
              </a:rPr>
              <a:t>Bud </a:t>
            </a:r>
            <a:r>
              <a:rPr sz="3200" spc="-5" dirty="0">
                <a:latin typeface="Tahoma"/>
                <a:cs typeface="Tahoma"/>
              </a:rPr>
              <a:t>tuple by changing </a:t>
            </a:r>
            <a:r>
              <a:rPr sz="3200" dirty="0">
                <a:latin typeface="Tahoma"/>
                <a:cs typeface="Tahoma"/>
              </a:rPr>
              <a:t>’Bud’  </a:t>
            </a:r>
            <a:r>
              <a:rPr sz="3200" spc="-5" dirty="0">
                <a:latin typeface="Tahoma"/>
                <a:cs typeface="Tahoma"/>
              </a:rPr>
              <a:t>to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’Budweiser’:</a:t>
            </a:r>
          </a:p>
          <a:p>
            <a:pPr marL="755650" marR="461009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Then change </a:t>
            </a:r>
            <a:r>
              <a:rPr sz="2800" dirty="0">
                <a:latin typeface="Tahoma"/>
                <a:cs typeface="Tahoma"/>
              </a:rPr>
              <a:t>all Sells </a:t>
            </a:r>
            <a:r>
              <a:rPr sz="2800" spc="-5" dirty="0">
                <a:latin typeface="Tahoma"/>
                <a:cs typeface="Tahoma"/>
              </a:rPr>
              <a:t>tuples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beer =  </a:t>
            </a:r>
            <a:r>
              <a:rPr sz="2800" dirty="0">
                <a:latin typeface="Tahoma"/>
                <a:cs typeface="Tahoma"/>
              </a:rPr>
              <a:t>’Bud’ </a:t>
            </a:r>
            <a:r>
              <a:rPr sz="2800" spc="-5" dirty="0">
                <a:latin typeface="Tahoma"/>
                <a:cs typeface="Tahoma"/>
              </a:rPr>
              <a:t>to beer =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’Budweiser’.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0275" y="829944"/>
            <a:ext cx="4744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dirty="0"/>
              <a:t>Set</a:t>
            </a:r>
            <a:r>
              <a:rPr spc="-65" dirty="0"/>
              <a:t> </a:t>
            </a:r>
            <a:r>
              <a:rPr spc="-5" dirty="0"/>
              <a:t>NULL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545070" cy="313499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Delete the </a:t>
            </a:r>
            <a:r>
              <a:rPr sz="3200" dirty="0">
                <a:latin typeface="Tahoma"/>
                <a:cs typeface="Tahoma"/>
              </a:rPr>
              <a:t>Bud </a:t>
            </a:r>
            <a:r>
              <a:rPr sz="3200" spc="-5" dirty="0">
                <a:latin typeface="Tahoma"/>
                <a:cs typeface="Tahoma"/>
              </a:rPr>
              <a:t>tuple </a:t>
            </a:r>
            <a:r>
              <a:rPr sz="3200" spc="-10" dirty="0">
                <a:latin typeface="Tahoma"/>
                <a:cs typeface="Tahoma"/>
              </a:rPr>
              <a:t>from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Beers:</a:t>
            </a:r>
            <a:endParaRPr sz="3200">
              <a:latin typeface="Tahoma"/>
              <a:cs typeface="Tahoma"/>
            </a:endParaRPr>
          </a:p>
          <a:p>
            <a:pPr marL="755650" marR="825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Change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tuples of </a:t>
            </a:r>
            <a:r>
              <a:rPr sz="2800" dirty="0">
                <a:latin typeface="Tahoma"/>
                <a:cs typeface="Tahoma"/>
              </a:rPr>
              <a:t>Sells </a:t>
            </a:r>
            <a:r>
              <a:rPr sz="2800" spc="-5" dirty="0">
                <a:latin typeface="Tahoma"/>
                <a:cs typeface="Tahoma"/>
              </a:rPr>
              <a:t>that </a:t>
            </a:r>
            <a:r>
              <a:rPr sz="2800" spc="-15" dirty="0">
                <a:latin typeface="Tahoma"/>
                <a:cs typeface="Tahoma"/>
              </a:rPr>
              <a:t>have </a:t>
            </a:r>
            <a:r>
              <a:rPr sz="2800" spc="-5" dirty="0">
                <a:latin typeface="Tahoma"/>
                <a:cs typeface="Tahoma"/>
              </a:rPr>
              <a:t>beer =  </a:t>
            </a:r>
            <a:r>
              <a:rPr sz="2800" dirty="0">
                <a:latin typeface="Tahoma"/>
                <a:cs typeface="Tahoma"/>
              </a:rPr>
              <a:t>’Bud’ </a:t>
            </a:r>
            <a:r>
              <a:rPr sz="2800" spc="-5" dirty="0">
                <a:latin typeface="Tahoma"/>
                <a:cs typeface="Tahoma"/>
              </a:rPr>
              <a:t>to </a:t>
            </a:r>
            <a:r>
              <a:rPr sz="2800" spc="-15" dirty="0">
                <a:latin typeface="Tahoma"/>
                <a:cs typeface="Tahoma"/>
              </a:rPr>
              <a:t>have </a:t>
            </a:r>
            <a:r>
              <a:rPr sz="2800" spc="-5" dirty="0">
                <a:latin typeface="Tahoma"/>
                <a:cs typeface="Tahoma"/>
              </a:rPr>
              <a:t>beer =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NULL.</a:t>
            </a: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Update the </a:t>
            </a:r>
            <a:r>
              <a:rPr sz="3200" dirty="0">
                <a:latin typeface="Tahoma"/>
                <a:cs typeface="Tahoma"/>
              </a:rPr>
              <a:t>Bud </a:t>
            </a:r>
            <a:r>
              <a:rPr sz="3200" spc="-5" dirty="0">
                <a:latin typeface="Tahoma"/>
                <a:cs typeface="Tahoma"/>
              </a:rPr>
              <a:t>tuple by changing </a:t>
            </a:r>
            <a:r>
              <a:rPr sz="3200" dirty="0">
                <a:latin typeface="Tahoma"/>
                <a:cs typeface="Tahoma"/>
              </a:rPr>
              <a:t>’Bud’  </a:t>
            </a:r>
            <a:r>
              <a:rPr sz="3200" spc="-5" dirty="0">
                <a:latin typeface="Tahoma"/>
                <a:cs typeface="Tahoma"/>
              </a:rPr>
              <a:t>to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’Budweiser’: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Same change as </a:t>
            </a:r>
            <a:r>
              <a:rPr sz="2800" spc="-15" dirty="0">
                <a:latin typeface="Tahoma"/>
                <a:cs typeface="Tahoma"/>
              </a:rPr>
              <a:t>for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deletion.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6810" y="829944"/>
            <a:ext cx="43103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Choosing </a:t>
            </a:r>
            <a:r>
              <a:rPr dirty="0"/>
              <a:t>a</a:t>
            </a:r>
            <a:r>
              <a:rPr spc="-75" dirty="0"/>
              <a:t> </a:t>
            </a:r>
            <a:r>
              <a:rPr spc="-20" dirty="0"/>
              <a:t>Policy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8028305" cy="3829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3083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When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declare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foreign </a:t>
            </a:r>
            <a:r>
              <a:rPr sz="3200" spc="-85" dirty="0">
                <a:latin typeface="Tahoma"/>
                <a:cs typeface="Tahoma"/>
              </a:rPr>
              <a:t>key,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10" dirty="0">
                <a:latin typeface="Tahoma"/>
                <a:cs typeface="Tahoma"/>
              </a:rPr>
              <a:t>may  </a:t>
            </a:r>
            <a:r>
              <a:rPr sz="3200" spc="-5" dirty="0">
                <a:latin typeface="Tahoma"/>
                <a:cs typeface="Tahoma"/>
              </a:rPr>
              <a:t>choose policies SET NULL or CASCADE  independently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deletions and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updates.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Follow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0" dirty="0">
                <a:latin typeface="Tahoma"/>
                <a:cs typeface="Tahoma"/>
              </a:rPr>
              <a:t>foreign-key declaration</a:t>
            </a:r>
            <a:r>
              <a:rPr sz="3200" spc="-5" dirty="0">
                <a:latin typeface="Tahoma"/>
                <a:cs typeface="Tahoma"/>
              </a:rPr>
              <a:t> by: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ON </a:t>
            </a:r>
            <a:r>
              <a:rPr sz="3200" spc="-25" dirty="0">
                <a:latin typeface="Tahoma"/>
                <a:cs typeface="Tahoma"/>
              </a:rPr>
              <a:t>[UPDATE, </a:t>
            </a:r>
            <a:r>
              <a:rPr sz="3200" spc="-5" dirty="0">
                <a:latin typeface="Tahoma"/>
                <a:cs typeface="Tahoma"/>
              </a:rPr>
              <a:t>DELETE][SET NULL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CASCADE]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5" dirty="0">
                <a:latin typeface="Tahoma"/>
                <a:cs typeface="Tahoma"/>
              </a:rPr>
              <a:t>Two </a:t>
            </a:r>
            <a:r>
              <a:rPr sz="3200" spc="-5" dirty="0">
                <a:latin typeface="Tahoma"/>
                <a:cs typeface="Tahoma"/>
              </a:rPr>
              <a:t>such clauses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dirty="0">
                <a:latin typeface="Tahoma"/>
                <a:cs typeface="Tahoma"/>
              </a:rPr>
              <a:t>be</a:t>
            </a:r>
            <a:r>
              <a:rPr sz="3200" spc="9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used.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Otherwise, the </a:t>
            </a:r>
            <a:r>
              <a:rPr sz="3200" spc="-10" dirty="0">
                <a:latin typeface="Tahoma"/>
                <a:cs typeface="Tahoma"/>
              </a:rPr>
              <a:t>default </a:t>
            </a:r>
            <a:r>
              <a:rPr sz="3200" spc="-5" dirty="0">
                <a:latin typeface="Tahoma"/>
                <a:cs typeface="Tahoma"/>
              </a:rPr>
              <a:t>(reject) is used.</a:t>
            </a:r>
            <a:endParaRPr sz="320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4FFB867-3722-2F9B-E6E9-E3EE3829AE66}"/>
                  </a:ext>
                </a:extLst>
              </p14:cNvPr>
              <p14:cNvContentPartPr/>
              <p14:nvPr/>
            </p14:nvContentPartPr>
            <p14:xfrm>
              <a:off x="806859" y="4257565"/>
              <a:ext cx="8070120" cy="5547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4FFB867-3722-2F9B-E6E9-E3EE3829AE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2859" y="4149565"/>
                <a:ext cx="8177760" cy="77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58082E6F-97C0-51AB-7F48-56CAA720554E}"/>
                  </a:ext>
                </a:extLst>
              </p14:cNvPr>
              <p14:cNvContentPartPr/>
              <p14:nvPr/>
            </p14:nvContentPartPr>
            <p14:xfrm>
              <a:off x="1242099" y="3935365"/>
              <a:ext cx="3504600" cy="10425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58082E6F-97C0-51AB-7F48-56CAA72055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3099" y="3926365"/>
                <a:ext cx="3522240" cy="10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66693909-541B-50EF-8029-4E5863423745}"/>
                  </a:ext>
                </a:extLst>
              </p14:cNvPr>
              <p14:cNvContentPartPr/>
              <p14:nvPr/>
            </p14:nvContentPartPr>
            <p14:xfrm>
              <a:off x="5027859" y="3878845"/>
              <a:ext cx="3778920" cy="109800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66693909-541B-50EF-8029-4E586342374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18859" y="3870205"/>
                <a:ext cx="3796560" cy="1115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4029" y="525144"/>
            <a:ext cx="57683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0" dirty="0"/>
              <a:t>Setting</a:t>
            </a:r>
            <a:r>
              <a:rPr spc="-50" dirty="0"/>
              <a:t> </a:t>
            </a:r>
            <a:r>
              <a:rPr spc="-20" dirty="0"/>
              <a:t>Policy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400937"/>
            <a:ext cx="6304915" cy="4862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407160" indent="-342900">
              <a:lnSpc>
                <a:spcPct val="112799"/>
              </a:lnSpc>
              <a:spcBef>
                <a:spcPts val="95"/>
              </a:spcBef>
              <a:tabLst>
                <a:tab pos="1840864" algn="l"/>
              </a:tabLst>
            </a:pPr>
            <a:r>
              <a:rPr sz="3200" spc="-5" dirty="0">
                <a:latin typeface="Courier New"/>
                <a:cs typeface="Courier New"/>
              </a:rPr>
              <a:t>CREATE TABLE Sells</a:t>
            </a:r>
            <a:r>
              <a:rPr sz="3200" spc="-4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(  </a:t>
            </a:r>
            <a:r>
              <a:rPr sz="3200" spc="-5" dirty="0">
                <a:latin typeface="Courier New"/>
                <a:cs typeface="Courier New"/>
              </a:rPr>
              <a:t>bar	CHAR(20),</a:t>
            </a:r>
            <a:endParaRPr sz="3200">
              <a:latin typeface="Courier New"/>
              <a:cs typeface="Courier New"/>
            </a:endParaRPr>
          </a:p>
          <a:p>
            <a:pPr marL="355600" marR="1795780">
              <a:lnSpc>
                <a:spcPct val="109900"/>
              </a:lnSpc>
              <a:tabLst>
                <a:tab pos="1840864" algn="l"/>
              </a:tabLst>
            </a:pPr>
            <a:r>
              <a:rPr sz="3200" spc="-5" dirty="0">
                <a:latin typeface="Courier New"/>
                <a:cs typeface="Courier New"/>
              </a:rPr>
              <a:t>beer	CHAR(20),  price REAL,  FOREIGN</a:t>
            </a:r>
            <a:r>
              <a:rPr sz="3200" spc="-5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KEY(beer)</a:t>
            </a:r>
            <a:endParaRPr sz="3200">
              <a:latin typeface="Courier New"/>
              <a:cs typeface="Courier New"/>
            </a:endParaRPr>
          </a:p>
          <a:p>
            <a:pPr marL="926465" marR="5080">
              <a:lnSpc>
                <a:spcPct val="109900"/>
              </a:lnSpc>
            </a:pPr>
            <a:r>
              <a:rPr sz="3200" spc="-5" dirty="0">
                <a:latin typeface="Courier New"/>
                <a:cs typeface="Courier New"/>
              </a:rPr>
              <a:t>REFERENCES Beers(name)  </a:t>
            </a:r>
            <a:r>
              <a:rPr sz="3200" dirty="0">
                <a:latin typeface="Courier New"/>
                <a:cs typeface="Courier New"/>
              </a:rPr>
              <a:t>ON </a:t>
            </a:r>
            <a:r>
              <a:rPr sz="3200" spc="-5" dirty="0">
                <a:latin typeface="Courier New"/>
                <a:cs typeface="Courier New"/>
              </a:rPr>
              <a:t>DELETE SET</a:t>
            </a:r>
            <a:r>
              <a:rPr sz="3200" spc="-3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NULL</a:t>
            </a:r>
            <a:endParaRPr sz="32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380"/>
              </a:spcBef>
            </a:pPr>
            <a:r>
              <a:rPr sz="3200" dirty="0">
                <a:latin typeface="Courier New"/>
                <a:cs typeface="Courier New"/>
              </a:rPr>
              <a:t>ON </a:t>
            </a:r>
            <a:r>
              <a:rPr sz="3200" spc="-5" dirty="0">
                <a:latin typeface="Courier New"/>
                <a:cs typeface="Courier New"/>
              </a:rPr>
              <a:t>UPDATE</a:t>
            </a:r>
            <a:r>
              <a:rPr sz="3200" spc="-2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CASCADE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3200" dirty="0">
                <a:latin typeface="Courier New"/>
                <a:cs typeface="Courier New"/>
              </a:rPr>
              <a:t>);</a:t>
            </a:r>
            <a:endParaRPr sz="3200">
              <a:latin typeface="Courier New"/>
              <a:cs typeface="Courier New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D4C6A507-B4EA-9FD3-0602-9206193765EA}"/>
                  </a:ext>
                </a:extLst>
              </p14:cNvPr>
              <p14:cNvContentPartPr/>
              <p14:nvPr/>
            </p14:nvContentPartPr>
            <p14:xfrm>
              <a:off x="1828899" y="4795765"/>
              <a:ext cx="4337280" cy="22572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D4C6A507-B4EA-9FD3-0602-9206193765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74899" y="4688125"/>
                <a:ext cx="444492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42854FB-AD56-70E2-9759-AFD7877CDE4C}"/>
                  </a:ext>
                </a:extLst>
              </p14:cNvPr>
              <p14:cNvContentPartPr/>
              <p14:nvPr/>
            </p14:nvContentPartPr>
            <p14:xfrm>
              <a:off x="1900539" y="5333605"/>
              <a:ext cx="4595400" cy="27720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42854FB-AD56-70E2-9759-AFD7877CDE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6539" y="5225605"/>
                <a:ext cx="4703040" cy="492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3070" y="829944"/>
            <a:ext cx="5738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Attribute-Based</a:t>
            </a:r>
            <a:r>
              <a:rPr spc="-20" dirty="0"/>
              <a:t> </a:t>
            </a:r>
            <a:r>
              <a:rPr spc="-5" dirty="0"/>
              <a:t>Checks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99350" cy="363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07314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Constraints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5" dirty="0">
                <a:latin typeface="Tahoma"/>
                <a:cs typeface="Tahoma"/>
              </a:rPr>
              <a:t>value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particular  attribute.</a:t>
            </a:r>
            <a:endParaRPr sz="3200">
              <a:latin typeface="Tahoma"/>
              <a:cs typeface="Tahoma"/>
            </a:endParaRPr>
          </a:p>
          <a:p>
            <a:pPr marL="355600" marR="130873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Add CHECK(&lt;condition&gt;) to the  </a:t>
            </a:r>
            <a:r>
              <a:rPr sz="3200" spc="-10" dirty="0">
                <a:latin typeface="Tahoma"/>
                <a:cs typeface="Tahoma"/>
              </a:rPr>
              <a:t>declaration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the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attribute.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condition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spc="-5" dirty="0">
                <a:latin typeface="Tahoma"/>
                <a:cs typeface="Tahoma"/>
              </a:rPr>
              <a:t>use the name of the  attribute, but </a:t>
            </a:r>
            <a:r>
              <a:rPr sz="3200" spc="-15" dirty="0">
                <a:solidFill>
                  <a:srgbClr val="CC3300"/>
                </a:solidFill>
                <a:latin typeface="Tahoma"/>
                <a:cs typeface="Tahoma"/>
              </a:rPr>
              <a:t>any </a:t>
            </a:r>
            <a:r>
              <a:rPr sz="3200" spc="-5" dirty="0">
                <a:solidFill>
                  <a:srgbClr val="CC3300"/>
                </a:solidFill>
                <a:latin typeface="Tahoma"/>
                <a:cs typeface="Tahoma"/>
              </a:rPr>
              <a:t>other relation or  attribute name must </a:t>
            </a:r>
            <a:r>
              <a:rPr sz="3200" dirty="0">
                <a:solidFill>
                  <a:srgbClr val="CC3300"/>
                </a:solidFill>
                <a:latin typeface="Tahoma"/>
                <a:cs typeface="Tahoma"/>
              </a:rPr>
              <a:t>be </a:t>
            </a:r>
            <a:r>
              <a:rPr sz="3200" spc="-5" dirty="0">
                <a:solidFill>
                  <a:srgbClr val="CC3300"/>
                </a:solidFill>
                <a:latin typeface="Tahoma"/>
                <a:cs typeface="Tahoma"/>
              </a:rPr>
              <a:t>in </a:t>
            </a:r>
            <a:r>
              <a:rPr sz="3200" dirty="0">
                <a:solidFill>
                  <a:srgbClr val="CC3300"/>
                </a:solidFill>
                <a:latin typeface="Tahoma"/>
                <a:cs typeface="Tahoma"/>
              </a:rPr>
              <a:t>a</a:t>
            </a:r>
            <a:r>
              <a:rPr sz="3200" spc="-25" dirty="0">
                <a:solidFill>
                  <a:srgbClr val="CC3300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CC3300"/>
                </a:solidFill>
                <a:latin typeface="Tahoma"/>
                <a:cs typeface="Tahoma"/>
              </a:rPr>
              <a:t>subquery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0075" y="829944"/>
            <a:ext cx="79444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0" dirty="0"/>
              <a:t>Attribute-Based</a:t>
            </a:r>
            <a:r>
              <a:rPr dirty="0"/>
              <a:t> </a:t>
            </a:r>
            <a:r>
              <a:rPr spc="-5" dirty="0"/>
              <a:t>Check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31140" y="2078482"/>
            <a:ext cx="8682355" cy="3548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784600" indent="-342900">
              <a:lnSpc>
                <a:spcPct val="122800"/>
              </a:lnSpc>
              <a:spcBef>
                <a:spcPts val="95"/>
              </a:spcBef>
              <a:tabLst>
                <a:tab pos="1840864" algn="l"/>
              </a:tabLst>
            </a:pPr>
            <a:r>
              <a:rPr sz="3200" spc="-5" dirty="0">
                <a:latin typeface="Courier New"/>
                <a:cs typeface="Courier New"/>
              </a:rPr>
              <a:t>CREATE TABLE Sells</a:t>
            </a:r>
            <a:r>
              <a:rPr sz="3200" spc="-4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(  </a:t>
            </a:r>
            <a:r>
              <a:rPr sz="3200" spc="-5" dirty="0">
                <a:latin typeface="Courier New"/>
                <a:cs typeface="Courier New"/>
              </a:rPr>
              <a:t>bar	CHAR(20),</a:t>
            </a:r>
            <a:endParaRPr sz="3200">
              <a:latin typeface="Courier New"/>
              <a:cs typeface="Courier New"/>
            </a:endParaRPr>
          </a:p>
          <a:p>
            <a:pPr marL="1841500" marR="432434" indent="-1485900">
              <a:lnSpc>
                <a:spcPct val="119900"/>
              </a:lnSpc>
              <a:spcBef>
                <a:spcPts val="5"/>
              </a:spcBef>
              <a:tabLst>
                <a:tab pos="1840864" algn="l"/>
                <a:tab pos="4584065" algn="l"/>
              </a:tabLst>
            </a:pPr>
            <a:r>
              <a:rPr sz="3200" spc="-5" dirty="0">
                <a:latin typeface="Courier New"/>
                <a:cs typeface="Courier New"/>
              </a:rPr>
              <a:t>beer	CHAR(20)	CHECK </a:t>
            </a:r>
            <a:r>
              <a:rPr sz="3200" dirty="0">
                <a:latin typeface="Courier New"/>
                <a:cs typeface="Courier New"/>
              </a:rPr>
              <a:t>( </a:t>
            </a:r>
            <a:r>
              <a:rPr sz="3200" spc="-5" dirty="0">
                <a:latin typeface="Courier New"/>
                <a:cs typeface="Courier New"/>
              </a:rPr>
              <a:t>beer</a:t>
            </a:r>
            <a:r>
              <a:rPr sz="3200" spc="-7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IN  </a:t>
            </a:r>
            <a:r>
              <a:rPr sz="3200" spc="-5" dirty="0">
                <a:latin typeface="Courier New"/>
                <a:cs typeface="Courier New"/>
              </a:rPr>
              <a:t>(SELECT name FROM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Beers)),</a:t>
            </a:r>
            <a:endParaRPr sz="32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price REAL CHECK </a:t>
            </a:r>
            <a:r>
              <a:rPr sz="3200" dirty="0">
                <a:latin typeface="Courier New"/>
                <a:cs typeface="Courier New"/>
              </a:rPr>
              <a:t>( </a:t>
            </a:r>
            <a:r>
              <a:rPr sz="3200" spc="-5" dirty="0">
                <a:latin typeface="Courier New"/>
                <a:cs typeface="Courier New"/>
              </a:rPr>
              <a:t>price </a:t>
            </a:r>
            <a:r>
              <a:rPr sz="3200" dirty="0">
                <a:latin typeface="Courier New"/>
                <a:cs typeface="Courier New"/>
              </a:rPr>
              <a:t>&lt;= </a:t>
            </a:r>
            <a:r>
              <a:rPr sz="3200" spc="-5" dirty="0">
                <a:latin typeface="Courier New"/>
                <a:cs typeface="Courier New"/>
              </a:rPr>
              <a:t>5.00</a:t>
            </a:r>
            <a:r>
              <a:rPr sz="3200" spc="16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)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3200" dirty="0">
                <a:latin typeface="Courier New"/>
                <a:cs typeface="Courier New"/>
              </a:rPr>
              <a:t>);</a:t>
            </a:r>
            <a:endParaRPr sz="3200">
              <a:latin typeface="Courier New"/>
              <a:cs typeface="Courier New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6A305E15-44D5-1B0B-AA6F-F9C1B1A534A0}"/>
                  </a:ext>
                </a:extLst>
              </p14:cNvPr>
              <p14:cNvContentPartPr/>
              <p14:nvPr/>
            </p14:nvContentPartPr>
            <p14:xfrm>
              <a:off x="4948193" y="3559165"/>
              <a:ext cx="3503520" cy="1540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6A305E15-44D5-1B0B-AA6F-F9C1B1A534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94553" y="3451165"/>
                <a:ext cx="361116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679D8101-2B92-2CE5-7D63-DC6897F235E5}"/>
                  </a:ext>
                </a:extLst>
              </p14:cNvPr>
              <p14:cNvContentPartPr/>
              <p14:nvPr/>
            </p14:nvContentPartPr>
            <p14:xfrm>
              <a:off x="2204993" y="3987565"/>
              <a:ext cx="6370560" cy="3488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679D8101-2B92-2CE5-7D63-DC6897F235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51353" y="3879565"/>
                <a:ext cx="6478200" cy="56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377E0DEA-4809-BF93-2172-EDCA1468AB2C}"/>
                  </a:ext>
                </a:extLst>
              </p14:cNvPr>
              <p14:cNvContentPartPr/>
              <p14:nvPr/>
            </p14:nvContentPartPr>
            <p14:xfrm>
              <a:off x="3370673" y="4579765"/>
              <a:ext cx="5505120" cy="441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377E0DEA-4809-BF93-2172-EDCA1468AB2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17033" y="4471765"/>
                <a:ext cx="5612760" cy="657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4750" y="829944"/>
            <a:ext cx="42551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Timing of</a:t>
            </a:r>
            <a:r>
              <a:rPr spc="-55" dirty="0"/>
              <a:t> </a:t>
            </a:r>
            <a:r>
              <a:rPr spc="-5" dirty="0"/>
              <a:t>Checks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012949"/>
            <a:ext cx="7971790" cy="4219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82955" indent="-3429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Attribute-based </a:t>
            </a:r>
            <a:r>
              <a:rPr sz="3200" spc="-5" dirty="0">
                <a:latin typeface="Tahoma"/>
                <a:cs typeface="Tahoma"/>
              </a:rPr>
              <a:t>checks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performed  only when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value for </a:t>
            </a:r>
            <a:r>
              <a:rPr sz="3200" spc="-5" dirty="0">
                <a:latin typeface="Tahoma"/>
                <a:cs typeface="Tahoma"/>
              </a:rPr>
              <a:t>that attribute is  inserted or updated.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1899"/>
              </a:lnSpc>
              <a:spcBef>
                <a:spcPts val="4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2800" spc="-5" dirty="0">
                <a:latin typeface="Tahoma"/>
                <a:cs typeface="Tahoma"/>
              </a:rPr>
              <a:t>: </a:t>
            </a:r>
            <a:r>
              <a:rPr sz="2800" spc="-5" dirty="0">
                <a:latin typeface="Courier New"/>
                <a:cs typeface="Courier New"/>
              </a:rPr>
              <a:t>CHECK (price &lt;= 5.00)</a:t>
            </a:r>
            <a:r>
              <a:rPr sz="2800" spc="-81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Tahoma"/>
                <a:cs typeface="Tahoma"/>
              </a:rPr>
              <a:t>checks  </a:t>
            </a:r>
            <a:r>
              <a:rPr sz="2800" spc="-10" dirty="0">
                <a:latin typeface="Tahoma"/>
                <a:cs typeface="Tahoma"/>
              </a:rPr>
              <a:t>every </a:t>
            </a:r>
            <a:r>
              <a:rPr sz="2800" spc="-5" dirty="0">
                <a:latin typeface="Tahoma"/>
                <a:cs typeface="Tahoma"/>
              </a:rPr>
              <a:t>new price and rejects the modification  </a:t>
            </a:r>
            <a:r>
              <a:rPr sz="2800" spc="-10" dirty="0">
                <a:latin typeface="Tahoma"/>
                <a:cs typeface="Tahoma"/>
              </a:rPr>
              <a:t>(for </a:t>
            </a:r>
            <a:r>
              <a:rPr sz="2800" spc="-5" dirty="0">
                <a:latin typeface="Tahoma"/>
                <a:cs typeface="Tahoma"/>
              </a:rPr>
              <a:t>that tuple)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5" dirty="0">
                <a:latin typeface="Tahoma"/>
                <a:cs typeface="Tahoma"/>
              </a:rPr>
              <a:t>the price is </a:t>
            </a:r>
            <a:r>
              <a:rPr sz="2800" spc="-10" dirty="0">
                <a:latin typeface="Tahoma"/>
                <a:cs typeface="Tahoma"/>
              </a:rPr>
              <a:t>more </a:t>
            </a:r>
            <a:r>
              <a:rPr sz="2800" spc="-5" dirty="0">
                <a:latin typeface="Tahoma"/>
                <a:cs typeface="Tahoma"/>
              </a:rPr>
              <a:t>than</a:t>
            </a:r>
            <a:r>
              <a:rPr sz="2800" spc="4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$5.</a:t>
            </a:r>
            <a:endParaRPr sz="2800" dirty="0">
              <a:latin typeface="Tahoma"/>
              <a:cs typeface="Tahoma"/>
            </a:endParaRPr>
          </a:p>
          <a:p>
            <a:pPr marL="755650" marR="163195" lvl="1" indent="-285750">
              <a:lnSpc>
                <a:spcPct val="101899"/>
              </a:lnSpc>
              <a:spcBef>
                <a:spcPts val="4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2800" spc="-5" dirty="0">
                <a:latin typeface="Tahoma"/>
                <a:cs typeface="Tahoma"/>
              </a:rPr>
              <a:t>: </a:t>
            </a:r>
            <a:r>
              <a:rPr sz="2800" spc="-5" dirty="0">
                <a:latin typeface="Courier New"/>
                <a:cs typeface="Courier New"/>
              </a:rPr>
              <a:t>CHECK (beer IN (SELECT  name FROM Beers))</a:t>
            </a:r>
            <a:r>
              <a:rPr sz="2800" spc="-79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Tahoma"/>
                <a:cs typeface="Tahoma"/>
              </a:rPr>
              <a:t>not </a:t>
            </a:r>
            <a:r>
              <a:rPr sz="2800" spc="-10" dirty="0">
                <a:latin typeface="Tahoma"/>
                <a:cs typeface="Tahoma"/>
              </a:rPr>
              <a:t>checked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5" dirty="0">
                <a:latin typeface="Tahoma"/>
                <a:cs typeface="Tahoma"/>
              </a:rPr>
              <a:t>a beer  is deleted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Beers </a:t>
            </a:r>
            <a:r>
              <a:rPr sz="2800" spc="-10" dirty="0">
                <a:latin typeface="Tahoma"/>
                <a:cs typeface="Tahoma"/>
              </a:rPr>
              <a:t>(unlike</a:t>
            </a:r>
            <a:r>
              <a:rPr sz="2800" spc="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foreign-keys).</a:t>
            </a:r>
            <a:endParaRPr sz="2800" dirty="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9B97E638-7C71-E352-E874-DB04B794B263}"/>
                  </a:ext>
                </a:extLst>
              </p14:cNvPr>
              <p14:cNvContentPartPr/>
              <p14:nvPr/>
            </p14:nvContentPartPr>
            <p14:xfrm>
              <a:off x="5082579" y="5366725"/>
              <a:ext cx="1918800" cy="4456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9B97E638-7C71-E352-E874-DB04B794B2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28579" y="5259085"/>
                <a:ext cx="2026440" cy="6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4B4AC53B-584F-D91C-9A4A-D2C5C5199132}"/>
                  </a:ext>
                </a:extLst>
              </p14:cNvPr>
              <p14:cNvContentPartPr/>
              <p14:nvPr/>
            </p14:nvContentPartPr>
            <p14:xfrm>
              <a:off x="4813659" y="6042445"/>
              <a:ext cx="2809800" cy="8748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4B4AC53B-584F-D91C-9A4A-D2C5C51991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60019" y="5934445"/>
                <a:ext cx="2917440" cy="303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9470" y="829944"/>
            <a:ext cx="49250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Tuple-Based</a:t>
            </a:r>
            <a:r>
              <a:rPr spc="-55" dirty="0"/>
              <a:t> </a:t>
            </a:r>
            <a:r>
              <a:rPr spc="-5" dirty="0"/>
              <a:t>Checks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613015" cy="3597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0541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CHECK (&lt;condition&gt;)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added as 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relation-schema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element.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condition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spc="-15" dirty="0">
                <a:latin typeface="Tahoma"/>
                <a:cs typeface="Tahoma"/>
              </a:rPr>
              <a:t>refer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attribute  of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relation.</a:t>
            </a:r>
            <a:endParaRPr sz="3200" dirty="0">
              <a:latin typeface="Tahoma"/>
              <a:cs typeface="Tahoma"/>
            </a:endParaRPr>
          </a:p>
          <a:p>
            <a:pPr marL="755650" marR="39560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But </a:t>
            </a:r>
            <a:r>
              <a:rPr sz="2800" spc="-5" dirty="0">
                <a:latin typeface="Tahoma"/>
                <a:cs typeface="Tahoma"/>
              </a:rPr>
              <a:t>other attributes or relations </a:t>
            </a:r>
            <a:r>
              <a:rPr sz="2800" spc="-10" dirty="0">
                <a:latin typeface="Tahoma"/>
                <a:cs typeface="Tahoma"/>
              </a:rPr>
              <a:t>require </a:t>
            </a:r>
            <a:r>
              <a:rPr sz="2800" spc="-5" dirty="0">
                <a:latin typeface="Tahoma"/>
                <a:cs typeface="Tahoma"/>
              </a:rPr>
              <a:t>a  </a:t>
            </a:r>
            <a:r>
              <a:rPr sz="2800" spc="-30" dirty="0">
                <a:latin typeface="Tahoma"/>
                <a:cs typeface="Tahoma"/>
              </a:rPr>
              <a:t>subquery.</a:t>
            </a:r>
            <a:endParaRPr sz="28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Checked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insert or update </a:t>
            </a:r>
            <a:r>
              <a:rPr sz="3200" spc="-60" dirty="0">
                <a:latin typeface="Tahoma"/>
                <a:cs typeface="Tahoma"/>
              </a:rPr>
              <a:t>only.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6475" y="829944"/>
            <a:ext cx="7131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40" dirty="0"/>
              <a:t>Tuple-Based</a:t>
            </a:r>
            <a:r>
              <a:rPr spc="-35" dirty="0"/>
              <a:t> </a:t>
            </a:r>
            <a:r>
              <a:rPr spc="-5" dirty="0"/>
              <a:t>Check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962022"/>
            <a:ext cx="7569200" cy="9817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50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Only </a:t>
            </a:r>
            <a:r>
              <a:rPr sz="2800" spc="-25" dirty="0">
                <a:latin typeface="Tahoma"/>
                <a:cs typeface="Tahoma"/>
              </a:rPr>
              <a:t>Joe’s </a:t>
            </a:r>
            <a:r>
              <a:rPr sz="2800" dirty="0">
                <a:latin typeface="Tahoma"/>
                <a:cs typeface="Tahoma"/>
              </a:rPr>
              <a:t>Bar </a:t>
            </a:r>
            <a:r>
              <a:rPr sz="2800" spc="-5" dirty="0">
                <a:latin typeface="Tahoma"/>
                <a:cs typeface="Tahoma"/>
              </a:rPr>
              <a:t>can sell beer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10" dirty="0">
                <a:latin typeface="Tahoma"/>
                <a:cs typeface="Tahoma"/>
              </a:rPr>
              <a:t>more </a:t>
            </a:r>
            <a:r>
              <a:rPr sz="2800" spc="-5" dirty="0">
                <a:latin typeface="Tahoma"/>
                <a:cs typeface="Tahoma"/>
              </a:rPr>
              <a:t>than</a:t>
            </a:r>
            <a:r>
              <a:rPr sz="2800" spc="8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$5:</a:t>
            </a:r>
            <a:endParaRPr sz="28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405"/>
              </a:spcBef>
            </a:pPr>
            <a:r>
              <a:rPr sz="2800" spc="-5" dirty="0">
                <a:latin typeface="Courier New"/>
                <a:cs typeface="Courier New"/>
              </a:rPr>
              <a:t>CREATE TABLE Sells (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4139" y="2918332"/>
            <a:ext cx="1092200" cy="1560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2800" spc="-5" dirty="0">
                <a:latin typeface="Courier New"/>
                <a:cs typeface="Courier New"/>
              </a:rPr>
              <a:t>bar  beer  price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2939" y="2918332"/>
            <a:ext cx="1945639" cy="156083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Courier New"/>
                <a:cs typeface="Courier New"/>
              </a:rPr>
              <a:t>CHAR(20),</a:t>
            </a:r>
            <a:endParaRPr sz="2800">
              <a:latin typeface="Courier New"/>
              <a:cs typeface="Courier New"/>
            </a:endParaRPr>
          </a:p>
          <a:p>
            <a:pPr marL="12700" marR="5080">
              <a:lnSpc>
                <a:spcPct val="119900"/>
              </a:lnSpc>
            </a:pPr>
            <a:r>
              <a:rPr sz="2800" spc="-5" dirty="0">
                <a:latin typeface="Courier New"/>
                <a:cs typeface="Courier New"/>
              </a:rPr>
              <a:t>CHAR(20),  REAL,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2640" y="4453763"/>
            <a:ext cx="6570980" cy="156083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Courier New"/>
                <a:cs typeface="Courier New"/>
              </a:rPr>
              <a:t>CHECK (bar = ’Joe’’s Bar’</a:t>
            </a:r>
            <a:r>
              <a:rPr sz="2800" spc="-3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OR</a:t>
            </a:r>
            <a:endParaRPr sz="2800">
              <a:latin typeface="Courier New"/>
              <a:cs typeface="Courier New"/>
            </a:endParaRPr>
          </a:p>
          <a:p>
            <a:pPr marL="33274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ourier New"/>
                <a:cs typeface="Courier New"/>
              </a:rPr>
              <a:t>price &lt;=</a:t>
            </a:r>
            <a:r>
              <a:rPr sz="2800" spc="-4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5.00)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ourier New"/>
                <a:cs typeface="Courier New"/>
              </a:rPr>
              <a:t>);</a:t>
            </a:r>
            <a:endParaRPr sz="2800">
              <a:latin typeface="Courier New"/>
              <a:cs typeface="Courier New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B2EC50D1-4110-348C-46DF-1BD94CE2D745}"/>
                  </a:ext>
                </a:extLst>
              </p14:cNvPr>
              <p14:cNvContentPartPr/>
              <p14:nvPr/>
            </p14:nvContentPartPr>
            <p14:xfrm>
              <a:off x="3514059" y="1116565"/>
              <a:ext cx="3186360" cy="63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B2EC50D1-4110-348C-46DF-1BD94CE2D7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60419" y="1008565"/>
                <a:ext cx="3294000" cy="27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4540" y="829944"/>
            <a:ext cx="253492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Assertions</a:t>
            </a:r>
            <a:r>
              <a:rPr lang="zh-CN" altLang="en-US" spc="-5" dirty="0"/>
              <a:t>断言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30440" cy="3829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These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database-schema elements,  </a:t>
            </a:r>
            <a:r>
              <a:rPr sz="3200" spc="-10" dirty="0">
                <a:latin typeface="Tahoma"/>
                <a:cs typeface="Tahoma"/>
              </a:rPr>
              <a:t>like </a:t>
            </a:r>
            <a:r>
              <a:rPr sz="3200" spc="-5" dirty="0">
                <a:latin typeface="Tahoma"/>
                <a:cs typeface="Tahoma"/>
              </a:rPr>
              <a:t>relations or views.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Defined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by:</a:t>
            </a:r>
            <a:endParaRPr sz="3200" dirty="0">
              <a:latin typeface="Tahoma"/>
              <a:cs typeface="Tahoma"/>
            </a:endParaRPr>
          </a:p>
          <a:p>
            <a:pPr marR="107950" algn="ctr">
              <a:lnSpc>
                <a:spcPct val="100000"/>
              </a:lnSpc>
              <a:spcBef>
                <a:spcPts val="755"/>
              </a:spcBef>
            </a:pPr>
            <a:r>
              <a:rPr sz="3200" spc="-35" dirty="0">
                <a:latin typeface="Tahoma"/>
                <a:cs typeface="Tahoma"/>
              </a:rPr>
              <a:t>CREATE </a:t>
            </a:r>
            <a:r>
              <a:rPr sz="3200" spc="-20" dirty="0">
                <a:latin typeface="Tahoma"/>
                <a:cs typeface="Tahoma"/>
              </a:rPr>
              <a:t>ASSERTION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&lt;name&gt;</a:t>
            </a:r>
            <a:endParaRPr sz="3200" dirty="0">
              <a:latin typeface="Tahoma"/>
              <a:cs typeface="Tahoma"/>
            </a:endParaRPr>
          </a:p>
          <a:p>
            <a:pPr marL="18415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CHECK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(&lt;condition&gt;);</a:t>
            </a:r>
            <a:endParaRPr sz="3200" dirty="0">
              <a:latin typeface="Tahoma"/>
              <a:cs typeface="Tahoma"/>
            </a:endParaRPr>
          </a:p>
          <a:p>
            <a:pPr marL="355600" marR="158750" indent="-34290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Condition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spc="-15" dirty="0">
                <a:latin typeface="Tahoma"/>
                <a:cs typeface="Tahoma"/>
              </a:rPr>
              <a:t>refer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relation or  attribute in the database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schema.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0" dirty="0"/>
              <a:t> </a:t>
            </a:r>
            <a:r>
              <a:rPr spc="-5" dirty="0"/>
              <a:t>Assertion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72310"/>
            <a:ext cx="7757795" cy="202374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marR="782320" indent="-3429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,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bar </a:t>
            </a:r>
            <a:r>
              <a:rPr sz="3200" spc="-10" dirty="0">
                <a:latin typeface="Tahoma"/>
                <a:cs typeface="Tahoma"/>
              </a:rPr>
              <a:t>may  </a:t>
            </a:r>
            <a:r>
              <a:rPr sz="3200" spc="-5" dirty="0">
                <a:latin typeface="Tahoma"/>
                <a:cs typeface="Tahoma"/>
              </a:rPr>
              <a:t>charge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20" dirty="0">
                <a:latin typeface="Tahoma"/>
                <a:cs typeface="Tahoma"/>
              </a:rPr>
              <a:t>average </a:t>
            </a:r>
            <a:r>
              <a:rPr sz="3200" spc="-5" dirty="0">
                <a:latin typeface="Tahoma"/>
                <a:cs typeface="Tahoma"/>
              </a:rPr>
              <a:t>of more than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$5.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ts val="4210"/>
              </a:lnSpc>
              <a:spcBef>
                <a:spcPts val="165"/>
              </a:spcBef>
            </a:pPr>
            <a:r>
              <a:rPr sz="3200" spc="-35" dirty="0">
                <a:latin typeface="Tahoma"/>
                <a:cs typeface="Tahoma"/>
              </a:rPr>
              <a:t>CREATE </a:t>
            </a:r>
            <a:r>
              <a:rPr sz="3200" spc="-20" dirty="0">
                <a:latin typeface="Tahoma"/>
                <a:cs typeface="Tahoma"/>
              </a:rPr>
              <a:t>ASSERTION </a:t>
            </a:r>
            <a:r>
              <a:rPr sz="3200" spc="-5" dirty="0">
                <a:latin typeface="Tahoma"/>
                <a:cs typeface="Tahoma"/>
              </a:rPr>
              <a:t>NoRipoffBars CHECK </a:t>
            </a:r>
            <a:r>
              <a:rPr sz="3200" dirty="0">
                <a:latin typeface="Tahoma"/>
                <a:cs typeface="Tahoma"/>
              </a:rPr>
              <a:t>(  </a:t>
            </a:r>
            <a:r>
              <a:rPr sz="3200" spc="-30" dirty="0">
                <a:latin typeface="Tahoma"/>
                <a:cs typeface="Tahoma"/>
              </a:rPr>
              <a:t>NOT </a:t>
            </a:r>
            <a:r>
              <a:rPr sz="3200" spc="-5" dirty="0">
                <a:latin typeface="Tahoma"/>
                <a:cs typeface="Tahoma"/>
              </a:rPr>
              <a:t>EXISTS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(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91639" y="4030146"/>
            <a:ext cx="4831715" cy="156337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SELECT bar FROM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Sells</a:t>
            </a:r>
          </a:p>
          <a:p>
            <a:pPr>
              <a:lnSpc>
                <a:spcPct val="100000"/>
              </a:lnSpc>
              <a:spcBef>
                <a:spcPts val="380"/>
              </a:spcBef>
            </a:pPr>
            <a:r>
              <a:rPr sz="3200" spc="-5" dirty="0">
                <a:latin typeface="Tahoma"/>
                <a:cs typeface="Tahoma"/>
              </a:rPr>
              <a:t>GROUP </a:t>
            </a:r>
            <a:r>
              <a:rPr sz="3200" dirty="0">
                <a:latin typeface="Tahoma"/>
                <a:cs typeface="Tahoma"/>
              </a:rPr>
              <a:t>BY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bar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r>
              <a:rPr sz="3200" spc="-20" dirty="0">
                <a:latin typeface="Tahoma"/>
                <a:cs typeface="Tahoma"/>
              </a:rPr>
              <a:t>HAVING </a:t>
            </a:r>
            <a:r>
              <a:rPr sz="3200" spc="-5" dirty="0">
                <a:latin typeface="Tahoma"/>
                <a:cs typeface="Tahoma"/>
              </a:rPr>
              <a:t>5.00 </a:t>
            </a:r>
            <a:r>
              <a:rPr sz="3200" dirty="0">
                <a:latin typeface="Tahoma"/>
                <a:cs typeface="Tahoma"/>
              </a:rPr>
              <a:t>&lt;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AVG(price)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7439" y="5625465"/>
            <a:ext cx="4806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))</a:t>
            </a:r>
            <a:r>
              <a:rPr sz="3200" dirty="0">
                <a:latin typeface="Tahoma"/>
                <a:cs typeface="Tahoma"/>
              </a:rPr>
              <a:t>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19237" y="4033837"/>
            <a:ext cx="5114925" cy="1685925"/>
          </a:xfrm>
          <a:custGeom>
            <a:avLst/>
            <a:gdLst/>
            <a:ahLst/>
            <a:cxnLst/>
            <a:rect l="l" t="t" r="r" b="b"/>
            <a:pathLst>
              <a:path w="5114925" h="1685925">
                <a:moveTo>
                  <a:pt x="5114925" y="1685925"/>
                </a:moveTo>
                <a:lnTo>
                  <a:pt x="0" y="1685925"/>
                </a:lnTo>
                <a:lnTo>
                  <a:pt x="0" y="0"/>
                </a:lnTo>
                <a:lnTo>
                  <a:pt x="5114925" y="0"/>
                </a:lnTo>
                <a:lnTo>
                  <a:pt x="511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676400"/>
                </a:lnTo>
                <a:lnTo>
                  <a:pt x="4762" y="1676400"/>
                </a:lnTo>
                <a:lnTo>
                  <a:pt x="9525" y="1681162"/>
                </a:lnTo>
                <a:lnTo>
                  <a:pt x="5114925" y="1681162"/>
                </a:lnTo>
                <a:lnTo>
                  <a:pt x="5114925" y="1685925"/>
                </a:lnTo>
                <a:close/>
              </a:path>
              <a:path w="5114925" h="1685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114925" h="1685925">
                <a:moveTo>
                  <a:pt x="510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105400" y="4762"/>
                </a:lnTo>
                <a:lnTo>
                  <a:pt x="5105400" y="9525"/>
                </a:lnTo>
                <a:close/>
              </a:path>
              <a:path w="5114925" h="1685925">
                <a:moveTo>
                  <a:pt x="5105400" y="1681162"/>
                </a:moveTo>
                <a:lnTo>
                  <a:pt x="5105400" y="4762"/>
                </a:lnTo>
                <a:lnTo>
                  <a:pt x="5110162" y="9525"/>
                </a:lnTo>
                <a:lnTo>
                  <a:pt x="5114925" y="9525"/>
                </a:lnTo>
                <a:lnTo>
                  <a:pt x="5114925" y="1676400"/>
                </a:lnTo>
                <a:lnTo>
                  <a:pt x="5110162" y="1676400"/>
                </a:lnTo>
                <a:lnTo>
                  <a:pt x="5105400" y="1681162"/>
                </a:lnTo>
                <a:close/>
              </a:path>
              <a:path w="5114925" h="1685925">
                <a:moveTo>
                  <a:pt x="5114925" y="9525"/>
                </a:moveTo>
                <a:lnTo>
                  <a:pt x="5110162" y="9525"/>
                </a:lnTo>
                <a:lnTo>
                  <a:pt x="5105400" y="4762"/>
                </a:lnTo>
                <a:lnTo>
                  <a:pt x="5114925" y="4762"/>
                </a:lnTo>
                <a:lnTo>
                  <a:pt x="5114925" y="9525"/>
                </a:lnTo>
                <a:close/>
              </a:path>
              <a:path w="5114925" h="1685925">
                <a:moveTo>
                  <a:pt x="9525" y="1681162"/>
                </a:moveTo>
                <a:lnTo>
                  <a:pt x="4762" y="1676400"/>
                </a:lnTo>
                <a:lnTo>
                  <a:pt x="9525" y="1676400"/>
                </a:lnTo>
                <a:lnTo>
                  <a:pt x="9525" y="1681162"/>
                </a:lnTo>
                <a:close/>
              </a:path>
              <a:path w="5114925" h="1685925">
                <a:moveTo>
                  <a:pt x="5105400" y="1681162"/>
                </a:moveTo>
                <a:lnTo>
                  <a:pt x="9525" y="1681162"/>
                </a:lnTo>
                <a:lnTo>
                  <a:pt x="9525" y="1676400"/>
                </a:lnTo>
                <a:lnTo>
                  <a:pt x="5105400" y="1676400"/>
                </a:lnTo>
                <a:lnTo>
                  <a:pt x="5105400" y="1681162"/>
                </a:lnTo>
                <a:close/>
              </a:path>
              <a:path w="5114925" h="1685925">
                <a:moveTo>
                  <a:pt x="5114925" y="1681162"/>
                </a:moveTo>
                <a:lnTo>
                  <a:pt x="5105400" y="1681162"/>
                </a:lnTo>
                <a:lnTo>
                  <a:pt x="5110162" y="1676400"/>
                </a:lnTo>
                <a:lnTo>
                  <a:pt x="5114925" y="1676400"/>
                </a:lnTo>
                <a:lnTo>
                  <a:pt x="5114925" y="1681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78065" y="3848100"/>
            <a:ext cx="153035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Bars with </a:t>
            </a:r>
            <a:r>
              <a:rPr sz="2000" dirty="0">
                <a:latin typeface="Tahoma"/>
                <a:cs typeface="Tahoma"/>
              </a:rPr>
              <a:t>an  </a:t>
            </a:r>
            <a:r>
              <a:rPr sz="2000" spc="-15" dirty="0">
                <a:latin typeface="Tahoma"/>
                <a:cs typeface="Tahoma"/>
              </a:rPr>
              <a:t>average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price  </a:t>
            </a:r>
            <a:r>
              <a:rPr sz="2000" spc="-10" dirty="0">
                <a:latin typeface="Tahoma"/>
                <a:cs typeface="Tahoma"/>
              </a:rPr>
              <a:t>above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$5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29400" y="4339361"/>
            <a:ext cx="612140" cy="385445"/>
          </a:xfrm>
          <a:custGeom>
            <a:avLst/>
            <a:gdLst/>
            <a:ahLst/>
            <a:cxnLst/>
            <a:rect l="l" t="t" r="r" b="b"/>
            <a:pathLst>
              <a:path w="612140" h="385445">
                <a:moveTo>
                  <a:pt x="67142" y="348692"/>
                </a:moveTo>
                <a:lnTo>
                  <a:pt x="62092" y="340612"/>
                </a:lnTo>
                <a:lnTo>
                  <a:pt x="607072" y="0"/>
                </a:lnTo>
                <a:lnTo>
                  <a:pt x="612127" y="8077"/>
                </a:lnTo>
                <a:lnTo>
                  <a:pt x="67142" y="348692"/>
                </a:lnTo>
                <a:close/>
              </a:path>
              <a:path w="612140" h="385445">
                <a:moveTo>
                  <a:pt x="0" y="385038"/>
                </a:moveTo>
                <a:lnTo>
                  <a:pt x="44424" y="312343"/>
                </a:lnTo>
                <a:lnTo>
                  <a:pt x="62092" y="340612"/>
                </a:lnTo>
                <a:lnTo>
                  <a:pt x="45935" y="350710"/>
                </a:lnTo>
                <a:lnTo>
                  <a:pt x="50990" y="358787"/>
                </a:lnTo>
                <a:lnTo>
                  <a:pt x="73452" y="358787"/>
                </a:lnTo>
                <a:lnTo>
                  <a:pt x="84810" y="376961"/>
                </a:lnTo>
                <a:lnTo>
                  <a:pt x="0" y="385038"/>
                </a:lnTo>
                <a:close/>
              </a:path>
              <a:path w="612140" h="385445">
                <a:moveTo>
                  <a:pt x="50990" y="358787"/>
                </a:moveTo>
                <a:lnTo>
                  <a:pt x="45935" y="350710"/>
                </a:lnTo>
                <a:lnTo>
                  <a:pt x="62092" y="340612"/>
                </a:lnTo>
                <a:lnTo>
                  <a:pt x="67142" y="348692"/>
                </a:lnTo>
                <a:lnTo>
                  <a:pt x="50990" y="358787"/>
                </a:lnTo>
                <a:close/>
              </a:path>
              <a:path w="612140" h="385445">
                <a:moveTo>
                  <a:pt x="73452" y="358787"/>
                </a:moveTo>
                <a:lnTo>
                  <a:pt x="50990" y="358787"/>
                </a:lnTo>
                <a:lnTo>
                  <a:pt x="67142" y="348692"/>
                </a:lnTo>
                <a:lnTo>
                  <a:pt x="73452" y="3587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0" dirty="0"/>
              <a:t> </a:t>
            </a:r>
            <a:r>
              <a:rPr spc="-5" dirty="0"/>
              <a:t>Assertion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4219"/>
            <a:ext cx="7053580" cy="3817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10" dirty="0">
                <a:latin typeface="Tahoma"/>
                <a:cs typeface="Tahoma"/>
              </a:rPr>
              <a:t>In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Drinkers(name, </a:t>
            </a:r>
            <a:r>
              <a:rPr sz="2800" spc="-80" dirty="0">
                <a:solidFill>
                  <a:srgbClr val="CC00CC"/>
                </a:solidFill>
                <a:latin typeface="Tahoma"/>
                <a:cs typeface="Tahoma"/>
              </a:rPr>
              <a:t>addr,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phone) </a:t>
            </a:r>
            <a:r>
              <a:rPr sz="2800" spc="-5" dirty="0">
                <a:latin typeface="Tahoma"/>
                <a:cs typeface="Tahoma"/>
              </a:rPr>
              <a:t>and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 Bars(name, </a:t>
            </a:r>
            <a:r>
              <a:rPr sz="2800" spc="-80" dirty="0">
                <a:solidFill>
                  <a:srgbClr val="CC00CC"/>
                </a:solidFill>
                <a:latin typeface="Tahoma"/>
                <a:cs typeface="Tahoma"/>
              </a:rPr>
              <a:t>addr,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license)</a:t>
            </a:r>
            <a:r>
              <a:rPr sz="2800" spc="-5" dirty="0">
                <a:latin typeface="Tahoma"/>
                <a:cs typeface="Tahoma"/>
              </a:rPr>
              <a:t>, </a:t>
            </a:r>
            <a:r>
              <a:rPr sz="2800" spc="-10" dirty="0">
                <a:latin typeface="Tahoma"/>
                <a:cs typeface="Tahoma"/>
              </a:rPr>
              <a:t>there </a:t>
            </a:r>
            <a:r>
              <a:rPr sz="2800" spc="-5" dirty="0">
                <a:latin typeface="Tahoma"/>
                <a:cs typeface="Tahoma"/>
              </a:rPr>
              <a:t>cannot be  </a:t>
            </a:r>
            <a:r>
              <a:rPr sz="2800" spc="-10" dirty="0">
                <a:latin typeface="Tahoma"/>
                <a:cs typeface="Tahoma"/>
              </a:rPr>
              <a:t>more </a:t>
            </a:r>
            <a:r>
              <a:rPr sz="2800" spc="-5" dirty="0">
                <a:latin typeface="Tahoma"/>
                <a:cs typeface="Tahoma"/>
              </a:rPr>
              <a:t>bars than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drinkers.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950">
              <a:latin typeface="Tahoma"/>
              <a:cs typeface="Tahoma"/>
            </a:endParaRPr>
          </a:p>
          <a:p>
            <a:pPr marL="355600" marR="75565" indent="-342900">
              <a:lnSpc>
                <a:spcPct val="121400"/>
              </a:lnSpc>
            </a:pPr>
            <a:r>
              <a:rPr sz="2800" spc="-5" dirty="0">
                <a:latin typeface="Courier New"/>
                <a:cs typeface="Courier New"/>
              </a:rPr>
              <a:t>CREATE ASSERTION FewBar CHECK (  (SELECT COUNT(*) FROM Bars) &lt;=  (SELECT COUNT(*) FROM</a:t>
            </a:r>
            <a:r>
              <a:rPr sz="2800" spc="-3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Drinkers)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800" spc="-5" dirty="0">
                <a:latin typeface="Courier New"/>
                <a:cs typeface="Courier New"/>
              </a:rPr>
              <a:t>);</a:t>
            </a:r>
            <a:endParaRPr sz="28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3E331D8-96D4-E49E-57FD-3C1F31CE2A7F}"/>
                  </a:ext>
                </a:extLst>
              </p14:cNvPr>
              <p14:cNvContentPartPr/>
              <p14:nvPr/>
            </p14:nvContentPartPr>
            <p14:xfrm>
              <a:off x="735219" y="3788845"/>
              <a:ext cx="3300120" cy="44424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3E331D8-96D4-E49E-57FD-3C1F31CE2A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1219" y="3680845"/>
                <a:ext cx="3407760" cy="65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94D7A48D-0C93-36EA-C77D-FCF6CD5F0623}"/>
                  </a:ext>
                </a:extLst>
              </p14:cNvPr>
              <p14:cNvContentPartPr/>
              <p14:nvPr/>
            </p14:nvContentPartPr>
            <p14:xfrm>
              <a:off x="5868459" y="3926365"/>
              <a:ext cx="1285200" cy="2988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94D7A48D-0C93-36EA-C77D-FCF6CD5F06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14819" y="3818725"/>
                <a:ext cx="1392840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C0D71EA2-40B4-62A7-C64D-64F703E5A6F9}"/>
                  </a:ext>
                </a:extLst>
              </p14:cNvPr>
              <p14:cNvContentPartPr/>
              <p14:nvPr/>
            </p14:nvContentPartPr>
            <p14:xfrm>
              <a:off x="5782059" y="3944725"/>
              <a:ext cx="1817280" cy="13320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C0D71EA2-40B4-62A7-C64D-64F703E5A6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28059" y="3836725"/>
                <a:ext cx="1924920" cy="348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455" y="829944"/>
            <a:ext cx="66890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Timing of Assertion</a:t>
            </a:r>
            <a:r>
              <a:rPr spc="-30" dirty="0"/>
              <a:t> </a:t>
            </a:r>
            <a:r>
              <a:rPr spc="-5" dirty="0"/>
              <a:t>Checks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894955" cy="3987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9019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spc="-5" dirty="0">
                <a:latin typeface="Tahoma"/>
                <a:cs typeface="Tahoma"/>
              </a:rPr>
              <a:t>principle,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must check </a:t>
            </a:r>
            <a:r>
              <a:rPr sz="3200" spc="-10" dirty="0">
                <a:latin typeface="Tahoma"/>
                <a:cs typeface="Tahoma"/>
              </a:rPr>
              <a:t>every  </a:t>
            </a:r>
            <a:r>
              <a:rPr sz="3200" spc="-5" dirty="0">
                <a:latin typeface="Tahoma"/>
                <a:cs typeface="Tahoma"/>
              </a:rPr>
              <a:t>assertion after </a:t>
            </a:r>
            <a:r>
              <a:rPr sz="3200" spc="-10" dirty="0">
                <a:latin typeface="Tahoma"/>
                <a:cs typeface="Tahoma"/>
              </a:rPr>
              <a:t>every </a:t>
            </a:r>
            <a:r>
              <a:rPr sz="3200" spc="-5" dirty="0">
                <a:latin typeface="Tahoma"/>
                <a:cs typeface="Tahoma"/>
              </a:rPr>
              <a:t>modification to </a:t>
            </a:r>
            <a:r>
              <a:rPr sz="3200" spc="-15" dirty="0">
                <a:latin typeface="Tahoma"/>
                <a:cs typeface="Tahoma"/>
              </a:rPr>
              <a:t>any  </a:t>
            </a:r>
            <a:r>
              <a:rPr sz="3200" spc="-5" dirty="0">
                <a:latin typeface="Tahoma"/>
                <a:cs typeface="Tahoma"/>
              </a:rPr>
              <a:t>relation of the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database.</a:t>
            </a:r>
            <a:endParaRPr sz="3200" dirty="0">
              <a:latin typeface="Tahoma"/>
              <a:cs typeface="Tahoma"/>
            </a:endParaRPr>
          </a:p>
          <a:p>
            <a:pPr marL="355600" marR="67183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clever </a:t>
            </a:r>
            <a:r>
              <a:rPr sz="3200" spc="-5" dirty="0">
                <a:latin typeface="Tahoma"/>
                <a:cs typeface="Tahoma"/>
              </a:rPr>
              <a:t>system can observe that only  certain changes could cause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given  </a:t>
            </a:r>
            <a:r>
              <a:rPr sz="3200" spc="-5" dirty="0">
                <a:latin typeface="Tahoma"/>
                <a:cs typeface="Tahoma"/>
              </a:rPr>
              <a:t>assertion to </a:t>
            </a:r>
            <a:r>
              <a:rPr sz="3200" dirty="0">
                <a:latin typeface="Tahoma"/>
                <a:cs typeface="Tahoma"/>
              </a:rPr>
              <a:t>be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violated.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  <a:tab pos="2191385" algn="l"/>
              </a:tabLst>
            </a:pP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2800" spc="-5" dirty="0">
                <a:latin typeface="Tahoma"/>
                <a:cs typeface="Tahoma"/>
              </a:rPr>
              <a:t>: No change to Beers can </a:t>
            </a:r>
            <a:r>
              <a:rPr sz="2800" spc="-15" dirty="0">
                <a:latin typeface="Tahoma"/>
                <a:cs typeface="Tahoma"/>
              </a:rPr>
              <a:t>affect  </a:t>
            </a:r>
            <a:r>
              <a:rPr sz="2800" spc="-65" dirty="0">
                <a:latin typeface="Tahoma"/>
                <a:cs typeface="Tahoma"/>
              </a:rPr>
              <a:t>FewBar.	</a:t>
            </a:r>
            <a:r>
              <a:rPr sz="2800" spc="-5" dirty="0">
                <a:latin typeface="Tahoma"/>
                <a:cs typeface="Tahoma"/>
              </a:rPr>
              <a:t>Neither can an insertion to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Drinkers.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0900" y="829944"/>
            <a:ext cx="49022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Triggers:</a:t>
            </a:r>
            <a:r>
              <a:rPr spc="-40" dirty="0"/>
              <a:t> </a:t>
            </a:r>
            <a:r>
              <a:rPr spc="-15" dirty="0"/>
              <a:t>Motivation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53300" cy="4122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Assertions </a:t>
            </a:r>
            <a:r>
              <a:rPr sz="3200" spc="-10" dirty="0">
                <a:latin typeface="Tahoma"/>
                <a:cs typeface="Tahoma"/>
              </a:rPr>
              <a:t>are powerful, </a:t>
            </a:r>
            <a:r>
              <a:rPr sz="3200" spc="-5" dirty="0">
                <a:latin typeface="Tahoma"/>
                <a:cs typeface="Tahoma"/>
              </a:rPr>
              <a:t>but the DBMS  often </a:t>
            </a:r>
            <a:r>
              <a:rPr sz="3200" spc="10" dirty="0">
                <a:latin typeface="Tahoma"/>
                <a:cs typeface="Tahoma"/>
              </a:rPr>
              <a:t>can’t </a:t>
            </a:r>
            <a:r>
              <a:rPr sz="3200" spc="-5" dirty="0">
                <a:latin typeface="Tahoma"/>
                <a:cs typeface="Tahoma"/>
              </a:rPr>
              <a:t>tell when they need to </a:t>
            </a:r>
            <a:r>
              <a:rPr sz="3200" dirty="0">
                <a:latin typeface="Tahoma"/>
                <a:cs typeface="Tahoma"/>
              </a:rPr>
              <a:t>be  </a:t>
            </a:r>
            <a:r>
              <a:rPr sz="3200" spc="-10" dirty="0">
                <a:latin typeface="Tahoma"/>
                <a:cs typeface="Tahoma"/>
              </a:rPr>
              <a:t>checked.</a:t>
            </a:r>
            <a:endParaRPr sz="3200" dirty="0">
              <a:latin typeface="Tahoma"/>
              <a:cs typeface="Tahoma"/>
            </a:endParaRPr>
          </a:p>
          <a:p>
            <a:pPr marL="355600" marR="18859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Attribute- </a:t>
            </a:r>
            <a:r>
              <a:rPr sz="3200" spc="-5" dirty="0">
                <a:latin typeface="Tahoma"/>
                <a:cs typeface="Tahoma"/>
              </a:rPr>
              <a:t>and tuple-based checks </a:t>
            </a:r>
            <a:r>
              <a:rPr sz="3200" spc="-10" dirty="0">
                <a:latin typeface="Tahoma"/>
                <a:cs typeface="Tahoma"/>
              </a:rPr>
              <a:t>are  checked </a:t>
            </a:r>
            <a:r>
              <a:rPr sz="3200" spc="-5" dirty="0">
                <a:latin typeface="Tahoma"/>
                <a:cs typeface="Tahoma"/>
              </a:rPr>
              <a:t>at known times, but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not  </a:t>
            </a:r>
            <a:r>
              <a:rPr sz="3200" spc="-10" dirty="0">
                <a:latin typeface="Tahoma"/>
                <a:cs typeface="Tahoma"/>
              </a:rPr>
              <a:t>powerful.</a:t>
            </a:r>
            <a:endParaRPr sz="3200" dirty="0">
              <a:latin typeface="Tahoma"/>
              <a:cs typeface="Tahoma"/>
            </a:endParaRPr>
          </a:p>
          <a:p>
            <a:pPr marL="355600" marR="467359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40" dirty="0">
                <a:latin typeface="Tahoma"/>
                <a:cs typeface="Tahoma"/>
              </a:rPr>
              <a:t>Triggers </a:t>
            </a:r>
            <a:r>
              <a:rPr sz="3200" spc="-5" dirty="0">
                <a:latin typeface="Tahoma"/>
                <a:cs typeface="Tahoma"/>
              </a:rPr>
              <a:t>let the user decide when to  check </a:t>
            </a:r>
            <a:r>
              <a:rPr sz="3200" spc="-15" dirty="0">
                <a:latin typeface="Tahoma"/>
                <a:cs typeface="Tahoma"/>
              </a:rPr>
              <a:t>for any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condition.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7744" y="829944"/>
            <a:ext cx="7129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Event-Condition-Action</a:t>
            </a:r>
            <a:r>
              <a:rPr spc="-35" dirty="0"/>
              <a:t> </a:t>
            </a:r>
            <a:r>
              <a:rPr spc="-10" dirty="0"/>
              <a:t>Rules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840217"/>
            <a:ext cx="7409815" cy="3797193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Another name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dirty="0">
                <a:latin typeface="Tahoma"/>
                <a:cs typeface="Tahoma"/>
              </a:rPr>
              <a:t>“trigger”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lang="en-US" altLang="zh-CN" sz="3600" dirty="0" err="1">
                <a:effectLst/>
              </a:rPr>
              <a:t>ECArule</a:t>
            </a:r>
            <a:r>
              <a:rPr sz="3200" spc="-900" dirty="0">
                <a:latin typeface="Tahoma"/>
                <a:cs typeface="Tahoma"/>
              </a:rPr>
              <a:t>,  </a:t>
            </a:r>
            <a:r>
              <a:rPr sz="3200" spc="-5" dirty="0">
                <a:latin typeface="Tahoma"/>
                <a:cs typeface="Tahoma"/>
              </a:rPr>
              <a:t>or</a:t>
            </a:r>
            <a:r>
              <a:rPr sz="3200" spc="-430" dirty="0">
                <a:latin typeface="Tahoma"/>
                <a:cs typeface="Tahoma"/>
              </a:rPr>
              <a:t> </a:t>
            </a:r>
            <a:r>
              <a:rPr lang="en-US" altLang="zh-CN" sz="3600" dirty="0">
                <a:effectLst/>
              </a:rPr>
              <a:t>event-condition-action</a:t>
            </a:r>
            <a:r>
              <a:rPr sz="3350" i="1" spc="-80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rule.</a:t>
            </a:r>
            <a:endParaRPr sz="3200" dirty="0">
              <a:latin typeface="Tahoma"/>
              <a:cs typeface="Tahoma"/>
            </a:endParaRPr>
          </a:p>
          <a:p>
            <a:pPr marL="355600" marR="553085" indent="-342900">
              <a:lnSpc>
                <a:spcPts val="3840"/>
              </a:lnSpc>
              <a:spcBef>
                <a:spcPts val="765"/>
              </a:spcBef>
              <a:tabLst>
                <a:tab pos="1941195" algn="l"/>
              </a:tabLst>
            </a:pPr>
            <a:r>
              <a:rPr sz="3200" spc="-80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lang="en-US" altLang="zh-CN" sz="3600" dirty="0">
                <a:effectLst/>
              </a:rPr>
              <a:t>Event</a:t>
            </a:r>
            <a:r>
              <a:rPr sz="3200" spc="-800" dirty="0">
                <a:latin typeface="Tahoma"/>
                <a:cs typeface="Tahoma"/>
              </a:rPr>
              <a:t>:</a:t>
            </a:r>
            <a:r>
              <a:rPr lang="en-US" sz="3200" spc="-800" dirty="0">
                <a:latin typeface="Tahoma"/>
                <a:cs typeface="Tahoma"/>
              </a:rPr>
              <a:t>    </a:t>
            </a:r>
            <a:r>
              <a:rPr sz="3200" spc="-10" dirty="0">
                <a:latin typeface="Tahoma"/>
                <a:cs typeface="Tahoma"/>
              </a:rPr>
              <a:t>typically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type </a:t>
            </a:r>
            <a:r>
              <a:rPr sz="3200" spc="-5" dirty="0">
                <a:latin typeface="Tahoma"/>
                <a:cs typeface="Tahoma"/>
              </a:rPr>
              <a:t>of database  modification, </a:t>
            </a:r>
            <a:r>
              <a:rPr sz="3200" spc="-45" dirty="0">
                <a:latin typeface="Tahoma"/>
                <a:cs typeface="Tahoma"/>
              </a:rPr>
              <a:t>e.g., </a:t>
            </a:r>
            <a:r>
              <a:rPr sz="3200" spc="-5" dirty="0">
                <a:latin typeface="Tahoma"/>
                <a:cs typeface="Tahoma"/>
              </a:rPr>
              <a:t>“insert </a:t>
            </a:r>
            <a:r>
              <a:rPr sz="3200" dirty="0">
                <a:latin typeface="Tahoma"/>
                <a:cs typeface="Tahoma"/>
              </a:rPr>
              <a:t>on</a:t>
            </a:r>
            <a:r>
              <a:rPr sz="3200" spc="30" dirty="0">
                <a:latin typeface="Tahoma"/>
                <a:cs typeface="Tahoma"/>
              </a:rPr>
              <a:t> </a:t>
            </a:r>
            <a:r>
              <a:rPr sz="3200" spc="-50" dirty="0">
                <a:latin typeface="Tahoma"/>
                <a:cs typeface="Tahoma"/>
              </a:rPr>
              <a:t>Sells.”</a:t>
            </a:r>
            <a:endParaRPr sz="3200" dirty="0">
              <a:latin typeface="Tahoma"/>
              <a:cs typeface="Tahoma"/>
            </a:endParaRPr>
          </a:p>
          <a:p>
            <a:pPr marL="355600" marR="546100" indent="-342900">
              <a:lnSpc>
                <a:spcPts val="3840"/>
              </a:lnSpc>
              <a:spcBef>
                <a:spcPts val="765"/>
              </a:spcBef>
            </a:pPr>
            <a:r>
              <a:rPr sz="3200" spc="-87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lang="en-US" altLang="zh-CN" sz="3600" dirty="0">
                <a:effectLst/>
              </a:rPr>
              <a:t>Condition</a:t>
            </a:r>
            <a:r>
              <a:rPr sz="3200" spc="-875" dirty="0">
                <a:latin typeface="Tahoma"/>
                <a:cs typeface="Tahoma"/>
              </a:rPr>
              <a:t>: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SQL </a:t>
            </a:r>
            <a:r>
              <a:rPr sz="3200" spc="-15" dirty="0">
                <a:latin typeface="Tahoma"/>
                <a:cs typeface="Tahoma"/>
              </a:rPr>
              <a:t>boolean-valued  </a:t>
            </a:r>
            <a:r>
              <a:rPr sz="3200" spc="-5" dirty="0">
                <a:latin typeface="Tahoma"/>
                <a:cs typeface="Tahoma"/>
              </a:rPr>
              <a:t>expression.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3200" spc="-77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lang="en-US" altLang="zh-CN" sz="3600" dirty="0">
                <a:effectLst/>
              </a:rPr>
              <a:t>Action</a:t>
            </a:r>
            <a:r>
              <a:rPr sz="3200" spc="-775" dirty="0">
                <a:latin typeface="Tahoma"/>
                <a:cs typeface="Tahoma"/>
              </a:rPr>
              <a:t>: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SQL</a:t>
            </a:r>
            <a:r>
              <a:rPr sz="3200" spc="-1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statements.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634" y="829944"/>
            <a:ext cx="76187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Preliminary </a:t>
            </a: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dirty="0"/>
              <a:t>A</a:t>
            </a:r>
            <a:r>
              <a:rPr spc="-40" dirty="0"/>
              <a:t> </a:t>
            </a:r>
            <a:r>
              <a:rPr spc="-65" dirty="0"/>
              <a:t>Trigger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52334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Instead of using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foreign-key  constraint </a:t>
            </a:r>
            <a:r>
              <a:rPr sz="3200" spc="-5" dirty="0">
                <a:latin typeface="Tahoma"/>
                <a:cs typeface="Tahoma"/>
              </a:rPr>
              <a:t>and rejecting insertions into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 </a:t>
            </a:r>
            <a:r>
              <a:rPr sz="3200" spc="-5" dirty="0">
                <a:latin typeface="Tahoma"/>
                <a:cs typeface="Tahoma"/>
              </a:rPr>
              <a:t>with unknown  beers,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trigger can add that beer to  </a:t>
            </a:r>
            <a:r>
              <a:rPr sz="3200" dirty="0">
                <a:latin typeface="Tahoma"/>
                <a:cs typeface="Tahoma"/>
              </a:rPr>
              <a:t>Beers, </a:t>
            </a:r>
            <a:r>
              <a:rPr sz="3200" spc="-5" dirty="0">
                <a:latin typeface="Tahoma"/>
                <a:cs typeface="Tahoma"/>
              </a:rPr>
              <a:t>with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NULL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40" dirty="0">
                <a:latin typeface="Tahoma"/>
                <a:cs typeface="Tahoma"/>
              </a:rPr>
              <a:t>manufacturer.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2214" y="829944"/>
            <a:ext cx="67202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65" dirty="0"/>
              <a:t>Trigger</a:t>
            </a:r>
            <a:r>
              <a:rPr spc="-20" dirty="0"/>
              <a:t> </a:t>
            </a:r>
            <a:r>
              <a:rPr spc="-5" dirty="0"/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4219"/>
            <a:ext cx="42322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latin typeface="Tahoma"/>
                <a:cs typeface="Tahoma"/>
              </a:rPr>
              <a:t>CREATE </a:t>
            </a:r>
            <a:r>
              <a:rPr sz="2800" spc="-5" dirty="0">
                <a:latin typeface="Tahoma"/>
                <a:cs typeface="Tahoma"/>
              </a:rPr>
              <a:t>TRIGGER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BeerTrig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139" y="2537286"/>
            <a:ext cx="3747770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dirty="0">
                <a:latin typeface="Tahoma"/>
                <a:cs typeface="Tahoma"/>
              </a:rPr>
              <a:t>AFTER </a:t>
            </a:r>
            <a:r>
              <a:rPr sz="2800" spc="-20" dirty="0">
                <a:latin typeface="Tahoma"/>
                <a:cs typeface="Tahoma"/>
              </a:rPr>
              <a:t>INSERT </a:t>
            </a:r>
            <a:r>
              <a:rPr sz="2800" spc="-5" dirty="0">
                <a:latin typeface="Tahoma"/>
                <a:cs typeface="Tahoma"/>
              </a:rPr>
              <a:t>ON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Sells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139" y="4072716"/>
            <a:ext cx="5182235" cy="940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5" dirty="0">
                <a:latin typeface="Tahoma"/>
                <a:cs typeface="Tahoma"/>
              </a:rPr>
              <a:t>WHEN </a:t>
            </a:r>
            <a:r>
              <a:rPr sz="2800" spc="-20" dirty="0">
                <a:latin typeface="Tahoma"/>
                <a:cs typeface="Tahoma"/>
              </a:rPr>
              <a:t>(NewTuple.beer </a:t>
            </a:r>
            <a:r>
              <a:rPr sz="2800" spc="-25" dirty="0">
                <a:latin typeface="Tahoma"/>
                <a:cs typeface="Tahoma"/>
              </a:rPr>
              <a:t>NOT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</a:t>
            </a:r>
            <a:endParaRPr sz="2800">
              <a:latin typeface="Tahoma"/>
              <a:cs typeface="Tahoma"/>
            </a:endParaRPr>
          </a:p>
          <a:p>
            <a:pPr marL="570865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(SELECT name FROM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Beers))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0139" y="5096336"/>
            <a:ext cx="4526915" cy="940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20" dirty="0">
                <a:latin typeface="Tahoma"/>
                <a:cs typeface="Tahoma"/>
              </a:rPr>
              <a:t>INSERT INTO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Beers(name)</a:t>
            </a:r>
            <a:endParaRPr sz="2800">
              <a:latin typeface="Tahoma"/>
              <a:cs typeface="Tahoma"/>
            </a:endParaRPr>
          </a:p>
          <a:p>
            <a:pPr marL="570865">
              <a:lnSpc>
                <a:spcPct val="100000"/>
              </a:lnSpc>
              <a:spcBef>
                <a:spcPts val="670"/>
              </a:spcBef>
            </a:pPr>
            <a:r>
              <a:rPr sz="2800" spc="-85" dirty="0">
                <a:latin typeface="Tahoma"/>
                <a:cs typeface="Tahoma"/>
              </a:rPr>
              <a:t>V</a:t>
            </a:r>
            <a:r>
              <a:rPr sz="2800" spc="-5" dirty="0">
                <a:latin typeface="Tahoma"/>
                <a:cs typeface="Tahoma"/>
              </a:rPr>
              <a:t>ALUES(Ne</a:t>
            </a:r>
            <a:r>
              <a:rPr sz="2800" dirty="0">
                <a:latin typeface="Tahoma"/>
                <a:cs typeface="Tahoma"/>
              </a:rPr>
              <a:t>w</a:t>
            </a:r>
            <a:r>
              <a:rPr sz="2800" spc="-265" dirty="0">
                <a:latin typeface="Tahoma"/>
                <a:cs typeface="Tahoma"/>
              </a:rPr>
              <a:t>T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Tahoma"/>
                <a:cs typeface="Tahoma"/>
              </a:rPr>
              <a:t>p</a:t>
            </a:r>
            <a:r>
              <a:rPr sz="2800" spc="-5" dirty="0">
                <a:latin typeface="Tahoma"/>
                <a:cs typeface="Tahoma"/>
              </a:rPr>
              <a:t>le.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800" spc="-5" dirty="0">
                <a:latin typeface="Tahoma"/>
                <a:cs typeface="Tahoma"/>
              </a:rPr>
              <a:t>eer);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66800" y="2514600"/>
            <a:ext cx="3886200" cy="457200"/>
          </a:xfrm>
          <a:custGeom>
            <a:avLst/>
            <a:gdLst/>
            <a:ahLst/>
            <a:cxnLst/>
            <a:rect l="l" t="t" r="r" b="b"/>
            <a:pathLst>
              <a:path w="3886200" h="457200">
                <a:moveTo>
                  <a:pt x="0" y="0"/>
                </a:moveTo>
                <a:lnTo>
                  <a:pt x="3886200" y="0"/>
                </a:lnTo>
                <a:lnTo>
                  <a:pt x="388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62037" y="2509837"/>
            <a:ext cx="3895725" cy="466725"/>
          </a:xfrm>
          <a:custGeom>
            <a:avLst/>
            <a:gdLst/>
            <a:ahLst/>
            <a:cxnLst/>
            <a:rect l="l" t="t" r="r" b="b"/>
            <a:pathLst>
              <a:path w="3895725" h="466725">
                <a:moveTo>
                  <a:pt x="38957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3895725" y="0"/>
                </a:lnTo>
                <a:lnTo>
                  <a:pt x="3895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3895725" y="461962"/>
                </a:lnTo>
                <a:lnTo>
                  <a:pt x="3895725" y="466725"/>
                </a:lnTo>
                <a:close/>
              </a:path>
              <a:path w="38957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895725" h="466725">
                <a:moveTo>
                  <a:pt x="3886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886200" y="4762"/>
                </a:lnTo>
                <a:lnTo>
                  <a:pt x="3886200" y="9525"/>
                </a:lnTo>
                <a:close/>
              </a:path>
              <a:path w="3895725" h="466725">
                <a:moveTo>
                  <a:pt x="3886200" y="461962"/>
                </a:moveTo>
                <a:lnTo>
                  <a:pt x="3886200" y="4762"/>
                </a:lnTo>
                <a:lnTo>
                  <a:pt x="3890962" y="9525"/>
                </a:lnTo>
                <a:lnTo>
                  <a:pt x="3895725" y="9525"/>
                </a:lnTo>
                <a:lnTo>
                  <a:pt x="3895725" y="457200"/>
                </a:lnTo>
                <a:lnTo>
                  <a:pt x="3890962" y="457200"/>
                </a:lnTo>
                <a:lnTo>
                  <a:pt x="3886200" y="461962"/>
                </a:lnTo>
                <a:close/>
              </a:path>
              <a:path w="3895725" h="466725">
                <a:moveTo>
                  <a:pt x="3895725" y="9525"/>
                </a:moveTo>
                <a:lnTo>
                  <a:pt x="3890962" y="9525"/>
                </a:lnTo>
                <a:lnTo>
                  <a:pt x="3886200" y="4762"/>
                </a:lnTo>
                <a:lnTo>
                  <a:pt x="3895725" y="4762"/>
                </a:lnTo>
                <a:lnTo>
                  <a:pt x="3895725" y="9525"/>
                </a:lnTo>
                <a:close/>
              </a:path>
              <a:path w="38957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3895725" h="466725">
                <a:moveTo>
                  <a:pt x="38862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3886200" y="457200"/>
                </a:lnTo>
                <a:lnTo>
                  <a:pt x="3886200" y="461962"/>
                </a:lnTo>
                <a:close/>
              </a:path>
              <a:path w="3895725" h="466725">
                <a:moveTo>
                  <a:pt x="3895725" y="461962"/>
                </a:moveTo>
                <a:lnTo>
                  <a:pt x="3886200" y="461962"/>
                </a:lnTo>
                <a:lnTo>
                  <a:pt x="3890962" y="457200"/>
                </a:lnTo>
                <a:lnTo>
                  <a:pt x="3895725" y="457200"/>
                </a:lnTo>
                <a:lnTo>
                  <a:pt x="38957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06465" y="2019299"/>
            <a:ext cx="11480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The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event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53000" y="2205685"/>
            <a:ext cx="916940" cy="537845"/>
          </a:xfrm>
          <a:custGeom>
            <a:avLst/>
            <a:gdLst/>
            <a:ahLst/>
            <a:cxnLst/>
            <a:rect l="l" t="t" r="r" b="b"/>
            <a:pathLst>
              <a:path w="916939" h="537844">
                <a:moveTo>
                  <a:pt x="68216" y="503229"/>
                </a:moveTo>
                <a:lnTo>
                  <a:pt x="63422" y="495008"/>
                </a:lnTo>
                <a:lnTo>
                  <a:pt x="911999" y="0"/>
                </a:lnTo>
                <a:lnTo>
                  <a:pt x="916800" y="8229"/>
                </a:lnTo>
                <a:lnTo>
                  <a:pt x="68216" y="503229"/>
                </a:lnTo>
                <a:close/>
              </a:path>
              <a:path w="916939" h="537844">
                <a:moveTo>
                  <a:pt x="0" y="537514"/>
                </a:moveTo>
                <a:lnTo>
                  <a:pt x="46621" y="466204"/>
                </a:lnTo>
                <a:lnTo>
                  <a:pt x="63422" y="495008"/>
                </a:lnTo>
                <a:lnTo>
                  <a:pt x="46964" y="504609"/>
                </a:lnTo>
                <a:lnTo>
                  <a:pt x="51765" y="512826"/>
                </a:lnTo>
                <a:lnTo>
                  <a:pt x="73813" y="512826"/>
                </a:lnTo>
                <a:lnTo>
                  <a:pt x="85013" y="532028"/>
                </a:lnTo>
                <a:lnTo>
                  <a:pt x="0" y="537514"/>
                </a:lnTo>
                <a:close/>
              </a:path>
              <a:path w="916939" h="537844">
                <a:moveTo>
                  <a:pt x="51765" y="512826"/>
                </a:moveTo>
                <a:lnTo>
                  <a:pt x="46964" y="504609"/>
                </a:lnTo>
                <a:lnTo>
                  <a:pt x="63422" y="495008"/>
                </a:lnTo>
                <a:lnTo>
                  <a:pt x="68216" y="503229"/>
                </a:lnTo>
                <a:lnTo>
                  <a:pt x="51765" y="512826"/>
                </a:lnTo>
                <a:close/>
              </a:path>
              <a:path w="916939" h="537844">
                <a:moveTo>
                  <a:pt x="73813" y="512826"/>
                </a:moveTo>
                <a:lnTo>
                  <a:pt x="51765" y="512826"/>
                </a:lnTo>
                <a:lnTo>
                  <a:pt x="68216" y="503229"/>
                </a:lnTo>
                <a:lnTo>
                  <a:pt x="73813" y="5128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6800" y="4038600"/>
            <a:ext cx="5257800" cy="990600"/>
          </a:xfrm>
          <a:custGeom>
            <a:avLst/>
            <a:gdLst/>
            <a:ahLst/>
            <a:cxnLst/>
            <a:rect l="l" t="t" r="r" b="b"/>
            <a:pathLst>
              <a:path w="5257800" h="990600">
                <a:moveTo>
                  <a:pt x="0" y="0"/>
                </a:moveTo>
                <a:lnTo>
                  <a:pt x="5257800" y="0"/>
                </a:lnTo>
                <a:lnTo>
                  <a:pt x="52578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62037" y="4033837"/>
            <a:ext cx="5267325" cy="1000125"/>
          </a:xfrm>
          <a:custGeom>
            <a:avLst/>
            <a:gdLst/>
            <a:ahLst/>
            <a:cxnLst/>
            <a:rect l="l" t="t" r="r" b="b"/>
            <a:pathLst>
              <a:path w="5267325" h="1000125">
                <a:moveTo>
                  <a:pt x="52673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5267325" y="0"/>
                </a:lnTo>
                <a:lnTo>
                  <a:pt x="5267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5267325" y="995362"/>
                </a:lnTo>
                <a:lnTo>
                  <a:pt x="5267325" y="1000125"/>
                </a:lnTo>
                <a:close/>
              </a:path>
              <a:path w="52673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267325" h="1000125">
                <a:moveTo>
                  <a:pt x="5257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257800" y="4762"/>
                </a:lnTo>
                <a:lnTo>
                  <a:pt x="5257800" y="9525"/>
                </a:lnTo>
                <a:close/>
              </a:path>
              <a:path w="5267325" h="1000125">
                <a:moveTo>
                  <a:pt x="5257800" y="995362"/>
                </a:moveTo>
                <a:lnTo>
                  <a:pt x="5257800" y="4762"/>
                </a:lnTo>
                <a:lnTo>
                  <a:pt x="5262562" y="9525"/>
                </a:lnTo>
                <a:lnTo>
                  <a:pt x="5267325" y="9525"/>
                </a:lnTo>
                <a:lnTo>
                  <a:pt x="5267325" y="990600"/>
                </a:lnTo>
                <a:lnTo>
                  <a:pt x="5262562" y="990600"/>
                </a:lnTo>
                <a:lnTo>
                  <a:pt x="5257800" y="995362"/>
                </a:lnTo>
                <a:close/>
              </a:path>
              <a:path w="5267325" h="1000125">
                <a:moveTo>
                  <a:pt x="5267325" y="9525"/>
                </a:moveTo>
                <a:lnTo>
                  <a:pt x="5262562" y="9525"/>
                </a:lnTo>
                <a:lnTo>
                  <a:pt x="5257800" y="4762"/>
                </a:lnTo>
                <a:lnTo>
                  <a:pt x="5267325" y="4762"/>
                </a:lnTo>
                <a:lnTo>
                  <a:pt x="5267325" y="9525"/>
                </a:lnTo>
                <a:close/>
              </a:path>
              <a:path w="52673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5267325" h="1000125">
                <a:moveTo>
                  <a:pt x="52578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5257800" y="990600"/>
                </a:lnTo>
                <a:lnTo>
                  <a:pt x="5257800" y="995362"/>
                </a:lnTo>
                <a:close/>
              </a:path>
              <a:path w="5267325" h="1000125">
                <a:moveTo>
                  <a:pt x="5267325" y="995362"/>
                </a:moveTo>
                <a:lnTo>
                  <a:pt x="5257800" y="995362"/>
                </a:lnTo>
                <a:lnTo>
                  <a:pt x="5262562" y="990600"/>
                </a:lnTo>
                <a:lnTo>
                  <a:pt x="5267325" y="990600"/>
                </a:lnTo>
                <a:lnTo>
                  <a:pt x="52673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07439" y="2950717"/>
            <a:ext cx="7360284" cy="1304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23315">
              <a:lnSpc>
                <a:spcPct val="119900"/>
              </a:lnSpc>
              <a:spcBef>
                <a:spcPts val="100"/>
              </a:spcBef>
            </a:pPr>
            <a:r>
              <a:rPr sz="2800" spc="-5" dirty="0">
                <a:latin typeface="Tahoma"/>
                <a:cs typeface="Tahoma"/>
              </a:rPr>
              <a:t>REFERENCING NEW ROW </a:t>
            </a:r>
            <a:r>
              <a:rPr sz="2800" spc="-10" dirty="0">
                <a:latin typeface="Tahoma"/>
                <a:cs typeface="Tahoma"/>
              </a:rPr>
              <a:t>AS </a:t>
            </a:r>
            <a:r>
              <a:rPr sz="2800" spc="-35" dirty="0">
                <a:latin typeface="Tahoma"/>
                <a:cs typeface="Tahoma"/>
              </a:rPr>
              <a:t>NewTuple  </a:t>
            </a:r>
            <a:r>
              <a:rPr sz="2800" spc="-5" dirty="0">
                <a:latin typeface="Tahoma"/>
                <a:cs typeface="Tahoma"/>
              </a:rPr>
              <a:t>FOR EACH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ROW</a:t>
            </a:r>
            <a:endParaRPr sz="2800">
              <a:latin typeface="Tahoma"/>
              <a:cs typeface="Tahoma"/>
            </a:endParaRPr>
          </a:p>
          <a:p>
            <a:pPr marR="5080" algn="r">
              <a:lnSpc>
                <a:spcPts val="2010"/>
              </a:lnSpc>
            </a:pPr>
            <a:r>
              <a:rPr sz="2000" spc="-5" dirty="0">
                <a:latin typeface="Tahoma"/>
                <a:cs typeface="Tahoma"/>
              </a:rPr>
              <a:t>The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condition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24600" y="4187380"/>
            <a:ext cx="536575" cy="461009"/>
          </a:xfrm>
          <a:custGeom>
            <a:avLst/>
            <a:gdLst/>
            <a:ahLst/>
            <a:cxnLst/>
            <a:rect l="l" t="t" r="r" b="b"/>
            <a:pathLst>
              <a:path w="536575" h="461010">
                <a:moveTo>
                  <a:pt x="60956" y="414844"/>
                </a:moveTo>
                <a:lnTo>
                  <a:pt x="54761" y="407616"/>
                </a:lnTo>
                <a:lnTo>
                  <a:pt x="530301" y="0"/>
                </a:lnTo>
                <a:lnTo>
                  <a:pt x="536498" y="7239"/>
                </a:lnTo>
                <a:lnTo>
                  <a:pt x="60956" y="414844"/>
                </a:lnTo>
                <a:close/>
              </a:path>
              <a:path w="536575" h="461010">
                <a:moveTo>
                  <a:pt x="0" y="460819"/>
                </a:moveTo>
                <a:lnTo>
                  <a:pt x="33058" y="382295"/>
                </a:lnTo>
                <a:lnTo>
                  <a:pt x="54761" y="407616"/>
                </a:lnTo>
                <a:lnTo>
                  <a:pt x="40297" y="420014"/>
                </a:lnTo>
                <a:lnTo>
                  <a:pt x="46494" y="427240"/>
                </a:lnTo>
                <a:lnTo>
                  <a:pt x="71581" y="427240"/>
                </a:lnTo>
                <a:lnTo>
                  <a:pt x="82651" y="440156"/>
                </a:lnTo>
                <a:lnTo>
                  <a:pt x="0" y="460819"/>
                </a:lnTo>
                <a:close/>
              </a:path>
              <a:path w="536575" h="461010">
                <a:moveTo>
                  <a:pt x="46494" y="427240"/>
                </a:moveTo>
                <a:lnTo>
                  <a:pt x="40297" y="420014"/>
                </a:lnTo>
                <a:lnTo>
                  <a:pt x="54761" y="407616"/>
                </a:lnTo>
                <a:lnTo>
                  <a:pt x="60956" y="414844"/>
                </a:lnTo>
                <a:lnTo>
                  <a:pt x="46494" y="427240"/>
                </a:lnTo>
                <a:close/>
              </a:path>
              <a:path w="536575" h="461010">
                <a:moveTo>
                  <a:pt x="71581" y="427240"/>
                </a:moveTo>
                <a:lnTo>
                  <a:pt x="46494" y="427240"/>
                </a:lnTo>
                <a:lnTo>
                  <a:pt x="60956" y="414844"/>
                </a:lnTo>
                <a:lnTo>
                  <a:pt x="71581" y="427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66800" y="5105400"/>
            <a:ext cx="4724400" cy="990600"/>
          </a:xfrm>
          <a:custGeom>
            <a:avLst/>
            <a:gdLst/>
            <a:ahLst/>
            <a:cxnLst/>
            <a:rect l="l" t="t" r="r" b="b"/>
            <a:pathLst>
              <a:path w="4724400" h="990600">
                <a:moveTo>
                  <a:pt x="0" y="0"/>
                </a:moveTo>
                <a:lnTo>
                  <a:pt x="4724400" y="0"/>
                </a:lnTo>
                <a:lnTo>
                  <a:pt x="47244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FF99CC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62037" y="5100637"/>
            <a:ext cx="4733925" cy="1000125"/>
          </a:xfrm>
          <a:custGeom>
            <a:avLst/>
            <a:gdLst/>
            <a:ahLst/>
            <a:cxnLst/>
            <a:rect l="l" t="t" r="r" b="b"/>
            <a:pathLst>
              <a:path w="4733925" h="1000125">
                <a:moveTo>
                  <a:pt x="47339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4733925" y="0"/>
                </a:lnTo>
                <a:lnTo>
                  <a:pt x="4733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4733925" y="995362"/>
                </a:lnTo>
                <a:lnTo>
                  <a:pt x="4733925" y="1000125"/>
                </a:lnTo>
                <a:close/>
              </a:path>
              <a:path w="47339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733925" h="1000125">
                <a:moveTo>
                  <a:pt x="4724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724400" y="4762"/>
                </a:lnTo>
                <a:lnTo>
                  <a:pt x="4724400" y="9525"/>
                </a:lnTo>
                <a:close/>
              </a:path>
              <a:path w="4733925" h="1000125">
                <a:moveTo>
                  <a:pt x="4724400" y="995362"/>
                </a:moveTo>
                <a:lnTo>
                  <a:pt x="4724400" y="4762"/>
                </a:lnTo>
                <a:lnTo>
                  <a:pt x="4729162" y="9525"/>
                </a:lnTo>
                <a:lnTo>
                  <a:pt x="4733925" y="9525"/>
                </a:lnTo>
                <a:lnTo>
                  <a:pt x="4733925" y="990600"/>
                </a:lnTo>
                <a:lnTo>
                  <a:pt x="4729162" y="990600"/>
                </a:lnTo>
                <a:lnTo>
                  <a:pt x="4724400" y="995362"/>
                </a:lnTo>
                <a:close/>
              </a:path>
              <a:path w="4733925" h="1000125">
                <a:moveTo>
                  <a:pt x="4733925" y="9525"/>
                </a:moveTo>
                <a:lnTo>
                  <a:pt x="4729162" y="9525"/>
                </a:lnTo>
                <a:lnTo>
                  <a:pt x="4724400" y="4762"/>
                </a:lnTo>
                <a:lnTo>
                  <a:pt x="4733925" y="4762"/>
                </a:lnTo>
                <a:lnTo>
                  <a:pt x="4733925" y="9525"/>
                </a:lnTo>
                <a:close/>
              </a:path>
              <a:path w="47339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4733925" h="1000125">
                <a:moveTo>
                  <a:pt x="47244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4724400" y="990600"/>
                </a:lnTo>
                <a:lnTo>
                  <a:pt x="4724400" y="995362"/>
                </a:lnTo>
                <a:close/>
              </a:path>
              <a:path w="4733925" h="1000125">
                <a:moveTo>
                  <a:pt x="4733925" y="995362"/>
                </a:moveTo>
                <a:lnTo>
                  <a:pt x="4724400" y="995362"/>
                </a:lnTo>
                <a:lnTo>
                  <a:pt x="4729162" y="990600"/>
                </a:lnTo>
                <a:lnTo>
                  <a:pt x="4733925" y="990600"/>
                </a:lnTo>
                <a:lnTo>
                  <a:pt x="47339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08140" y="5518150"/>
            <a:ext cx="12026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The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action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91200" y="5540184"/>
            <a:ext cx="763270" cy="179705"/>
          </a:xfrm>
          <a:custGeom>
            <a:avLst/>
            <a:gdLst/>
            <a:ahLst/>
            <a:cxnLst/>
            <a:rect l="l" t="t" r="r" b="b"/>
            <a:pathLst>
              <a:path w="763270" h="179704">
                <a:moveTo>
                  <a:pt x="67246" y="74714"/>
                </a:moveTo>
                <a:lnTo>
                  <a:pt x="0" y="22415"/>
                </a:lnTo>
                <a:lnTo>
                  <a:pt x="82194" y="0"/>
                </a:lnTo>
                <a:lnTo>
                  <a:pt x="76401" y="28955"/>
                </a:lnTo>
                <a:lnTo>
                  <a:pt x="56972" y="28955"/>
                </a:lnTo>
                <a:lnTo>
                  <a:pt x="55105" y="38290"/>
                </a:lnTo>
                <a:lnTo>
                  <a:pt x="73786" y="42026"/>
                </a:lnTo>
                <a:lnTo>
                  <a:pt x="67246" y="74714"/>
                </a:lnTo>
                <a:close/>
              </a:path>
              <a:path w="763270" h="179704">
                <a:moveTo>
                  <a:pt x="73786" y="42026"/>
                </a:moveTo>
                <a:lnTo>
                  <a:pt x="55105" y="38290"/>
                </a:lnTo>
                <a:lnTo>
                  <a:pt x="56972" y="28955"/>
                </a:lnTo>
                <a:lnTo>
                  <a:pt x="75653" y="32692"/>
                </a:lnTo>
                <a:lnTo>
                  <a:pt x="73786" y="42026"/>
                </a:lnTo>
                <a:close/>
              </a:path>
              <a:path w="763270" h="179704">
                <a:moveTo>
                  <a:pt x="75653" y="32692"/>
                </a:moveTo>
                <a:lnTo>
                  <a:pt x="56972" y="28955"/>
                </a:lnTo>
                <a:lnTo>
                  <a:pt x="76401" y="28955"/>
                </a:lnTo>
                <a:lnTo>
                  <a:pt x="75653" y="32692"/>
                </a:lnTo>
                <a:close/>
              </a:path>
              <a:path w="763270" h="179704">
                <a:moveTo>
                  <a:pt x="761072" y="179489"/>
                </a:moveTo>
                <a:lnTo>
                  <a:pt x="73786" y="42026"/>
                </a:lnTo>
                <a:lnTo>
                  <a:pt x="75653" y="32692"/>
                </a:lnTo>
                <a:lnTo>
                  <a:pt x="762939" y="170141"/>
                </a:lnTo>
                <a:lnTo>
                  <a:pt x="761072" y="1794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6B34BAFD-9BDC-2647-19B1-FCDAEB5CE084}"/>
                  </a:ext>
                </a:extLst>
              </p14:cNvPr>
              <p14:cNvContentPartPr/>
              <p14:nvPr/>
            </p14:nvContentPartPr>
            <p14:xfrm>
              <a:off x="761859" y="2135725"/>
              <a:ext cx="2690640" cy="30456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6B34BAFD-9BDC-2647-19B1-FCDAEB5CE0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8219" y="2027725"/>
                <a:ext cx="2798280" cy="52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E47DBFE0-481C-63D6-6DB1-F3836FE6DE61}"/>
                  </a:ext>
                </a:extLst>
              </p14:cNvPr>
              <p14:cNvContentPartPr/>
              <p14:nvPr/>
            </p14:nvContentPartPr>
            <p14:xfrm>
              <a:off x="1077219" y="2643685"/>
              <a:ext cx="3723480" cy="34488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E47DBFE0-481C-63D6-6DB1-F3836FE6DE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3579" y="2536045"/>
                <a:ext cx="3831120" cy="56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55B71942-8D85-EDAE-B9FA-31D21DE25DCE}"/>
                  </a:ext>
                </a:extLst>
              </p14:cNvPr>
              <p14:cNvContentPartPr/>
              <p14:nvPr/>
            </p14:nvContentPartPr>
            <p14:xfrm>
              <a:off x="2760939" y="4311925"/>
              <a:ext cx="360" cy="36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55B71942-8D85-EDAE-B9FA-31D21DE25D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06939" y="420392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70A8F647-A3D8-A930-484F-A316D8ED6C91}"/>
                  </a:ext>
                </a:extLst>
              </p14:cNvPr>
              <p14:cNvContentPartPr/>
              <p14:nvPr/>
            </p14:nvContentPartPr>
            <p14:xfrm>
              <a:off x="1335699" y="4284925"/>
              <a:ext cx="1198800" cy="31104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70A8F647-A3D8-A930-484F-A316D8ED6C9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82059" y="4176925"/>
                <a:ext cx="1306440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16C3D316-97D6-4998-B8BB-7510A84C8844}"/>
                  </a:ext>
                </a:extLst>
              </p14:cNvPr>
              <p14:cNvContentPartPr/>
              <p14:nvPr/>
            </p14:nvContentPartPr>
            <p14:xfrm>
              <a:off x="435699" y="4073965"/>
              <a:ext cx="2131560" cy="55224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16C3D316-97D6-4998-B8BB-7510A84C884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1699" y="3966325"/>
                <a:ext cx="2239200" cy="76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CA0BB10C-82EF-16E9-3234-F34F8EE53020}"/>
                  </a:ext>
                </a:extLst>
              </p14:cNvPr>
              <p14:cNvContentPartPr/>
              <p14:nvPr/>
            </p14:nvContentPartPr>
            <p14:xfrm>
              <a:off x="986139" y="3182605"/>
              <a:ext cx="7355160" cy="35928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CA0BB10C-82EF-16E9-3234-F34F8EE5302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2139" y="3074605"/>
                <a:ext cx="7462800" cy="57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964CBFDC-ED93-A1FC-D6BB-B29D9071CAE4}"/>
                  </a:ext>
                </a:extLst>
              </p14:cNvPr>
              <p14:cNvContentPartPr/>
              <p14:nvPr/>
            </p14:nvContentPartPr>
            <p14:xfrm>
              <a:off x="1308699" y="3695605"/>
              <a:ext cx="2305800" cy="6012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964CBFDC-ED93-A1FC-D6BB-B29D9071CAE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55059" y="3587605"/>
                <a:ext cx="241344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49E46139-B6D6-BD7A-F288-C3962A2FE3B0}"/>
                  </a:ext>
                </a:extLst>
              </p14:cNvPr>
              <p14:cNvContentPartPr/>
              <p14:nvPr/>
            </p14:nvContentPartPr>
            <p14:xfrm>
              <a:off x="1178739" y="3495085"/>
              <a:ext cx="2565000" cy="48276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49E46139-B6D6-BD7A-F288-C3962A2FE3B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70099" y="3486445"/>
                <a:ext cx="258264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C9D0DD81-C780-56F6-D611-2639647F433E}"/>
                  </a:ext>
                </a:extLst>
              </p14:cNvPr>
              <p14:cNvContentPartPr/>
              <p14:nvPr/>
            </p14:nvContentPartPr>
            <p14:xfrm>
              <a:off x="436779" y="3046525"/>
              <a:ext cx="7158960" cy="49536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C9D0DD81-C780-56F6-D611-2639647F433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8139" y="3037885"/>
                <a:ext cx="7176600" cy="513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0630" y="829944"/>
            <a:ext cx="6683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CC3300"/>
                </a:solidFill>
              </a:rPr>
              <a:t>Options</a:t>
            </a:r>
            <a:r>
              <a:rPr spc="-5" dirty="0"/>
              <a:t>: </a:t>
            </a:r>
            <a:r>
              <a:rPr spc="-45" dirty="0"/>
              <a:t>CREATE</a:t>
            </a:r>
            <a:r>
              <a:rPr spc="-55" dirty="0"/>
              <a:t> </a:t>
            </a:r>
            <a:r>
              <a:rPr spc="-5" dirty="0"/>
              <a:t>TRIGGER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7348855" cy="271843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5" dirty="0">
                <a:latin typeface="Tahoma"/>
                <a:cs typeface="Tahoma"/>
              </a:rPr>
              <a:t>CREATE </a:t>
            </a:r>
            <a:r>
              <a:rPr sz="3200" spc="-5" dirty="0">
                <a:latin typeface="Tahoma"/>
                <a:cs typeface="Tahoma"/>
              </a:rPr>
              <a:t>TRIGGER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&lt;name&gt;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Or: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35" dirty="0">
                <a:latin typeface="Tahoma"/>
                <a:cs typeface="Tahoma"/>
              </a:rPr>
              <a:t>CREATE </a:t>
            </a:r>
            <a:r>
              <a:rPr sz="3200" dirty="0">
                <a:latin typeface="Tahoma"/>
                <a:cs typeface="Tahoma"/>
              </a:rPr>
              <a:t>OR </a:t>
            </a:r>
            <a:r>
              <a:rPr sz="3200" spc="-15" dirty="0">
                <a:latin typeface="Tahoma"/>
                <a:cs typeface="Tahoma"/>
              </a:rPr>
              <a:t>REPLACE </a:t>
            </a:r>
            <a:r>
              <a:rPr sz="3200" spc="-5" dirty="0">
                <a:latin typeface="Tahoma"/>
                <a:cs typeface="Tahoma"/>
              </a:rPr>
              <a:t>TRIGGER</a:t>
            </a:r>
            <a:r>
              <a:rPr sz="3200" spc="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&lt;name&gt;</a:t>
            </a:r>
            <a:endParaRPr sz="3200">
              <a:latin typeface="Tahoma"/>
              <a:cs typeface="Tahoma"/>
            </a:endParaRPr>
          </a:p>
          <a:p>
            <a:pPr marL="755650" marR="9588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Useful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10" dirty="0">
                <a:latin typeface="Tahoma"/>
                <a:cs typeface="Tahoma"/>
              </a:rPr>
              <a:t>there </a:t>
            </a:r>
            <a:r>
              <a:rPr sz="2800" spc="-5" dirty="0">
                <a:latin typeface="Tahoma"/>
                <a:cs typeface="Tahoma"/>
              </a:rPr>
              <a:t>is a trigger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that name  and </a:t>
            </a:r>
            <a:r>
              <a:rPr sz="2800" spc="-15" dirty="0">
                <a:latin typeface="Tahoma"/>
                <a:cs typeface="Tahoma"/>
              </a:rPr>
              <a:t>you </a:t>
            </a:r>
            <a:r>
              <a:rPr sz="2800" spc="-10" dirty="0">
                <a:latin typeface="Tahoma"/>
                <a:cs typeface="Tahoma"/>
              </a:rPr>
              <a:t>want </a:t>
            </a:r>
            <a:r>
              <a:rPr sz="2800" spc="-5" dirty="0">
                <a:latin typeface="Tahoma"/>
                <a:cs typeface="Tahoma"/>
              </a:rPr>
              <a:t>to </a:t>
            </a:r>
            <a:r>
              <a:rPr sz="2800" spc="-10" dirty="0">
                <a:latin typeface="Tahoma"/>
                <a:cs typeface="Tahoma"/>
              </a:rPr>
              <a:t>modify </a:t>
            </a:r>
            <a:r>
              <a:rPr sz="2800" spc="-5" dirty="0">
                <a:latin typeface="Tahoma"/>
                <a:cs typeface="Tahoma"/>
              </a:rPr>
              <a:t>the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trigger.</a:t>
            </a:r>
            <a:endParaRPr sz="280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BE631130-0207-C9CD-53E7-CD3251559F41}"/>
                  </a:ext>
                </a:extLst>
              </p14:cNvPr>
              <p14:cNvContentPartPr/>
              <p14:nvPr/>
            </p14:nvContentPartPr>
            <p14:xfrm>
              <a:off x="1174059" y="2258845"/>
              <a:ext cx="3277800" cy="1537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BE631130-0207-C9CD-53E7-CD3251559F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0419" y="2151205"/>
                <a:ext cx="338544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783515D1-DF26-A057-FFC8-88E26BABD32F}"/>
                  </a:ext>
                </a:extLst>
              </p14:cNvPr>
              <p14:cNvContentPartPr/>
              <p14:nvPr/>
            </p14:nvContentPartPr>
            <p14:xfrm>
              <a:off x="779859" y="3370165"/>
              <a:ext cx="5516280" cy="17064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783515D1-DF26-A057-FFC8-88E26BABD3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5859" y="3262525"/>
                <a:ext cx="5623920" cy="38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8210" y="829944"/>
            <a:ext cx="47682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CC3300"/>
                </a:solidFill>
              </a:rPr>
              <a:t>Options</a:t>
            </a:r>
            <a:r>
              <a:rPr spc="-5" dirty="0"/>
              <a:t>: The</a:t>
            </a:r>
            <a:r>
              <a:rPr spc="-60" dirty="0"/>
              <a:t> </a:t>
            </a:r>
            <a:r>
              <a:rPr spc="-10" dirty="0"/>
              <a:t>Event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436484" cy="38176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5" dirty="0">
                <a:latin typeface="Tahoma"/>
                <a:cs typeface="Tahoma"/>
              </a:rPr>
              <a:t>AFTER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BEFORE.</a:t>
            </a:r>
            <a:endParaRPr sz="3200">
              <a:latin typeface="Tahoma"/>
              <a:cs typeface="Tahoma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5" dirty="0">
                <a:latin typeface="Tahoma"/>
                <a:cs typeface="Tahoma"/>
              </a:rPr>
              <a:t>Also, </a:t>
            </a:r>
            <a:r>
              <a:rPr sz="2800" spc="-5" dirty="0">
                <a:latin typeface="Tahoma"/>
                <a:cs typeface="Tahoma"/>
              </a:rPr>
              <a:t>INSTEAD </a:t>
            </a:r>
            <a:r>
              <a:rPr sz="2800" spc="-135" dirty="0">
                <a:latin typeface="Tahoma"/>
                <a:cs typeface="Tahoma"/>
              </a:rPr>
              <a:t>OF,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5" dirty="0">
                <a:latin typeface="Tahoma"/>
                <a:cs typeface="Tahoma"/>
              </a:rPr>
              <a:t>the relation is a</a:t>
            </a:r>
            <a:r>
              <a:rPr sz="2800" spc="16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view.</a:t>
            </a:r>
            <a:endParaRPr sz="2800">
              <a:latin typeface="Tahoma"/>
              <a:cs typeface="Tahoma"/>
            </a:endParaRPr>
          </a:p>
          <a:p>
            <a:pPr marL="1155065" marR="398145" lvl="2" indent="-228600" algn="just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clever </a:t>
            </a:r>
            <a:r>
              <a:rPr sz="2400" spc="-20" dirty="0">
                <a:latin typeface="Tahoma"/>
                <a:cs typeface="Tahoma"/>
              </a:rPr>
              <a:t>way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400" spc="-5" dirty="0">
                <a:latin typeface="Tahoma"/>
                <a:cs typeface="Tahoma"/>
              </a:rPr>
              <a:t>execute view modifications:  </a:t>
            </a:r>
            <a:r>
              <a:rPr sz="2400" spc="-15" dirty="0">
                <a:latin typeface="Tahoma"/>
                <a:cs typeface="Tahoma"/>
              </a:rPr>
              <a:t>have </a:t>
            </a:r>
            <a:r>
              <a:rPr sz="2400" spc="-5" dirty="0">
                <a:latin typeface="Tahoma"/>
                <a:cs typeface="Tahoma"/>
              </a:rPr>
              <a:t>triggers </a:t>
            </a:r>
            <a:r>
              <a:rPr sz="2400" spc="-10" dirty="0">
                <a:latin typeface="Tahoma"/>
                <a:cs typeface="Tahoma"/>
              </a:rPr>
              <a:t>translate </a:t>
            </a:r>
            <a:r>
              <a:rPr sz="2400" dirty="0">
                <a:latin typeface="Tahoma"/>
                <a:cs typeface="Tahoma"/>
              </a:rPr>
              <a:t>them to </a:t>
            </a:r>
            <a:r>
              <a:rPr sz="2400" spc="-5" dirty="0">
                <a:latin typeface="Tahoma"/>
                <a:cs typeface="Tahoma"/>
              </a:rPr>
              <a:t>appropriate  modifications </a:t>
            </a:r>
            <a:r>
              <a:rPr sz="2400" dirty="0">
                <a:latin typeface="Tahoma"/>
                <a:cs typeface="Tahoma"/>
              </a:rPr>
              <a:t>on the </a:t>
            </a:r>
            <a:r>
              <a:rPr sz="2400" spc="-5" dirty="0">
                <a:latin typeface="Tahoma"/>
                <a:cs typeface="Tahoma"/>
              </a:rPr>
              <a:t>base tables.</a:t>
            </a:r>
            <a:endParaRPr sz="24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latin typeface="Tahoma"/>
                <a:cs typeface="Tahoma"/>
              </a:rPr>
              <a:t>INSERT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DELETE or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30" dirty="0">
                <a:latin typeface="Tahoma"/>
                <a:cs typeface="Tahoma"/>
              </a:rPr>
              <a:t>UPDATE.</a:t>
            </a:r>
            <a:endParaRPr sz="3200">
              <a:latin typeface="Tahoma"/>
              <a:cs typeface="Tahoma"/>
            </a:endParaRPr>
          </a:p>
          <a:p>
            <a:pPr marL="755650" marR="5905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And </a:t>
            </a:r>
            <a:r>
              <a:rPr sz="2800" spc="-30" dirty="0">
                <a:latin typeface="Tahoma"/>
                <a:cs typeface="Tahoma"/>
              </a:rPr>
              <a:t>UPDATE </a:t>
            </a:r>
            <a:r>
              <a:rPr sz="2800" spc="-5" dirty="0">
                <a:latin typeface="Tahoma"/>
                <a:cs typeface="Tahoma"/>
              </a:rPr>
              <a:t>can be </a:t>
            </a:r>
            <a:r>
              <a:rPr sz="2800" spc="-30" dirty="0">
                <a:latin typeface="Tahoma"/>
                <a:cs typeface="Tahoma"/>
              </a:rPr>
              <a:t>UPDATE </a:t>
            </a:r>
            <a:r>
              <a:rPr sz="2800" spc="-5" dirty="0">
                <a:latin typeface="Tahoma"/>
                <a:cs typeface="Tahoma"/>
              </a:rPr>
              <a:t>. . . ON a  particular attribute.</a:t>
            </a:r>
            <a:endParaRPr sz="280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7F9FC6D6-E267-C52B-72AB-766FCBE6C13D}"/>
                  </a:ext>
                </a:extLst>
              </p14:cNvPr>
              <p14:cNvContentPartPr/>
              <p14:nvPr/>
            </p14:nvContentPartPr>
            <p14:xfrm>
              <a:off x="1282059" y="2195845"/>
              <a:ext cx="1110960" cy="2700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7F9FC6D6-E267-C52B-72AB-766FCBE6C1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8059" y="2088205"/>
                <a:ext cx="121860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DD1B8866-4E9C-06B8-543E-8F686375D847}"/>
                  </a:ext>
                </a:extLst>
              </p14:cNvPr>
              <p14:cNvContentPartPr/>
              <p14:nvPr/>
            </p14:nvContentPartPr>
            <p14:xfrm>
              <a:off x="3832299" y="1964005"/>
              <a:ext cx="1483920" cy="67428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DD1B8866-4E9C-06B8-543E-8F686375D8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78659" y="1856005"/>
                <a:ext cx="1591560" cy="88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79AD3DF4-7FCC-403B-6A2E-BC4D2DAAE6D4}"/>
                  </a:ext>
                </a:extLst>
              </p14:cNvPr>
              <p14:cNvContentPartPr/>
              <p14:nvPr/>
            </p14:nvContentPartPr>
            <p14:xfrm>
              <a:off x="1252539" y="4285285"/>
              <a:ext cx="1862280" cy="53172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79AD3DF4-7FCC-403B-6A2E-BC4D2DAAE6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98899" y="4177645"/>
                <a:ext cx="1969920" cy="74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51383BB2-6777-8CB3-C9EA-A05BF5EF1CE7}"/>
                  </a:ext>
                </a:extLst>
              </p14:cNvPr>
              <p14:cNvContentPartPr/>
              <p14:nvPr/>
            </p14:nvContentPartPr>
            <p14:xfrm>
              <a:off x="3899259" y="4365925"/>
              <a:ext cx="3356280" cy="47448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51383BB2-6777-8CB3-C9EA-A05BF5EF1CE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45619" y="4257925"/>
                <a:ext cx="3463920" cy="690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5735" y="829944"/>
            <a:ext cx="6273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CC3300"/>
                </a:solidFill>
              </a:rPr>
              <a:t>Options</a:t>
            </a:r>
            <a:r>
              <a:rPr spc="-5" dirty="0"/>
              <a:t>: FOR EACH</a:t>
            </a:r>
            <a:r>
              <a:rPr spc="-50" dirty="0"/>
              <a:t> </a:t>
            </a:r>
            <a:r>
              <a:rPr dirty="0"/>
              <a:t>ROW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72310"/>
            <a:ext cx="7479030" cy="441723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marR="1198880" indent="-3429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40" dirty="0">
                <a:latin typeface="Tahoma"/>
                <a:cs typeface="Tahoma"/>
              </a:rPr>
              <a:t>Triggers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either </a:t>
            </a:r>
            <a:r>
              <a:rPr sz="3200" spc="-10" dirty="0">
                <a:latin typeface="Tahoma"/>
                <a:cs typeface="Tahoma"/>
              </a:rPr>
              <a:t>“row-level” </a:t>
            </a:r>
            <a:r>
              <a:rPr sz="3200" spc="-5" dirty="0">
                <a:latin typeface="Tahoma"/>
                <a:cs typeface="Tahoma"/>
              </a:rPr>
              <a:t>or  </a:t>
            </a:r>
            <a:r>
              <a:rPr sz="3200" spc="-25" dirty="0">
                <a:latin typeface="Tahoma"/>
                <a:cs typeface="Tahoma"/>
              </a:rPr>
              <a:t>“statement-level.”</a:t>
            </a:r>
            <a:endParaRPr sz="3200" dirty="0">
              <a:latin typeface="Tahoma"/>
              <a:cs typeface="Tahoma"/>
            </a:endParaRPr>
          </a:p>
          <a:p>
            <a:pPr marL="355600" marR="27305" indent="-342900">
              <a:lnSpc>
                <a:spcPts val="345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FOR EACH </a:t>
            </a:r>
            <a:r>
              <a:rPr sz="3200" dirty="0">
                <a:latin typeface="Tahoma"/>
                <a:cs typeface="Tahoma"/>
              </a:rPr>
              <a:t>ROW </a:t>
            </a:r>
            <a:r>
              <a:rPr sz="3200" spc="-5" dirty="0">
                <a:latin typeface="Tahoma"/>
                <a:cs typeface="Tahoma"/>
              </a:rPr>
              <a:t>indicates </a:t>
            </a:r>
            <a:r>
              <a:rPr sz="3200" spc="-10" dirty="0">
                <a:latin typeface="Tahoma"/>
                <a:cs typeface="Tahoma"/>
              </a:rPr>
              <a:t>row-level; </a:t>
            </a:r>
            <a:r>
              <a:rPr sz="3200" dirty="0">
                <a:latin typeface="Tahoma"/>
                <a:cs typeface="Tahoma"/>
              </a:rPr>
              <a:t>its  </a:t>
            </a:r>
            <a:r>
              <a:rPr sz="3200" spc="-5" dirty="0">
                <a:latin typeface="Tahoma"/>
                <a:cs typeface="Tahoma"/>
              </a:rPr>
              <a:t>absence indicates</a:t>
            </a:r>
            <a:r>
              <a:rPr sz="3200" spc="-10" dirty="0">
                <a:latin typeface="Tahoma"/>
                <a:cs typeface="Tahoma"/>
              </a:rPr>
              <a:t> statement-level.</a:t>
            </a:r>
            <a:endParaRPr sz="3200" dirty="0">
              <a:latin typeface="Tahoma"/>
              <a:cs typeface="Tahoma"/>
            </a:endParaRPr>
          </a:p>
          <a:p>
            <a:pPr marL="355600" marR="474980" indent="-342900">
              <a:lnSpc>
                <a:spcPts val="3450"/>
              </a:lnSpc>
              <a:spcBef>
                <a:spcPts val="775"/>
              </a:spcBef>
            </a:pPr>
            <a:r>
              <a:rPr sz="3200" spc="-93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lang="en-US" altLang="zh-CN" sz="3600" dirty="0" err="1">
                <a:effectLst/>
              </a:rPr>
              <a:t>Rowlevel</a:t>
            </a:r>
            <a:r>
              <a:rPr lang="en-US" altLang="zh-CN" sz="3600" dirty="0">
                <a:effectLst/>
              </a:rPr>
              <a:t>-triggers</a:t>
            </a:r>
            <a:r>
              <a:rPr sz="3200" spc="-930" dirty="0">
                <a:latin typeface="Tahoma"/>
                <a:cs typeface="Tahoma"/>
              </a:rPr>
              <a:t>:</a:t>
            </a:r>
            <a:r>
              <a:rPr lang="en-US" sz="3200" spc="-930" dirty="0">
                <a:latin typeface="Tahoma"/>
                <a:cs typeface="Tahoma"/>
              </a:rPr>
              <a:t> </a:t>
            </a:r>
            <a:r>
              <a:rPr sz="3200" spc="-930" dirty="0">
                <a:latin typeface="Tahoma"/>
                <a:cs typeface="Tahoma"/>
              </a:rPr>
              <a:t> </a:t>
            </a:r>
            <a:r>
              <a:rPr lang="en-US" sz="3200" spc="-930" dirty="0">
                <a:latin typeface="Tahoma"/>
                <a:cs typeface="Tahoma"/>
              </a:rPr>
              <a:t>            </a:t>
            </a:r>
            <a:r>
              <a:rPr sz="3200" spc="-10" dirty="0">
                <a:latin typeface="Tahoma"/>
                <a:cs typeface="Tahoma"/>
              </a:rPr>
              <a:t>execute </a:t>
            </a:r>
            <a:r>
              <a:rPr sz="3200" spc="-5" dirty="0">
                <a:latin typeface="Tahoma"/>
                <a:cs typeface="Tahoma"/>
              </a:rPr>
              <a:t>once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spc="-5" dirty="0">
                <a:latin typeface="Tahoma"/>
                <a:cs typeface="Tahoma"/>
              </a:rPr>
              <a:t>each modified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tuple.</a:t>
            </a:r>
            <a:endParaRPr sz="3200" dirty="0">
              <a:latin typeface="Tahoma"/>
              <a:cs typeface="Tahoma"/>
            </a:endParaRPr>
          </a:p>
          <a:p>
            <a:pPr marL="355600" marR="5080" indent="-342900" algn="just">
              <a:lnSpc>
                <a:spcPts val="3460"/>
              </a:lnSpc>
              <a:spcBef>
                <a:spcPts val="765"/>
              </a:spcBef>
            </a:pPr>
            <a:r>
              <a:rPr sz="3200" spc="-105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lang="en-US" altLang="zh-CN" sz="3600" dirty="0">
                <a:effectLst/>
              </a:rPr>
              <a:t>Statement-</a:t>
            </a:r>
            <a:r>
              <a:rPr lang="en-US" altLang="zh-CN" sz="3600" dirty="0" err="1">
                <a:effectLst/>
              </a:rPr>
              <a:t>leveltriggers</a:t>
            </a:r>
            <a:r>
              <a:rPr sz="3200" spc="-1050" dirty="0">
                <a:latin typeface="Tahoma"/>
                <a:cs typeface="Tahoma"/>
              </a:rPr>
              <a:t>: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execute </a:t>
            </a:r>
            <a:r>
              <a:rPr sz="3200" spc="-5" dirty="0">
                <a:latin typeface="Tahoma"/>
                <a:cs typeface="Tahoma"/>
              </a:rPr>
              <a:t>once 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SQL statement, </a:t>
            </a:r>
            <a:r>
              <a:rPr sz="3200" spc="-10" dirty="0">
                <a:latin typeface="Tahoma"/>
                <a:cs typeface="Tahoma"/>
              </a:rPr>
              <a:t>regardless </a:t>
            </a:r>
            <a:r>
              <a:rPr sz="3200" spc="-5" dirty="0">
                <a:latin typeface="Tahoma"/>
                <a:cs typeface="Tahoma"/>
              </a:rPr>
              <a:t>of how  </a:t>
            </a:r>
            <a:r>
              <a:rPr sz="3200" spc="-10" dirty="0">
                <a:latin typeface="Tahoma"/>
                <a:cs typeface="Tahoma"/>
              </a:rPr>
              <a:t>many </a:t>
            </a:r>
            <a:r>
              <a:rPr sz="3200" spc="-5" dirty="0">
                <a:latin typeface="Tahoma"/>
                <a:cs typeface="Tahoma"/>
              </a:rPr>
              <a:t>tuples </a:t>
            </a:r>
            <a:r>
              <a:rPr sz="3200" spc="-10" dirty="0">
                <a:latin typeface="Tahoma"/>
                <a:cs typeface="Tahoma"/>
              </a:rPr>
              <a:t>are</a:t>
            </a:r>
            <a:r>
              <a:rPr sz="3200" spc="-5" dirty="0">
                <a:latin typeface="Tahoma"/>
                <a:cs typeface="Tahoma"/>
              </a:rPr>
              <a:t> modified.</a:t>
            </a:r>
            <a:endParaRPr sz="32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24F76A69-BF4B-CDE3-45A5-ECFECAB709D7}"/>
                  </a:ext>
                </a:extLst>
              </p14:cNvPr>
              <p14:cNvContentPartPr/>
              <p14:nvPr/>
            </p14:nvContentPartPr>
            <p14:xfrm>
              <a:off x="3773979" y="1039885"/>
              <a:ext cx="3705120" cy="1386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24F76A69-BF4B-CDE3-45A5-ECFECAB709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19979" y="931885"/>
                <a:ext cx="3812760" cy="354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7029" y="829944"/>
            <a:ext cx="58705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CC3300"/>
                </a:solidFill>
              </a:rPr>
              <a:t>Options</a:t>
            </a:r>
            <a:r>
              <a:rPr spc="-5" dirty="0"/>
              <a:t>:</a:t>
            </a:r>
            <a:r>
              <a:rPr spc="-50" dirty="0"/>
              <a:t> </a:t>
            </a:r>
            <a:r>
              <a:rPr spc="-5" dirty="0"/>
              <a:t>REFERENCING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72310"/>
            <a:ext cx="7202170" cy="40043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latin typeface="Tahoma"/>
                <a:cs typeface="Tahoma"/>
              </a:rPr>
              <a:t>INSERT </a:t>
            </a:r>
            <a:r>
              <a:rPr sz="3200" spc="-5" dirty="0">
                <a:latin typeface="Tahoma"/>
                <a:cs typeface="Tahoma"/>
              </a:rPr>
              <a:t>statements imply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new tuple  </a:t>
            </a:r>
            <a:r>
              <a:rPr sz="3200" spc="-15" dirty="0">
                <a:latin typeface="Tahoma"/>
                <a:cs typeface="Tahoma"/>
              </a:rPr>
              <a:t>(for </a:t>
            </a:r>
            <a:r>
              <a:rPr sz="3200" spc="-10" dirty="0">
                <a:latin typeface="Tahoma"/>
                <a:cs typeface="Tahoma"/>
              </a:rPr>
              <a:t>row-level) </a:t>
            </a:r>
            <a:r>
              <a:rPr sz="3200" spc="-5" dirty="0">
                <a:latin typeface="Tahoma"/>
                <a:cs typeface="Tahoma"/>
              </a:rPr>
              <a:t>or new table </a:t>
            </a:r>
            <a:r>
              <a:rPr sz="3200" spc="-15" dirty="0">
                <a:latin typeface="Tahoma"/>
                <a:cs typeface="Tahoma"/>
              </a:rPr>
              <a:t>(for  </a:t>
            </a:r>
            <a:r>
              <a:rPr sz="3200" spc="-10" dirty="0">
                <a:latin typeface="Tahoma"/>
                <a:cs typeface="Tahoma"/>
              </a:rPr>
              <a:t>statement-level).</a:t>
            </a:r>
            <a:endParaRPr sz="3200" dirty="0">
              <a:latin typeface="Tahoma"/>
              <a:cs typeface="Tahoma"/>
            </a:endParaRPr>
          </a:p>
          <a:p>
            <a:pPr marL="285750" marR="190500" lvl="1" indent="-285750" algn="r">
              <a:lnSpc>
                <a:spcPct val="100000"/>
              </a:lnSpc>
              <a:spcBef>
                <a:spcPts val="265"/>
              </a:spcBef>
              <a:buClr>
                <a:srgbClr val="CC00CC"/>
              </a:buClr>
              <a:buFont typeface="Wingdings"/>
              <a:buChar char=""/>
              <a:tabLst>
                <a:tab pos="285750" algn="l"/>
              </a:tabLst>
            </a:pPr>
            <a:r>
              <a:rPr sz="2800" spc="-5" dirty="0">
                <a:latin typeface="Tahoma"/>
                <a:cs typeface="Tahoma"/>
              </a:rPr>
              <a:t>The “table” is the set of inserted</a:t>
            </a:r>
            <a:r>
              <a:rPr sz="2800" spc="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tuples.</a:t>
            </a:r>
            <a:endParaRPr sz="2800" dirty="0">
              <a:latin typeface="Tahoma"/>
              <a:cs typeface="Tahoma"/>
            </a:endParaRPr>
          </a:p>
          <a:p>
            <a:pPr marL="402590" marR="135255" indent="-402590" algn="r">
              <a:lnSpc>
                <a:spcPct val="100000"/>
              </a:lnSpc>
              <a:spcBef>
                <a:spcPts val="384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02590" algn="l"/>
              </a:tabLst>
            </a:pPr>
            <a:r>
              <a:rPr sz="3200" spc="-5" dirty="0">
                <a:latin typeface="Tahoma"/>
                <a:cs typeface="Tahoma"/>
              </a:rPr>
              <a:t>DELETE implies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old tuple or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table.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3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5" dirty="0">
                <a:latin typeface="Tahoma"/>
                <a:cs typeface="Tahoma"/>
              </a:rPr>
              <a:t>UPDATE </a:t>
            </a:r>
            <a:r>
              <a:rPr sz="3200" spc="-5" dirty="0">
                <a:latin typeface="Tahoma"/>
                <a:cs typeface="Tahoma"/>
              </a:rPr>
              <a:t>implies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both.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3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5" dirty="0">
                <a:latin typeface="Tahoma"/>
                <a:cs typeface="Tahoma"/>
              </a:rPr>
              <a:t>Refer </a:t>
            </a:r>
            <a:r>
              <a:rPr sz="3200" spc="-5" dirty="0">
                <a:latin typeface="Tahoma"/>
                <a:cs typeface="Tahoma"/>
              </a:rPr>
              <a:t>to these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by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3200" spc="-5" dirty="0">
                <a:latin typeface="Tahoma"/>
                <a:cs typeface="Tahoma"/>
              </a:rPr>
              <a:t>[NEW </a:t>
            </a:r>
            <a:r>
              <a:rPr sz="3200" dirty="0">
                <a:latin typeface="Tahoma"/>
                <a:cs typeface="Tahoma"/>
              </a:rPr>
              <a:t>OLD][TUPLE </a:t>
            </a:r>
            <a:r>
              <a:rPr sz="3200" spc="-35" dirty="0">
                <a:latin typeface="Tahoma"/>
                <a:cs typeface="Tahoma"/>
              </a:rPr>
              <a:t>TABLE] </a:t>
            </a:r>
            <a:r>
              <a:rPr sz="3200" spc="-5" dirty="0">
                <a:latin typeface="Tahoma"/>
                <a:cs typeface="Tahoma"/>
              </a:rPr>
              <a:t>AS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&lt;name&gt;</a:t>
            </a:r>
            <a:endParaRPr sz="32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77C1C41B-B6F7-EE4E-5AD7-EB93B885C6C0}"/>
                  </a:ext>
                </a:extLst>
              </p14:cNvPr>
              <p14:cNvContentPartPr/>
              <p14:nvPr/>
            </p14:nvContentPartPr>
            <p14:xfrm>
              <a:off x="3854619" y="647485"/>
              <a:ext cx="4370400" cy="8658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77C1C41B-B6F7-EE4E-5AD7-EB93B885C6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00979" y="539845"/>
                <a:ext cx="4478040" cy="108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7947D878-2ADC-CE6C-E452-92AE9D20493C}"/>
              </a:ext>
            </a:extLst>
          </p:cNvPr>
          <p:cNvGrpSpPr/>
          <p:nvPr/>
        </p:nvGrpSpPr>
        <p:grpSpPr>
          <a:xfrm>
            <a:off x="652419" y="5265205"/>
            <a:ext cx="5075640" cy="1171800"/>
            <a:chOff x="652419" y="5265205"/>
            <a:chExt cx="5075640" cy="11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925E3381-AA96-2916-411A-27FE424E295D}"/>
                    </a:ext>
                  </a:extLst>
                </p14:cNvPr>
                <p14:cNvContentPartPr/>
                <p14:nvPr/>
              </p14:nvContentPartPr>
              <p14:xfrm>
                <a:off x="652419" y="5570125"/>
                <a:ext cx="2417400" cy="86688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925E3381-AA96-2916-411A-27FE424E29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3419" y="5561485"/>
                  <a:ext cx="2435040" cy="88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39101707-7011-E8F9-3490-65BA31B0785A}"/>
                    </a:ext>
                  </a:extLst>
                </p14:cNvPr>
                <p14:cNvContentPartPr/>
                <p14:nvPr/>
              </p14:nvContentPartPr>
              <p14:xfrm>
                <a:off x="3053619" y="5265205"/>
                <a:ext cx="2674440" cy="112320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39101707-7011-E8F9-3490-65BA31B078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44979" y="5256205"/>
                  <a:ext cx="2692080" cy="114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9A54FC8F-C7FD-DA2A-F55B-4286419F75DC}"/>
                  </a:ext>
                </a:extLst>
              </p14:cNvPr>
              <p14:cNvContentPartPr/>
              <p14:nvPr/>
            </p14:nvContentPartPr>
            <p14:xfrm>
              <a:off x="6158619" y="5197525"/>
              <a:ext cx="360" cy="180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9A54FC8F-C7FD-DA2A-F55B-4286419F75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49619" y="5188885"/>
                <a:ext cx="180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E190BB0B-A504-A2C8-D9A9-47B72BA65858}"/>
                  </a:ext>
                </a:extLst>
              </p14:cNvPr>
              <p14:cNvContentPartPr/>
              <p14:nvPr/>
            </p14:nvContentPartPr>
            <p14:xfrm>
              <a:off x="1425339" y="2303845"/>
              <a:ext cx="360" cy="756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E190BB0B-A504-A2C8-D9A9-47B72BA658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16339" y="2294845"/>
                <a:ext cx="18000" cy="2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8945" y="829944"/>
            <a:ext cx="57061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CC3300"/>
                </a:solidFill>
              </a:rPr>
              <a:t>Options</a:t>
            </a:r>
            <a:r>
              <a:rPr spc="-5" dirty="0"/>
              <a:t>: The</a:t>
            </a:r>
            <a:r>
              <a:rPr spc="-40" dirty="0"/>
              <a:t> </a:t>
            </a:r>
            <a:r>
              <a:rPr spc="-5" dirty="0"/>
              <a:t>Condition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840356"/>
            <a:ext cx="7501890" cy="424243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Any boolean-valued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condition.</a:t>
            </a:r>
            <a:endParaRPr sz="3200" dirty="0">
              <a:latin typeface="Tahoma"/>
              <a:cs typeface="Tahoma"/>
            </a:endParaRPr>
          </a:p>
          <a:p>
            <a:pPr marL="355600" marR="23812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Evaluated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the database as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would  exist </a:t>
            </a:r>
            <a:r>
              <a:rPr sz="3200" spc="-15" dirty="0">
                <a:latin typeface="Tahoma"/>
                <a:cs typeface="Tahoma"/>
              </a:rPr>
              <a:t>before </a:t>
            </a:r>
            <a:r>
              <a:rPr sz="3200" spc="-5" dirty="0">
                <a:latin typeface="Tahoma"/>
                <a:cs typeface="Tahoma"/>
              </a:rPr>
              <a:t>or after the triggering  </a:t>
            </a:r>
            <a:r>
              <a:rPr sz="3200" spc="-10" dirty="0">
                <a:latin typeface="Tahoma"/>
                <a:cs typeface="Tahoma"/>
              </a:rPr>
              <a:t>event, </a:t>
            </a:r>
            <a:r>
              <a:rPr sz="3200" spc="-5" dirty="0">
                <a:latin typeface="Tahoma"/>
                <a:cs typeface="Tahoma"/>
              </a:rPr>
              <a:t>depending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whether BEFORE  or </a:t>
            </a:r>
            <a:r>
              <a:rPr sz="3200" spc="5" dirty="0">
                <a:latin typeface="Tahoma"/>
                <a:cs typeface="Tahoma"/>
              </a:rPr>
              <a:t>AFTER </a:t>
            </a:r>
            <a:r>
              <a:rPr sz="3200" spc="-5" dirty="0">
                <a:latin typeface="Tahoma"/>
                <a:cs typeface="Tahoma"/>
              </a:rPr>
              <a:t>is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used.</a:t>
            </a:r>
            <a:endParaRPr sz="3200" dirty="0">
              <a:latin typeface="Tahoma"/>
              <a:cs typeface="Tahoma"/>
            </a:endParaRPr>
          </a:p>
          <a:p>
            <a:pPr marL="285750" marR="48895" lvl="1" indent="-285750" algn="r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285750" algn="l"/>
              </a:tabLst>
            </a:pPr>
            <a:r>
              <a:rPr sz="2800" dirty="0">
                <a:latin typeface="Tahoma"/>
                <a:cs typeface="Tahoma"/>
              </a:rPr>
              <a:t>But </a:t>
            </a:r>
            <a:r>
              <a:rPr sz="2800" spc="-10" dirty="0">
                <a:latin typeface="Tahoma"/>
                <a:cs typeface="Tahoma"/>
              </a:rPr>
              <a:t>always before </a:t>
            </a:r>
            <a:r>
              <a:rPr sz="2800" spc="-5" dirty="0">
                <a:latin typeface="Tahoma"/>
                <a:cs typeface="Tahoma"/>
              </a:rPr>
              <a:t>the changes </a:t>
            </a:r>
            <a:r>
              <a:rPr sz="2800" spc="-10" dirty="0">
                <a:latin typeface="Tahoma"/>
                <a:cs typeface="Tahoma"/>
              </a:rPr>
              <a:t>take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effect.</a:t>
            </a:r>
            <a:endParaRPr sz="2800" dirty="0">
              <a:latin typeface="Tahoma"/>
              <a:cs typeface="Tahoma"/>
            </a:endParaRPr>
          </a:p>
          <a:p>
            <a:pPr marL="355600" marR="5080" indent="-342900" algn="r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Access the new/old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tuple/table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through 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the names in the REFERENCING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6454" y="829944"/>
            <a:ext cx="49110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CC3300"/>
                </a:solidFill>
              </a:rPr>
              <a:t>Options</a:t>
            </a:r>
            <a:r>
              <a:rPr spc="-5" dirty="0"/>
              <a:t>: The</a:t>
            </a:r>
            <a:r>
              <a:rPr spc="-50" dirty="0"/>
              <a:t> </a:t>
            </a:r>
            <a:r>
              <a:rPr spc="-5" dirty="0"/>
              <a:t>Action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613015" cy="35007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22491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There 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more than one SQL  statement in the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action.</a:t>
            </a:r>
            <a:endParaRPr sz="3200" dirty="0">
              <a:latin typeface="Tahoma"/>
              <a:cs typeface="Tahoma"/>
            </a:endParaRPr>
          </a:p>
          <a:p>
            <a:pPr marL="755650" marR="76771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Surround </a:t>
            </a:r>
            <a:r>
              <a:rPr sz="2800" spc="-10" dirty="0">
                <a:latin typeface="Tahoma"/>
                <a:cs typeface="Tahoma"/>
              </a:rPr>
              <a:t>by </a:t>
            </a:r>
            <a:r>
              <a:rPr sz="2800" spc="-5" dirty="0">
                <a:latin typeface="Tahoma"/>
                <a:cs typeface="Tahoma"/>
              </a:rPr>
              <a:t>BEGIN . . . END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10" dirty="0">
                <a:latin typeface="Tahoma"/>
                <a:cs typeface="Tahoma"/>
              </a:rPr>
              <a:t>there </a:t>
            </a:r>
            <a:r>
              <a:rPr sz="2800" spc="-5" dirty="0">
                <a:latin typeface="Tahoma"/>
                <a:cs typeface="Tahoma"/>
              </a:rPr>
              <a:t>is  </a:t>
            </a:r>
            <a:r>
              <a:rPr sz="2800" spc="-10" dirty="0">
                <a:latin typeface="Tahoma"/>
                <a:cs typeface="Tahoma"/>
              </a:rPr>
              <a:t>more </a:t>
            </a:r>
            <a:r>
              <a:rPr sz="2800" spc="-5" dirty="0">
                <a:latin typeface="Tahoma"/>
                <a:cs typeface="Tahoma"/>
              </a:rPr>
              <a:t>than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one.</a:t>
            </a:r>
            <a:endParaRPr sz="28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</a:t>
            </a:r>
            <a:r>
              <a:rPr sz="3200" spc="-5" dirty="0">
                <a:latin typeface="Tahoma"/>
                <a:cs typeface="Tahoma"/>
              </a:rPr>
              <a:t>queries </a:t>
            </a:r>
            <a:r>
              <a:rPr sz="3200" spc="-10" dirty="0">
                <a:latin typeface="Tahoma"/>
                <a:cs typeface="Tahoma"/>
              </a:rPr>
              <a:t>make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sense in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action,  </a:t>
            </a:r>
            <a:r>
              <a:rPr sz="3200" dirty="0">
                <a:latin typeface="Tahoma"/>
                <a:cs typeface="Tahoma"/>
              </a:rPr>
              <a:t>so we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really limited to  modifications.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8085" y="829944"/>
            <a:ext cx="42284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Another</a:t>
            </a:r>
            <a:r>
              <a:rPr spc="-55" dirty="0"/>
              <a:t> </a:t>
            </a:r>
            <a:r>
              <a:rPr spc="-5" dirty="0">
                <a:solidFill>
                  <a:srgbClr val="33CC33"/>
                </a:solidFill>
              </a:rPr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81265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unary  relation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RipoffBars(bar)</a:t>
            </a:r>
            <a:r>
              <a:rPr sz="3200" spc="-5" dirty="0">
                <a:latin typeface="Tahoma"/>
                <a:cs typeface="Tahoma"/>
              </a:rPr>
              <a:t>, maintain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list  of bars that </a:t>
            </a:r>
            <a:r>
              <a:rPr sz="3200" spc="-15" dirty="0">
                <a:latin typeface="Tahoma"/>
                <a:cs typeface="Tahoma"/>
              </a:rPr>
              <a:t>raise </a:t>
            </a:r>
            <a:r>
              <a:rPr sz="3200" spc="-5" dirty="0">
                <a:latin typeface="Tahoma"/>
                <a:cs typeface="Tahoma"/>
              </a:rPr>
              <a:t>the price of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beer  by more than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$1.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7695" y="829944"/>
            <a:ext cx="28486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</a:t>
            </a:r>
            <a:r>
              <a:rPr spc="-60" dirty="0"/>
              <a:t> </a:t>
            </a:r>
            <a:r>
              <a:rPr spc="-65" dirty="0"/>
              <a:t>Trigger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78660"/>
            <a:ext cx="42525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latin typeface="Tahoma"/>
                <a:cs typeface="Tahoma"/>
              </a:rPr>
              <a:t>CREATE </a:t>
            </a:r>
            <a:r>
              <a:rPr sz="2800" spc="-5" dirty="0">
                <a:latin typeface="Tahoma"/>
                <a:cs typeface="Tahoma"/>
              </a:rPr>
              <a:t>TRIGGER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5" dirty="0">
                <a:latin typeface="Tahoma"/>
                <a:cs typeface="Tahoma"/>
              </a:rPr>
              <a:t>PriceTrig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139" y="2458546"/>
            <a:ext cx="5248910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dirty="0">
                <a:latin typeface="Tahoma"/>
                <a:cs typeface="Tahoma"/>
              </a:rPr>
              <a:t>AFTER </a:t>
            </a:r>
            <a:r>
              <a:rPr sz="2800" spc="-30" dirty="0">
                <a:latin typeface="Tahoma"/>
                <a:cs typeface="Tahoma"/>
              </a:rPr>
              <a:t>UPDATE </a:t>
            </a:r>
            <a:r>
              <a:rPr sz="2800" spc="-5" dirty="0">
                <a:latin typeface="Tahoma"/>
                <a:cs typeface="Tahoma"/>
              </a:rPr>
              <a:t>OF price ON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Sells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139" y="2927176"/>
            <a:ext cx="3460115" cy="1365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5" dirty="0">
                <a:latin typeface="Tahoma"/>
                <a:cs typeface="Tahoma"/>
              </a:rPr>
              <a:t>REFERENCING</a:t>
            </a:r>
            <a:endParaRPr sz="2800">
              <a:latin typeface="Tahoma"/>
              <a:cs typeface="Tahoma"/>
            </a:endParaRPr>
          </a:p>
          <a:p>
            <a:pPr marL="570865">
              <a:lnSpc>
                <a:spcPct val="109800"/>
              </a:lnSpc>
            </a:pPr>
            <a:r>
              <a:rPr sz="2800" spc="-5" dirty="0">
                <a:latin typeface="Tahoma"/>
                <a:cs typeface="Tahoma"/>
              </a:rPr>
              <a:t>OLD ROW </a:t>
            </a:r>
            <a:r>
              <a:rPr sz="2800" spc="-10" dirty="0">
                <a:latin typeface="Tahoma"/>
                <a:cs typeface="Tahoma"/>
              </a:rPr>
              <a:t>AS </a:t>
            </a:r>
            <a:r>
              <a:rPr sz="2800" spc="-5" dirty="0">
                <a:latin typeface="Tahoma"/>
                <a:cs typeface="Tahoma"/>
              </a:rPr>
              <a:t>ooo  NEW ROW </a:t>
            </a:r>
            <a:r>
              <a:rPr sz="2800" spc="-10" dirty="0">
                <a:latin typeface="Tahoma"/>
                <a:cs typeface="Tahoma"/>
              </a:rPr>
              <a:t>AS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nnn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0139" y="4333066"/>
            <a:ext cx="2539365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5" dirty="0">
                <a:latin typeface="Tahoma"/>
                <a:cs typeface="Tahoma"/>
              </a:rPr>
              <a:t>FOR EACH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ROW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0139" y="4801696"/>
            <a:ext cx="5822950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5" dirty="0">
                <a:latin typeface="Tahoma"/>
                <a:cs typeface="Tahoma"/>
              </a:rPr>
              <a:t>WHEN(nnn.price &gt; ooo.price +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1.00)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0139" y="5270326"/>
            <a:ext cx="3829685" cy="897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54"/>
              </a:lnSpc>
            </a:pPr>
            <a:r>
              <a:rPr sz="2800" spc="-20" dirty="0">
                <a:latin typeface="Tahoma"/>
                <a:cs typeface="Tahoma"/>
              </a:rPr>
              <a:t>INSERT INTO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RipoffBars</a:t>
            </a:r>
            <a:endParaRPr sz="2800">
              <a:latin typeface="Tahoma"/>
              <a:cs typeface="Tahoma"/>
            </a:endParaRPr>
          </a:p>
          <a:p>
            <a:pPr marL="147955" algn="ctr">
              <a:lnSpc>
                <a:spcPct val="100000"/>
              </a:lnSpc>
              <a:spcBef>
                <a:spcPts val="330"/>
              </a:spcBef>
            </a:pPr>
            <a:r>
              <a:rPr sz="2800" spc="-10" dirty="0">
                <a:latin typeface="Tahoma"/>
                <a:cs typeface="Tahoma"/>
              </a:rPr>
              <a:t>VALUES(nnn.bar);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73265" y="1257299"/>
            <a:ext cx="149034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The </a:t>
            </a:r>
            <a:r>
              <a:rPr sz="2000" spc="-10" dirty="0">
                <a:latin typeface="Tahoma"/>
                <a:cs typeface="Tahoma"/>
              </a:rPr>
              <a:t>event </a:t>
            </a:r>
            <a:r>
              <a:rPr sz="2000" dirty="0">
                <a:latin typeface="Tahoma"/>
                <a:cs typeface="Tahoma"/>
              </a:rPr>
              <a:t>–  </a:t>
            </a:r>
            <a:r>
              <a:rPr sz="2000" spc="-5" dirty="0">
                <a:latin typeface="Tahoma"/>
                <a:cs typeface="Tahoma"/>
              </a:rPr>
              <a:t>only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changes  to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prices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66800" y="2438400"/>
            <a:ext cx="5410200" cy="457200"/>
          </a:xfrm>
          <a:custGeom>
            <a:avLst/>
            <a:gdLst/>
            <a:ahLst/>
            <a:cxnLst/>
            <a:rect l="l" t="t" r="r" b="b"/>
            <a:pathLst>
              <a:path w="5410200" h="457200">
                <a:moveTo>
                  <a:pt x="0" y="0"/>
                </a:moveTo>
                <a:lnTo>
                  <a:pt x="5410200" y="0"/>
                </a:lnTo>
                <a:lnTo>
                  <a:pt x="5410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2037" y="2433637"/>
            <a:ext cx="5419725" cy="466725"/>
          </a:xfrm>
          <a:custGeom>
            <a:avLst/>
            <a:gdLst/>
            <a:ahLst/>
            <a:cxnLst/>
            <a:rect l="l" t="t" r="r" b="b"/>
            <a:pathLst>
              <a:path w="5419725" h="466725">
                <a:moveTo>
                  <a:pt x="54197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419725" y="0"/>
                </a:lnTo>
                <a:lnTo>
                  <a:pt x="541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419725" y="461962"/>
                </a:lnTo>
                <a:lnTo>
                  <a:pt x="5419725" y="466725"/>
                </a:lnTo>
                <a:close/>
              </a:path>
              <a:path w="54197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19725" h="466725">
                <a:moveTo>
                  <a:pt x="541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410200" y="4762"/>
                </a:lnTo>
                <a:lnTo>
                  <a:pt x="5410200" y="9525"/>
                </a:lnTo>
                <a:close/>
              </a:path>
              <a:path w="5419725" h="466725">
                <a:moveTo>
                  <a:pt x="5410200" y="461962"/>
                </a:moveTo>
                <a:lnTo>
                  <a:pt x="5410200" y="4762"/>
                </a:lnTo>
                <a:lnTo>
                  <a:pt x="5414962" y="9525"/>
                </a:lnTo>
                <a:lnTo>
                  <a:pt x="5419725" y="9525"/>
                </a:lnTo>
                <a:lnTo>
                  <a:pt x="5419725" y="457200"/>
                </a:lnTo>
                <a:lnTo>
                  <a:pt x="5414962" y="457200"/>
                </a:lnTo>
                <a:lnTo>
                  <a:pt x="5410200" y="461962"/>
                </a:lnTo>
                <a:close/>
              </a:path>
              <a:path w="5419725" h="466725">
                <a:moveTo>
                  <a:pt x="5419725" y="9525"/>
                </a:moveTo>
                <a:lnTo>
                  <a:pt x="5414962" y="9525"/>
                </a:lnTo>
                <a:lnTo>
                  <a:pt x="5410200" y="4762"/>
                </a:lnTo>
                <a:lnTo>
                  <a:pt x="5419725" y="4762"/>
                </a:lnTo>
                <a:lnTo>
                  <a:pt x="5419725" y="9525"/>
                </a:lnTo>
                <a:close/>
              </a:path>
              <a:path w="54197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419725" h="466725">
                <a:moveTo>
                  <a:pt x="54102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410200" y="457200"/>
                </a:lnTo>
                <a:lnTo>
                  <a:pt x="5410200" y="461962"/>
                </a:lnTo>
                <a:close/>
              </a:path>
              <a:path w="5419725" h="466725">
                <a:moveTo>
                  <a:pt x="5419725" y="461962"/>
                </a:moveTo>
                <a:lnTo>
                  <a:pt x="5410200" y="461962"/>
                </a:lnTo>
                <a:lnTo>
                  <a:pt x="5414962" y="457200"/>
                </a:lnTo>
                <a:lnTo>
                  <a:pt x="5419725" y="457200"/>
                </a:lnTo>
                <a:lnTo>
                  <a:pt x="54197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77000" y="1749958"/>
            <a:ext cx="461645" cy="688975"/>
          </a:xfrm>
          <a:custGeom>
            <a:avLst/>
            <a:gdLst/>
            <a:ahLst/>
            <a:cxnLst/>
            <a:rect l="l" t="t" r="r" b="b"/>
            <a:pathLst>
              <a:path w="461645" h="688975">
                <a:moveTo>
                  <a:pt x="46227" y="627684"/>
                </a:moveTo>
                <a:lnTo>
                  <a:pt x="38303" y="622401"/>
                </a:lnTo>
                <a:lnTo>
                  <a:pt x="453237" y="0"/>
                </a:lnTo>
                <a:lnTo>
                  <a:pt x="461162" y="5283"/>
                </a:lnTo>
                <a:lnTo>
                  <a:pt x="46227" y="627684"/>
                </a:lnTo>
                <a:close/>
              </a:path>
              <a:path w="461645" h="688975">
                <a:moveTo>
                  <a:pt x="0" y="688441"/>
                </a:moveTo>
                <a:lnTo>
                  <a:pt x="10566" y="603910"/>
                </a:lnTo>
                <a:lnTo>
                  <a:pt x="38303" y="622401"/>
                </a:lnTo>
                <a:lnTo>
                  <a:pt x="27736" y="638251"/>
                </a:lnTo>
                <a:lnTo>
                  <a:pt x="35661" y="643534"/>
                </a:lnTo>
                <a:lnTo>
                  <a:pt x="70002" y="643534"/>
                </a:lnTo>
                <a:lnTo>
                  <a:pt x="73964" y="646175"/>
                </a:lnTo>
                <a:lnTo>
                  <a:pt x="0" y="688441"/>
                </a:lnTo>
                <a:close/>
              </a:path>
              <a:path w="461645" h="688975">
                <a:moveTo>
                  <a:pt x="35661" y="643534"/>
                </a:moveTo>
                <a:lnTo>
                  <a:pt x="27736" y="638251"/>
                </a:lnTo>
                <a:lnTo>
                  <a:pt x="38303" y="622401"/>
                </a:lnTo>
                <a:lnTo>
                  <a:pt x="46227" y="627684"/>
                </a:lnTo>
                <a:lnTo>
                  <a:pt x="35661" y="643534"/>
                </a:lnTo>
                <a:close/>
              </a:path>
              <a:path w="461645" h="688975">
                <a:moveTo>
                  <a:pt x="70002" y="643534"/>
                </a:moveTo>
                <a:lnTo>
                  <a:pt x="35661" y="643534"/>
                </a:lnTo>
                <a:lnTo>
                  <a:pt x="46227" y="627684"/>
                </a:lnTo>
                <a:lnTo>
                  <a:pt x="70002" y="6435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66800" y="2971800"/>
            <a:ext cx="3581400" cy="1295400"/>
          </a:xfrm>
          <a:custGeom>
            <a:avLst/>
            <a:gdLst/>
            <a:ahLst/>
            <a:cxnLst/>
            <a:rect l="l" t="t" r="r" b="b"/>
            <a:pathLst>
              <a:path w="3581400" h="1295400">
                <a:moveTo>
                  <a:pt x="0" y="0"/>
                </a:moveTo>
                <a:lnTo>
                  <a:pt x="3581400" y="0"/>
                </a:lnTo>
                <a:lnTo>
                  <a:pt x="35814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62037" y="2967037"/>
            <a:ext cx="3590925" cy="1304925"/>
          </a:xfrm>
          <a:custGeom>
            <a:avLst/>
            <a:gdLst/>
            <a:ahLst/>
            <a:cxnLst/>
            <a:rect l="l" t="t" r="r" b="b"/>
            <a:pathLst>
              <a:path w="3590925" h="1304925">
                <a:moveTo>
                  <a:pt x="3590925" y="1304925"/>
                </a:moveTo>
                <a:lnTo>
                  <a:pt x="0" y="1304925"/>
                </a:lnTo>
                <a:lnTo>
                  <a:pt x="0" y="0"/>
                </a:lnTo>
                <a:lnTo>
                  <a:pt x="3590925" y="0"/>
                </a:lnTo>
                <a:lnTo>
                  <a:pt x="3590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95400"/>
                </a:lnTo>
                <a:lnTo>
                  <a:pt x="4762" y="1295400"/>
                </a:lnTo>
                <a:lnTo>
                  <a:pt x="9525" y="1300162"/>
                </a:lnTo>
                <a:lnTo>
                  <a:pt x="3590925" y="1300162"/>
                </a:lnTo>
                <a:lnTo>
                  <a:pt x="3590925" y="1304925"/>
                </a:lnTo>
                <a:close/>
              </a:path>
              <a:path w="3590925" h="1304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590925" h="1304925">
                <a:moveTo>
                  <a:pt x="3581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581400" y="4762"/>
                </a:lnTo>
                <a:lnTo>
                  <a:pt x="3581400" y="9525"/>
                </a:lnTo>
                <a:close/>
              </a:path>
              <a:path w="3590925" h="1304925">
                <a:moveTo>
                  <a:pt x="3581400" y="1300162"/>
                </a:moveTo>
                <a:lnTo>
                  <a:pt x="3581400" y="4762"/>
                </a:lnTo>
                <a:lnTo>
                  <a:pt x="3586162" y="9525"/>
                </a:lnTo>
                <a:lnTo>
                  <a:pt x="3590925" y="9525"/>
                </a:lnTo>
                <a:lnTo>
                  <a:pt x="3590925" y="1295400"/>
                </a:lnTo>
                <a:lnTo>
                  <a:pt x="3586162" y="1295400"/>
                </a:lnTo>
                <a:lnTo>
                  <a:pt x="3581400" y="1300162"/>
                </a:lnTo>
                <a:close/>
              </a:path>
              <a:path w="3590925" h="1304925">
                <a:moveTo>
                  <a:pt x="3590925" y="9525"/>
                </a:moveTo>
                <a:lnTo>
                  <a:pt x="3586162" y="9525"/>
                </a:lnTo>
                <a:lnTo>
                  <a:pt x="3581400" y="4762"/>
                </a:lnTo>
                <a:lnTo>
                  <a:pt x="3590925" y="4762"/>
                </a:lnTo>
                <a:lnTo>
                  <a:pt x="3590925" y="9525"/>
                </a:lnTo>
                <a:close/>
              </a:path>
              <a:path w="3590925" h="1304925">
                <a:moveTo>
                  <a:pt x="9525" y="1300162"/>
                </a:moveTo>
                <a:lnTo>
                  <a:pt x="4762" y="1295400"/>
                </a:lnTo>
                <a:lnTo>
                  <a:pt x="9525" y="1295400"/>
                </a:lnTo>
                <a:lnTo>
                  <a:pt x="9525" y="1300162"/>
                </a:lnTo>
                <a:close/>
              </a:path>
              <a:path w="3590925" h="1304925">
                <a:moveTo>
                  <a:pt x="3581400" y="1300162"/>
                </a:moveTo>
                <a:lnTo>
                  <a:pt x="9525" y="1300162"/>
                </a:lnTo>
                <a:lnTo>
                  <a:pt x="9525" y="1295400"/>
                </a:lnTo>
                <a:lnTo>
                  <a:pt x="3581400" y="1295400"/>
                </a:lnTo>
                <a:lnTo>
                  <a:pt x="3581400" y="1300162"/>
                </a:lnTo>
                <a:close/>
              </a:path>
              <a:path w="3590925" h="1304925">
                <a:moveTo>
                  <a:pt x="3590925" y="1300162"/>
                </a:moveTo>
                <a:lnTo>
                  <a:pt x="3581400" y="1300162"/>
                </a:lnTo>
                <a:lnTo>
                  <a:pt x="3586162" y="1295400"/>
                </a:lnTo>
                <a:lnTo>
                  <a:pt x="3590925" y="1295400"/>
                </a:lnTo>
                <a:lnTo>
                  <a:pt x="3590925" y="1300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48200" y="3543300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7620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762000" h="76200">
                <a:moveTo>
                  <a:pt x="7620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762000" y="33337"/>
                </a:lnTo>
                <a:lnTo>
                  <a:pt x="7620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66800" y="4343400"/>
            <a:ext cx="2743200" cy="381000"/>
          </a:xfrm>
          <a:custGeom>
            <a:avLst/>
            <a:gdLst/>
            <a:ahLst/>
            <a:cxnLst/>
            <a:rect l="l" t="t" r="r" b="b"/>
            <a:pathLst>
              <a:path w="2743200" h="381000">
                <a:moveTo>
                  <a:pt x="0" y="0"/>
                </a:moveTo>
                <a:lnTo>
                  <a:pt x="2743200" y="0"/>
                </a:lnTo>
                <a:lnTo>
                  <a:pt x="2743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99CC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62037" y="4338637"/>
            <a:ext cx="2752725" cy="390525"/>
          </a:xfrm>
          <a:custGeom>
            <a:avLst/>
            <a:gdLst/>
            <a:ahLst/>
            <a:cxnLst/>
            <a:rect l="l" t="t" r="r" b="b"/>
            <a:pathLst>
              <a:path w="2752725" h="390525">
                <a:moveTo>
                  <a:pt x="2752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2752725" y="0"/>
                </a:lnTo>
                <a:lnTo>
                  <a:pt x="2752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2752725" y="385762"/>
                </a:lnTo>
                <a:lnTo>
                  <a:pt x="2752725" y="390525"/>
                </a:lnTo>
                <a:close/>
              </a:path>
              <a:path w="2752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752725" h="390525">
                <a:moveTo>
                  <a:pt x="2743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743200" y="4762"/>
                </a:lnTo>
                <a:lnTo>
                  <a:pt x="2743200" y="9525"/>
                </a:lnTo>
                <a:close/>
              </a:path>
              <a:path w="2752725" h="390525">
                <a:moveTo>
                  <a:pt x="2743200" y="385762"/>
                </a:moveTo>
                <a:lnTo>
                  <a:pt x="2743200" y="4762"/>
                </a:lnTo>
                <a:lnTo>
                  <a:pt x="2747962" y="9525"/>
                </a:lnTo>
                <a:lnTo>
                  <a:pt x="2752725" y="9525"/>
                </a:lnTo>
                <a:lnTo>
                  <a:pt x="2752725" y="381000"/>
                </a:lnTo>
                <a:lnTo>
                  <a:pt x="2747962" y="381000"/>
                </a:lnTo>
                <a:lnTo>
                  <a:pt x="2743200" y="385762"/>
                </a:lnTo>
                <a:close/>
              </a:path>
              <a:path w="2752725" h="390525">
                <a:moveTo>
                  <a:pt x="2752725" y="9525"/>
                </a:moveTo>
                <a:lnTo>
                  <a:pt x="2747962" y="9525"/>
                </a:lnTo>
                <a:lnTo>
                  <a:pt x="2743200" y="4762"/>
                </a:lnTo>
                <a:lnTo>
                  <a:pt x="2752725" y="4762"/>
                </a:lnTo>
                <a:lnTo>
                  <a:pt x="2752725" y="9525"/>
                </a:lnTo>
                <a:close/>
              </a:path>
              <a:path w="2752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2752725" h="390525">
                <a:moveTo>
                  <a:pt x="2743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2743200" y="381000"/>
                </a:lnTo>
                <a:lnTo>
                  <a:pt x="2743200" y="385762"/>
                </a:lnTo>
                <a:close/>
              </a:path>
              <a:path w="2752725" h="390525">
                <a:moveTo>
                  <a:pt x="2752725" y="385762"/>
                </a:moveTo>
                <a:lnTo>
                  <a:pt x="2743200" y="385762"/>
                </a:lnTo>
                <a:lnTo>
                  <a:pt x="2747962" y="381000"/>
                </a:lnTo>
                <a:lnTo>
                  <a:pt x="2752725" y="381000"/>
                </a:lnTo>
                <a:lnTo>
                  <a:pt x="2752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39665" y="3086099"/>
            <a:ext cx="2345690" cy="1322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Updates let </a:t>
            </a:r>
            <a:r>
              <a:rPr sz="2000" dirty="0">
                <a:latin typeface="Tahoma"/>
                <a:cs typeface="Tahoma"/>
              </a:rPr>
              <a:t>us  </a:t>
            </a:r>
            <a:r>
              <a:rPr sz="2000" spc="-5" dirty="0">
                <a:latin typeface="Tahoma"/>
                <a:cs typeface="Tahoma"/>
              </a:rPr>
              <a:t>talk about old  and new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tuples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spc="-40" dirty="0">
                <a:latin typeface="Tahoma"/>
                <a:cs typeface="Tahoma"/>
              </a:rPr>
              <a:t>We </a:t>
            </a:r>
            <a:r>
              <a:rPr sz="2000" spc="-5" dirty="0">
                <a:latin typeface="Tahoma"/>
                <a:cs typeface="Tahoma"/>
              </a:rPr>
              <a:t>need to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consider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10000" y="4414850"/>
            <a:ext cx="991235" cy="113664"/>
          </a:xfrm>
          <a:custGeom>
            <a:avLst/>
            <a:gdLst/>
            <a:ahLst/>
            <a:cxnLst/>
            <a:rect l="l" t="t" r="r" b="b"/>
            <a:pathLst>
              <a:path w="991235" h="113664">
                <a:moveTo>
                  <a:pt x="76336" y="79857"/>
                </a:moveTo>
                <a:lnTo>
                  <a:pt x="75606" y="70357"/>
                </a:lnTo>
                <a:lnTo>
                  <a:pt x="990231" y="0"/>
                </a:lnTo>
                <a:lnTo>
                  <a:pt x="990968" y="9499"/>
                </a:lnTo>
                <a:lnTo>
                  <a:pt x="76336" y="79857"/>
                </a:lnTo>
                <a:close/>
              </a:path>
              <a:path w="991235" h="113664">
                <a:moveTo>
                  <a:pt x="78892" y="113093"/>
                </a:moveTo>
                <a:lnTo>
                  <a:pt x="0" y="80949"/>
                </a:lnTo>
                <a:lnTo>
                  <a:pt x="73050" y="37122"/>
                </a:lnTo>
                <a:lnTo>
                  <a:pt x="75606" y="70357"/>
                </a:lnTo>
                <a:lnTo>
                  <a:pt x="56616" y="71818"/>
                </a:lnTo>
                <a:lnTo>
                  <a:pt x="57353" y="81318"/>
                </a:lnTo>
                <a:lnTo>
                  <a:pt x="76448" y="81318"/>
                </a:lnTo>
                <a:lnTo>
                  <a:pt x="78892" y="113093"/>
                </a:lnTo>
                <a:close/>
              </a:path>
              <a:path w="991235" h="113664">
                <a:moveTo>
                  <a:pt x="57353" y="81318"/>
                </a:moveTo>
                <a:lnTo>
                  <a:pt x="56616" y="71818"/>
                </a:lnTo>
                <a:lnTo>
                  <a:pt x="75606" y="70357"/>
                </a:lnTo>
                <a:lnTo>
                  <a:pt x="76336" y="79857"/>
                </a:lnTo>
                <a:lnTo>
                  <a:pt x="57353" y="81318"/>
                </a:lnTo>
                <a:close/>
              </a:path>
              <a:path w="991235" h="113664">
                <a:moveTo>
                  <a:pt x="76448" y="81318"/>
                </a:moveTo>
                <a:lnTo>
                  <a:pt x="57353" y="81318"/>
                </a:lnTo>
                <a:lnTo>
                  <a:pt x="76336" y="79857"/>
                </a:lnTo>
                <a:lnTo>
                  <a:pt x="76448" y="813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66800" y="4800600"/>
            <a:ext cx="5943600" cy="457200"/>
          </a:xfrm>
          <a:custGeom>
            <a:avLst/>
            <a:gdLst/>
            <a:ahLst/>
            <a:cxnLst/>
            <a:rect l="l" t="t" r="r" b="b"/>
            <a:pathLst>
              <a:path w="5943600" h="457200">
                <a:moveTo>
                  <a:pt x="0" y="0"/>
                </a:moveTo>
                <a:lnTo>
                  <a:pt x="5943600" y="0"/>
                </a:lnTo>
                <a:lnTo>
                  <a:pt x="5943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99CC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62037" y="4795837"/>
            <a:ext cx="5953125" cy="466725"/>
          </a:xfrm>
          <a:custGeom>
            <a:avLst/>
            <a:gdLst/>
            <a:ahLst/>
            <a:cxnLst/>
            <a:rect l="l" t="t" r="r" b="b"/>
            <a:pathLst>
              <a:path w="5953125" h="466725">
                <a:moveTo>
                  <a:pt x="59531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953125" y="0"/>
                </a:lnTo>
                <a:lnTo>
                  <a:pt x="5953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953125" y="461962"/>
                </a:lnTo>
                <a:lnTo>
                  <a:pt x="5953125" y="466725"/>
                </a:lnTo>
                <a:close/>
              </a:path>
              <a:path w="59531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953125" h="466725">
                <a:moveTo>
                  <a:pt x="5943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943600" y="4762"/>
                </a:lnTo>
                <a:lnTo>
                  <a:pt x="5943600" y="9525"/>
                </a:lnTo>
                <a:close/>
              </a:path>
              <a:path w="5953125" h="466725">
                <a:moveTo>
                  <a:pt x="5943600" y="461962"/>
                </a:moveTo>
                <a:lnTo>
                  <a:pt x="5943600" y="4762"/>
                </a:lnTo>
                <a:lnTo>
                  <a:pt x="5948362" y="9525"/>
                </a:lnTo>
                <a:lnTo>
                  <a:pt x="5953125" y="9525"/>
                </a:lnTo>
                <a:lnTo>
                  <a:pt x="5953125" y="457200"/>
                </a:lnTo>
                <a:lnTo>
                  <a:pt x="5948362" y="457200"/>
                </a:lnTo>
                <a:lnTo>
                  <a:pt x="5943600" y="461962"/>
                </a:lnTo>
                <a:close/>
              </a:path>
              <a:path w="5953125" h="466725">
                <a:moveTo>
                  <a:pt x="5953125" y="9525"/>
                </a:moveTo>
                <a:lnTo>
                  <a:pt x="5948362" y="9525"/>
                </a:lnTo>
                <a:lnTo>
                  <a:pt x="5943600" y="4762"/>
                </a:lnTo>
                <a:lnTo>
                  <a:pt x="5953125" y="4762"/>
                </a:lnTo>
                <a:lnTo>
                  <a:pt x="5953125" y="9525"/>
                </a:lnTo>
                <a:close/>
              </a:path>
              <a:path w="59531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953125" h="466725">
                <a:moveTo>
                  <a:pt x="59436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943600" y="457200"/>
                </a:lnTo>
                <a:lnTo>
                  <a:pt x="5943600" y="461962"/>
                </a:lnTo>
                <a:close/>
              </a:path>
              <a:path w="5953125" h="466725">
                <a:moveTo>
                  <a:pt x="5953125" y="461962"/>
                </a:moveTo>
                <a:lnTo>
                  <a:pt x="5943600" y="461962"/>
                </a:lnTo>
                <a:lnTo>
                  <a:pt x="5948362" y="457200"/>
                </a:lnTo>
                <a:lnTo>
                  <a:pt x="5953125" y="457200"/>
                </a:lnTo>
                <a:lnTo>
                  <a:pt x="59531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835265" y="3467100"/>
            <a:ext cx="118745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Condition:  </a:t>
            </a:r>
            <a:r>
              <a:rPr sz="2000" dirty="0">
                <a:latin typeface="Tahoma"/>
                <a:cs typeface="Tahoma"/>
              </a:rPr>
              <a:t>a </a:t>
            </a:r>
            <a:r>
              <a:rPr sz="2000" spc="-10" dirty="0">
                <a:latin typeface="Tahoma"/>
                <a:cs typeface="Tahoma"/>
              </a:rPr>
              <a:t>raise </a:t>
            </a:r>
            <a:r>
              <a:rPr sz="2000" spc="-5" dirty="0">
                <a:latin typeface="Tahoma"/>
                <a:cs typeface="Tahoma"/>
              </a:rPr>
              <a:t>in  price </a:t>
            </a:r>
            <a:r>
              <a:rPr sz="2000" dirty="0">
                <a:latin typeface="Tahoma"/>
                <a:cs typeface="Tahoma"/>
              </a:rPr>
              <a:t>&gt;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$1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10400" y="3959390"/>
            <a:ext cx="689610" cy="841375"/>
          </a:xfrm>
          <a:custGeom>
            <a:avLst/>
            <a:gdLst/>
            <a:ahLst/>
            <a:cxnLst/>
            <a:rect l="l" t="t" r="r" b="b"/>
            <a:pathLst>
              <a:path w="689609" h="841375">
                <a:moveTo>
                  <a:pt x="51940" y="785254"/>
                </a:moveTo>
                <a:lnTo>
                  <a:pt x="44564" y="779219"/>
                </a:lnTo>
                <a:lnTo>
                  <a:pt x="682117" y="0"/>
                </a:lnTo>
                <a:lnTo>
                  <a:pt x="689482" y="6019"/>
                </a:lnTo>
                <a:lnTo>
                  <a:pt x="51940" y="785254"/>
                </a:lnTo>
                <a:close/>
              </a:path>
              <a:path w="689609" h="841375">
                <a:moveTo>
                  <a:pt x="0" y="841209"/>
                </a:moveTo>
                <a:lnTo>
                  <a:pt x="18770" y="758113"/>
                </a:lnTo>
                <a:lnTo>
                  <a:pt x="44564" y="779219"/>
                </a:lnTo>
                <a:lnTo>
                  <a:pt x="32499" y="793965"/>
                </a:lnTo>
                <a:lnTo>
                  <a:pt x="39877" y="799998"/>
                </a:lnTo>
                <a:lnTo>
                  <a:pt x="69960" y="799998"/>
                </a:lnTo>
                <a:lnTo>
                  <a:pt x="77736" y="806361"/>
                </a:lnTo>
                <a:lnTo>
                  <a:pt x="0" y="841209"/>
                </a:lnTo>
                <a:close/>
              </a:path>
              <a:path w="689609" h="841375">
                <a:moveTo>
                  <a:pt x="39877" y="799998"/>
                </a:moveTo>
                <a:lnTo>
                  <a:pt x="32499" y="793965"/>
                </a:lnTo>
                <a:lnTo>
                  <a:pt x="44564" y="779219"/>
                </a:lnTo>
                <a:lnTo>
                  <a:pt x="51940" y="785254"/>
                </a:lnTo>
                <a:lnTo>
                  <a:pt x="39877" y="799998"/>
                </a:lnTo>
                <a:close/>
              </a:path>
              <a:path w="689609" h="841375">
                <a:moveTo>
                  <a:pt x="69960" y="799998"/>
                </a:moveTo>
                <a:lnTo>
                  <a:pt x="39877" y="799998"/>
                </a:lnTo>
                <a:lnTo>
                  <a:pt x="51940" y="785254"/>
                </a:lnTo>
                <a:lnTo>
                  <a:pt x="69960" y="7999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66800" y="5334000"/>
            <a:ext cx="4038600" cy="914400"/>
          </a:xfrm>
          <a:custGeom>
            <a:avLst/>
            <a:gdLst/>
            <a:ahLst/>
            <a:cxnLst/>
            <a:rect l="l" t="t" r="r" b="b"/>
            <a:pathLst>
              <a:path w="4038600" h="914400">
                <a:moveTo>
                  <a:pt x="0" y="0"/>
                </a:moveTo>
                <a:lnTo>
                  <a:pt x="4038600" y="0"/>
                </a:lnTo>
                <a:lnTo>
                  <a:pt x="40386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62037" y="5329237"/>
            <a:ext cx="4048125" cy="923925"/>
          </a:xfrm>
          <a:custGeom>
            <a:avLst/>
            <a:gdLst/>
            <a:ahLst/>
            <a:cxnLst/>
            <a:rect l="l" t="t" r="r" b="b"/>
            <a:pathLst>
              <a:path w="4048125" h="923925">
                <a:moveTo>
                  <a:pt x="40481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4048125" y="0"/>
                </a:lnTo>
                <a:lnTo>
                  <a:pt x="4048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4048125" y="919162"/>
                </a:lnTo>
                <a:lnTo>
                  <a:pt x="4048125" y="923925"/>
                </a:lnTo>
                <a:close/>
              </a:path>
              <a:path w="40481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048125" h="923925">
                <a:moveTo>
                  <a:pt x="4038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038600" y="4762"/>
                </a:lnTo>
                <a:lnTo>
                  <a:pt x="4038600" y="9525"/>
                </a:lnTo>
                <a:close/>
              </a:path>
              <a:path w="4048125" h="923925">
                <a:moveTo>
                  <a:pt x="4038600" y="919162"/>
                </a:moveTo>
                <a:lnTo>
                  <a:pt x="4038600" y="4762"/>
                </a:lnTo>
                <a:lnTo>
                  <a:pt x="4043362" y="9525"/>
                </a:lnTo>
                <a:lnTo>
                  <a:pt x="4048125" y="9525"/>
                </a:lnTo>
                <a:lnTo>
                  <a:pt x="4048125" y="914400"/>
                </a:lnTo>
                <a:lnTo>
                  <a:pt x="4043362" y="914400"/>
                </a:lnTo>
                <a:lnTo>
                  <a:pt x="4038600" y="919162"/>
                </a:lnTo>
                <a:close/>
              </a:path>
              <a:path w="4048125" h="923925">
                <a:moveTo>
                  <a:pt x="4048125" y="9525"/>
                </a:moveTo>
                <a:lnTo>
                  <a:pt x="4043362" y="9525"/>
                </a:lnTo>
                <a:lnTo>
                  <a:pt x="4038600" y="4762"/>
                </a:lnTo>
                <a:lnTo>
                  <a:pt x="4048125" y="4762"/>
                </a:lnTo>
                <a:lnTo>
                  <a:pt x="4048125" y="9525"/>
                </a:lnTo>
                <a:close/>
              </a:path>
              <a:path w="40481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4048125" h="923925">
                <a:moveTo>
                  <a:pt x="40386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4038600" y="914400"/>
                </a:lnTo>
                <a:lnTo>
                  <a:pt x="4038600" y="919162"/>
                </a:lnTo>
                <a:close/>
              </a:path>
              <a:path w="4048125" h="923925">
                <a:moveTo>
                  <a:pt x="4048125" y="919162"/>
                </a:moveTo>
                <a:lnTo>
                  <a:pt x="4038600" y="919162"/>
                </a:lnTo>
                <a:lnTo>
                  <a:pt x="4043362" y="914400"/>
                </a:lnTo>
                <a:lnTo>
                  <a:pt x="4048125" y="914400"/>
                </a:lnTo>
                <a:lnTo>
                  <a:pt x="40481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939665" y="4381500"/>
            <a:ext cx="3839845" cy="1931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each price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change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50">
              <a:latin typeface="Tahoma"/>
              <a:cs typeface="Tahoma"/>
            </a:endParaRPr>
          </a:p>
          <a:p>
            <a:pPr marL="1231900" marR="5080">
              <a:lnSpc>
                <a:spcPct val="100000"/>
              </a:lnSpc>
            </a:pPr>
            <a:r>
              <a:rPr sz="2000" spc="-5" dirty="0">
                <a:latin typeface="Tahoma"/>
                <a:cs typeface="Tahoma"/>
              </a:rPr>
              <a:t>When the price change  is great enough, add  the bar to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RipoffBars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105400" y="5759564"/>
            <a:ext cx="915035" cy="113030"/>
          </a:xfrm>
          <a:custGeom>
            <a:avLst/>
            <a:gdLst/>
            <a:ahLst/>
            <a:cxnLst/>
            <a:rect l="l" t="t" r="r" b="b"/>
            <a:pathLst>
              <a:path w="915035" h="113029">
                <a:moveTo>
                  <a:pt x="72771" y="75933"/>
                </a:moveTo>
                <a:lnTo>
                  <a:pt x="0" y="31635"/>
                </a:lnTo>
                <a:lnTo>
                  <a:pt x="79095" y="0"/>
                </a:lnTo>
                <a:lnTo>
                  <a:pt x="76460" y="31635"/>
                </a:lnTo>
                <a:lnTo>
                  <a:pt x="57353" y="31635"/>
                </a:lnTo>
                <a:lnTo>
                  <a:pt x="56553" y="41122"/>
                </a:lnTo>
                <a:lnTo>
                  <a:pt x="75538" y="42704"/>
                </a:lnTo>
                <a:lnTo>
                  <a:pt x="72771" y="75933"/>
                </a:lnTo>
                <a:close/>
              </a:path>
              <a:path w="915035" h="113029">
                <a:moveTo>
                  <a:pt x="75538" y="42704"/>
                </a:moveTo>
                <a:lnTo>
                  <a:pt x="56553" y="41122"/>
                </a:lnTo>
                <a:lnTo>
                  <a:pt x="57353" y="31635"/>
                </a:lnTo>
                <a:lnTo>
                  <a:pt x="76328" y="33216"/>
                </a:lnTo>
                <a:lnTo>
                  <a:pt x="75538" y="42704"/>
                </a:lnTo>
                <a:close/>
              </a:path>
              <a:path w="915035" h="113029">
                <a:moveTo>
                  <a:pt x="76328" y="33216"/>
                </a:moveTo>
                <a:lnTo>
                  <a:pt x="57353" y="31635"/>
                </a:lnTo>
                <a:lnTo>
                  <a:pt x="76460" y="31635"/>
                </a:lnTo>
                <a:lnTo>
                  <a:pt x="76328" y="33216"/>
                </a:lnTo>
                <a:close/>
              </a:path>
              <a:path w="915035" h="113029">
                <a:moveTo>
                  <a:pt x="914006" y="112585"/>
                </a:moveTo>
                <a:lnTo>
                  <a:pt x="75538" y="42704"/>
                </a:lnTo>
                <a:lnTo>
                  <a:pt x="76328" y="33216"/>
                </a:lnTo>
                <a:lnTo>
                  <a:pt x="914793" y="103085"/>
                </a:lnTo>
                <a:lnTo>
                  <a:pt x="914006" y="1125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024EF437-4A60-0D4F-367C-6D4794E1B700}"/>
                  </a:ext>
                </a:extLst>
              </p14:cNvPr>
              <p14:cNvContentPartPr/>
              <p14:nvPr/>
            </p14:nvContentPartPr>
            <p14:xfrm>
              <a:off x="923358" y="2142205"/>
              <a:ext cx="2505240" cy="6372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024EF437-4A60-0D4F-367C-6D4794E1B7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9718" y="2034565"/>
                <a:ext cx="26128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DB746A85-FB22-FA52-DD12-430F6910BFAB}"/>
                  </a:ext>
                </a:extLst>
              </p14:cNvPr>
              <p14:cNvContentPartPr/>
              <p14:nvPr/>
            </p14:nvContentPartPr>
            <p14:xfrm>
              <a:off x="1281558" y="2689405"/>
              <a:ext cx="2431440" cy="171000"/>
            </p14:xfrm>
          </p:contentPart>
        </mc:Choice>
        <mc:Fallback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DB746A85-FB22-FA52-DD12-430F6910BF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7918" y="2581765"/>
                <a:ext cx="253908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51FAE348-A9C6-CCFA-7AAF-E9CF7CE7E3A5}"/>
                  </a:ext>
                </a:extLst>
              </p14:cNvPr>
              <p14:cNvContentPartPr/>
              <p14:nvPr/>
            </p14:nvContentPartPr>
            <p14:xfrm>
              <a:off x="1272918" y="2517685"/>
              <a:ext cx="4735440" cy="14616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51FAE348-A9C6-CCFA-7AAF-E9CF7CE7E3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19278" y="2409685"/>
                <a:ext cx="484308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A64C35DE-DDE7-949F-A2A3-A9427B0476DA}"/>
                  </a:ext>
                </a:extLst>
              </p14:cNvPr>
              <p14:cNvContentPartPr/>
              <p14:nvPr/>
            </p14:nvContentPartPr>
            <p14:xfrm>
              <a:off x="1003638" y="3164245"/>
              <a:ext cx="2451960" cy="7164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A64C35DE-DDE7-949F-A2A3-A9427B0476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9998" y="3056605"/>
                <a:ext cx="255960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A95401BA-10AE-E1A2-7652-15CCF01C70C3}"/>
                  </a:ext>
                </a:extLst>
              </p14:cNvPr>
              <p14:cNvContentPartPr/>
              <p14:nvPr/>
            </p14:nvContentPartPr>
            <p14:xfrm>
              <a:off x="1846398" y="3603805"/>
              <a:ext cx="2786760" cy="60840"/>
            </p14:xfrm>
          </p:contentPart>
        </mc:Choice>
        <mc:Fallback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A95401BA-10AE-E1A2-7652-15CCF01C70C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92398" y="3495805"/>
                <a:ext cx="289440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D6F912D1-9360-5A8F-7444-32BB8175F3C3}"/>
                  </a:ext>
                </a:extLst>
              </p14:cNvPr>
              <p14:cNvContentPartPr/>
              <p14:nvPr/>
            </p14:nvContentPartPr>
            <p14:xfrm>
              <a:off x="1864758" y="4113925"/>
              <a:ext cx="2809440" cy="63720"/>
            </p14:xfrm>
          </p:contentPart>
        </mc:Choice>
        <mc:Fallback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D6F912D1-9360-5A8F-7444-32BB8175F3C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10758" y="4006285"/>
                <a:ext cx="29170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E85D12B0-20D2-6883-BC16-BF44574FEBAA}"/>
                  </a:ext>
                </a:extLst>
              </p14:cNvPr>
              <p14:cNvContentPartPr/>
              <p14:nvPr/>
            </p14:nvContentPartPr>
            <p14:xfrm>
              <a:off x="1219278" y="4428565"/>
              <a:ext cx="2426760" cy="152640"/>
            </p14:xfrm>
          </p:contentPart>
        </mc:Choice>
        <mc:Fallback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E85D12B0-20D2-6883-BC16-BF44574FEBA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65278" y="4320925"/>
                <a:ext cx="253440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3D60DC14-C8DD-2514-E6BA-D8B3F031FB80}"/>
                  </a:ext>
                </a:extLst>
              </p14:cNvPr>
              <p14:cNvContentPartPr/>
              <p14:nvPr/>
            </p14:nvContentPartPr>
            <p14:xfrm>
              <a:off x="1219278" y="4939405"/>
              <a:ext cx="946080" cy="63720"/>
            </p14:xfrm>
          </p:contentPart>
        </mc:Choice>
        <mc:Fallback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3D60DC14-C8DD-2514-E6BA-D8B3F031FB8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65278" y="4831765"/>
                <a:ext cx="1053720" cy="279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1685" y="829944"/>
            <a:ext cx="50412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 SERVER</a:t>
            </a:r>
            <a:r>
              <a:rPr spc="-40" dirty="0"/>
              <a:t> </a:t>
            </a:r>
            <a:r>
              <a:rPr spc="-65" dirty="0"/>
              <a:t>Trigger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78660"/>
            <a:ext cx="42525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latin typeface="Tahoma"/>
                <a:cs typeface="Tahoma"/>
              </a:rPr>
              <a:t>CREATE </a:t>
            </a:r>
            <a:r>
              <a:rPr sz="2800" spc="-5" dirty="0">
                <a:latin typeface="Tahoma"/>
                <a:cs typeface="Tahoma"/>
              </a:rPr>
              <a:t>TRIGGER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5" dirty="0">
                <a:latin typeface="Tahoma"/>
                <a:cs typeface="Tahoma"/>
              </a:rPr>
              <a:t>PriceTrig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2402077"/>
            <a:ext cx="3827145" cy="96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10100"/>
              </a:lnSpc>
              <a:spcBef>
                <a:spcPts val="100"/>
              </a:spcBef>
            </a:pPr>
            <a:r>
              <a:rPr sz="2800" spc="-5" dirty="0">
                <a:latin typeface="Tahoma"/>
                <a:cs typeface="Tahoma"/>
              </a:rPr>
              <a:t>ON </a:t>
            </a:r>
            <a:r>
              <a:rPr sz="2800" dirty="0">
                <a:latin typeface="Tahoma"/>
                <a:cs typeface="Tahoma"/>
              </a:rPr>
              <a:t>Sells </a:t>
            </a:r>
            <a:r>
              <a:rPr sz="2800" spc="-5" dirty="0">
                <a:latin typeface="Tahoma"/>
                <a:cs typeface="Tahoma"/>
              </a:rPr>
              <a:t>FOR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30" dirty="0">
                <a:latin typeface="Tahoma"/>
                <a:cs typeface="Tahoma"/>
              </a:rPr>
              <a:t>UPDATE  </a:t>
            </a:r>
            <a:r>
              <a:rPr sz="2800" spc="-10" dirty="0">
                <a:latin typeface="Tahoma"/>
                <a:cs typeface="Tahoma"/>
              </a:rPr>
              <a:t>AS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7529" y="3395806"/>
            <a:ext cx="2640965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5" dirty="0">
                <a:latin typeface="Tahoma"/>
                <a:cs typeface="Tahoma"/>
              </a:rPr>
              <a:t>UPD</a:t>
            </a:r>
            <a:r>
              <a:rPr sz="2800" spc="-165" dirty="0">
                <a:latin typeface="Tahoma"/>
                <a:cs typeface="Tahoma"/>
              </a:rPr>
              <a:t>A</a:t>
            </a:r>
            <a:r>
              <a:rPr sz="2800" spc="-5" dirty="0">
                <a:latin typeface="Tahoma"/>
                <a:cs typeface="Tahoma"/>
              </a:rPr>
              <a:t>TE(P</a:t>
            </a:r>
            <a:r>
              <a:rPr sz="2800" dirty="0">
                <a:latin typeface="Tahoma"/>
                <a:cs typeface="Tahoma"/>
              </a:rPr>
              <a:t>R</a:t>
            </a:r>
            <a:r>
              <a:rPr sz="2800" spc="-5" dirty="0">
                <a:latin typeface="Tahoma"/>
                <a:cs typeface="Tahoma"/>
              </a:rPr>
              <a:t>ICE))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3339338"/>
            <a:ext cx="1075690" cy="96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3375">
              <a:lnSpc>
                <a:spcPct val="1101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800" spc="-5" dirty="0">
                <a:latin typeface="Tahoma"/>
                <a:cs typeface="Tahoma"/>
              </a:rPr>
              <a:t>IF	(  BEGIN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6789" y="4321809"/>
            <a:ext cx="47942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IF(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56379" y="4334336"/>
            <a:ext cx="1155065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dirty="0">
                <a:latin typeface="Tahoma"/>
                <a:cs typeface="Tahoma"/>
              </a:rPr>
              <a:t>d</a:t>
            </a:r>
            <a:r>
              <a:rPr sz="2800" spc="-5" dirty="0">
                <a:latin typeface="Tahoma"/>
                <a:cs typeface="Tahoma"/>
              </a:rPr>
              <a:t>eleted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53514" y="4334336"/>
            <a:ext cx="5795645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  <a:tabLst>
                <a:tab pos="3757929" algn="l"/>
              </a:tabLst>
            </a:pPr>
            <a:r>
              <a:rPr sz="2800" spc="-5" dirty="0">
                <a:latin typeface="Tahoma"/>
                <a:cs typeface="Tahoma"/>
              </a:rPr>
              <a:t>inserted.price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&gt;	.price +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1.00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36459" y="4321809"/>
            <a:ext cx="16129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0139" y="4801696"/>
            <a:ext cx="3942715" cy="897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20" dirty="0">
                <a:latin typeface="Tahoma"/>
                <a:cs typeface="Tahoma"/>
              </a:rPr>
              <a:t>INSERT INTO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RipoffBars</a:t>
            </a:r>
            <a:endParaRPr sz="2800">
              <a:latin typeface="Tahoma"/>
              <a:cs typeface="Tahoma"/>
            </a:endParaRPr>
          </a:p>
          <a:p>
            <a:pPr marL="570865" algn="ctr">
              <a:lnSpc>
                <a:spcPct val="100000"/>
              </a:lnSpc>
              <a:spcBef>
                <a:spcPts val="330"/>
              </a:spcBef>
            </a:pPr>
            <a:r>
              <a:rPr sz="2800" spc="-85" dirty="0">
                <a:latin typeface="Tahoma"/>
                <a:cs typeface="Tahoma"/>
              </a:rPr>
              <a:t>V</a:t>
            </a:r>
            <a:r>
              <a:rPr sz="2800" spc="-5" dirty="0">
                <a:latin typeface="Tahoma"/>
                <a:cs typeface="Tahoma"/>
              </a:rPr>
              <a:t>ALUES(inserte</a:t>
            </a:r>
            <a:r>
              <a:rPr sz="2800" dirty="0">
                <a:latin typeface="Tahoma"/>
                <a:cs typeface="Tahoma"/>
              </a:rPr>
              <a:t>d</a:t>
            </a:r>
            <a:r>
              <a:rPr sz="2800" spc="-5" dirty="0">
                <a:latin typeface="Tahoma"/>
                <a:cs typeface="Tahoma"/>
              </a:rPr>
              <a:t>.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800" spc="-5" dirty="0">
                <a:latin typeface="Tahoma"/>
                <a:cs typeface="Tahoma"/>
              </a:rPr>
              <a:t>ar)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50154" y="5257800"/>
            <a:ext cx="1511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4540" y="5727700"/>
            <a:ext cx="70358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END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90700" y="3406140"/>
            <a:ext cx="2780030" cy="457200"/>
          </a:xfrm>
          <a:custGeom>
            <a:avLst/>
            <a:gdLst/>
            <a:ahLst/>
            <a:cxnLst/>
            <a:rect l="l" t="t" r="r" b="b"/>
            <a:pathLst>
              <a:path w="2780029" h="457200">
                <a:moveTo>
                  <a:pt x="0" y="0"/>
                </a:moveTo>
                <a:lnTo>
                  <a:pt x="2779776" y="0"/>
                </a:lnTo>
                <a:lnTo>
                  <a:pt x="2779776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85937" y="3402012"/>
            <a:ext cx="2790190" cy="466725"/>
          </a:xfrm>
          <a:custGeom>
            <a:avLst/>
            <a:gdLst/>
            <a:ahLst/>
            <a:cxnLst/>
            <a:rect l="l" t="t" r="r" b="b"/>
            <a:pathLst>
              <a:path w="2790190" h="466725">
                <a:moveTo>
                  <a:pt x="2789872" y="466725"/>
                </a:moveTo>
                <a:lnTo>
                  <a:pt x="0" y="466725"/>
                </a:lnTo>
                <a:lnTo>
                  <a:pt x="0" y="0"/>
                </a:lnTo>
                <a:lnTo>
                  <a:pt x="2789872" y="0"/>
                </a:lnTo>
                <a:lnTo>
                  <a:pt x="278987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2789872" y="461962"/>
                </a:lnTo>
                <a:lnTo>
                  <a:pt x="2789872" y="466725"/>
                </a:lnTo>
                <a:close/>
              </a:path>
              <a:path w="2790190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790190" h="466725">
                <a:moveTo>
                  <a:pt x="278034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780347" y="4762"/>
                </a:lnTo>
                <a:lnTo>
                  <a:pt x="2780347" y="9525"/>
                </a:lnTo>
                <a:close/>
              </a:path>
              <a:path w="2790190" h="466725">
                <a:moveTo>
                  <a:pt x="2780347" y="461962"/>
                </a:moveTo>
                <a:lnTo>
                  <a:pt x="2780347" y="4762"/>
                </a:lnTo>
                <a:lnTo>
                  <a:pt x="2785110" y="9525"/>
                </a:lnTo>
                <a:lnTo>
                  <a:pt x="2789872" y="9525"/>
                </a:lnTo>
                <a:lnTo>
                  <a:pt x="2789872" y="457200"/>
                </a:lnTo>
                <a:lnTo>
                  <a:pt x="2785110" y="457200"/>
                </a:lnTo>
                <a:lnTo>
                  <a:pt x="2780347" y="461962"/>
                </a:lnTo>
                <a:close/>
              </a:path>
              <a:path w="2790190" h="466725">
                <a:moveTo>
                  <a:pt x="2789872" y="9525"/>
                </a:moveTo>
                <a:lnTo>
                  <a:pt x="2785110" y="9525"/>
                </a:lnTo>
                <a:lnTo>
                  <a:pt x="2780347" y="4762"/>
                </a:lnTo>
                <a:lnTo>
                  <a:pt x="2789872" y="4762"/>
                </a:lnTo>
                <a:lnTo>
                  <a:pt x="2789872" y="9525"/>
                </a:lnTo>
                <a:close/>
              </a:path>
              <a:path w="2790190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2790190" h="466725">
                <a:moveTo>
                  <a:pt x="2780347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2780347" y="457200"/>
                </a:lnTo>
                <a:lnTo>
                  <a:pt x="2780347" y="461962"/>
                </a:lnTo>
                <a:close/>
              </a:path>
              <a:path w="2790190" h="466725">
                <a:moveTo>
                  <a:pt x="2789872" y="461962"/>
                </a:moveTo>
                <a:lnTo>
                  <a:pt x="2780347" y="461962"/>
                </a:lnTo>
                <a:lnTo>
                  <a:pt x="2785110" y="457200"/>
                </a:lnTo>
                <a:lnTo>
                  <a:pt x="2789872" y="457200"/>
                </a:lnTo>
                <a:lnTo>
                  <a:pt x="2789872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09338" y="2826854"/>
            <a:ext cx="695960" cy="580390"/>
          </a:xfrm>
          <a:custGeom>
            <a:avLst/>
            <a:gdLst/>
            <a:ahLst/>
            <a:cxnLst/>
            <a:rect l="l" t="t" r="r" b="b"/>
            <a:pathLst>
              <a:path w="695960" h="580389">
                <a:moveTo>
                  <a:pt x="61623" y="534857"/>
                </a:moveTo>
                <a:lnTo>
                  <a:pt x="55533" y="527535"/>
                </a:lnTo>
                <a:lnTo>
                  <a:pt x="689762" y="0"/>
                </a:lnTo>
                <a:lnTo>
                  <a:pt x="695858" y="7315"/>
                </a:lnTo>
                <a:lnTo>
                  <a:pt x="61623" y="534857"/>
                </a:lnTo>
                <a:close/>
              </a:path>
              <a:path w="695960" h="580389">
                <a:moveTo>
                  <a:pt x="0" y="579920"/>
                </a:moveTo>
                <a:lnTo>
                  <a:pt x="34213" y="501904"/>
                </a:lnTo>
                <a:lnTo>
                  <a:pt x="55533" y="527535"/>
                </a:lnTo>
                <a:lnTo>
                  <a:pt x="40894" y="539711"/>
                </a:lnTo>
                <a:lnTo>
                  <a:pt x="46977" y="547039"/>
                </a:lnTo>
                <a:lnTo>
                  <a:pt x="71756" y="547039"/>
                </a:lnTo>
                <a:lnTo>
                  <a:pt x="82943" y="560489"/>
                </a:lnTo>
                <a:lnTo>
                  <a:pt x="0" y="579920"/>
                </a:lnTo>
                <a:close/>
              </a:path>
              <a:path w="695960" h="580389">
                <a:moveTo>
                  <a:pt x="46977" y="547039"/>
                </a:moveTo>
                <a:lnTo>
                  <a:pt x="40894" y="539711"/>
                </a:lnTo>
                <a:lnTo>
                  <a:pt x="55533" y="527535"/>
                </a:lnTo>
                <a:lnTo>
                  <a:pt x="61623" y="534857"/>
                </a:lnTo>
                <a:lnTo>
                  <a:pt x="46977" y="547039"/>
                </a:lnTo>
                <a:close/>
              </a:path>
              <a:path w="695960" h="580389">
                <a:moveTo>
                  <a:pt x="71756" y="547039"/>
                </a:moveTo>
                <a:lnTo>
                  <a:pt x="46977" y="547039"/>
                </a:lnTo>
                <a:lnTo>
                  <a:pt x="61623" y="534857"/>
                </a:lnTo>
                <a:lnTo>
                  <a:pt x="71756" y="5470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23359" y="4229100"/>
            <a:ext cx="1278890" cy="97790"/>
          </a:xfrm>
          <a:custGeom>
            <a:avLst/>
            <a:gdLst/>
            <a:ahLst/>
            <a:cxnLst/>
            <a:rect l="l" t="t" r="r" b="b"/>
            <a:pathLst>
              <a:path w="1278889" h="97789">
                <a:moveTo>
                  <a:pt x="0" y="97536"/>
                </a:moveTo>
                <a:lnTo>
                  <a:pt x="1278636" y="97536"/>
                </a:lnTo>
                <a:lnTo>
                  <a:pt x="1278636" y="0"/>
                </a:lnTo>
                <a:lnTo>
                  <a:pt x="0" y="0"/>
                </a:lnTo>
                <a:lnTo>
                  <a:pt x="0" y="97536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023359" y="4783835"/>
            <a:ext cx="1278890" cy="20320"/>
          </a:xfrm>
          <a:custGeom>
            <a:avLst/>
            <a:gdLst/>
            <a:ahLst/>
            <a:cxnLst/>
            <a:rect l="l" t="t" r="r" b="b"/>
            <a:pathLst>
              <a:path w="1278889" h="20320">
                <a:moveTo>
                  <a:pt x="0" y="19812"/>
                </a:moveTo>
                <a:lnTo>
                  <a:pt x="1278636" y="19812"/>
                </a:lnTo>
                <a:lnTo>
                  <a:pt x="1278636" y="0"/>
                </a:lnTo>
                <a:lnTo>
                  <a:pt x="0" y="0"/>
                </a:lnTo>
                <a:lnTo>
                  <a:pt x="0" y="19812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17962" y="4224058"/>
            <a:ext cx="1289050" cy="584835"/>
          </a:xfrm>
          <a:custGeom>
            <a:avLst/>
            <a:gdLst/>
            <a:ahLst/>
            <a:cxnLst/>
            <a:rect l="l" t="t" r="r" b="b"/>
            <a:pathLst>
              <a:path w="1289050" h="584835">
                <a:moveTo>
                  <a:pt x="1289050" y="584479"/>
                </a:moveTo>
                <a:lnTo>
                  <a:pt x="0" y="584479"/>
                </a:lnTo>
                <a:lnTo>
                  <a:pt x="0" y="0"/>
                </a:lnTo>
                <a:lnTo>
                  <a:pt x="1289050" y="0"/>
                </a:lnTo>
                <a:lnTo>
                  <a:pt x="12890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4954"/>
                </a:lnTo>
                <a:lnTo>
                  <a:pt x="4762" y="574954"/>
                </a:lnTo>
                <a:lnTo>
                  <a:pt x="9525" y="579716"/>
                </a:lnTo>
                <a:lnTo>
                  <a:pt x="1289050" y="579716"/>
                </a:lnTo>
                <a:lnTo>
                  <a:pt x="1289050" y="584479"/>
                </a:lnTo>
                <a:close/>
              </a:path>
              <a:path w="1289050" h="58483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89050" h="584835">
                <a:moveTo>
                  <a:pt x="12795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79525" y="4762"/>
                </a:lnTo>
                <a:lnTo>
                  <a:pt x="1279525" y="9525"/>
                </a:lnTo>
                <a:close/>
              </a:path>
              <a:path w="1289050" h="584835">
                <a:moveTo>
                  <a:pt x="1279525" y="579716"/>
                </a:moveTo>
                <a:lnTo>
                  <a:pt x="1279525" y="4762"/>
                </a:lnTo>
                <a:lnTo>
                  <a:pt x="1284287" y="9525"/>
                </a:lnTo>
                <a:lnTo>
                  <a:pt x="1289050" y="9525"/>
                </a:lnTo>
                <a:lnTo>
                  <a:pt x="1289050" y="574954"/>
                </a:lnTo>
                <a:lnTo>
                  <a:pt x="1284287" y="574954"/>
                </a:lnTo>
                <a:lnTo>
                  <a:pt x="1279525" y="579716"/>
                </a:lnTo>
                <a:close/>
              </a:path>
              <a:path w="1289050" h="584835">
                <a:moveTo>
                  <a:pt x="1289050" y="9525"/>
                </a:moveTo>
                <a:lnTo>
                  <a:pt x="1284287" y="9525"/>
                </a:lnTo>
                <a:lnTo>
                  <a:pt x="1279525" y="4762"/>
                </a:lnTo>
                <a:lnTo>
                  <a:pt x="1289050" y="4762"/>
                </a:lnTo>
                <a:lnTo>
                  <a:pt x="1289050" y="9525"/>
                </a:lnTo>
                <a:close/>
              </a:path>
              <a:path w="1289050" h="584835">
                <a:moveTo>
                  <a:pt x="9525" y="579716"/>
                </a:moveTo>
                <a:lnTo>
                  <a:pt x="4762" y="574954"/>
                </a:lnTo>
                <a:lnTo>
                  <a:pt x="9525" y="574954"/>
                </a:lnTo>
                <a:lnTo>
                  <a:pt x="9525" y="579716"/>
                </a:lnTo>
                <a:close/>
              </a:path>
              <a:path w="1289050" h="584835">
                <a:moveTo>
                  <a:pt x="1279525" y="579716"/>
                </a:moveTo>
                <a:lnTo>
                  <a:pt x="9525" y="579716"/>
                </a:lnTo>
                <a:lnTo>
                  <a:pt x="9525" y="574954"/>
                </a:lnTo>
                <a:lnTo>
                  <a:pt x="1279525" y="574954"/>
                </a:lnTo>
                <a:lnTo>
                  <a:pt x="1279525" y="579716"/>
                </a:lnTo>
                <a:close/>
              </a:path>
              <a:path w="1289050" h="584835">
                <a:moveTo>
                  <a:pt x="1289050" y="579716"/>
                </a:moveTo>
                <a:lnTo>
                  <a:pt x="1279525" y="579716"/>
                </a:lnTo>
                <a:lnTo>
                  <a:pt x="1284287" y="574954"/>
                </a:lnTo>
                <a:lnTo>
                  <a:pt x="1289050" y="574954"/>
                </a:lnTo>
                <a:lnTo>
                  <a:pt x="1289050" y="579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304307" y="2511424"/>
            <a:ext cx="2324100" cy="1428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44805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00AF50"/>
                </a:solidFill>
                <a:latin typeface="Tahoma"/>
                <a:cs typeface="Tahoma"/>
              </a:rPr>
              <a:t>The </a:t>
            </a:r>
            <a:r>
              <a:rPr sz="2000" spc="-10" dirty="0">
                <a:solidFill>
                  <a:srgbClr val="00AF50"/>
                </a:solidFill>
                <a:latin typeface="Tahoma"/>
                <a:cs typeface="Tahoma"/>
              </a:rPr>
              <a:t>event </a:t>
            </a:r>
            <a:r>
              <a:rPr sz="2000" spc="-5" dirty="0">
                <a:solidFill>
                  <a:srgbClr val="00AF50"/>
                </a:solidFill>
                <a:latin typeface="Tahoma"/>
                <a:cs typeface="Tahoma"/>
              </a:rPr>
              <a:t>only  changes to</a:t>
            </a:r>
            <a:r>
              <a:rPr sz="2000" spc="-50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Tahoma"/>
                <a:cs typeface="Tahoma"/>
              </a:rPr>
              <a:t>prices</a:t>
            </a:r>
            <a:endParaRPr sz="2000">
              <a:latin typeface="Tahoma"/>
              <a:cs typeface="Tahoma"/>
            </a:endParaRPr>
          </a:p>
          <a:p>
            <a:pPr marL="706755" marR="5080">
              <a:lnSpc>
                <a:spcPct val="100000"/>
              </a:lnSpc>
              <a:spcBef>
                <a:spcPts val="1435"/>
              </a:spcBef>
            </a:pPr>
            <a:r>
              <a:rPr sz="2000" spc="-5" dirty="0">
                <a:solidFill>
                  <a:srgbClr val="FFC000"/>
                </a:solidFill>
                <a:latin typeface="Tahoma"/>
                <a:cs typeface="Tahoma"/>
              </a:rPr>
              <a:t>Updates let</a:t>
            </a:r>
            <a:r>
              <a:rPr sz="2000" spc="-65" dirty="0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C000"/>
                </a:solidFill>
                <a:latin typeface="Tahoma"/>
                <a:cs typeface="Tahoma"/>
              </a:rPr>
              <a:t>us  </a:t>
            </a:r>
            <a:r>
              <a:rPr sz="2000" spc="-5" dirty="0">
                <a:solidFill>
                  <a:srgbClr val="FFC000"/>
                </a:solidFill>
                <a:latin typeface="Tahoma"/>
                <a:cs typeface="Tahoma"/>
              </a:rPr>
              <a:t>talk about</a:t>
            </a:r>
            <a:r>
              <a:rPr sz="2000" spc="-45" dirty="0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C000"/>
                </a:solidFill>
                <a:latin typeface="Tahoma"/>
                <a:cs typeface="Tahoma"/>
              </a:rPr>
              <a:t>old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98527" y="3913187"/>
            <a:ext cx="173608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FFC000"/>
                </a:solidFill>
                <a:latin typeface="Tahoma"/>
                <a:cs typeface="Tahoma"/>
              </a:rPr>
              <a:t>and new</a:t>
            </a:r>
            <a:r>
              <a:rPr sz="2000" spc="-55" dirty="0">
                <a:solidFill>
                  <a:srgbClr val="FFC0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C000"/>
                </a:solidFill>
                <a:latin typeface="Tahoma"/>
                <a:cs typeface="Tahoma"/>
              </a:rPr>
              <a:t>tuples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48262" y="3707498"/>
            <a:ext cx="774700" cy="521334"/>
          </a:xfrm>
          <a:custGeom>
            <a:avLst/>
            <a:gdLst/>
            <a:ahLst/>
            <a:cxnLst/>
            <a:rect l="l" t="t" r="r" b="b"/>
            <a:pathLst>
              <a:path w="774700" h="521335">
                <a:moveTo>
                  <a:pt x="65938" y="482834"/>
                </a:moveTo>
                <a:lnTo>
                  <a:pt x="60636" y="474926"/>
                </a:lnTo>
                <a:lnTo>
                  <a:pt x="768870" y="0"/>
                </a:lnTo>
                <a:lnTo>
                  <a:pt x="774179" y="7912"/>
                </a:lnTo>
                <a:lnTo>
                  <a:pt x="65938" y="482834"/>
                </a:lnTo>
                <a:close/>
              </a:path>
              <a:path w="774700" h="521335">
                <a:moveTo>
                  <a:pt x="0" y="521322"/>
                </a:moveTo>
                <a:lnTo>
                  <a:pt x="42075" y="447243"/>
                </a:lnTo>
                <a:lnTo>
                  <a:pt x="60636" y="474926"/>
                </a:lnTo>
                <a:lnTo>
                  <a:pt x="44818" y="485533"/>
                </a:lnTo>
                <a:lnTo>
                  <a:pt x="50114" y="493445"/>
                </a:lnTo>
                <a:lnTo>
                  <a:pt x="73053" y="493445"/>
                </a:lnTo>
                <a:lnTo>
                  <a:pt x="84505" y="510527"/>
                </a:lnTo>
                <a:lnTo>
                  <a:pt x="0" y="521322"/>
                </a:lnTo>
                <a:close/>
              </a:path>
              <a:path w="774700" h="521335">
                <a:moveTo>
                  <a:pt x="50114" y="493445"/>
                </a:moveTo>
                <a:lnTo>
                  <a:pt x="44818" y="485533"/>
                </a:lnTo>
                <a:lnTo>
                  <a:pt x="60636" y="474926"/>
                </a:lnTo>
                <a:lnTo>
                  <a:pt x="65938" y="482834"/>
                </a:lnTo>
                <a:lnTo>
                  <a:pt x="50114" y="493445"/>
                </a:lnTo>
                <a:close/>
              </a:path>
              <a:path w="774700" h="521335">
                <a:moveTo>
                  <a:pt x="73053" y="493445"/>
                </a:moveTo>
                <a:lnTo>
                  <a:pt x="50114" y="493445"/>
                </a:lnTo>
                <a:lnTo>
                  <a:pt x="65938" y="482834"/>
                </a:lnTo>
                <a:lnTo>
                  <a:pt x="73053" y="4934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06652" y="4326635"/>
            <a:ext cx="5943600" cy="457200"/>
          </a:xfrm>
          <a:custGeom>
            <a:avLst/>
            <a:gdLst/>
            <a:ahLst/>
            <a:cxnLst/>
            <a:rect l="l" t="t" r="r" b="b"/>
            <a:pathLst>
              <a:path w="5943600" h="457200">
                <a:moveTo>
                  <a:pt x="0" y="0"/>
                </a:moveTo>
                <a:lnTo>
                  <a:pt x="5943600" y="0"/>
                </a:lnTo>
                <a:lnTo>
                  <a:pt x="5943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99CC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401762" y="4321175"/>
            <a:ext cx="5953125" cy="466725"/>
          </a:xfrm>
          <a:custGeom>
            <a:avLst/>
            <a:gdLst/>
            <a:ahLst/>
            <a:cxnLst/>
            <a:rect l="l" t="t" r="r" b="b"/>
            <a:pathLst>
              <a:path w="5953125" h="466725">
                <a:moveTo>
                  <a:pt x="59531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953125" y="0"/>
                </a:lnTo>
                <a:lnTo>
                  <a:pt x="5953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953125" y="461962"/>
                </a:lnTo>
                <a:lnTo>
                  <a:pt x="5953125" y="466725"/>
                </a:lnTo>
                <a:close/>
              </a:path>
              <a:path w="59531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953125" h="466725">
                <a:moveTo>
                  <a:pt x="5943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943600" y="4762"/>
                </a:lnTo>
                <a:lnTo>
                  <a:pt x="5943600" y="9525"/>
                </a:lnTo>
                <a:close/>
              </a:path>
              <a:path w="5953125" h="466725">
                <a:moveTo>
                  <a:pt x="5943600" y="461962"/>
                </a:moveTo>
                <a:lnTo>
                  <a:pt x="5943600" y="4762"/>
                </a:lnTo>
                <a:lnTo>
                  <a:pt x="5948362" y="9525"/>
                </a:lnTo>
                <a:lnTo>
                  <a:pt x="5953125" y="9525"/>
                </a:lnTo>
                <a:lnTo>
                  <a:pt x="5953125" y="457200"/>
                </a:lnTo>
                <a:lnTo>
                  <a:pt x="5948362" y="457200"/>
                </a:lnTo>
                <a:lnTo>
                  <a:pt x="5943600" y="461962"/>
                </a:lnTo>
                <a:close/>
              </a:path>
              <a:path w="5953125" h="466725">
                <a:moveTo>
                  <a:pt x="5953125" y="9525"/>
                </a:moveTo>
                <a:lnTo>
                  <a:pt x="5948362" y="9525"/>
                </a:lnTo>
                <a:lnTo>
                  <a:pt x="5943600" y="4762"/>
                </a:lnTo>
                <a:lnTo>
                  <a:pt x="5953125" y="4762"/>
                </a:lnTo>
                <a:lnTo>
                  <a:pt x="5953125" y="9525"/>
                </a:lnTo>
                <a:close/>
              </a:path>
              <a:path w="59531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953125" h="466725">
                <a:moveTo>
                  <a:pt x="59436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943600" y="457200"/>
                </a:lnTo>
                <a:lnTo>
                  <a:pt x="5943600" y="461962"/>
                </a:lnTo>
                <a:close/>
              </a:path>
              <a:path w="5953125" h="466725">
                <a:moveTo>
                  <a:pt x="5953125" y="461962"/>
                </a:moveTo>
                <a:lnTo>
                  <a:pt x="5943600" y="461962"/>
                </a:lnTo>
                <a:lnTo>
                  <a:pt x="5948362" y="457200"/>
                </a:lnTo>
                <a:lnTo>
                  <a:pt x="5953125" y="457200"/>
                </a:lnTo>
                <a:lnTo>
                  <a:pt x="59531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806690" y="4208462"/>
            <a:ext cx="118745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CC00CC"/>
                </a:solidFill>
                <a:latin typeface="Tahoma"/>
                <a:cs typeface="Tahoma"/>
              </a:rPr>
              <a:t>Condition:  </a:t>
            </a:r>
            <a:r>
              <a:rPr sz="2000" dirty="0">
                <a:solidFill>
                  <a:srgbClr val="CC00CC"/>
                </a:solidFill>
                <a:latin typeface="Tahoma"/>
                <a:cs typeface="Tahoma"/>
              </a:rPr>
              <a:t>a </a:t>
            </a:r>
            <a:r>
              <a:rPr sz="2000" spc="-10" dirty="0">
                <a:solidFill>
                  <a:srgbClr val="CC00CC"/>
                </a:solidFill>
                <a:latin typeface="Tahoma"/>
                <a:cs typeface="Tahoma"/>
              </a:rPr>
              <a:t>raise </a:t>
            </a:r>
            <a:r>
              <a:rPr sz="2000" spc="-5" dirty="0">
                <a:solidFill>
                  <a:srgbClr val="CC00CC"/>
                </a:solidFill>
                <a:latin typeface="Tahoma"/>
                <a:cs typeface="Tahoma"/>
              </a:rPr>
              <a:t>in  price </a:t>
            </a:r>
            <a:r>
              <a:rPr sz="2000" dirty="0">
                <a:solidFill>
                  <a:srgbClr val="CC00CC"/>
                </a:solidFill>
                <a:latin typeface="Tahoma"/>
                <a:cs typeface="Tahoma"/>
              </a:rPr>
              <a:t>&gt;</a:t>
            </a:r>
            <a:r>
              <a:rPr sz="2000" spc="-8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CC00CC"/>
                </a:solidFill>
                <a:latin typeface="Tahoma"/>
                <a:cs typeface="Tahoma"/>
              </a:rPr>
              <a:t>$1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50125" y="4540719"/>
            <a:ext cx="416559" cy="175895"/>
          </a:xfrm>
          <a:custGeom>
            <a:avLst/>
            <a:gdLst/>
            <a:ahLst/>
            <a:cxnLst/>
            <a:rect l="l" t="t" r="r" b="b"/>
            <a:pathLst>
              <a:path w="416559" h="175895">
                <a:moveTo>
                  <a:pt x="56896" y="70878"/>
                </a:moveTo>
                <a:lnTo>
                  <a:pt x="0" y="7467"/>
                </a:lnTo>
                <a:lnTo>
                  <a:pt x="84861" y="0"/>
                </a:lnTo>
                <a:lnTo>
                  <a:pt x="75385" y="24015"/>
                </a:lnTo>
                <a:lnTo>
                  <a:pt x="54902" y="24015"/>
                </a:lnTo>
                <a:lnTo>
                  <a:pt x="51409" y="32880"/>
                </a:lnTo>
                <a:lnTo>
                  <a:pt x="69129" y="39873"/>
                </a:lnTo>
                <a:lnTo>
                  <a:pt x="56896" y="70878"/>
                </a:lnTo>
                <a:close/>
              </a:path>
              <a:path w="416559" h="175895">
                <a:moveTo>
                  <a:pt x="69129" y="39873"/>
                </a:moveTo>
                <a:lnTo>
                  <a:pt x="51409" y="32880"/>
                </a:lnTo>
                <a:lnTo>
                  <a:pt x="54902" y="24015"/>
                </a:lnTo>
                <a:lnTo>
                  <a:pt x="72626" y="31010"/>
                </a:lnTo>
                <a:lnTo>
                  <a:pt x="69129" y="39873"/>
                </a:lnTo>
                <a:close/>
              </a:path>
              <a:path w="416559" h="175895">
                <a:moveTo>
                  <a:pt x="72626" y="31010"/>
                </a:moveTo>
                <a:lnTo>
                  <a:pt x="54902" y="24015"/>
                </a:lnTo>
                <a:lnTo>
                  <a:pt x="75385" y="24015"/>
                </a:lnTo>
                <a:lnTo>
                  <a:pt x="72626" y="31010"/>
                </a:lnTo>
                <a:close/>
              </a:path>
              <a:path w="416559" h="175895">
                <a:moveTo>
                  <a:pt x="412584" y="175412"/>
                </a:moveTo>
                <a:lnTo>
                  <a:pt x="69129" y="39873"/>
                </a:lnTo>
                <a:lnTo>
                  <a:pt x="72626" y="31010"/>
                </a:lnTo>
                <a:lnTo>
                  <a:pt x="416090" y="166547"/>
                </a:lnTo>
                <a:lnTo>
                  <a:pt x="412584" y="1754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10996" y="4873752"/>
            <a:ext cx="4038600" cy="914400"/>
          </a:xfrm>
          <a:custGeom>
            <a:avLst/>
            <a:gdLst/>
            <a:ahLst/>
            <a:cxnLst/>
            <a:rect l="l" t="t" r="r" b="b"/>
            <a:pathLst>
              <a:path w="4038600" h="914400">
                <a:moveTo>
                  <a:pt x="0" y="0"/>
                </a:moveTo>
                <a:lnTo>
                  <a:pt x="4038600" y="0"/>
                </a:lnTo>
                <a:lnTo>
                  <a:pt x="40386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06487" y="4868862"/>
            <a:ext cx="4048125" cy="923925"/>
          </a:xfrm>
          <a:custGeom>
            <a:avLst/>
            <a:gdLst/>
            <a:ahLst/>
            <a:cxnLst/>
            <a:rect l="l" t="t" r="r" b="b"/>
            <a:pathLst>
              <a:path w="4048125" h="923925">
                <a:moveTo>
                  <a:pt x="40481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4048125" y="0"/>
                </a:lnTo>
                <a:lnTo>
                  <a:pt x="4048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4048125" y="919162"/>
                </a:lnTo>
                <a:lnTo>
                  <a:pt x="4048125" y="923925"/>
                </a:lnTo>
                <a:close/>
              </a:path>
              <a:path w="40481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048125" h="923925">
                <a:moveTo>
                  <a:pt x="4038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038600" y="4762"/>
                </a:lnTo>
                <a:lnTo>
                  <a:pt x="4038600" y="9525"/>
                </a:lnTo>
                <a:close/>
              </a:path>
              <a:path w="4048125" h="923925">
                <a:moveTo>
                  <a:pt x="4038600" y="919162"/>
                </a:moveTo>
                <a:lnTo>
                  <a:pt x="4038600" y="4762"/>
                </a:lnTo>
                <a:lnTo>
                  <a:pt x="4043362" y="9525"/>
                </a:lnTo>
                <a:lnTo>
                  <a:pt x="4048125" y="9525"/>
                </a:lnTo>
                <a:lnTo>
                  <a:pt x="4048125" y="914400"/>
                </a:lnTo>
                <a:lnTo>
                  <a:pt x="4043362" y="914400"/>
                </a:lnTo>
                <a:lnTo>
                  <a:pt x="4038600" y="919162"/>
                </a:lnTo>
                <a:close/>
              </a:path>
              <a:path w="4048125" h="923925">
                <a:moveTo>
                  <a:pt x="4048125" y="9525"/>
                </a:moveTo>
                <a:lnTo>
                  <a:pt x="4043362" y="9525"/>
                </a:lnTo>
                <a:lnTo>
                  <a:pt x="4038600" y="4762"/>
                </a:lnTo>
                <a:lnTo>
                  <a:pt x="4048125" y="4762"/>
                </a:lnTo>
                <a:lnTo>
                  <a:pt x="4048125" y="9525"/>
                </a:lnTo>
                <a:close/>
              </a:path>
              <a:path w="40481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4048125" h="923925">
                <a:moveTo>
                  <a:pt x="40386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4038600" y="914400"/>
                </a:lnTo>
                <a:lnTo>
                  <a:pt x="4038600" y="919162"/>
                </a:lnTo>
                <a:close/>
              </a:path>
              <a:path w="4048125" h="923925">
                <a:moveTo>
                  <a:pt x="4048125" y="919162"/>
                </a:moveTo>
                <a:lnTo>
                  <a:pt x="4038600" y="919162"/>
                </a:lnTo>
                <a:lnTo>
                  <a:pt x="4043362" y="914400"/>
                </a:lnTo>
                <a:lnTo>
                  <a:pt x="4048125" y="914400"/>
                </a:lnTo>
                <a:lnTo>
                  <a:pt x="40481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868352" y="5351462"/>
            <a:ext cx="262064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When the price change  is great enough, add  the bar to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RipoffBars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149850" y="5326811"/>
            <a:ext cx="720090" cy="326390"/>
          </a:xfrm>
          <a:custGeom>
            <a:avLst/>
            <a:gdLst/>
            <a:ahLst/>
            <a:cxnLst/>
            <a:rect l="l" t="t" r="r" b="b"/>
            <a:pathLst>
              <a:path w="720089" h="326389">
                <a:moveTo>
                  <a:pt x="54267" y="69684"/>
                </a:moveTo>
                <a:lnTo>
                  <a:pt x="0" y="4013"/>
                </a:lnTo>
                <a:lnTo>
                  <a:pt x="85102" y="0"/>
                </a:lnTo>
                <a:lnTo>
                  <a:pt x="75020" y="22783"/>
                </a:lnTo>
                <a:lnTo>
                  <a:pt x="54190" y="22783"/>
                </a:lnTo>
                <a:lnTo>
                  <a:pt x="50330" y="31495"/>
                </a:lnTo>
                <a:lnTo>
                  <a:pt x="67754" y="39205"/>
                </a:lnTo>
                <a:lnTo>
                  <a:pt x="54267" y="69684"/>
                </a:lnTo>
                <a:close/>
              </a:path>
              <a:path w="720089" h="326389">
                <a:moveTo>
                  <a:pt x="67754" y="39205"/>
                </a:moveTo>
                <a:lnTo>
                  <a:pt x="50330" y="31495"/>
                </a:lnTo>
                <a:lnTo>
                  <a:pt x="54190" y="22783"/>
                </a:lnTo>
                <a:lnTo>
                  <a:pt x="71610" y="30491"/>
                </a:lnTo>
                <a:lnTo>
                  <a:pt x="67754" y="39205"/>
                </a:lnTo>
                <a:close/>
              </a:path>
              <a:path w="720089" h="326389">
                <a:moveTo>
                  <a:pt x="71610" y="30491"/>
                </a:moveTo>
                <a:lnTo>
                  <a:pt x="54190" y="22783"/>
                </a:lnTo>
                <a:lnTo>
                  <a:pt x="75020" y="22783"/>
                </a:lnTo>
                <a:lnTo>
                  <a:pt x="71610" y="30491"/>
                </a:lnTo>
                <a:close/>
              </a:path>
              <a:path w="720089" h="326389">
                <a:moveTo>
                  <a:pt x="715619" y="325869"/>
                </a:moveTo>
                <a:lnTo>
                  <a:pt x="67754" y="39205"/>
                </a:lnTo>
                <a:lnTo>
                  <a:pt x="71610" y="30491"/>
                </a:lnTo>
                <a:lnTo>
                  <a:pt x="719480" y="317157"/>
                </a:lnTo>
                <a:lnTo>
                  <a:pt x="715619" y="3258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9644" y="224472"/>
            <a:ext cx="6156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How </a:t>
            </a:r>
            <a:r>
              <a:rPr sz="3600" dirty="0"/>
              <a:t>an </a:t>
            </a:r>
            <a:r>
              <a:rPr sz="3600" spc="-20" dirty="0"/>
              <a:t>INSERT </a:t>
            </a:r>
            <a:r>
              <a:rPr sz="3600" spc="-50" dirty="0"/>
              <a:t>Trigger</a:t>
            </a:r>
            <a:r>
              <a:rPr sz="3600" spc="-60" dirty="0"/>
              <a:t> </a:t>
            </a:r>
            <a:r>
              <a:rPr sz="3600" spc="-30" dirty="0"/>
              <a:t>Works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5710237" y="2967037"/>
            <a:ext cx="695325" cy="1381125"/>
          </a:xfrm>
          <a:custGeom>
            <a:avLst/>
            <a:gdLst/>
            <a:ahLst/>
            <a:cxnLst/>
            <a:rect l="l" t="t" r="r" b="b"/>
            <a:pathLst>
              <a:path w="695325" h="1381125">
                <a:moveTo>
                  <a:pt x="6953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695325" y="1376362"/>
                </a:lnTo>
                <a:lnTo>
                  <a:pt x="695325" y="1381125"/>
                </a:lnTo>
                <a:close/>
              </a:path>
              <a:path w="6953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1381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1381125">
                <a:moveTo>
                  <a:pt x="685800" y="1376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1371600"/>
                </a:lnTo>
                <a:lnTo>
                  <a:pt x="690562" y="1371600"/>
                </a:lnTo>
                <a:lnTo>
                  <a:pt x="685800" y="1376362"/>
                </a:lnTo>
                <a:close/>
              </a:path>
              <a:path w="695325" h="1381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695325" h="1381125">
                <a:moveTo>
                  <a:pt x="6858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685800" y="1371600"/>
                </a:lnTo>
                <a:lnTo>
                  <a:pt x="685800" y="1376362"/>
                </a:lnTo>
                <a:close/>
              </a:path>
              <a:path w="695325" h="1381125">
                <a:moveTo>
                  <a:pt x="695325" y="1376362"/>
                </a:moveTo>
                <a:lnTo>
                  <a:pt x="685800" y="1376362"/>
                </a:lnTo>
                <a:lnTo>
                  <a:pt x="690562" y="1371600"/>
                </a:lnTo>
                <a:lnTo>
                  <a:pt x="695325" y="1371600"/>
                </a:lnTo>
                <a:lnTo>
                  <a:pt x="6953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5210" y="1426210"/>
            <a:ext cx="6355079" cy="7924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75597" y="2342197"/>
            <a:ext cx="3640455" cy="408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89605" y="2410485"/>
            <a:ext cx="1467954" cy="2239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90837" y="2967037"/>
            <a:ext cx="668655" cy="1381125"/>
          </a:xfrm>
          <a:custGeom>
            <a:avLst/>
            <a:gdLst/>
            <a:ahLst/>
            <a:cxnLst/>
            <a:rect l="l" t="t" r="r" b="b"/>
            <a:pathLst>
              <a:path w="668654" h="1381125">
                <a:moveTo>
                  <a:pt x="668337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668337" y="0"/>
                </a:lnTo>
                <a:lnTo>
                  <a:pt x="6683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668337" y="1376362"/>
                </a:lnTo>
                <a:lnTo>
                  <a:pt x="668337" y="1381125"/>
                </a:lnTo>
                <a:close/>
              </a:path>
              <a:path w="668654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68654" h="1381125">
                <a:moveTo>
                  <a:pt x="6588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58812" y="4762"/>
                </a:lnTo>
                <a:lnTo>
                  <a:pt x="658812" y="9525"/>
                </a:lnTo>
                <a:close/>
              </a:path>
              <a:path w="668654" h="1381125">
                <a:moveTo>
                  <a:pt x="658812" y="1376362"/>
                </a:moveTo>
                <a:lnTo>
                  <a:pt x="658812" y="4762"/>
                </a:lnTo>
                <a:lnTo>
                  <a:pt x="663575" y="9525"/>
                </a:lnTo>
                <a:lnTo>
                  <a:pt x="668337" y="9525"/>
                </a:lnTo>
                <a:lnTo>
                  <a:pt x="668337" y="1371600"/>
                </a:lnTo>
                <a:lnTo>
                  <a:pt x="663575" y="1371600"/>
                </a:lnTo>
                <a:lnTo>
                  <a:pt x="658812" y="1376362"/>
                </a:lnTo>
                <a:close/>
              </a:path>
              <a:path w="668654" h="1381125">
                <a:moveTo>
                  <a:pt x="668337" y="9525"/>
                </a:moveTo>
                <a:lnTo>
                  <a:pt x="663575" y="9525"/>
                </a:lnTo>
                <a:lnTo>
                  <a:pt x="658812" y="4762"/>
                </a:lnTo>
                <a:lnTo>
                  <a:pt x="668337" y="4762"/>
                </a:lnTo>
                <a:lnTo>
                  <a:pt x="668337" y="9525"/>
                </a:lnTo>
                <a:close/>
              </a:path>
              <a:path w="668654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668654" h="1381125">
                <a:moveTo>
                  <a:pt x="658812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658812" y="1371600"/>
                </a:lnTo>
                <a:lnTo>
                  <a:pt x="658812" y="1376362"/>
                </a:lnTo>
                <a:close/>
              </a:path>
              <a:path w="668654" h="1381125">
                <a:moveTo>
                  <a:pt x="668337" y="1376362"/>
                </a:moveTo>
                <a:lnTo>
                  <a:pt x="658812" y="1376362"/>
                </a:lnTo>
                <a:lnTo>
                  <a:pt x="663575" y="1371600"/>
                </a:lnTo>
                <a:lnTo>
                  <a:pt x="668337" y="1371600"/>
                </a:lnTo>
                <a:lnTo>
                  <a:pt x="668337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75597" y="2646997"/>
            <a:ext cx="762317" cy="4083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75597" y="2951797"/>
            <a:ext cx="762317" cy="14751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16947" y="2646997"/>
            <a:ext cx="893762" cy="4083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16947" y="2951797"/>
            <a:ext cx="879792" cy="14751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02759" y="2646997"/>
            <a:ext cx="828992" cy="4083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02759" y="2951797"/>
            <a:ext cx="816292" cy="14751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25072" y="2646997"/>
            <a:ext cx="789304" cy="4083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25072" y="2951797"/>
            <a:ext cx="789304" cy="14751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10872" y="2646997"/>
            <a:ext cx="810577" cy="4083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10872" y="2951797"/>
            <a:ext cx="806767" cy="14751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41391" y="3962400"/>
            <a:ext cx="597535" cy="228600"/>
          </a:xfrm>
          <a:custGeom>
            <a:avLst/>
            <a:gdLst/>
            <a:ahLst/>
            <a:cxnLst/>
            <a:rect l="l" t="t" r="r" b="b"/>
            <a:pathLst>
              <a:path w="597535" h="228600">
                <a:moveTo>
                  <a:pt x="0" y="228600"/>
                </a:moveTo>
                <a:lnTo>
                  <a:pt x="597407" y="228600"/>
                </a:lnTo>
                <a:lnTo>
                  <a:pt x="597407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312920" y="3962400"/>
            <a:ext cx="728980" cy="228600"/>
          </a:xfrm>
          <a:custGeom>
            <a:avLst/>
            <a:gdLst/>
            <a:ahLst/>
            <a:cxnLst/>
            <a:rect l="l" t="t" r="r" b="b"/>
            <a:pathLst>
              <a:path w="728979" h="228600">
                <a:moveTo>
                  <a:pt x="0" y="228600"/>
                </a:moveTo>
                <a:lnTo>
                  <a:pt x="728472" y="228600"/>
                </a:lnTo>
                <a:lnTo>
                  <a:pt x="728472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444047" y="3917950"/>
            <a:ext cx="1005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7730" algn="l"/>
              </a:tabLst>
            </a:pPr>
            <a:r>
              <a:rPr sz="1800" spc="-5" dirty="0">
                <a:latin typeface="Arial Narrow"/>
                <a:cs typeface="Arial Narrow"/>
              </a:rPr>
              <a:t>19.0</a:t>
            </a:r>
            <a:r>
              <a:rPr sz="1800" dirty="0">
                <a:latin typeface="Arial Narrow"/>
                <a:cs typeface="Arial Narrow"/>
              </a:rPr>
              <a:t>0	5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546347" y="3962400"/>
            <a:ext cx="767080" cy="228600"/>
          </a:xfrm>
          <a:custGeom>
            <a:avLst/>
            <a:gdLst/>
            <a:ahLst/>
            <a:cxnLst/>
            <a:rect l="l" t="t" r="r" b="b"/>
            <a:pathLst>
              <a:path w="767079" h="228600">
                <a:moveTo>
                  <a:pt x="0" y="228600"/>
                </a:moveTo>
                <a:lnTo>
                  <a:pt x="766571" y="228600"/>
                </a:lnTo>
                <a:lnTo>
                  <a:pt x="766571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38800" y="3962400"/>
            <a:ext cx="797560" cy="228600"/>
          </a:xfrm>
          <a:custGeom>
            <a:avLst/>
            <a:gdLst/>
            <a:ahLst/>
            <a:cxnLst/>
            <a:rect l="l" t="t" r="r" b="b"/>
            <a:pathLst>
              <a:path w="797560" h="228600">
                <a:moveTo>
                  <a:pt x="0" y="0"/>
                </a:moveTo>
                <a:lnTo>
                  <a:pt x="797051" y="0"/>
                </a:lnTo>
                <a:lnTo>
                  <a:pt x="797051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972175" y="3926840"/>
            <a:ext cx="286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Narrow"/>
                <a:cs typeface="Arial Narrow"/>
              </a:rPr>
              <a:t>0.</a:t>
            </a:r>
            <a:r>
              <a:rPr sz="1800" dirty="0">
                <a:latin typeface="Arial Narrow"/>
                <a:cs typeface="Arial Narrow"/>
              </a:rPr>
              <a:t>2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06267" y="3962400"/>
            <a:ext cx="640080" cy="228600"/>
          </a:xfrm>
          <a:custGeom>
            <a:avLst/>
            <a:gdLst/>
            <a:ahLst/>
            <a:cxnLst/>
            <a:rect l="l" t="t" r="r" b="b"/>
            <a:pathLst>
              <a:path w="640079" h="228600">
                <a:moveTo>
                  <a:pt x="0" y="0"/>
                </a:moveTo>
                <a:lnTo>
                  <a:pt x="640080" y="0"/>
                </a:lnTo>
                <a:lnTo>
                  <a:pt x="64008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18000" y="2967037"/>
            <a:ext cx="722630" cy="1381125"/>
          </a:xfrm>
          <a:custGeom>
            <a:avLst/>
            <a:gdLst/>
            <a:ahLst/>
            <a:cxnLst/>
            <a:rect l="l" t="t" r="r" b="b"/>
            <a:pathLst>
              <a:path w="722629" h="1381125">
                <a:moveTo>
                  <a:pt x="722312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722312" y="0"/>
                </a:lnTo>
                <a:lnTo>
                  <a:pt x="722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722312" y="1376362"/>
                </a:lnTo>
                <a:lnTo>
                  <a:pt x="722312" y="1381125"/>
                </a:lnTo>
                <a:close/>
              </a:path>
              <a:path w="722629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22629" h="1381125">
                <a:moveTo>
                  <a:pt x="712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12787" y="4762"/>
                </a:lnTo>
                <a:lnTo>
                  <a:pt x="712787" y="9525"/>
                </a:lnTo>
                <a:close/>
              </a:path>
              <a:path w="722629" h="1381125">
                <a:moveTo>
                  <a:pt x="712787" y="1376362"/>
                </a:moveTo>
                <a:lnTo>
                  <a:pt x="712787" y="4762"/>
                </a:lnTo>
                <a:lnTo>
                  <a:pt x="717550" y="9525"/>
                </a:lnTo>
                <a:lnTo>
                  <a:pt x="722312" y="9525"/>
                </a:lnTo>
                <a:lnTo>
                  <a:pt x="722312" y="1371600"/>
                </a:lnTo>
                <a:lnTo>
                  <a:pt x="717550" y="1371600"/>
                </a:lnTo>
                <a:lnTo>
                  <a:pt x="712787" y="1376362"/>
                </a:lnTo>
                <a:close/>
              </a:path>
              <a:path w="722629" h="1381125">
                <a:moveTo>
                  <a:pt x="722312" y="9525"/>
                </a:moveTo>
                <a:lnTo>
                  <a:pt x="717550" y="9525"/>
                </a:lnTo>
                <a:lnTo>
                  <a:pt x="712787" y="4762"/>
                </a:lnTo>
                <a:lnTo>
                  <a:pt x="722312" y="4762"/>
                </a:lnTo>
                <a:lnTo>
                  <a:pt x="722312" y="9525"/>
                </a:lnTo>
                <a:close/>
              </a:path>
              <a:path w="722629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722629" h="1381125">
                <a:moveTo>
                  <a:pt x="712787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712787" y="1371600"/>
                </a:lnTo>
                <a:lnTo>
                  <a:pt x="712787" y="1376362"/>
                </a:lnTo>
                <a:close/>
              </a:path>
              <a:path w="722629" h="1381125">
                <a:moveTo>
                  <a:pt x="722312" y="1376362"/>
                </a:moveTo>
                <a:lnTo>
                  <a:pt x="712787" y="1376362"/>
                </a:lnTo>
                <a:lnTo>
                  <a:pt x="717550" y="1371600"/>
                </a:lnTo>
                <a:lnTo>
                  <a:pt x="722312" y="1371600"/>
                </a:lnTo>
                <a:lnTo>
                  <a:pt x="722312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726112" y="2967037"/>
            <a:ext cx="713105" cy="1381125"/>
          </a:xfrm>
          <a:custGeom>
            <a:avLst/>
            <a:gdLst/>
            <a:ahLst/>
            <a:cxnLst/>
            <a:rect l="l" t="t" r="r" b="b"/>
            <a:pathLst>
              <a:path w="713104" h="1381125">
                <a:moveTo>
                  <a:pt x="712787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712787" y="0"/>
                </a:lnTo>
                <a:lnTo>
                  <a:pt x="71278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712787" y="1376362"/>
                </a:lnTo>
                <a:lnTo>
                  <a:pt x="712787" y="1381125"/>
                </a:lnTo>
                <a:close/>
              </a:path>
              <a:path w="713104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13104" h="1381125">
                <a:moveTo>
                  <a:pt x="70326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03262" y="4762"/>
                </a:lnTo>
                <a:lnTo>
                  <a:pt x="703262" y="9525"/>
                </a:lnTo>
                <a:close/>
              </a:path>
              <a:path w="713104" h="1381125">
                <a:moveTo>
                  <a:pt x="703262" y="1376362"/>
                </a:moveTo>
                <a:lnTo>
                  <a:pt x="703262" y="4762"/>
                </a:lnTo>
                <a:lnTo>
                  <a:pt x="708025" y="9525"/>
                </a:lnTo>
                <a:lnTo>
                  <a:pt x="712787" y="9525"/>
                </a:lnTo>
                <a:lnTo>
                  <a:pt x="712787" y="1371600"/>
                </a:lnTo>
                <a:lnTo>
                  <a:pt x="708025" y="1371600"/>
                </a:lnTo>
                <a:lnTo>
                  <a:pt x="703262" y="1376362"/>
                </a:lnTo>
                <a:close/>
              </a:path>
              <a:path w="713104" h="1381125">
                <a:moveTo>
                  <a:pt x="712787" y="9525"/>
                </a:moveTo>
                <a:lnTo>
                  <a:pt x="708025" y="9525"/>
                </a:lnTo>
                <a:lnTo>
                  <a:pt x="703262" y="4762"/>
                </a:lnTo>
                <a:lnTo>
                  <a:pt x="712787" y="4762"/>
                </a:lnTo>
                <a:lnTo>
                  <a:pt x="712787" y="9525"/>
                </a:lnTo>
                <a:close/>
              </a:path>
              <a:path w="713104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713104" h="1381125">
                <a:moveTo>
                  <a:pt x="703262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703262" y="1371600"/>
                </a:lnTo>
                <a:lnTo>
                  <a:pt x="703262" y="1376362"/>
                </a:lnTo>
                <a:close/>
              </a:path>
              <a:path w="713104" h="1381125">
                <a:moveTo>
                  <a:pt x="712787" y="1376362"/>
                </a:moveTo>
                <a:lnTo>
                  <a:pt x="703262" y="1376362"/>
                </a:lnTo>
                <a:lnTo>
                  <a:pt x="708025" y="1371600"/>
                </a:lnTo>
                <a:lnTo>
                  <a:pt x="712787" y="1371600"/>
                </a:lnTo>
                <a:lnTo>
                  <a:pt x="712787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92425" y="2967037"/>
            <a:ext cx="659130" cy="1381125"/>
          </a:xfrm>
          <a:custGeom>
            <a:avLst/>
            <a:gdLst/>
            <a:ahLst/>
            <a:cxnLst/>
            <a:rect l="l" t="t" r="r" b="b"/>
            <a:pathLst>
              <a:path w="659129" h="1381125">
                <a:moveTo>
                  <a:pt x="658812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658812" y="0"/>
                </a:lnTo>
                <a:lnTo>
                  <a:pt x="6588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658812" y="1376362"/>
                </a:lnTo>
                <a:lnTo>
                  <a:pt x="658812" y="1381125"/>
                </a:lnTo>
                <a:close/>
              </a:path>
              <a:path w="659129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59129" h="1381125">
                <a:moveTo>
                  <a:pt x="6492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49287" y="4762"/>
                </a:lnTo>
                <a:lnTo>
                  <a:pt x="649287" y="9525"/>
                </a:lnTo>
                <a:close/>
              </a:path>
              <a:path w="659129" h="1381125">
                <a:moveTo>
                  <a:pt x="649287" y="1376362"/>
                </a:moveTo>
                <a:lnTo>
                  <a:pt x="649287" y="4762"/>
                </a:lnTo>
                <a:lnTo>
                  <a:pt x="654050" y="9525"/>
                </a:lnTo>
                <a:lnTo>
                  <a:pt x="658812" y="9525"/>
                </a:lnTo>
                <a:lnTo>
                  <a:pt x="658812" y="1371600"/>
                </a:lnTo>
                <a:lnTo>
                  <a:pt x="654050" y="1371600"/>
                </a:lnTo>
                <a:lnTo>
                  <a:pt x="649287" y="1376362"/>
                </a:lnTo>
                <a:close/>
              </a:path>
              <a:path w="659129" h="1381125">
                <a:moveTo>
                  <a:pt x="658812" y="9525"/>
                </a:moveTo>
                <a:lnTo>
                  <a:pt x="654050" y="9525"/>
                </a:lnTo>
                <a:lnTo>
                  <a:pt x="649287" y="4762"/>
                </a:lnTo>
                <a:lnTo>
                  <a:pt x="658812" y="4762"/>
                </a:lnTo>
                <a:lnTo>
                  <a:pt x="658812" y="9525"/>
                </a:lnTo>
                <a:close/>
              </a:path>
              <a:path w="659129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659129" h="1381125">
                <a:moveTo>
                  <a:pt x="649287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649287" y="1371600"/>
                </a:lnTo>
                <a:lnTo>
                  <a:pt x="649287" y="1376362"/>
                </a:lnTo>
                <a:close/>
              </a:path>
              <a:path w="659129" h="1381125">
                <a:moveTo>
                  <a:pt x="658812" y="1376362"/>
                </a:moveTo>
                <a:lnTo>
                  <a:pt x="649287" y="1376362"/>
                </a:lnTo>
                <a:lnTo>
                  <a:pt x="654050" y="1371600"/>
                </a:lnTo>
                <a:lnTo>
                  <a:pt x="658812" y="1371600"/>
                </a:lnTo>
                <a:lnTo>
                  <a:pt x="658812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51597" y="5161597"/>
            <a:ext cx="4523105" cy="4083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54810" y="5233060"/>
            <a:ext cx="948486" cy="22081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51597" y="5466397"/>
            <a:ext cx="789304" cy="4845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441450" y="5532754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Narrow"/>
                <a:cs typeface="Arial Narrow"/>
              </a:rPr>
              <a:t>1052</a:t>
            </a:r>
            <a:r>
              <a:rPr sz="1800" dirty="0">
                <a:latin typeface="Arial Narrow"/>
                <a:cs typeface="Arial Narrow"/>
              </a:rPr>
              <a:t>3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042160" y="5466397"/>
            <a:ext cx="1017905" cy="4845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454592" y="5532754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Narrow"/>
                <a:cs typeface="Arial Narrow"/>
              </a:rPr>
              <a:t>2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951797" y="5466397"/>
            <a:ext cx="1017905" cy="4845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181985" y="5532754"/>
            <a:ext cx="494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Narrow"/>
                <a:cs typeface="Arial Narrow"/>
              </a:rPr>
              <a:t>19.0</a:t>
            </a:r>
            <a:r>
              <a:rPr sz="1800" dirty="0">
                <a:latin typeface="Arial Narrow"/>
                <a:cs typeface="Arial Narrow"/>
              </a:rPr>
              <a:t>0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866197" y="5466397"/>
            <a:ext cx="1017905" cy="4845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278629" y="5532754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Narrow"/>
                <a:cs typeface="Arial Narrow"/>
              </a:rPr>
              <a:t>5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780597" y="5466397"/>
            <a:ext cx="1094105" cy="4845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153025" y="5532754"/>
            <a:ext cx="286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Narrow"/>
                <a:cs typeface="Arial Narrow"/>
              </a:rPr>
              <a:t>0.</a:t>
            </a:r>
            <a:r>
              <a:rPr sz="1800" dirty="0">
                <a:latin typeface="Arial Narrow"/>
                <a:cs typeface="Arial Narrow"/>
              </a:rPr>
              <a:t>2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874854" y="4131195"/>
            <a:ext cx="623862" cy="146317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868542" y="4124845"/>
            <a:ext cx="636905" cy="1476375"/>
          </a:xfrm>
          <a:custGeom>
            <a:avLst/>
            <a:gdLst/>
            <a:ahLst/>
            <a:cxnLst/>
            <a:rect l="l" t="t" r="r" b="b"/>
            <a:pathLst>
              <a:path w="636904" h="1476375">
                <a:moveTo>
                  <a:pt x="515588" y="54673"/>
                </a:moveTo>
                <a:lnTo>
                  <a:pt x="503174" y="54673"/>
                </a:lnTo>
                <a:lnTo>
                  <a:pt x="493420" y="7645"/>
                </a:lnTo>
                <a:lnTo>
                  <a:pt x="493306" y="5803"/>
                </a:lnTo>
                <a:lnTo>
                  <a:pt x="493725" y="4025"/>
                </a:lnTo>
                <a:lnTo>
                  <a:pt x="494639" y="2425"/>
                </a:lnTo>
                <a:lnTo>
                  <a:pt x="495973" y="1168"/>
                </a:lnTo>
                <a:lnTo>
                  <a:pt x="497611" y="330"/>
                </a:lnTo>
                <a:lnTo>
                  <a:pt x="499414" y="0"/>
                </a:lnTo>
                <a:lnTo>
                  <a:pt x="501243" y="203"/>
                </a:lnTo>
                <a:lnTo>
                  <a:pt x="505853" y="5054"/>
                </a:lnTo>
                <a:lnTo>
                  <a:pt x="493903" y="9080"/>
                </a:lnTo>
                <a:lnTo>
                  <a:pt x="515588" y="54673"/>
                </a:lnTo>
                <a:close/>
              </a:path>
              <a:path w="636904" h="1476375">
                <a:moveTo>
                  <a:pt x="516257" y="56080"/>
                </a:moveTo>
                <a:lnTo>
                  <a:pt x="493903" y="9080"/>
                </a:lnTo>
                <a:lnTo>
                  <a:pt x="505853" y="5054"/>
                </a:lnTo>
                <a:lnTo>
                  <a:pt x="515620" y="52095"/>
                </a:lnTo>
                <a:lnTo>
                  <a:pt x="516257" y="56080"/>
                </a:lnTo>
                <a:close/>
              </a:path>
              <a:path w="636904" h="1476375">
                <a:moveTo>
                  <a:pt x="546126" y="90411"/>
                </a:moveTo>
                <a:lnTo>
                  <a:pt x="532587" y="90411"/>
                </a:lnTo>
                <a:lnTo>
                  <a:pt x="532371" y="89903"/>
                </a:lnTo>
                <a:lnTo>
                  <a:pt x="516257" y="56080"/>
                </a:lnTo>
                <a:lnTo>
                  <a:pt x="515620" y="52095"/>
                </a:lnTo>
                <a:lnTo>
                  <a:pt x="505853" y="5054"/>
                </a:lnTo>
                <a:lnTo>
                  <a:pt x="506053" y="5054"/>
                </a:lnTo>
                <a:lnTo>
                  <a:pt x="544055" y="84950"/>
                </a:lnTo>
                <a:lnTo>
                  <a:pt x="544271" y="85458"/>
                </a:lnTo>
                <a:lnTo>
                  <a:pt x="546126" y="90411"/>
                </a:lnTo>
                <a:close/>
              </a:path>
              <a:path w="636904" h="1476375">
                <a:moveTo>
                  <a:pt x="530072" y="143344"/>
                </a:moveTo>
                <a:lnTo>
                  <a:pt x="517372" y="143344"/>
                </a:lnTo>
                <a:lnTo>
                  <a:pt x="517309" y="142735"/>
                </a:lnTo>
                <a:lnTo>
                  <a:pt x="503147" y="54545"/>
                </a:lnTo>
                <a:lnTo>
                  <a:pt x="503174" y="54673"/>
                </a:lnTo>
                <a:lnTo>
                  <a:pt x="515588" y="54673"/>
                </a:lnTo>
                <a:lnTo>
                  <a:pt x="516257" y="56080"/>
                </a:lnTo>
                <a:lnTo>
                  <a:pt x="529907" y="141338"/>
                </a:lnTo>
                <a:lnTo>
                  <a:pt x="530072" y="143344"/>
                </a:lnTo>
                <a:close/>
              </a:path>
              <a:path w="636904" h="1476375">
                <a:moveTo>
                  <a:pt x="532466" y="90157"/>
                </a:moveTo>
                <a:lnTo>
                  <a:pt x="532345" y="89903"/>
                </a:lnTo>
                <a:lnTo>
                  <a:pt x="532466" y="90157"/>
                </a:lnTo>
                <a:close/>
              </a:path>
              <a:path w="636904" h="1476375">
                <a:moveTo>
                  <a:pt x="576003" y="171018"/>
                </a:moveTo>
                <a:lnTo>
                  <a:pt x="562749" y="171018"/>
                </a:lnTo>
                <a:lnTo>
                  <a:pt x="562622" y="170624"/>
                </a:lnTo>
                <a:lnTo>
                  <a:pt x="532466" y="90157"/>
                </a:lnTo>
                <a:lnTo>
                  <a:pt x="532587" y="90411"/>
                </a:lnTo>
                <a:lnTo>
                  <a:pt x="546126" y="90411"/>
                </a:lnTo>
                <a:lnTo>
                  <a:pt x="574649" y="166560"/>
                </a:lnTo>
                <a:lnTo>
                  <a:pt x="576003" y="171018"/>
                </a:lnTo>
                <a:close/>
              </a:path>
              <a:path w="636904" h="1476375">
                <a:moveTo>
                  <a:pt x="517331" y="143086"/>
                </a:moveTo>
                <a:lnTo>
                  <a:pt x="517274" y="142735"/>
                </a:lnTo>
                <a:lnTo>
                  <a:pt x="517331" y="143086"/>
                </a:lnTo>
                <a:close/>
              </a:path>
              <a:path w="636904" h="1476375">
                <a:moveTo>
                  <a:pt x="542343" y="317652"/>
                </a:moveTo>
                <a:lnTo>
                  <a:pt x="529691" y="317652"/>
                </a:lnTo>
                <a:lnTo>
                  <a:pt x="529678" y="316852"/>
                </a:lnTo>
                <a:lnTo>
                  <a:pt x="529612" y="316649"/>
                </a:lnTo>
                <a:lnTo>
                  <a:pt x="522986" y="232778"/>
                </a:lnTo>
                <a:lnTo>
                  <a:pt x="517331" y="143086"/>
                </a:lnTo>
                <a:lnTo>
                  <a:pt x="517372" y="143344"/>
                </a:lnTo>
                <a:lnTo>
                  <a:pt x="530072" y="143344"/>
                </a:lnTo>
                <a:lnTo>
                  <a:pt x="535654" y="231876"/>
                </a:lnTo>
                <a:lnTo>
                  <a:pt x="542340" y="316649"/>
                </a:lnTo>
                <a:lnTo>
                  <a:pt x="542343" y="317652"/>
                </a:lnTo>
                <a:close/>
              </a:path>
              <a:path w="636904" h="1476375">
                <a:moveTo>
                  <a:pt x="562710" y="170912"/>
                </a:moveTo>
                <a:lnTo>
                  <a:pt x="562602" y="170624"/>
                </a:lnTo>
                <a:lnTo>
                  <a:pt x="562710" y="170912"/>
                </a:lnTo>
                <a:close/>
              </a:path>
              <a:path w="636904" h="1476375">
                <a:moveTo>
                  <a:pt x="601178" y="254914"/>
                </a:moveTo>
                <a:lnTo>
                  <a:pt x="588213" y="254914"/>
                </a:lnTo>
                <a:lnTo>
                  <a:pt x="562710" y="170912"/>
                </a:lnTo>
                <a:lnTo>
                  <a:pt x="576003" y="171018"/>
                </a:lnTo>
                <a:lnTo>
                  <a:pt x="600367" y="251231"/>
                </a:lnTo>
                <a:lnTo>
                  <a:pt x="600494" y="251739"/>
                </a:lnTo>
                <a:lnTo>
                  <a:pt x="601178" y="254914"/>
                </a:lnTo>
                <a:close/>
              </a:path>
              <a:path w="636904" h="1476375">
                <a:moveTo>
                  <a:pt x="619662" y="341502"/>
                </a:moveTo>
                <a:lnTo>
                  <a:pt x="606856" y="341502"/>
                </a:lnTo>
                <a:lnTo>
                  <a:pt x="606780" y="341058"/>
                </a:lnTo>
                <a:lnTo>
                  <a:pt x="588099" y="254540"/>
                </a:lnTo>
                <a:lnTo>
                  <a:pt x="588213" y="254914"/>
                </a:lnTo>
                <a:lnTo>
                  <a:pt x="601178" y="254914"/>
                </a:lnTo>
                <a:lnTo>
                  <a:pt x="619277" y="338823"/>
                </a:lnTo>
                <a:lnTo>
                  <a:pt x="619662" y="341502"/>
                </a:lnTo>
                <a:close/>
              </a:path>
              <a:path w="636904" h="1476375">
                <a:moveTo>
                  <a:pt x="529660" y="317257"/>
                </a:moveTo>
                <a:lnTo>
                  <a:pt x="529628" y="316852"/>
                </a:lnTo>
                <a:lnTo>
                  <a:pt x="529660" y="317257"/>
                </a:lnTo>
                <a:close/>
              </a:path>
              <a:path w="636904" h="1476375">
                <a:moveTo>
                  <a:pt x="533114" y="484644"/>
                </a:moveTo>
                <a:lnTo>
                  <a:pt x="520395" y="484644"/>
                </a:lnTo>
                <a:lnTo>
                  <a:pt x="520446" y="484200"/>
                </a:lnTo>
                <a:lnTo>
                  <a:pt x="525792" y="402196"/>
                </a:lnTo>
                <a:lnTo>
                  <a:pt x="529660" y="317257"/>
                </a:lnTo>
                <a:lnTo>
                  <a:pt x="529691" y="317652"/>
                </a:lnTo>
                <a:lnTo>
                  <a:pt x="542343" y="317652"/>
                </a:lnTo>
                <a:lnTo>
                  <a:pt x="538467" y="403034"/>
                </a:lnTo>
                <a:lnTo>
                  <a:pt x="533114" y="484644"/>
                </a:lnTo>
                <a:close/>
              </a:path>
              <a:path w="636904" h="1476375">
                <a:moveTo>
                  <a:pt x="606819" y="341330"/>
                </a:moveTo>
                <a:lnTo>
                  <a:pt x="606760" y="341058"/>
                </a:lnTo>
                <a:lnTo>
                  <a:pt x="606819" y="341330"/>
                </a:lnTo>
                <a:close/>
              </a:path>
              <a:path w="636904" h="1476375">
                <a:moveTo>
                  <a:pt x="625721" y="384683"/>
                </a:moveTo>
                <a:lnTo>
                  <a:pt x="613029" y="384683"/>
                </a:lnTo>
                <a:lnTo>
                  <a:pt x="612965" y="384136"/>
                </a:lnTo>
                <a:lnTo>
                  <a:pt x="612770" y="382879"/>
                </a:lnTo>
                <a:lnTo>
                  <a:pt x="606819" y="341330"/>
                </a:lnTo>
                <a:lnTo>
                  <a:pt x="606856" y="341502"/>
                </a:lnTo>
                <a:lnTo>
                  <a:pt x="619662" y="341502"/>
                </a:lnTo>
                <a:lnTo>
                  <a:pt x="625602" y="382879"/>
                </a:lnTo>
                <a:lnTo>
                  <a:pt x="625721" y="384683"/>
                </a:lnTo>
                <a:close/>
              </a:path>
              <a:path w="636904" h="1476375">
                <a:moveTo>
                  <a:pt x="612974" y="384304"/>
                </a:moveTo>
                <a:lnTo>
                  <a:pt x="612950" y="384136"/>
                </a:lnTo>
                <a:lnTo>
                  <a:pt x="612974" y="384304"/>
                </a:lnTo>
                <a:close/>
              </a:path>
              <a:path w="636904" h="1476375">
                <a:moveTo>
                  <a:pt x="636510" y="556018"/>
                </a:moveTo>
                <a:lnTo>
                  <a:pt x="623836" y="556018"/>
                </a:lnTo>
                <a:lnTo>
                  <a:pt x="623836" y="555129"/>
                </a:lnTo>
                <a:lnTo>
                  <a:pt x="617607" y="467715"/>
                </a:lnTo>
                <a:lnTo>
                  <a:pt x="612974" y="384304"/>
                </a:lnTo>
                <a:lnTo>
                  <a:pt x="613029" y="384683"/>
                </a:lnTo>
                <a:lnTo>
                  <a:pt x="625721" y="384683"/>
                </a:lnTo>
                <a:lnTo>
                  <a:pt x="630383" y="468515"/>
                </a:lnTo>
                <a:lnTo>
                  <a:pt x="636511" y="555116"/>
                </a:lnTo>
                <a:lnTo>
                  <a:pt x="636510" y="556018"/>
                </a:lnTo>
                <a:close/>
              </a:path>
              <a:path w="636904" h="1476375">
                <a:moveTo>
                  <a:pt x="525780" y="402323"/>
                </a:moveTo>
                <a:lnTo>
                  <a:pt x="525785" y="402196"/>
                </a:lnTo>
                <a:lnTo>
                  <a:pt x="525780" y="402323"/>
                </a:lnTo>
                <a:close/>
              </a:path>
              <a:path w="636904" h="1476375">
                <a:moveTo>
                  <a:pt x="630332" y="467804"/>
                </a:moveTo>
                <a:close/>
              </a:path>
              <a:path w="636904" h="1476375">
                <a:moveTo>
                  <a:pt x="520404" y="484506"/>
                </a:moveTo>
                <a:lnTo>
                  <a:pt x="520424" y="484200"/>
                </a:lnTo>
                <a:lnTo>
                  <a:pt x="520404" y="484506"/>
                </a:lnTo>
                <a:close/>
              </a:path>
              <a:path w="636904" h="1476375">
                <a:moveTo>
                  <a:pt x="523092" y="558876"/>
                </a:moveTo>
                <a:lnTo>
                  <a:pt x="510273" y="558876"/>
                </a:lnTo>
                <a:lnTo>
                  <a:pt x="510324" y="558546"/>
                </a:lnTo>
                <a:lnTo>
                  <a:pt x="520404" y="484506"/>
                </a:lnTo>
                <a:lnTo>
                  <a:pt x="520395" y="484644"/>
                </a:lnTo>
                <a:lnTo>
                  <a:pt x="533114" y="484644"/>
                </a:lnTo>
                <a:lnTo>
                  <a:pt x="533031" y="485914"/>
                </a:lnTo>
                <a:lnTo>
                  <a:pt x="523092" y="558876"/>
                </a:lnTo>
                <a:close/>
              </a:path>
              <a:path w="636904" h="1476375">
                <a:moveTo>
                  <a:pt x="623805" y="555578"/>
                </a:moveTo>
                <a:lnTo>
                  <a:pt x="623773" y="555129"/>
                </a:lnTo>
                <a:lnTo>
                  <a:pt x="623805" y="555578"/>
                </a:lnTo>
                <a:close/>
              </a:path>
              <a:path w="636904" h="1476375">
                <a:moveTo>
                  <a:pt x="618866" y="678633"/>
                </a:moveTo>
                <a:lnTo>
                  <a:pt x="617938" y="641083"/>
                </a:lnTo>
                <a:lnTo>
                  <a:pt x="617943" y="640207"/>
                </a:lnTo>
                <a:lnTo>
                  <a:pt x="623805" y="555578"/>
                </a:lnTo>
                <a:lnTo>
                  <a:pt x="623836" y="556018"/>
                </a:lnTo>
                <a:lnTo>
                  <a:pt x="636510" y="556018"/>
                </a:lnTo>
                <a:lnTo>
                  <a:pt x="630666" y="640207"/>
                </a:lnTo>
                <a:lnTo>
                  <a:pt x="630618" y="640486"/>
                </a:lnTo>
                <a:lnTo>
                  <a:pt x="631557" y="677951"/>
                </a:lnTo>
                <a:lnTo>
                  <a:pt x="618998" y="677951"/>
                </a:lnTo>
                <a:lnTo>
                  <a:pt x="618866" y="678633"/>
                </a:lnTo>
                <a:close/>
              </a:path>
              <a:path w="636904" h="1476375">
                <a:moveTo>
                  <a:pt x="510304" y="558650"/>
                </a:moveTo>
                <a:close/>
              </a:path>
              <a:path w="636904" h="1476375">
                <a:moveTo>
                  <a:pt x="501194" y="673366"/>
                </a:moveTo>
                <a:lnTo>
                  <a:pt x="488264" y="673366"/>
                </a:lnTo>
                <a:lnTo>
                  <a:pt x="488429" y="672706"/>
                </a:lnTo>
                <a:lnTo>
                  <a:pt x="510304" y="558650"/>
                </a:lnTo>
                <a:lnTo>
                  <a:pt x="510273" y="558876"/>
                </a:lnTo>
                <a:lnTo>
                  <a:pt x="523092" y="558876"/>
                </a:lnTo>
                <a:lnTo>
                  <a:pt x="522859" y="560590"/>
                </a:lnTo>
                <a:lnTo>
                  <a:pt x="501194" y="673366"/>
                </a:lnTo>
                <a:close/>
              </a:path>
              <a:path w="636904" h="1476375">
                <a:moveTo>
                  <a:pt x="630626" y="640790"/>
                </a:moveTo>
                <a:lnTo>
                  <a:pt x="630618" y="640486"/>
                </a:lnTo>
                <a:lnTo>
                  <a:pt x="630626" y="640790"/>
                </a:lnTo>
                <a:close/>
              </a:path>
              <a:path w="636904" h="1476375">
                <a:moveTo>
                  <a:pt x="630633" y="641083"/>
                </a:moveTo>
                <a:lnTo>
                  <a:pt x="630626" y="640790"/>
                </a:lnTo>
                <a:lnTo>
                  <a:pt x="630633" y="641083"/>
                </a:lnTo>
                <a:close/>
              </a:path>
              <a:path w="636904" h="1476375">
                <a:moveTo>
                  <a:pt x="488326" y="673043"/>
                </a:moveTo>
                <a:lnTo>
                  <a:pt x="488391" y="672706"/>
                </a:lnTo>
                <a:lnTo>
                  <a:pt x="488326" y="673043"/>
                </a:lnTo>
                <a:close/>
              </a:path>
              <a:path w="636904" h="1476375">
                <a:moveTo>
                  <a:pt x="488264" y="673366"/>
                </a:moveTo>
                <a:lnTo>
                  <a:pt x="488326" y="673043"/>
                </a:lnTo>
                <a:lnTo>
                  <a:pt x="488429" y="672706"/>
                </a:lnTo>
                <a:lnTo>
                  <a:pt x="488264" y="673366"/>
                </a:lnTo>
                <a:close/>
              </a:path>
              <a:path w="636904" h="1476375">
                <a:moveTo>
                  <a:pt x="479199" y="746378"/>
                </a:moveTo>
                <a:lnTo>
                  <a:pt x="465924" y="746378"/>
                </a:lnTo>
                <a:lnTo>
                  <a:pt x="466267" y="745489"/>
                </a:lnTo>
                <a:lnTo>
                  <a:pt x="488326" y="673043"/>
                </a:lnTo>
                <a:lnTo>
                  <a:pt x="488264" y="673366"/>
                </a:lnTo>
                <a:lnTo>
                  <a:pt x="501194" y="673366"/>
                </a:lnTo>
                <a:lnTo>
                  <a:pt x="500735" y="675754"/>
                </a:lnTo>
                <a:lnTo>
                  <a:pt x="500583" y="676414"/>
                </a:lnTo>
                <a:lnTo>
                  <a:pt x="479199" y="746378"/>
                </a:lnTo>
                <a:close/>
              </a:path>
              <a:path w="636904" h="1476375">
                <a:moveTo>
                  <a:pt x="618883" y="679310"/>
                </a:moveTo>
                <a:lnTo>
                  <a:pt x="618866" y="678633"/>
                </a:lnTo>
                <a:lnTo>
                  <a:pt x="618998" y="677951"/>
                </a:lnTo>
                <a:lnTo>
                  <a:pt x="618883" y="679310"/>
                </a:lnTo>
                <a:close/>
              </a:path>
              <a:path w="636904" h="1476375">
                <a:moveTo>
                  <a:pt x="631556" y="679310"/>
                </a:moveTo>
                <a:lnTo>
                  <a:pt x="618883" y="679310"/>
                </a:lnTo>
                <a:lnTo>
                  <a:pt x="618998" y="677951"/>
                </a:lnTo>
                <a:lnTo>
                  <a:pt x="631557" y="677951"/>
                </a:lnTo>
                <a:lnTo>
                  <a:pt x="631556" y="679310"/>
                </a:lnTo>
                <a:close/>
              </a:path>
              <a:path w="636904" h="1476375">
                <a:moveTo>
                  <a:pt x="600485" y="841603"/>
                </a:moveTo>
                <a:lnTo>
                  <a:pt x="587552" y="841603"/>
                </a:lnTo>
                <a:lnTo>
                  <a:pt x="587717" y="840968"/>
                </a:lnTo>
                <a:lnTo>
                  <a:pt x="618866" y="678633"/>
                </a:lnTo>
                <a:lnTo>
                  <a:pt x="618883" y="679310"/>
                </a:lnTo>
                <a:lnTo>
                  <a:pt x="631556" y="679310"/>
                </a:lnTo>
                <a:lnTo>
                  <a:pt x="631469" y="680351"/>
                </a:lnTo>
                <a:lnTo>
                  <a:pt x="600485" y="841603"/>
                </a:lnTo>
                <a:close/>
              </a:path>
              <a:path w="636904" h="1476375">
                <a:moveTo>
                  <a:pt x="466072" y="745896"/>
                </a:moveTo>
                <a:lnTo>
                  <a:pt x="466196" y="745489"/>
                </a:lnTo>
                <a:lnTo>
                  <a:pt x="466072" y="745896"/>
                </a:lnTo>
                <a:close/>
              </a:path>
              <a:path w="636904" h="1476375">
                <a:moveTo>
                  <a:pt x="465924" y="746378"/>
                </a:moveTo>
                <a:lnTo>
                  <a:pt x="466072" y="745896"/>
                </a:lnTo>
                <a:lnTo>
                  <a:pt x="466267" y="745489"/>
                </a:lnTo>
                <a:lnTo>
                  <a:pt x="465924" y="746378"/>
                </a:lnTo>
                <a:close/>
              </a:path>
              <a:path w="636904" h="1476375">
                <a:moveTo>
                  <a:pt x="449036" y="810628"/>
                </a:moveTo>
                <a:lnTo>
                  <a:pt x="434949" y="810628"/>
                </a:lnTo>
                <a:lnTo>
                  <a:pt x="435114" y="810323"/>
                </a:lnTo>
                <a:lnTo>
                  <a:pt x="466072" y="745896"/>
                </a:lnTo>
                <a:lnTo>
                  <a:pt x="465924" y="746378"/>
                </a:lnTo>
                <a:lnTo>
                  <a:pt x="479199" y="746378"/>
                </a:lnTo>
                <a:lnTo>
                  <a:pt x="478066" y="750087"/>
                </a:lnTo>
                <a:lnTo>
                  <a:pt x="477710" y="750989"/>
                </a:lnTo>
                <a:lnTo>
                  <a:pt x="449036" y="810628"/>
                </a:lnTo>
                <a:close/>
              </a:path>
              <a:path w="636904" h="1476375">
                <a:moveTo>
                  <a:pt x="434965" y="810594"/>
                </a:moveTo>
                <a:lnTo>
                  <a:pt x="435096" y="810323"/>
                </a:lnTo>
                <a:lnTo>
                  <a:pt x="434965" y="810594"/>
                </a:lnTo>
                <a:close/>
              </a:path>
              <a:path w="636904" h="1476375">
                <a:moveTo>
                  <a:pt x="414250" y="874699"/>
                </a:moveTo>
                <a:lnTo>
                  <a:pt x="399757" y="874699"/>
                </a:lnTo>
                <a:lnTo>
                  <a:pt x="399973" y="874344"/>
                </a:lnTo>
                <a:lnTo>
                  <a:pt x="434965" y="810594"/>
                </a:lnTo>
                <a:lnTo>
                  <a:pt x="449036" y="810628"/>
                </a:lnTo>
                <a:lnTo>
                  <a:pt x="446239" y="816444"/>
                </a:lnTo>
                <a:lnTo>
                  <a:pt x="414250" y="874699"/>
                </a:lnTo>
                <a:close/>
              </a:path>
              <a:path w="636904" h="1476375">
                <a:moveTo>
                  <a:pt x="587599" y="841361"/>
                </a:moveTo>
                <a:lnTo>
                  <a:pt x="587674" y="840968"/>
                </a:lnTo>
                <a:lnTo>
                  <a:pt x="587599" y="841361"/>
                </a:lnTo>
                <a:close/>
              </a:path>
              <a:path w="636904" h="1476375">
                <a:moveTo>
                  <a:pt x="587552" y="841603"/>
                </a:moveTo>
                <a:lnTo>
                  <a:pt x="587599" y="841361"/>
                </a:lnTo>
                <a:lnTo>
                  <a:pt x="587717" y="840968"/>
                </a:lnTo>
                <a:lnTo>
                  <a:pt x="587552" y="841603"/>
                </a:lnTo>
                <a:close/>
              </a:path>
              <a:path w="636904" h="1476375">
                <a:moveTo>
                  <a:pt x="577954" y="917282"/>
                </a:moveTo>
                <a:lnTo>
                  <a:pt x="564692" y="917282"/>
                </a:lnTo>
                <a:lnTo>
                  <a:pt x="564984" y="916520"/>
                </a:lnTo>
                <a:lnTo>
                  <a:pt x="587599" y="841361"/>
                </a:lnTo>
                <a:lnTo>
                  <a:pt x="587552" y="841603"/>
                </a:lnTo>
                <a:lnTo>
                  <a:pt x="600485" y="841603"/>
                </a:lnTo>
                <a:lnTo>
                  <a:pt x="600024" y="844003"/>
                </a:lnTo>
                <a:lnTo>
                  <a:pt x="599871" y="844638"/>
                </a:lnTo>
                <a:lnTo>
                  <a:pt x="577954" y="917282"/>
                </a:lnTo>
                <a:close/>
              </a:path>
              <a:path w="636904" h="1476375">
                <a:moveTo>
                  <a:pt x="399825" y="874576"/>
                </a:moveTo>
                <a:lnTo>
                  <a:pt x="399953" y="874344"/>
                </a:lnTo>
                <a:lnTo>
                  <a:pt x="399825" y="874576"/>
                </a:lnTo>
                <a:close/>
              </a:path>
              <a:path w="636904" h="1476375">
                <a:moveTo>
                  <a:pt x="376172" y="935291"/>
                </a:moveTo>
                <a:lnTo>
                  <a:pt x="361099" y="935291"/>
                </a:lnTo>
                <a:lnTo>
                  <a:pt x="361645" y="934567"/>
                </a:lnTo>
                <a:lnTo>
                  <a:pt x="399825" y="874576"/>
                </a:lnTo>
                <a:lnTo>
                  <a:pt x="414250" y="874699"/>
                </a:lnTo>
                <a:lnTo>
                  <a:pt x="410895" y="880808"/>
                </a:lnTo>
                <a:lnTo>
                  <a:pt x="376172" y="935291"/>
                </a:lnTo>
                <a:close/>
              </a:path>
              <a:path w="636904" h="1476375">
                <a:moveTo>
                  <a:pt x="564795" y="916941"/>
                </a:moveTo>
                <a:lnTo>
                  <a:pt x="564922" y="916520"/>
                </a:lnTo>
                <a:lnTo>
                  <a:pt x="564795" y="916941"/>
                </a:lnTo>
                <a:close/>
              </a:path>
              <a:path w="636904" h="1476375">
                <a:moveTo>
                  <a:pt x="564692" y="917282"/>
                </a:moveTo>
                <a:lnTo>
                  <a:pt x="564795" y="916941"/>
                </a:lnTo>
                <a:lnTo>
                  <a:pt x="564984" y="916520"/>
                </a:lnTo>
                <a:lnTo>
                  <a:pt x="564692" y="917282"/>
                </a:lnTo>
                <a:close/>
              </a:path>
              <a:path w="636904" h="1476375">
                <a:moveTo>
                  <a:pt x="530422" y="1026452"/>
                </a:moveTo>
                <a:lnTo>
                  <a:pt x="516661" y="1026452"/>
                </a:lnTo>
                <a:lnTo>
                  <a:pt x="516890" y="1025969"/>
                </a:lnTo>
                <a:lnTo>
                  <a:pt x="532079" y="989723"/>
                </a:lnTo>
                <a:lnTo>
                  <a:pt x="564795" y="916941"/>
                </a:lnTo>
                <a:lnTo>
                  <a:pt x="564692" y="917282"/>
                </a:lnTo>
                <a:lnTo>
                  <a:pt x="577954" y="917282"/>
                </a:lnTo>
                <a:lnTo>
                  <a:pt x="576846" y="920953"/>
                </a:lnTo>
                <a:lnTo>
                  <a:pt x="576567" y="921727"/>
                </a:lnTo>
                <a:lnTo>
                  <a:pt x="543724" y="994790"/>
                </a:lnTo>
                <a:lnTo>
                  <a:pt x="530422" y="1026452"/>
                </a:lnTo>
                <a:close/>
              </a:path>
              <a:path w="636904" h="1476375">
                <a:moveTo>
                  <a:pt x="361317" y="934949"/>
                </a:moveTo>
                <a:lnTo>
                  <a:pt x="361560" y="934567"/>
                </a:lnTo>
                <a:lnTo>
                  <a:pt x="361317" y="934949"/>
                </a:lnTo>
                <a:close/>
              </a:path>
              <a:path w="636904" h="1476375">
                <a:moveTo>
                  <a:pt x="361099" y="935291"/>
                </a:moveTo>
                <a:lnTo>
                  <a:pt x="361317" y="934949"/>
                </a:lnTo>
                <a:lnTo>
                  <a:pt x="361645" y="934567"/>
                </a:lnTo>
                <a:lnTo>
                  <a:pt x="361099" y="935291"/>
                </a:lnTo>
                <a:close/>
              </a:path>
              <a:path w="636904" h="1476375">
                <a:moveTo>
                  <a:pt x="329937" y="990955"/>
                </a:moveTo>
                <a:lnTo>
                  <a:pt x="313207" y="990955"/>
                </a:lnTo>
                <a:lnTo>
                  <a:pt x="313385" y="990752"/>
                </a:lnTo>
                <a:lnTo>
                  <a:pt x="361317" y="934949"/>
                </a:lnTo>
                <a:lnTo>
                  <a:pt x="361099" y="935291"/>
                </a:lnTo>
                <a:lnTo>
                  <a:pt x="376172" y="935291"/>
                </a:lnTo>
                <a:lnTo>
                  <a:pt x="371817" y="942124"/>
                </a:lnTo>
                <a:lnTo>
                  <a:pt x="371271" y="942848"/>
                </a:lnTo>
                <a:lnTo>
                  <a:pt x="329937" y="990955"/>
                </a:lnTo>
                <a:close/>
              </a:path>
              <a:path w="636904" h="1476375">
                <a:moveTo>
                  <a:pt x="313345" y="990794"/>
                </a:moveTo>
                <a:close/>
              </a:path>
              <a:path w="636904" h="1476375">
                <a:moveTo>
                  <a:pt x="280846" y="1044105"/>
                </a:moveTo>
                <a:lnTo>
                  <a:pt x="263448" y="1044105"/>
                </a:lnTo>
                <a:lnTo>
                  <a:pt x="264223" y="1043393"/>
                </a:lnTo>
                <a:lnTo>
                  <a:pt x="313345" y="990794"/>
                </a:lnTo>
                <a:lnTo>
                  <a:pt x="313207" y="990955"/>
                </a:lnTo>
                <a:lnTo>
                  <a:pt x="329937" y="990955"/>
                </a:lnTo>
                <a:lnTo>
                  <a:pt x="322834" y="999223"/>
                </a:lnTo>
                <a:lnTo>
                  <a:pt x="280846" y="1044105"/>
                </a:lnTo>
                <a:close/>
              </a:path>
              <a:path w="636904" h="1476375">
                <a:moveTo>
                  <a:pt x="543725" y="994790"/>
                </a:moveTo>
                <a:lnTo>
                  <a:pt x="543788" y="994638"/>
                </a:lnTo>
                <a:lnTo>
                  <a:pt x="543725" y="994790"/>
                </a:lnTo>
                <a:close/>
              </a:path>
              <a:path w="636904" h="1476375">
                <a:moveTo>
                  <a:pt x="516757" y="1026223"/>
                </a:moveTo>
                <a:lnTo>
                  <a:pt x="516863" y="1025969"/>
                </a:lnTo>
                <a:lnTo>
                  <a:pt x="516757" y="1026223"/>
                </a:lnTo>
                <a:close/>
              </a:path>
              <a:path w="636904" h="1476375">
                <a:moveTo>
                  <a:pt x="480813" y="1095073"/>
                </a:moveTo>
                <a:lnTo>
                  <a:pt x="516757" y="1026223"/>
                </a:lnTo>
                <a:lnTo>
                  <a:pt x="516661" y="1026452"/>
                </a:lnTo>
                <a:lnTo>
                  <a:pt x="530422" y="1026452"/>
                </a:lnTo>
                <a:lnTo>
                  <a:pt x="528154" y="1031849"/>
                </a:lnTo>
                <a:lnTo>
                  <a:pt x="495401" y="1094587"/>
                </a:lnTo>
                <a:lnTo>
                  <a:pt x="481203" y="1094587"/>
                </a:lnTo>
                <a:lnTo>
                  <a:pt x="480813" y="1095073"/>
                </a:lnTo>
                <a:close/>
              </a:path>
              <a:path w="636904" h="1476375">
                <a:moveTo>
                  <a:pt x="263841" y="1043685"/>
                </a:moveTo>
                <a:lnTo>
                  <a:pt x="264114" y="1043393"/>
                </a:lnTo>
                <a:lnTo>
                  <a:pt x="263841" y="1043685"/>
                </a:lnTo>
                <a:close/>
              </a:path>
              <a:path w="636904" h="1476375">
                <a:moveTo>
                  <a:pt x="263448" y="1044105"/>
                </a:moveTo>
                <a:lnTo>
                  <a:pt x="263841" y="1043685"/>
                </a:lnTo>
                <a:lnTo>
                  <a:pt x="264223" y="1043393"/>
                </a:lnTo>
                <a:lnTo>
                  <a:pt x="263448" y="1044105"/>
                </a:lnTo>
                <a:close/>
              </a:path>
              <a:path w="636904" h="1476375">
                <a:moveTo>
                  <a:pt x="226413" y="1088224"/>
                </a:moveTo>
                <a:lnTo>
                  <a:pt x="205473" y="1088224"/>
                </a:lnTo>
                <a:lnTo>
                  <a:pt x="205879" y="1087932"/>
                </a:lnTo>
                <a:lnTo>
                  <a:pt x="263841" y="1043685"/>
                </a:lnTo>
                <a:lnTo>
                  <a:pt x="263448" y="1044105"/>
                </a:lnTo>
                <a:lnTo>
                  <a:pt x="280846" y="1044105"/>
                </a:lnTo>
                <a:lnTo>
                  <a:pt x="272719" y="1052791"/>
                </a:lnTo>
                <a:lnTo>
                  <a:pt x="271932" y="1053490"/>
                </a:lnTo>
                <a:lnTo>
                  <a:pt x="226413" y="1088224"/>
                </a:lnTo>
                <a:close/>
              </a:path>
              <a:path w="636904" h="1476375">
                <a:moveTo>
                  <a:pt x="45491" y="1475866"/>
                </a:moveTo>
                <a:lnTo>
                  <a:pt x="0" y="1085011"/>
                </a:lnTo>
                <a:lnTo>
                  <a:pt x="76" y="1083170"/>
                </a:lnTo>
                <a:lnTo>
                  <a:pt x="6781" y="1078039"/>
                </a:lnTo>
                <a:lnTo>
                  <a:pt x="8585" y="1078433"/>
                </a:lnTo>
                <a:lnTo>
                  <a:pt x="22411" y="1083729"/>
                </a:lnTo>
                <a:lnTo>
                  <a:pt x="12636" y="1083729"/>
                </a:lnTo>
                <a:lnTo>
                  <a:pt x="4038" y="1090295"/>
                </a:lnTo>
                <a:lnTo>
                  <a:pt x="13669" y="1093983"/>
                </a:lnTo>
                <a:lnTo>
                  <a:pt x="50604" y="1460651"/>
                </a:lnTo>
                <a:lnTo>
                  <a:pt x="42862" y="1463598"/>
                </a:lnTo>
                <a:lnTo>
                  <a:pt x="51435" y="1468894"/>
                </a:lnTo>
                <a:lnTo>
                  <a:pt x="64634" y="1468894"/>
                </a:lnTo>
                <a:lnTo>
                  <a:pt x="47383" y="1475460"/>
                </a:lnTo>
                <a:lnTo>
                  <a:pt x="45491" y="1475866"/>
                </a:lnTo>
                <a:close/>
              </a:path>
              <a:path w="636904" h="1476375">
                <a:moveTo>
                  <a:pt x="13669" y="1093983"/>
                </a:moveTo>
                <a:lnTo>
                  <a:pt x="4038" y="1090295"/>
                </a:lnTo>
                <a:lnTo>
                  <a:pt x="12636" y="1083729"/>
                </a:lnTo>
                <a:lnTo>
                  <a:pt x="13669" y="1093983"/>
                </a:lnTo>
                <a:close/>
              </a:path>
              <a:path w="636904" h="1476375">
                <a:moveTo>
                  <a:pt x="142189" y="1142885"/>
                </a:moveTo>
                <a:lnTo>
                  <a:pt x="140246" y="1142466"/>
                </a:lnTo>
                <a:lnTo>
                  <a:pt x="13669" y="1093983"/>
                </a:lnTo>
                <a:lnTo>
                  <a:pt x="12636" y="1083729"/>
                </a:lnTo>
                <a:lnTo>
                  <a:pt x="22411" y="1083729"/>
                </a:lnTo>
                <a:lnTo>
                  <a:pt x="141784" y="1129452"/>
                </a:lnTo>
                <a:lnTo>
                  <a:pt x="139065" y="1131214"/>
                </a:lnTo>
                <a:lnTo>
                  <a:pt x="162427" y="1131214"/>
                </a:lnTo>
                <a:lnTo>
                  <a:pt x="145973" y="1141869"/>
                </a:lnTo>
                <a:lnTo>
                  <a:pt x="144157" y="1142669"/>
                </a:lnTo>
                <a:lnTo>
                  <a:pt x="142189" y="1142885"/>
                </a:lnTo>
                <a:close/>
              </a:path>
              <a:path w="636904" h="1476375">
                <a:moveTo>
                  <a:pt x="205723" y="1088034"/>
                </a:moveTo>
                <a:lnTo>
                  <a:pt x="205856" y="1087932"/>
                </a:lnTo>
                <a:lnTo>
                  <a:pt x="205723" y="1088034"/>
                </a:lnTo>
                <a:close/>
              </a:path>
              <a:path w="636904" h="1476375">
                <a:moveTo>
                  <a:pt x="162427" y="1131214"/>
                </a:moveTo>
                <a:lnTo>
                  <a:pt x="139065" y="1131214"/>
                </a:lnTo>
                <a:lnTo>
                  <a:pt x="144792" y="1130604"/>
                </a:lnTo>
                <a:lnTo>
                  <a:pt x="141784" y="1129452"/>
                </a:lnTo>
                <a:lnTo>
                  <a:pt x="205723" y="1088034"/>
                </a:lnTo>
                <a:lnTo>
                  <a:pt x="205473" y="1088224"/>
                </a:lnTo>
                <a:lnTo>
                  <a:pt x="226413" y="1088224"/>
                </a:lnTo>
                <a:lnTo>
                  <a:pt x="213182" y="1098321"/>
                </a:lnTo>
                <a:lnTo>
                  <a:pt x="212788" y="1098600"/>
                </a:lnTo>
                <a:lnTo>
                  <a:pt x="162427" y="1131214"/>
                </a:lnTo>
                <a:close/>
              </a:path>
              <a:path w="636904" h="1476375">
                <a:moveTo>
                  <a:pt x="480529" y="1095616"/>
                </a:moveTo>
                <a:lnTo>
                  <a:pt x="480813" y="1095073"/>
                </a:lnTo>
                <a:lnTo>
                  <a:pt x="481203" y="1094587"/>
                </a:lnTo>
                <a:lnTo>
                  <a:pt x="480529" y="1095616"/>
                </a:lnTo>
                <a:close/>
              </a:path>
              <a:path w="636904" h="1476375">
                <a:moveTo>
                  <a:pt x="494864" y="1095616"/>
                </a:moveTo>
                <a:lnTo>
                  <a:pt x="480529" y="1095616"/>
                </a:lnTo>
                <a:lnTo>
                  <a:pt x="481203" y="1094587"/>
                </a:lnTo>
                <a:lnTo>
                  <a:pt x="495401" y="1094587"/>
                </a:lnTo>
                <a:lnTo>
                  <a:pt x="494864" y="1095616"/>
                </a:lnTo>
                <a:close/>
              </a:path>
              <a:path w="636904" h="1476375">
                <a:moveTo>
                  <a:pt x="448041" y="1156246"/>
                </a:moveTo>
                <a:lnTo>
                  <a:pt x="431761" y="1156246"/>
                </a:lnTo>
                <a:lnTo>
                  <a:pt x="480813" y="1095073"/>
                </a:lnTo>
                <a:lnTo>
                  <a:pt x="480529" y="1095616"/>
                </a:lnTo>
                <a:lnTo>
                  <a:pt x="494864" y="1095616"/>
                </a:lnTo>
                <a:lnTo>
                  <a:pt x="491794" y="1101496"/>
                </a:lnTo>
                <a:lnTo>
                  <a:pt x="491109" y="1102525"/>
                </a:lnTo>
                <a:lnTo>
                  <a:pt x="448041" y="1156246"/>
                </a:lnTo>
                <a:close/>
              </a:path>
              <a:path w="636904" h="1476375">
                <a:moveTo>
                  <a:pt x="139065" y="1131214"/>
                </a:moveTo>
                <a:lnTo>
                  <a:pt x="141784" y="1129452"/>
                </a:lnTo>
                <a:lnTo>
                  <a:pt x="144792" y="1130604"/>
                </a:lnTo>
                <a:lnTo>
                  <a:pt x="139065" y="1131214"/>
                </a:lnTo>
                <a:close/>
              </a:path>
              <a:path w="636904" h="1476375">
                <a:moveTo>
                  <a:pt x="397789" y="1214691"/>
                </a:moveTo>
                <a:lnTo>
                  <a:pt x="380961" y="1214691"/>
                </a:lnTo>
                <a:lnTo>
                  <a:pt x="381330" y="1214297"/>
                </a:lnTo>
                <a:lnTo>
                  <a:pt x="431914" y="1156055"/>
                </a:lnTo>
                <a:lnTo>
                  <a:pt x="431761" y="1156246"/>
                </a:lnTo>
                <a:lnTo>
                  <a:pt x="448041" y="1156246"/>
                </a:lnTo>
                <a:lnTo>
                  <a:pt x="441667" y="1164196"/>
                </a:lnTo>
                <a:lnTo>
                  <a:pt x="397789" y="1214691"/>
                </a:lnTo>
                <a:close/>
              </a:path>
              <a:path w="636904" h="1476375">
                <a:moveTo>
                  <a:pt x="381162" y="1214460"/>
                </a:moveTo>
                <a:lnTo>
                  <a:pt x="381304" y="1214297"/>
                </a:lnTo>
                <a:lnTo>
                  <a:pt x="381162" y="1214460"/>
                </a:lnTo>
                <a:close/>
              </a:path>
              <a:path w="636904" h="1476375">
                <a:moveTo>
                  <a:pt x="465884" y="1302580"/>
                </a:moveTo>
                <a:lnTo>
                  <a:pt x="354876" y="1252054"/>
                </a:lnTo>
                <a:lnTo>
                  <a:pt x="351155" y="1246479"/>
                </a:lnTo>
                <a:lnTo>
                  <a:pt x="351345" y="1244727"/>
                </a:lnTo>
                <a:lnTo>
                  <a:pt x="352005" y="1243101"/>
                </a:lnTo>
                <a:lnTo>
                  <a:pt x="353085" y="1241717"/>
                </a:lnTo>
                <a:lnTo>
                  <a:pt x="381162" y="1214460"/>
                </a:lnTo>
                <a:lnTo>
                  <a:pt x="380961" y="1214691"/>
                </a:lnTo>
                <a:lnTo>
                  <a:pt x="397789" y="1214691"/>
                </a:lnTo>
                <a:lnTo>
                  <a:pt x="390550" y="1223022"/>
                </a:lnTo>
                <a:lnTo>
                  <a:pt x="372569" y="1240485"/>
                </a:lnTo>
                <a:lnTo>
                  <a:pt x="360133" y="1240485"/>
                </a:lnTo>
                <a:lnTo>
                  <a:pt x="361924" y="1250823"/>
                </a:lnTo>
                <a:lnTo>
                  <a:pt x="382841" y="1250823"/>
                </a:lnTo>
                <a:lnTo>
                  <a:pt x="484637" y="1297165"/>
                </a:lnTo>
                <a:lnTo>
                  <a:pt x="480110" y="1297165"/>
                </a:lnTo>
                <a:lnTo>
                  <a:pt x="465884" y="1302580"/>
                </a:lnTo>
                <a:close/>
              </a:path>
              <a:path w="636904" h="1476375">
                <a:moveTo>
                  <a:pt x="361924" y="1250823"/>
                </a:moveTo>
                <a:lnTo>
                  <a:pt x="360133" y="1240485"/>
                </a:lnTo>
                <a:lnTo>
                  <a:pt x="368600" y="1244339"/>
                </a:lnTo>
                <a:lnTo>
                  <a:pt x="361924" y="1250823"/>
                </a:lnTo>
                <a:close/>
              </a:path>
              <a:path w="636904" h="1476375">
                <a:moveTo>
                  <a:pt x="368600" y="1244339"/>
                </a:moveTo>
                <a:lnTo>
                  <a:pt x="360133" y="1240485"/>
                </a:lnTo>
                <a:lnTo>
                  <a:pt x="372569" y="1240485"/>
                </a:lnTo>
                <a:lnTo>
                  <a:pt x="368600" y="1244339"/>
                </a:lnTo>
                <a:close/>
              </a:path>
              <a:path w="636904" h="1476375">
                <a:moveTo>
                  <a:pt x="382841" y="1250823"/>
                </a:moveTo>
                <a:lnTo>
                  <a:pt x="361924" y="1250823"/>
                </a:lnTo>
                <a:lnTo>
                  <a:pt x="368600" y="1244339"/>
                </a:lnTo>
                <a:lnTo>
                  <a:pt x="382841" y="1250823"/>
                </a:lnTo>
                <a:close/>
              </a:path>
              <a:path w="636904" h="1476375">
                <a:moveTo>
                  <a:pt x="479742" y="1308887"/>
                </a:moveTo>
                <a:lnTo>
                  <a:pt x="465884" y="1302580"/>
                </a:lnTo>
                <a:lnTo>
                  <a:pt x="480110" y="1297165"/>
                </a:lnTo>
                <a:lnTo>
                  <a:pt x="479742" y="1308887"/>
                </a:lnTo>
                <a:close/>
              </a:path>
              <a:path w="636904" h="1476375">
                <a:moveTo>
                  <a:pt x="484902" y="1308887"/>
                </a:moveTo>
                <a:lnTo>
                  <a:pt x="479742" y="1308887"/>
                </a:lnTo>
                <a:lnTo>
                  <a:pt x="480110" y="1297165"/>
                </a:lnTo>
                <a:lnTo>
                  <a:pt x="484637" y="1297165"/>
                </a:lnTo>
                <a:lnTo>
                  <a:pt x="485000" y="1297330"/>
                </a:lnTo>
                <a:lnTo>
                  <a:pt x="486562" y="1298333"/>
                </a:lnTo>
                <a:lnTo>
                  <a:pt x="487768" y="1299756"/>
                </a:lnTo>
                <a:lnTo>
                  <a:pt x="488505" y="1301457"/>
                </a:lnTo>
                <a:lnTo>
                  <a:pt x="488721" y="1303312"/>
                </a:lnTo>
                <a:lnTo>
                  <a:pt x="488391" y="1305140"/>
                </a:lnTo>
                <a:lnTo>
                  <a:pt x="487540" y="1306791"/>
                </a:lnTo>
                <a:lnTo>
                  <a:pt x="486257" y="1308125"/>
                </a:lnTo>
                <a:lnTo>
                  <a:pt x="484902" y="1308887"/>
                </a:lnTo>
                <a:close/>
              </a:path>
              <a:path w="636904" h="1476375">
                <a:moveTo>
                  <a:pt x="64634" y="1468894"/>
                </a:moveTo>
                <a:lnTo>
                  <a:pt x="51435" y="1468894"/>
                </a:lnTo>
                <a:lnTo>
                  <a:pt x="50604" y="1460651"/>
                </a:lnTo>
                <a:lnTo>
                  <a:pt x="465884" y="1302580"/>
                </a:lnTo>
                <a:lnTo>
                  <a:pt x="479742" y="1308887"/>
                </a:lnTo>
                <a:lnTo>
                  <a:pt x="484902" y="1308887"/>
                </a:lnTo>
                <a:lnTo>
                  <a:pt x="484632" y="1309039"/>
                </a:lnTo>
                <a:lnTo>
                  <a:pt x="64634" y="1468894"/>
                </a:lnTo>
                <a:close/>
              </a:path>
              <a:path w="636904" h="1476375">
                <a:moveTo>
                  <a:pt x="51435" y="1468894"/>
                </a:moveTo>
                <a:lnTo>
                  <a:pt x="42862" y="1463598"/>
                </a:lnTo>
                <a:lnTo>
                  <a:pt x="50604" y="1460651"/>
                </a:lnTo>
                <a:lnTo>
                  <a:pt x="51435" y="1468894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61034" y="975360"/>
            <a:ext cx="7688580" cy="534860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58723" y="5978652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8" y="356615"/>
                </a:moveTo>
                <a:lnTo>
                  <a:pt x="59436" y="356615"/>
                </a:lnTo>
                <a:lnTo>
                  <a:pt x="36356" y="352188"/>
                </a:lnTo>
                <a:lnTo>
                  <a:pt x="17473" y="339523"/>
                </a:lnTo>
                <a:lnTo>
                  <a:pt x="4713" y="320545"/>
                </a:lnTo>
                <a:lnTo>
                  <a:pt x="0" y="297180"/>
                </a:lnTo>
                <a:lnTo>
                  <a:pt x="0" y="59436"/>
                </a:lnTo>
                <a:lnTo>
                  <a:pt x="4713" y="36249"/>
                </a:lnTo>
                <a:lnTo>
                  <a:pt x="17473" y="17330"/>
                </a:lnTo>
                <a:lnTo>
                  <a:pt x="36356" y="4605"/>
                </a:lnTo>
                <a:lnTo>
                  <a:pt x="59436" y="0"/>
                </a:lnTo>
                <a:lnTo>
                  <a:pt x="384048" y="0"/>
                </a:lnTo>
                <a:lnTo>
                  <a:pt x="406877" y="4605"/>
                </a:lnTo>
                <a:lnTo>
                  <a:pt x="425677" y="17330"/>
                </a:lnTo>
                <a:lnTo>
                  <a:pt x="438520" y="36249"/>
                </a:lnTo>
                <a:lnTo>
                  <a:pt x="443484" y="59436"/>
                </a:lnTo>
                <a:lnTo>
                  <a:pt x="443484" y="297180"/>
                </a:lnTo>
                <a:lnTo>
                  <a:pt x="438520" y="320545"/>
                </a:lnTo>
                <a:lnTo>
                  <a:pt x="425677" y="339523"/>
                </a:lnTo>
                <a:lnTo>
                  <a:pt x="406877" y="352188"/>
                </a:lnTo>
                <a:lnTo>
                  <a:pt x="384048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54101" y="5973762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81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75" y="7620"/>
                </a:lnTo>
                <a:lnTo>
                  <a:pt x="418922" y="7620"/>
                </a:lnTo>
                <a:lnTo>
                  <a:pt x="421373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73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1" y="17779"/>
                </a:moveTo>
                <a:lnTo>
                  <a:pt x="18923" y="17779"/>
                </a:lnTo>
                <a:lnTo>
                  <a:pt x="23152" y="13970"/>
                </a:lnTo>
                <a:lnTo>
                  <a:pt x="23495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1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50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54" y="25400"/>
                </a:lnTo>
                <a:lnTo>
                  <a:pt x="21805" y="29210"/>
                </a:lnTo>
                <a:lnTo>
                  <a:pt x="22098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3" y="332739"/>
                </a:moveTo>
                <a:lnTo>
                  <a:pt x="7581" y="332739"/>
                </a:lnTo>
                <a:lnTo>
                  <a:pt x="5079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79" y="38100"/>
                </a:lnTo>
                <a:lnTo>
                  <a:pt x="7581" y="33020"/>
                </a:lnTo>
                <a:lnTo>
                  <a:pt x="18923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2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842" y="5715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50" y="318770"/>
                </a:lnTo>
                <a:lnTo>
                  <a:pt x="12237" y="318770"/>
                </a:lnTo>
                <a:lnTo>
                  <a:pt x="13842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3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8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89" y="36829"/>
                </a:lnTo>
                <a:lnTo>
                  <a:pt x="447217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54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2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54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50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54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2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54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17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3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8" y="336550"/>
                </a:lnTo>
                <a:lnTo>
                  <a:pt x="21805" y="336550"/>
                </a:lnTo>
                <a:lnTo>
                  <a:pt x="25654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1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5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22" y="358139"/>
                </a:moveTo>
                <a:lnTo>
                  <a:pt x="33375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73" y="356870"/>
                </a:lnTo>
                <a:lnTo>
                  <a:pt x="418922" y="358139"/>
                </a:lnTo>
                <a:close/>
              </a:path>
              <a:path w="452755" h="365760">
                <a:moveTo>
                  <a:pt x="421373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73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81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15112" y="6243828"/>
            <a:ext cx="330835" cy="9525"/>
          </a:xfrm>
          <a:custGeom>
            <a:avLst/>
            <a:gdLst/>
            <a:ahLst/>
            <a:cxnLst/>
            <a:rect l="l" t="t" r="r" b="b"/>
            <a:pathLst>
              <a:path w="330834" h="9525">
                <a:moveTo>
                  <a:pt x="0" y="9144"/>
                </a:moveTo>
                <a:lnTo>
                  <a:pt x="330707" y="9144"/>
                </a:lnTo>
                <a:lnTo>
                  <a:pt x="330707" y="0"/>
                </a:lnTo>
                <a:lnTo>
                  <a:pt x="0" y="0"/>
                </a:lnTo>
                <a:lnTo>
                  <a:pt x="0" y="9144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09587" y="6056312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02297" y="6047422"/>
            <a:ext cx="143205" cy="13825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91489" y="6096634"/>
            <a:ext cx="207962" cy="14477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57072" y="5978652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7" y="356615"/>
                </a:moveTo>
                <a:lnTo>
                  <a:pt x="59436" y="356615"/>
                </a:lnTo>
                <a:lnTo>
                  <a:pt x="36427" y="352188"/>
                </a:lnTo>
                <a:lnTo>
                  <a:pt x="17568" y="339523"/>
                </a:lnTo>
                <a:lnTo>
                  <a:pt x="4784" y="320545"/>
                </a:lnTo>
                <a:lnTo>
                  <a:pt x="0" y="297180"/>
                </a:lnTo>
                <a:lnTo>
                  <a:pt x="0" y="59436"/>
                </a:lnTo>
                <a:lnTo>
                  <a:pt x="4784" y="36249"/>
                </a:lnTo>
                <a:lnTo>
                  <a:pt x="17568" y="17330"/>
                </a:lnTo>
                <a:lnTo>
                  <a:pt x="36427" y="4605"/>
                </a:lnTo>
                <a:lnTo>
                  <a:pt x="59436" y="0"/>
                </a:lnTo>
                <a:lnTo>
                  <a:pt x="384047" y="0"/>
                </a:lnTo>
                <a:lnTo>
                  <a:pt x="406949" y="4605"/>
                </a:lnTo>
                <a:lnTo>
                  <a:pt x="425772" y="17330"/>
                </a:lnTo>
                <a:lnTo>
                  <a:pt x="438592" y="36249"/>
                </a:lnTo>
                <a:lnTo>
                  <a:pt x="443484" y="59436"/>
                </a:lnTo>
                <a:lnTo>
                  <a:pt x="443484" y="297180"/>
                </a:lnTo>
                <a:lnTo>
                  <a:pt x="438592" y="320545"/>
                </a:lnTo>
                <a:lnTo>
                  <a:pt x="425772" y="339523"/>
                </a:lnTo>
                <a:lnTo>
                  <a:pt x="406949" y="352188"/>
                </a:lnTo>
                <a:lnTo>
                  <a:pt x="384047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52576" y="5973762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75" y="7620"/>
                </a:lnTo>
                <a:lnTo>
                  <a:pt x="418922" y="7620"/>
                </a:lnTo>
                <a:lnTo>
                  <a:pt x="421373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73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0" y="17779"/>
                </a:moveTo>
                <a:lnTo>
                  <a:pt x="18922" y="17779"/>
                </a:lnTo>
                <a:lnTo>
                  <a:pt x="23152" y="13970"/>
                </a:lnTo>
                <a:lnTo>
                  <a:pt x="23494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0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50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53" y="25400"/>
                </a:lnTo>
                <a:lnTo>
                  <a:pt x="21805" y="29210"/>
                </a:lnTo>
                <a:lnTo>
                  <a:pt x="22097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2" y="332739"/>
                </a:moveTo>
                <a:lnTo>
                  <a:pt x="7581" y="332739"/>
                </a:lnTo>
                <a:lnTo>
                  <a:pt x="5080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80" y="38100"/>
                </a:lnTo>
                <a:lnTo>
                  <a:pt x="7581" y="33020"/>
                </a:lnTo>
                <a:lnTo>
                  <a:pt x="18922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3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715" y="5842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50" y="318770"/>
                </a:lnTo>
                <a:lnTo>
                  <a:pt x="12237" y="318770"/>
                </a:lnTo>
                <a:lnTo>
                  <a:pt x="13843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2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8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89" y="36829"/>
                </a:lnTo>
                <a:lnTo>
                  <a:pt x="447217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54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3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54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50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54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3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54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17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2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7" y="336550"/>
                </a:lnTo>
                <a:lnTo>
                  <a:pt x="21805" y="336550"/>
                </a:lnTo>
                <a:lnTo>
                  <a:pt x="25653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0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4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22" y="358139"/>
                </a:moveTo>
                <a:lnTo>
                  <a:pt x="33375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73" y="356870"/>
                </a:lnTo>
                <a:lnTo>
                  <a:pt x="418922" y="358139"/>
                </a:lnTo>
                <a:close/>
              </a:path>
              <a:path w="452755" h="365760">
                <a:moveTo>
                  <a:pt x="421373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73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013460" y="6243828"/>
            <a:ext cx="330835" cy="9525"/>
          </a:xfrm>
          <a:custGeom>
            <a:avLst/>
            <a:gdLst/>
            <a:ahLst/>
            <a:cxnLst/>
            <a:rect l="l" t="t" r="r" b="b"/>
            <a:pathLst>
              <a:path w="330834" h="9525">
                <a:moveTo>
                  <a:pt x="0" y="9144"/>
                </a:moveTo>
                <a:lnTo>
                  <a:pt x="330708" y="9144"/>
                </a:lnTo>
                <a:lnTo>
                  <a:pt x="330708" y="0"/>
                </a:lnTo>
                <a:lnTo>
                  <a:pt x="0" y="0"/>
                </a:lnTo>
                <a:lnTo>
                  <a:pt x="0" y="9144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008062" y="6056312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048397" y="6096634"/>
            <a:ext cx="143205" cy="13827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081747" y="6096634"/>
            <a:ext cx="216179" cy="14477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00100" y="6060947"/>
            <a:ext cx="257810" cy="210820"/>
          </a:xfrm>
          <a:custGeom>
            <a:avLst/>
            <a:gdLst/>
            <a:ahLst/>
            <a:cxnLst/>
            <a:rect l="l" t="t" r="r" b="b"/>
            <a:pathLst>
              <a:path w="257809" h="210820">
                <a:moveTo>
                  <a:pt x="67056" y="210312"/>
                </a:moveTo>
                <a:lnTo>
                  <a:pt x="67056" y="161543"/>
                </a:lnTo>
                <a:lnTo>
                  <a:pt x="0" y="161543"/>
                </a:lnTo>
                <a:lnTo>
                  <a:pt x="0" y="47243"/>
                </a:lnTo>
                <a:lnTo>
                  <a:pt x="67056" y="47243"/>
                </a:lnTo>
                <a:lnTo>
                  <a:pt x="67056" y="0"/>
                </a:lnTo>
                <a:lnTo>
                  <a:pt x="257556" y="105155"/>
                </a:lnTo>
                <a:lnTo>
                  <a:pt x="67056" y="210312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95337" y="6053023"/>
            <a:ext cx="272415" cy="226060"/>
          </a:xfrm>
          <a:custGeom>
            <a:avLst/>
            <a:gdLst/>
            <a:ahLst/>
            <a:cxnLst/>
            <a:rect l="l" t="t" r="r" b="b"/>
            <a:pathLst>
              <a:path w="272415" h="226060">
                <a:moveTo>
                  <a:pt x="66675" y="55676"/>
                </a:moveTo>
                <a:lnTo>
                  <a:pt x="66675" y="0"/>
                </a:lnTo>
                <a:lnTo>
                  <a:pt x="81314" y="8051"/>
                </a:lnTo>
                <a:lnTo>
                  <a:pt x="76200" y="8051"/>
                </a:lnTo>
                <a:lnTo>
                  <a:pt x="69138" y="12230"/>
                </a:lnTo>
                <a:lnTo>
                  <a:pt x="76200" y="16113"/>
                </a:lnTo>
                <a:lnTo>
                  <a:pt x="76200" y="50914"/>
                </a:lnTo>
                <a:lnTo>
                  <a:pt x="71437" y="50914"/>
                </a:lnTo>
                <a:lnTo>
                  <a:pt x="66675" y="55676"/>
                </a:lnTo>
                <a:close/>
              </a:path>
              <a:path w="272415" h="226060">
                <a:moveTo>
                  <a:pt x="76200" y="16113"/>
                </a:moveTo>
                <a:lnTo>
                  <a:pt x="69138" y="12230"/>
                </a:lnTo>
                <a:lnTo>
                  <a:pt x="76200" y="8051"/>
                </a:lnTo>
                <a:lnTo>
                  <a:pt x="76200" y="16113"/>
                </a:lnTo>
                <a:close/>
              </a:path>
              <a:path w="272415" h="226060">
                <a:moveTo>
                  <a:pt x="252041" y="112826"/>
                </a:moveTo>
                <a:lnTo>
                  <a:pt x="76200" y="16113"/>
                </a:lnTo>
                <a:lnTo>
                  <a:pt x="76200" y="8051"/>
                </a:lnTo>
                <a:lnTo>
                  <a:pt x="81314" y="8051"/>
                </a:lnTo>
                <a:lnTo>
                  <a:pt x="264221" y="108648"/>
                </a:lnTo>
                <a:lnTo>
                  <a:pt x="259638" y="108648"/>
                </a:lnTo>
                <a:lnTo>
                  <a:pt x="252041" y="112826"/>
                </a:lnTo>
                <a:close/>
              </a:path>
              <a:path w="272415" h="226060">
                <a:moveTo>
                  <a:pt x="66675" y="174739"/>
                </a:moveTo>
                <a:lnTo>
                  <a:pt x="0" y="174739"/>
                </a:lnTo>
                <a:lnTo>
                  <a:pt x="0" y="50914"/>
                </a:lnTo>
                <a:lnTo>
                  <a:pt x="66675" y="50914"/>
                </a:lnTo>
                <a:lnTo>
                  <a:pt x="66675" y="55676"/>
                </a:lnTo>
                <a:lnTo>
                  <a:pt x="9525" y="55676"/>
                </a:lnTo>
                <a:lnTo>
                  <a:pt x="4762" y="60439"/>
                </a:lnTo>
                <a:lnTo>
                  <a:pt x="9525" y="60439"/>
                </a:lnTo>
                <a:lnTo>
                  <a:pt x="9525" y="165214"/>
                </a:lnTo>
                <a:lnTo>
                  <a:pt x="4762" y="165214"/>
                </a:lnTo>
                <a:lnTo>
                  <a:pt x="9525" y="169976"/>
                </a:lnTo>
                <a:lnTo>
                  <a:pt x="66675" y="169976"/>
                </a:lnTo>
                <a:lnTo>
                  <a:pt x="66675" y="174739"/>
                </a:lnTo>
                <a:close/>
              </a:path>
              <a:path w="272415" h="226060">
                <a:moveTo>
                  <a:pt x="76200" y="60439"/>
                </a:moveTo>
                <a:lnTo>
                  <a:pt x="9525" y="60439"/>
                </a:lnTo>
                <a:lnTo>
                  <a:pt x="9525" y="55676"/>
                </a:lnTo>
                <a:lnTo>
                  <a:pt x="66675" y="55676"/>
                </a:lnTo>
                <a:lnTo>
                  <a:pt x="71437" y="50914"/>
                </a:lnTo>
                <a:lnTo>
                  <a:pt x="76200" y="50914"/>
                </a:lnTo>
                <a:lnTo>
                  <a:pt x="76200" y="60439"/>
                </a:lnTo>
                <a:close/>
              </a:path>
              <a:path w="272415" h="226060">
                <a:moveTo>
                  <a:pt x="9525" y="60439"/>
                </a:moveTo>
                <a:lnTo>
                  <a:pt x="4762" y="60439"/>
                </a:lnTo>
                <a:lnTo>
                  <a:pt x="9525" y="55676"/>
                </a:lnTo>
                <a:lnTo>
                  <a:pt x="9525" y="60439"/>
                </a:lnTo>
                <a:close/>
              </a:path>
              <a:path w="272415" h="226060">
                <a:moveTo>
                  <a:pt x="259638" y="117005"/>
                </a:moveTo>
                <a:lnTo>
                  <a:pt x="252041" y="112826"/>
                </a:lnTo>
                <a:lnTo>
                  <a:pt x="259638" y="108648"/>
                </a:lnTo>
                <a:lnTo>
                  <a:pt x="259638" y="117005"/>
                </a:lnTo>
                <a:close/>
              </a:path>
              <a:path w="272415" h="226060">
                <a:moveTo>
                  <a:pt x="264221" y="117005"/>
                </a:moveTo>
                <a:lnTo>
                  <a:pt x="259638" y="117005"/>
                </a:lnTo>
                <a:lnTo>
                  <a:pt x="259638" y="108648"/>
                </a:lnTo>
                <a:lnTo>
                  <a:pt x="264221" y="108648"/>
                </a:lnTo>
                <a:lnTo>
                  <a:pt x="271818" y="112826"/>
                </a:lnTo>
                <a:lnTo>
                  <a:pt x="264221" y="117005"/>
                </a:lnTo>
                <a:close/>
              </a:path>
              <a:path w="272415" h="226060">
                <a:moveTo>
                  <a:pt x="81314" y="217601"/>
                </a:moveTo>
                <a:lnTo>
                  <a:pt x="76200" y="217601"/>
                </a:lnTo>
                <a:lnTo>
                  <a:pt x="76200" y="209539"/>
                </a:lnTo>
                <a:lnTo>
                  <a:pt x="252041" y="112826"/>
                </a:lnTo>
                <a:lnTo>
                  <a:pt x="259638" y="117005"/>
                </a:lnTo>
                <a:lnTo>
                  <a:pt x="264221" y="117005"/>
                </a:lnTo>
                <a:lnTo>
                  <a:pt x="81314" y="217601"/>
                </a:lnTo>
                <a:close/>
              </a:path>
              <a:path w="272415" h="226060">
                <a:moveTo>
                  <a:pt x="9525" y="169976"/>
                </a:moveTo>
                <a:lnTo>
                  <a:pt x="4762" y="165214"/>
                </a:lnTo>
                <a:lnTo>
                  <a:pt x="9525" y="165214"/>
                </a:lnTo>
                <a:lnTo>
                  <a:pt x="9525" y="169976"/>
                </a:lnTo>
                <a:close/>
              </a:path>
              <a:path w="272415" h="226060">
                <a:moveTo>
                  <a:pt x="76200" y="174739"/>
                </a:moveTo>
                <a:lnTo>
                  <a:pt x="71437" y="174739"/>
                </a:lnTo>
                <a:lnTo>
                  <a:pt x="66675" y="169976"/>
                </a:lnTo>
                <a:lnTo>
                  <a:pt x="9525" y="169976"/>
                </a:lnTo>
                <a:lnTo>
                  <a:pt x="9525" y="165214"/>
                </a:lnTo>
                <a:lnTo>
                  <a:pt x="76200" y="165214"/>
                </a:lnTo>
                <a:lnTo>
                  <a:pt x="76200" y="174739"/>
                </a:lnTo>
                <a:close/>
              </a:path>
              <a:path w="272415" h="226060">
                <a:moveTo>
                  <a:pt x="66675" y="225653"/>
                </a:moveTo>
                <a:lnTo>
                  <a:pt x="66675" y="169976"/>
                </a:lnTo>
                <a:lnTo>
                  <a:pt x="71437" y="174739"/>
                </a:lnTo>
                <a:lnTo>
                  <a:pt x="76200" y="174739"/>
                </a:lnTo>
                <a:lnTo>
                  <a:pt x="76200" y="209539"/>
                </a:lnTo>
                <a:lnTo>
                  <a:pt x="69138" y="213423"/>
                </a:lnTo>
                <a:lnTo>
                  <a:pt x="76200" y="217601"/>
                </a:lnTo>
                <a:lnTo>
                  <a:pt x="81314" y="217601"/>
                </a:lnTo>
                <a:lnTo>
                  <a:pt x="66675" y="225653"/>
                </a:lnTo>
                <a:close/>
              </a:path>
              <a:path w="272415" h="226060">
                <a:moveTo>
                  <a:pt x="76200" y="217601"/>
                </a:moveTo>
                <a:lnTo>
                  <a:pt x="69138" y="213423"/>
                </a:lnTo>
                <a:lnTo>
                  <a:pt x="76200" y="209539"/>
                </a:lnTo>
                <a:lnTo>
                  <a:pt x="76200" y="2176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43584" y="3796347"/>
            <a:ext cx="3640454" cy="408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57592" y="3864635"/>
            <a:ext cx="1467954" cy="22398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58825" y="4421187"/>
            <a:ext cx="668655" cy="1381125"/>
          </a:xfrm>
          <a:custGeom>
            <a:avLst/>
            <a:gdLst/>
            <a:ahLst/>
            <a:cxnLst/>
            <a:rect l="l" t="t" r="r" b="b"/>
            <a:pathLst>
              <a:path w="668655" h="1381125">
                <a:moveTo>
                  <a:pt x="668337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668337" y="0"/>
                </a:lnTo>
                <a:lnTo>
                  <a:pt x="6683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668337" y="1376362"/>
                </a:lnTo>
                <a:lnTo>
                  <a:pt x="668337" y="1381125"/>
                </a:lnTo>
                <a:close/>
              </a:path>
              <a:path w="66865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68655" h="1381125">
                <a:moveTo>
                  <a:pt x="6588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58812" y="4762"/>
                </a:lnTo>
                <a:lnTo>
                  <a:pt x="658812" y="9525"/>
                </a:lnTo>
                <a:close/>
              </a:path>
              <a:path w="668655" h="1381125">
                <a:moveTo>
                  <a:pt x="658812" y="1376362"/>
                </a:moveTo>
                <a:lnTo>
                  <a:pt x="658812" y="4762"/>
                </a:lnTo>
                <a:lnTo>
                  <a:pt x="663575" y="9525"/>
                </a:lnTo>
                <a:lnTo>
                  <a:pt x="668337" y="9525"/>
                </a:lnTo>
                <a:lnTo>
                  <a:pt x="668337" y="1371600"/>
                </a:lnTo>
                <a:lnTo>
                  <a:pt x="663575" y="1371600"/>
                </a:lnTo>
                <a:lnTo>
                  <a:pt x="658812" y="1376362"/>
                </a:lnTo>
                <a:close/>
              </a:path>
              <a:path w="668655" h="1381125">
                <a:moveTo>
                  <a:pt x="668337" y="9525"/>
                </a:moveTo>
                <a:lnTo>
                  <a:pt x="663575" y="9525"/>
                </a:lnTo>
                <a:lnTo>
                  <a:pt x="658812" y="4762"/>
                </a:lnTo>
                <a:lnTo>
                  <a:pt x="668337" y="4762"/>
                </a:lnTo>
                <a:lnTo>
                  <a:pt x="668337" y="9525"/>
                </a:lnTo>
                <a:close/>
              </a:path>
              <a:path w="66865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668655" h="1381125">
                <a:moveTo>
                  <a:pt x="658812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658812" y="1371600"/>
                </a:lnTo>
                <a:lnTo>
                  <a:pt x="658812" y="1376362"/>
                </a:lnTo>
                <a:close/>
              </a:path>
              <a:path w="668655" h="1381125">
                <a:moveTo>
                  <a:pt x="668337" y="1376362"/>
                </a:moveTo>
                <a:lnTo>
                  <a:pt x="658812" y="1376362"/>
                </a:lnTo>
                <a:lnTo>
                  <a:pt x="663575" y="1371600"/>
                </a:lnTo>
                <a:lnTo>
                  <a:pt x="668337" y="1371600"/>
                </a:lnTo>
                <a:lnTo>
                  <a:pt x="668337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43584" y="4101147"/>
            <a:ext cx="762317" cy="4083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43584" y="4405947"/>
            <a:ext cx="762317" cy="14751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384935" y="4101147"/>
            <a:ext cx="893762" cy="4083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384935" y="4405947"/>
            <a:ext cx="879792" cy="14751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170747" y="4101147"/>
            <a:ext cx="828992" cy="4083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170747" y="4405947"/>
            <a:ext cx="816292" cy="14751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893060" y="4101147"/>
            <a:ext cx="789304" cy="4083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893060" y="4405947"/>
            <a:ext cx="789304" cy="14751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781367" y="4396739"/>
            <a:ext cx="2701290" cy="7251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95"/>
              </a:spcBef>
              <a:tabLst>
                <a:tab pos="906780" algn="l"/>
                <a:tab pos="1530985" algn="l"/>
                <a:tab pos="2421890" algn="l"/>
              </a:tabLst>
            </a:pPr>
            <a:r>
              <a:rPr sz="1800" spc="-5" dirty="0">
                <a:latin typeface="Arial Narrow"/>
                <a:cs typeface="Arial Narrow"/>
              </a:rPr>
              <a:t>10522	10	31.00	</a:t>
            </a:r>
            <a:r>
              <a:rPr sz="1800" dirty="0">
                <a:latin typeface="Arial Narrow"/>
                <a:cs typeface="Arial Narrow"/>
              </a:rPr>
              <a:t>7</a:t>
            </a:r>
            <a:endParaRPr sz="1800">
              <a:latin typeface="Arial Narrow"/>
              <a:cs typeface="Arial Narrow"/>
            </a:endParaRPr>
          </a:p>
          <a:p>
            <a:pPr marL="50800">
              <a:lnSpc>
                <a:spcPct val="100000"/>
              </a:lnSpc>
              <a:spcBef>
                <a:spcPts val="595"/>
              </a:spcBef>
            </a:pPr>
            <a:r>
              <a:rPr sz="2700" spc="-547" baseline="12345" dirty="0">
                <a:latin typeface="Arial Narrow"/>
                <a:cs typeface="Arial Narrow"/>
              </a:rPr>
              <a:t>1</a:t>
            </a:r>
            <a:r>
              <a:rPr sz="1800" b="1" spc="-365" dirty="0">
                <a:latin typeface="Arial"/>
                <a:cs typeface="Arial"/>
              </a:rPr>
              <a:t>In</a:t>
            </a:r>
            <a:r>
              <a:rPr sz="2700" spc="-547" baseline="12345" dirty="0">
                <a:latin typeface="Arial Narrow"/>
                <a:cs typeface="Arial Narrow"/>
              </a:rPr>
              <a:t>05</a:t>
            </a:r>
            <a:r>
              <a:rPr sz="1800" b="1" spc="-365" dirty="0">
                <a:latin typeface="Arial"/>
                <a:cs typeface="Arial"/>
              </a:rPr>
              <a:t>s</a:t>
            </a:r>
            <a:r>
              <a:rPr sz="2700" spc="-547" baseline="12345" dirty="0">
                <a:latin typeface="Arial Narrow"/>
                <a:cs typeface="Arial Narrow"/>
              </a:rPr>
              <a:t>2</a:t>
            </a:r>
            <a:r>
              <a:rPr sz="1800" b="1" spc="-365" dirty="0">
                <a:latin typeface="Arial"/>
                <a:cs typeface="Arial"/>
              </a:rPr>
              <a:t>e</a:t>
            </a:r>
            <a:r>
              <a:rPr sz="2700" spc="-547" baseline="12345" dirty="0">
                <a:latin typeface="Arial Narrow"/>
                <a:cs typeface="Arial Narrow"/>
              </a:rPr>
              <a:t>3</a:t>
            </a:r>
            <a:r>
              <a:rPr sz="1800" b="1" spc="-365" dirty="0">
                <a:latin typeface="Arial"/>
                <a:cs typeface="Arial"/>
              </a:rPr>
              <a:t>rt</a:t>
            </a:r>
            <a:r>
              <a:rPr sz="1800" b="1" spc="-270" dirty="0">
                <a:latin typeface="Arial"/>
                <a:cs typeface="Arial"/>
              </a:rPr>
              <a:t> </a:t>
            </a:r>
            <a:r>
              <a:rPr sz="1800" b="1" spc="-225" dirty="0">
                <a:latin typeface="Arial"/>
                <a:cs typeface="Arial"/>
              </a:rPr>
              <a:t>st</a:t>
            </a:r>
            <a:r>
              <a:rPr sz="2700" spc="-337" baseline="12345" dirty="0">
                <a:latin typeface="Arial Narrow"/>
                <a:cs typeface="Arial Narrow"/>
              </a:rPr>
              <a:t>4</a:t>
            </a:r>
            <a:r>
              <a:rPr sz="1800" b="1" spc="-225" dirty="0">
                <a:latin typeface="Arial"/>
                <a:cs typeface="Arial"/>
              </a:rPr>
              <a:t>a</a:t>
            </a:r>
            <a:r>
              <a:rPr sz="2700" spc="-337" baseline="12345" dirty="0">
                <a:latin typeface="Arial Narrow"/>
                <a:cs typeface="Arial Narrow"/>
              </a:rPr>
              <a:t>1</a:t>
            </a:r>
            <a:r>
              <a:rPr sz="1800" b="1" spc="-225" dirty="0">
                <a:latin typeface="Arial"/>
                <a:cs typeface="Arial"/>
              </a:rPr>
              <a:t>teme</a:t>
            </a:r>
            <a:r>
              <a:rPr sz="2700" spc="-337" baseline="12345" dirty="0">
                <a:latin typeface="Arial Narrow"/>
                <a:cs typeface="Arial Narrow"/>
              </a:rPr>
              <a:t>9</a:t>
            </a:r>
            <a:r>
              <a:rPr sz="1800" b="1" spc="-225" dirty="0">
                <a:latin typeface="Arial"/>
                <a:cs typeface="Arial"/>
              </a:rPr>
              <a:t>n</a:t>
            </a:r>
            <a:r>
              <a:rPr sz="2700" spc="-337" baseline="12345" dirty="0">
                <a:latin typeface="Arial Narrow"/>
                <a:cs typeface="Arial Narrow"/>
              </a:rPr>
              <a:t>.6</a:t>
            </a:r>
            <a:r>
              <a:rPr sz="1800" b="1" spc="-225" dirty="0">
                <a:latin typeface="Arial"/>
                <a:cs typeface="Arial"/>
              </a:rPr>
              <a:t>t</a:t>
            </a:r>
            <a:r>
              <a:rPr sz="2700" spc="-337" baseline="12345" dirty="0">
                <a:latin typeface="Arial Narrow"/>
                <a:cs typeface="Arial Narrow"/>
              </a:rPr>
              <a:t>5</a:t>
            </a:r>
            <a:r>
              <a:rPr sz="1800" b="1" spc="-225" dirty="0">
                <a:latin typeface="Arial"/>
                <a:cs typeface="Arial"/>
              </a:rPr>
              <a:t>logge</a:t>
            </a:r>
            <a:r>
              <a:rPr sz="2700" spc="-337" baseline="12345" dirty="0">
                <a:latin typeface="Arial Narrow"/>
                <a:cs typeface="Arial Narrow"/>
              </a:rPr>
              <a:t>9</a:t>
            </a:r>
            <a:r>
              <a:rPr sz="1800" b="1" spc="-225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578859" y="4101147"/>
            <a:ext cx="810577" cy="4083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783907" y="3917950"/>
            <a:ext cx="3502660" cy="481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1860">
              <a:lnSpc>
                <a:spcPts val="1920"/>
              </a:lnSpc>
              <a:spcBef>
                <a:spcPts val="100"/>
              </a:spcBef>
              <a:tabLst>
                <a:tab pos="3088640" algn="l"/>
              </a:tabLst>
            </a:pPr>
            <a:r>
              <a:rPr sz="1800" spc="-5" dirty="0">
                <a:latin typeface="Arial Narrow"/>
                <a:cs typeface="Arial Narrow"/>
              </a:rPr>
              <a:t>10523	</a:t>
            </a:r>
            <a:r>
              <a:rPr sz="1800" dirty="0">
                <a:latin typeface="Arial Narrow"/>
                <a:cs typeface="Arial Narrow"/>
              </a:rPr>
              <a:t>2</a:t>
            </a:r>
            <a:endParaRPr sz="1800">
              <a:latin typeface="Arial Narrow"/>
              <a:cs typeface="Arial Narrow"/>
            </a:endParaRPr>
          </a:p>
          <a:p>
            <a:pPr marL="12700">
              <a:lnSpc>
                <a:spcPts val="1675"/>
              </a:lnSpc>
            </a:pPr>
            <a:r>
              <a:rPr sz="1600" i="1" spc="-5" dirty="0">
                <a:latin typeface="Arial Narrow"/>
                <a:cs typeface="Arial Narrow"/>
              </a:rPr>
              <a:t>OrderID ProductID UnitPrice Quantity</a:t>
            </a:r>
            <a:r>
              <a:rPr sz="1600" i="1" spc="130" dirty="0">
                <a:latin typeface="Arial Narrow"/>
                <a:cs typeface="Arial Narrow"/>
              </a:rPr>
              <a:t> </a:t>
            </a:r>
            <a:r>
              <a:rPr sz="1600" i="1" spc="-5" dirty="0">
                <a:latin typeface="Arial Narrow"/>
                <a:cs typeface="Arial Narrow"/>
              </a:rPr>
              <a:t>Discount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3578859" y="4405947"/>
            <a:ext cx="806767" cy="14751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3755072" y="4445000"/>
            <a:ext cx="390525" cy="6286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 Narrow"/>
                <a:cs typeface="Arial Narrow"/>
              </a:rPr>
              <a:t>0.2</a:t>
            </a:r>
            <a:endParaRPr sz="18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spc="-5" dirty="0">
                <a:latin typeface="Arial Narrow"/>
                <a:cs typeface="Arial Narrow"/>
              </a:rPr>
              <a:t>0.1</a:t>
            </a:r>
            <a:r>
              <a:rPr sz="1800" dirty="0">
                <a:latin typeface="Arial Narrow"/>
                <a:cs typeface="Arial Narrow"/>
              </a:rPr>
              <a:t>5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74191" y="5416296"/>
            <a:ext cx="640080" cy="228600"/>
          </a:xfrm>
          <a:custGeom>
            <a:avLst/>
            <a:gdLst/>
            <a:ahLst/>
            <a:cxnLst/>
            <a:rect l="l" t="t" r="r" b="b"/>
            <a:pathLst>
              <a:path w="640080" h="228600">
                <a:moveTo>
                  <a:pt x="0" y="0"/>
                </a:moveTo>
                <a:lnTo>
                  <a:pt x="640080" y="0"/>
                </a:lnTo>
                <a:lnTo>
                  <a:pt x="64008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4" name="object 74"/>
          <p:cNvGraphicFramePr>
            <a:graphicFrameLocks noGrp="1"/>
          </p:cNvGraphicFramePr>
          <p:nvPr/>
        </p:nvGraphicFramePr>
        <p:xfrm>
          <a:off x="800417" y="5102988"/>
          <a:ext cx="3505199" cy="5677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4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6545">
                <a:tc>
                  <a:txBody>
                    <a:bodyPr/>
                    <a:lstStyle/>
                    <a:p>
                      <a:pPr marL="31750">
                        <a:lnSpc>
                          <a:spcPts val="204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10524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6060" algn="r">
                        <a:lnSpc>
                          <a:spcPts val="2045"/>
                        </a:lnSpc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7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ts val="204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30.0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204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24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ts val="204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0.0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199">
                <a:tc>
                  <a:txBody>
                    <a:bodyPr/>
                    <a:lstStyle/>
                    <a:p>
                      <a:pPr marL="33020">
                        <a:lnSpc>
                          <a:spcPts val="203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10523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R="226060" algn="r">
                        <a:lnSpc>
                          <a:spcPts val="2035"/>
                        </a:lnSpc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2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ts val="203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19.0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ts val="2035"/>
                        </a:lnSpc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5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262255">
                        <a:lnSpc>
                          <a:spcPts val="203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0.2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5" name="object 75"/>
          <p:cNvSpPr/>
          <p:nvPr/>
        </p:nvSpPr>
        <p:spPr>
          <a:xfrm>
            <a:off x="2185987" y="4421187"/>
            <a:ext cx="722630" cy="1381125"/>
          </a:xfrm>
          <a:custGeom>
            <a:avLst/>
            <a:gdLst/>
            <a:ahLst/>
            <a:cxnLst/>
            <a:rect l="l" t="t" r="r" b="b"/>
            <a:pathLst>
              <a:path w="722630" h="1381125">
                <a:moveTo>
                  <a:pt x="722312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722312" y="0"/>
                </a:lnTo>
                <a:lnTo>
                  <a:pt x="722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722312" y="1376362"/>
                </a:lnTo>
                <a:lnTo>
                  <a:pt x="722312" y="1381125"/>
                </a:lnTo>
                <a:close/>
              </a:path>
              <a:path w="722630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22630" h="1381125">
                <a:moveTo>
                  <a:pt x="712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12787" y="4762"/>
                </a:lnTo>
                <a:lnTo>
                  <a:pt x="712787" y="9525"/>
                </a:lnTo>
                <a:close/>
              </a:path>
              <a:path w="722630" h="1381125">
                <a:moveTo>
                  <a:pt x="712787" y="1376362"/>
                </a:moveTo>
                <a:lnTo>
                  <a:pt x="712787" y="4762"/>
                </a:lnTo>
                <a:lnTo>
                  <a:pt x="717550" y="9525"/>
                </a:lnTo>
                <a:lnTo>
                  <a:pt x="722312" y="9525"/>
                </a:lnTo>
                <a:lnTo>
                  <a:pt x="722312" y="1371600"/>
                </a:lnTo>
                <a:lnTo>
                  <a:pt x="717550" y="1371600"/>
                </a:lnTo>
                <a:lnTo>
                  <a:pt x="712787" y="1376362"/>
                </a:lnTo>
                <a:close/>
              </a:path>
              <a:path w="722630" h="1381125">
                <a:moveTo>
                  <a:pt x="722312" y="9525"/>
                </a:moveTo>
                <a:lnTo>
                  <a:pt x="717550" y="9525"/>
                </a:lnTo>
                <a:lnTo>
                  <a:pt x="712787" y="4762"/>
                </a:lnTo>
                <a:lnTo>
                  <a:pt x="722312" y="4762"/>
                </a:lnTo>
                <a:lnTo>
                  <a:pt x="722312" y="9525"/>
                </a:lnTo>
                <a:close/>
              </a:path>
              <a:path w="722630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722630" h="1381125">
                <a:moveTo>
                  <a:pt x="712787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712787" y="1371600"/>
                </a:lnTo>
                <a:lnTo>
                  <a:pt x="712787" y="1376362"/>
                </a:lnTo>
                <a:close/>
              </a:path>
              <a:path w="722630" h="1381125">
                <a:moveTo>
                  <a:pt x="722312" y="1376362"/>
                </a:moveTo>
                <a:lnTo>
                  <a:pt x="712787" y="1376362"/>
                </a:lnTo>
                <a:lnTo>
                  <a:pt x="717550" y="1371600"/>
                </a:lnTo>
                <a:lnTo>
                  <a:pt x="722312" y="1371600"/>
                </a:lnTo>
                <a:lnTo>
                  <a:pt x="722312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594100" y="4421187"/>
            <a:ext cx="713105" cy="1381125"/>
          </a:xfrm>
          <a:custGeom>
            <a:avLst/>
            <a:gdLst/>
            <a:ahLst/>
            <a:cxnLst/>
            <a:rect l="l" t="t" r="r" b="b"/>
            <a:pathLst>
              <a:path w="713104" h="1381125">
                <a:moveTo>
                  <a:pt x="712787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712787" y="0"/>
                </a:lnTo>
                <a:lnTo>
                  <a:pt x="71278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712787" y="1376362"/>
                </a:lnTo>
                <a:lnTo>
                  <a:pt x="712787" y="1381125"/>
                </a:lnTo>
                <a:close/>
              </a:path>
              <a:path w="713104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13104" h="1381125">
                <a:moveTo>
                  <a:pt x="70326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03262" y="4762"/>
                </a:lnTo>
                <a:lnTo>
                  <a:pt x="703262" y="9525"/>
                </a:lnTo>
                <a:close/>
              </a:path>
              <a:path w="713104" h="1381125">
                <a:moveTo>
                  <a:pt x="703262" y="1376362"/>
                </a:moveTo>
                <a:lnTo>
                  <a:pt x="703262" y="4762"/>
                </a:lnTo>
                <a:lnTo>
                  <a:pt x="708025" y="9525"/>
                </a:lnTo>
                <a:lnTo>
                  <a:pt x="712787" y="9525"/>
                </a:lnTo>
                <a:lnTo>
                  <a:pt x="712787" y="1371600"/>
                </a:lnTo>
                <a:lnTo>
                  <a:pt x="708025" y="1371600"/>
                </a:lnTo>
                <a:lnTo>
                  <a:pt x="703262" y="1376362"/>
                </a:lnTo>
                <a:close/>
              </a:path>
              <a:path w="713104" h="1381125">
                <a:moveTo>
                  <a:pt x="712787" y="9525"/>
                </a:moveTo>
                <a:lnTo>
                  <a:pt x="708025" y="9525"/>
                </a:lnTo>
                <a:lnTo>
                  <a:pt x="703262" y="4762"/>
                </a:lnTo>
                <a:lnTo>
                  <a:pt x="712787" y="4762"/>
                </a:lnTo>
                <a:lnTo>
                  <a:pt x="712787" y="9525"/>
                </a:lnTo>
                <a:close/>
              </a:path>
              <a:path w="713104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713104" h="1381125">
                <a:moveTo>
                  <a:pt x="703262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703262" y="1371600"/>
                </a:lnTo>
                <a:lnTo>
                  <a:pt x="703262" y="1376362"/>
                </a:lnTo>
                <a:close/>
              </a:path>
              <a:path w="713104" h="1381125">
                <a:moveTo>
                  <a:pt x="712787" y="1376362"/>
                </a:moveTo>
                <a:lnTo>
                  <a:pt x="703262" y="1376362"/>
                </a:lnTo>
                <a:lnTo>
                  <a:pt x="708025" y="1371600"/>
                </a:lnTo>
                <a:lnTo>
                  <a:pt x="712787" y="1371600"/>
                </a:lnTo>
                <a:lnTo>
                  <a:pt x="712787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60412" y="4421187"/>
            <a:ext cx="659130" cy="1381125"/>
          </a:xfrm>
          <a:custGeom>
            <a:avLst/>
            <a:gdLst/>
            <a:ahLst/>
            <a:cxnLst/>
            <a:rect l="l" t="t" r="r" b="b"/>
            <a:pathLst>
              <a:path w="659130" h="1381125">
                <a:moveTo>
                  <a:pt x="658812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658812" y="0"/>
                </a:lnTo>
                <a:lnTo>
                  <a:pt x="6588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658812" y="1376362"/>
                </a:lnTo>
                <a:lnTo>
                  <a:pt x="658812" y="1381125"/>
                </a:lnTo>
                <a:close/>
              </a:path>
              <a:path w="659130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59130" h="1381125">
                <a:moveTo>
                  <a:pt x="6492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49287" y="4762"/>
                </a:lnTo>
                <a:lnTo>
                  <a:pt x="649287" y="9525"/>
                </a:lnTo>
                <a:close/>
              </a:path>
              <a:path w="659130" h="1381125">
                <a:moveTo>
                  <a:pt x="649287" y="1376362"/>
                </a:moveTo>
                <a:lnTo>
                  <a:pt x="649287" y="4762"/>
                </a:lnTo>
                <a:lnTo>
                  <a:pt x="654050" y="9525"/>
                </a:lnTo>
                <a:lnTo>
                  <a:pt x="658812" y="9525"/>
                </a:lnTo>
                <a:lnTo>
                  <a:pt x="658812" y="1371600"/>
                </a:lnTo>
                <a:lnTo>
                  <a:pt x="654050" y="1371600"/>
                </a:lnTo>
                <a:lnTo>
                  <a:pt x="649287" y="1376362"/>
                </a:lnTo>
                <a:close/>
              </a:path>
              <a:path w="659130" h="1381125">
                <a:moveTo>
                  <a:pt x="658812" y="9525"/>
                </a:moveTo>
                <a:lnTo>
                  <a:pt x="654050" y="9525"/>
                </a:lnTo>
                <a:lnTo>
                  <a:pt x="649287" y="4762"/>
                </a:lnTo>
                <a:lnTo>
                  <a:pt x="658812" y="4762"/>
                </a:lnTo>
                <a:lnTo>
                  <a:pt x="658812" y="9525"/>
                </a:lnTo>
                <a:close/>
              </a:path>
              <a:path w="659130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659130" h="1381125">
                <a:moveTo>
                  <a:pt x="649287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649287" y="1371600"/>
                </a:lnTo>
                <a:lnTo>
                  <a:pt x="649287" y="1376362"/>
                </a:lnTo>
                <a:close/>
              </a:path>
              <a:path w="659130" h="1381125">
                <a:moveTo>
                  <a:pt x="658812" y="1376362"/>
                </a:moveTo>
                <a:lnTo>
                  <a:pt x="649287" y="1376362"/>
                </a:lnTo>
                <a:lnTo>
                  <a:pt x="654050" y="1371600"/>
                </a:lnTo>
                <a:lnTo>
                  <a:pt x="658812" y="1371600"/>
                </a:lnTo>
                <a:lnTo>
                  <a:pt x="658812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418397" y="1500822"/>
            <a:ext cx="5939155" cy="251015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766127" y="1040447"/>
            <a:ext cx="7312659" cy="748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000" b="1" spc="-450" dirty="0">
                <a:latin typeface="Arial"/>
                <a:cs typeface="Arial"/>
              </a:rPr>
              <a:t>INS</a:t>
            </a:r>
            <a:r>
              <a:rPr sz="3000" b="1" spc="-675" baseline="-27777" dirty="0">
                <a:latin typeface="Arial"/>
                <a:cs typeface="Arial"/>
              </a:rPr>
              <a:t>T</a:t>
            </a:r>
            <a:r>
              <a:rPr sz="2000" b="1" spc="-450" dirty="0">
                <a:latin typeface="Arial"/>
                <a:cs typeface="Arial"/>
              </a:rPr>
              <a:t>E</a:t>
            </a:r>
            <a:r>
              <a:rPr sz="3000" b="1" spc="-675" baseline="-27777" dirty="0">
                <a:latin typeface="Arial"/>
                <a:cs typeface="Arial"/>
              </a:rPr>
              <a:t>R</a:t>
            </a:r>
            <a:r>
              <a:rPr sz="2000" b="1" spc="-450" dirty="0">
                <a:latin typeface="Arial"/>
                <a:cs typeface="Arial"/>
              </a:rPr>
              <a:t>R</a:t>
            </a:r>
            <a:r>
              <a:rPr sz="3000" b="1" spc="-675" baseline="-27777" dirty="0">
                <a:latin typeface="Arial"/>
                <a:cs typeface="Arial"/>
              </a:rPr>
              <a:t>IG</a:t>
            </a:r>
            <a:r>
              <a:rPr sz="2000" b="1" spc="-450" dirty="0">
                <a:latin typeface="Arial"/>
                <a:cs typeface="Arial"/>
              </a:rPr>
              <a:t>T</a:t>
            </a:r>
            <a:r>
              <a:rPr sz="3000" b="1" spc="-675" baseline="-27777" dirty="0">
                <a:latin typeface="Arial"/>
                <a:cs typeface="Arial"/>
              </a:rPr>
              <a:t>G</a:t>
            </a:r>
            <a:r>
              <a:rPr sz="2000" b="1" spc="-450" dirty="0">
                <a:latin typeface="Arial"/>
                <a:cs typeface="Arial"/>
              </a:rPr>
              <a:t>s</a:t>
            </a:r>
            <a:r>
              <a:rPr sz="3000" b="1" spc="-675" baseline="-27777" dirty="0">
                <a:latin typeface="Arial"/>
                <a:cs typeface="Arial"/>
              </a:rPr>
              <a:t>E</a:t>
            </a:r>
            <a:r>
              <a:rPr sz="2000" b="1" spc="-450" dirty="0">
                <a:latin typeface="Arial"/>
                <a:cs typeface="Arial"/>
              </a:rPr>
              <a:t>ta</a:t>
            </a:r>
            <a:r>
              <a:rPr sz="3000" b="1" spc="-675" baseline="-27777" dirty="0">
                <a:latin typeface="Arial"/>
                <a:cs typeface="Arial"/>
              </a:rPr>
              <a:t>R</a:t>
            </a:r>
            <a:r>
              <a:rPr sz="2000" b="1" spc="-450" dirty="0">
                <a:latin typeface="Arial"/>
                <a:cs typeface="Arial"/>
              </a:rPr>
              <a:t>te</a:t>
            </a:r>
            <a:r>
              <a:rPr sz="3000" b="1" spc="-675" baseline="-27777" dirty="0">
                <a:latin typeface="Arial"/>
                <a:cs typeface="Arial"/>
              </a:rPr>
              <a:t>A</a:t>
            </a:r>
            <a:r>
              <a:rPr sz="2000" b="1" spc="-450" dirty="0">
                <a:latin typeface="Arial"/>
                <a:cs typeface="Arial"/>
              </a:rPr>
              <a:t>m</a:t>
            </a:r>
            <a:r>
              <a:rPr sz="3000" b="1" spc="-675" baseline="-27777" dirty="0">
                <a:latin typeface="Arial"/>
                <a:cs typeface="Arial"/>
              </a:rPr>
              <a:t>c</a:t>
            </a:r>
            <a:r>
              <a:rPr sz="2000" b="1" spc="-450" dirty="0">
                <a:latin typeface="Arial"/>
                <a:cs typeface="Arial"/>
              </a:rPr>
              <a:t>e</a:t>
            </a:r>
            <a:r>
              <a:rPr sz="3000" b="1" spc="-675" baseline="-27777" dirty="0">
                <a:latin typeface="Arial"/>
                <a:cs typeface="Arial"/>
              </a:rPr>
              <a:t>ti</a:t>
            </a:r>
            <a:r>
              <a:rPr sz="2000" b="1" spc="-450" dirty="0">
                <a:latin typeface="Arial"/>
                <a:cs typeface="Arial"/>
              </a:rPr>
              <a:t>n</a:t>
            </a:r>
            <a:r>
              <a:rPr sz="3000" b="1" spc="-675" baseline="-27777" dirty="0">
                <a:latin typeface="Arial"/>
                <a:cs typeface="Arial"/>
              </a:rPr>
              <a:t>o</a:t>
            </a:r>
            <a:r>
              <a:rPr sz="2000" b="1" spc="-450" dirty="0">
                <a:latin typeface="Arial"/>
                <a:cs typeface="Arial"/>
              </a:rPr>
              <a:t>t</a:t>
            </a:r>
            <a:r>
              <a:rPr sz="3000" b="1" spc="-675" baseline="-27777" dirty="0">
                <a:latin typeface="Arial"/>
                <a:cs typeface="Arial"/>
              </a:rPr>
              <a:t>n</a:t>
            </a:r>
            <a:r>
              <a:rPr sz="2000" b="1" spc="-450" dirty="0">
                <a:latin typeface="Arial"/>
                <a:cs typeface="Arial"/>
              </a:rPr>
              <a:t>t</a:t>
            </a:r>
            <a:r>
              <a:rPr sz="3000" b="1" spc="-675" baseline="-27777" dirty="0">
                <a:latin typeface="Arial"/>
                <a:cs typeface="Arial"/>
              </a:rPr>
              <a:t>s</a:t>
            </a:r>
            <a:r>
              <a:rPr sz="2000" b="1" spc="-450" dirty="0">
                <a:latin typeface="Arial"/>
                <a:cs typeface="Arial"/>
              </a:rPr>
              <a:t>o</a:t>
            </a:r>
            <a:r>
              <a:rPr sz="3000" b="1" spc="-675" baseline="-27777" dirty="0">
                <a:latin typeface="Arial"/>
                <a:cs typeface="Arial"/>
              </a:rPr>
              <a:t>E</a:t>
            </a:r>
            <a:r>
              <a:rPr sz="2000" b="1" spc="-450" dirty="0">
                <a:latin typeface="Arial"/>
                <a:cs typeface="Arial"/>
              </a:rPr>
              <a:t>a</a:t>
            </a:r>
            <a:r>
              <a:rPr sz="3000" b="1" spc="-675" baseline="-27777" dirty="0">
                <a:latin typeface="Arial"/>
                <a:cs typeface="Arial"/>
              </a:rPr>
              <a:t>x</a:t>
            </a:r>
            <a:r>
              <a:rPr sz="2000" b="1" spc="-450" dirty="0">
                <a:latin typeface="Arial"/>
                <a:cs typeface="Arial"/>
              </a:rPr>
              <a:t>t</a:t>
            </a:r>
            <a:r>
              <a:rPr sz="3000" b="1" spc="-675" baseline="-27777" dirty="0">
                <a:latin typeface="Arial"/>
                <a:cs typeface="Arial"/>
              </a:rPr>
              <a:t>e</a:t>
            </a:r>
            <a:r>
              <a:rPr sz="2000" b="1" spc="-450" dirty="0">
                <a:latin typeface="Arial"/>
                <a:cs typeface="Arial"/>
              </a:rPr>
              <a:t>a</a:t>
            </a:r>
            <a:r>
              <a:rPr sz="3000" b="1" spc="-675" baseline="-27777" dirty="0">
                <a:latin typeface="Arial"/>
                <a:cs typeface="Arial"/>
              </a:rPr>
              <a:t>c</a:t>
            </a:r>
            <a:r>
              <a:rPr sz="2000" b="1" spc="-450" dirty="0">
                <a:latin typeface="Arial"/>
                <a:cs typeface="Arial"/>
              </a:rPr>
              <a:t>b</a:t>
            </a:r>
            <a:r>
              <a:rPr sz="3000" b="1" spc="-675" baseline="-27777" dirty="0">
                <a:latin typeface="Arial"/>
                <a:cs typeface="Arial"/>
              </a:rPr>
              <a:t>u</a:t>
            </a:r>
            <a:r>
              <a:rPr sz="2000" b="1" spc="-450" dirty="0">
                <a:latin typeface="Arial"/>
                <a:cs typeface="Arial"/>
              </a:rPr>
              <a:t>le</a:t>
            </a:r>
            <a:r>
              <a:rPr sz="3000" b="1" spc="-675" baseline="-27777" dirty="0">
                <a:latin typeface="Arial"/>
                <a:cs typeface="Arial"/>
              </a:rPr>
              <a:t>te</a:t>
            </a:r>
            <a:r>
              <a:rPr sz="2000" b="1" spc="-450" dirty="0">
                <a:latin typeface="Arial"/>
                <a:cs typeface="Arial"/>
              </a:rPr>
              <a:t>with </a:t>
            </a:r>
            <a:r>
              <a:rPr sz="2000" b="1" spc="-5" dirty="0">
                <a:latin typeface="Arial"/>
                <a:cs typeface="Arial"/>
              </a:rPr>
              <a:t>an INSERT </a:t>
            </a:r>
            <a:r>
              <a:rPr sz="2000" b="1" spc="-20" dirty="0">
                <a:latin typeface="Arial"/>
                <a:cs typeface="Arial"/>
              </a:rPr>
              <a:t>Trigger</a:t>
            </a:r>
            <a:r>
              <a:rPr sz="2000" b="1" spc="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Defined</a:t>
            </a:r>
            <a:endParaRPr sz="2000">
              <a:latin typeface="Arial"/>
              <a:cs typeface="Arial"/>
            </a:endParaRPr>
          </a:p>
          <a:p>
            <a:pPr marL="619125">
              <a:lnSpc>
                <a:spcPct val="100000"/>
              </a:lnSpc>
              <a:spcBef>
                <a:spcPts val="136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INSERT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285" dirty="0">
                <a:latin typeface="Lucida Sans Typewriter"/>
                <a:cs typeface="Lucida Sans Typewriter"/>
              </a:rPr>
              <a:t>[Orde</a:t>
            </a:r>
            <a:r>
              <a:rPr sz="2400" spc="-427" baseline="-15625" dirty="0">
                <a:latin typeface="Lucida Sans Typewriter"/>
                <a:cs typeface="Lucida Sans Typewriter"/>
              </a:rPr>
              <a:t>T</a:t>
            </a:r>
            <a:r>
              <a:rPr sz="2400" b="1" spc="-427" baseline="-15625" dirty="0">
                <a:latin typeface="Lucida Sans Typewriter"/>
                <a:cs typeface="Lucida Sans Typewriter"/>
              </a:rPr>
              <a:t>r</a:t>
            </a:r>
            <a:r>
              <a:rPr sz="2400" spc="-427" baseline="-15625" dirty="0">
                <a:latin typeface="Lucida Sans Typewriter"/>
                <a:cs typeface="Lucida Sans Typewriter"/>
              </a:rPr>
              <a:t>i</a:t>
            </a:r>
            <a:r>
              <a:rPr sz="1600" spc="-285" dirty="0">
                <a:latin typeface="Lucida Sans Typewriter"/>
                <a:cs typeface="Lucida Sans Typewriter"/>
              </a:rPr>
              <a:t>D</a:t>
            </a:r>
            <a:r>
              <a:rPr sz="2400" spc="-427" baseline="-15625" dirty="0">
                <a:latin typeface="Lucida Sans Typewriter"/>
                <a:cs typeface="Lucida Sans Typewriter"/>
              </a:rPr>
              <a:t>g</a:t>
            </a:r>
            <a:r>
              <a:rPr sz="1600" spc="-285" dirty="0">
                <a:latin typeface="Lucida Sans Typewriter"/>
                <a:cs typeface="Lucida Sans Typewriter"/>
              </a:rPr>
              <a:t>e</a:t>
            </a:r>
            <a:r>
              <a:rPr sz="2400" spc="-427" baseline="-15625" dirty="0">
                <a:latin typeface="Lucida Sans Typewriter"/>
                <a:cs typeface="Lucida Sans Typewriter"/>
              </a:rPr>
              <a:t>g</a:t>
            </a:r>
            <a:r>
              <a:rPr sz="1600" spc="-285" dirty="0">
                <a:latin typeface="Lucida Sans Typewriter"/>
                <a:cs typeface="Lucida Sans Typewriter"/>
              </a:rPr>
              <a:t>t</a:t>
            </a:r>
            <a:r>
              <a:rPr sz="2400" spc="-427" baseline="-15625" dirty="0">
                <a:latin typeface="Lucida Sans Typewriter"/>
                <a:cs typeface="Lucida Sans Typewriter"/>
              </a:rPr>
              <a:t>e</a:t>
            </a:r>
            <a:r>
              <a:rPr sz="1600" spc="-285" dirty="0">
                <a:latin typeface="Lucida Sans Typewriter"/>
                <a:cs typeface="Lucida Sans Typewriter"/>
              </a:rPr>
              <a:t>a</a:t>
            </a:r>
            <a:r>
              <a:rPr sz="2400" spc="-427" baseline="-15625" dirty="0">
                <a:latin typeface="Lucida Sans Typewriter"/>
                <a:cs typeface="Lucida Sans Typewriter"/>
              </a:rPr>
              <a:t>r</a:t>
            </a:r>
            <a:r>
              <a:rPr sz="1600" spc="-285" dirty="0">
                <a:latin typeface="Lucida Sans Typewriter"/>
                <a:cs typeface="Lucida Sans Typewriter"/>
              </a:rPr>
              <a:t>il</a:t>
            </a:r>
            <a:r>
              <a:rPr sz="2400" spc="-427" baseline="-15625" dirty="0">
                <a:latin typeface="Lucida Sans Typewriter"/>
                <a:cs typeface="Lucida Sans Typewriter"/>
              </a:rPr>
              <a:t>C</a:t>
            </a:r>
            <a:r>
              <a:rPr sz="1600" spc="-285" dirty="0">
                <a:latin typeface="Lucida Sans Typewriter"/>
                <a:cs typeface="Lucida Sans Typewriter"/>
              </a:rPr>
              <a:t>s</a:t>
            </a:r>
            <a:r>
              <a:rPr sz="2400" spc="-427" baseline="-15625" dirty="0">
                <a:latin typeface="Lucida Sans Typewriter"/>
                <a:cs typeface="Lucida Sans Typewriter"/>
              </a:rPr>
              <a:t>o</a:t>
            </a:r>
            <a:r>
              <a:rPr sz="1600" spc="-285" dirty="0">
                <a:latin typeface="Lucida Sans Typewriter"/>
                <a:cs typeface="Lucida Sans Typewriter"/>
              </a:rPr>
              <a:t>]</a:t>
            </a:r>
            <a:r>
              <a:rPr sz="2400" spc="-427" baseline="-15625" dirty="0">
                <a:latin typeface="Lucida Sans Typewriter"/>
                <a:cs typeface="Lucida Sans Typewriter"/>
              </a:rPr>
              <a:t>de</a:t>
            </a:r>
            <a:r>
              <a:rPr sz="1600" spc="-285" dirty="0">
                <a:latin typeface="Lucida Sans Typewriter"/>
                <a:cs typeface="Lucida Sans Typewriter"/>
              </a:rPr>
              <a:t>V</a:t>
            </a:r>
            <a:r>
              <a:rPr sz="2400" spc="-427" baseline="-15625" dirty="0">
                <a:latin typeface="Lucida Sans Typewriter"/>
                <a:cs typeface="Lucida Sans Typewriter"/>
              </a:rPr>
              <a:t>:</a:t>
            </a:r>
            <a:r>
              <a:rPr sz="1600" spc="-285" dirty="0">
                <a:latin typeface="Lucida Sans Typewriter"/>
                <a:cs typeface="Lucida Sans Typewriter"/>
              </a:rPr>
              <a:t>ALUES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746057" y="2012632"/>
            <a:ext cx="345694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CREATE TRIGGER</a:t>
            </a:r>
            <a:r>
              <a:rPr sz="1600" spc="-4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OrdDet_Insert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746057" y="2450782"/>
            <a:ext cx="3672840" cy="495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5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FOR INSERT</a:t>
            </a:r>
            <a:endParaRPr sz="1600">
              <a:latin typeface="Lucida Sans Typewriter"/>
              <a:cs typeface="Lucida Sans Typewriter"/>
            </a:endParaRPr>
          </a:p>
          <a:p>
            <a:pPr marL="12700">
              <a:lnSpc>
                <a:spcPts val="1850"/>
              </a:lnSpc>
            </a:pPr>
            <a:r>
              <a:rPr sz="2400" spc="-104" baseline="1736" dirty="0">
                <a:latin typeface="Lucida Sans Typewriter"/>
                <a:cs typeface="Lucida Sans Typewriter"/>
              </a:rPr>
              <a:t>AS</a:t>
            </a:r>
            <a:r>
              <a:rPr sz="1600" i="1" spc="-70" dirty="0">
                <a:latin typeface="Arial Narrow"/>
                <a:cs typeface="Arial Narrow"/>
              </a:rPr>
              <a:t>OrderID </a:t>
            </a:r>
            <a:r>
              <a:rPr sz="1600" i="1" spc="-5" dirty="0">
                <a:latin typeface="Arial Narrow"/>
                <a:cs typeface="Arial Narrow"/>
              </a:rPr>
              <a:t>ProductID UnitPrice Quantity</a:t>
            </a:r>
            <a:r>
              <a:rPr sz="1600" i="1" spc="-165" dirty="0">
                <a:latin typeface="Arial Narrow"/>
                <a:cs typeface="Arial Narrow"/>
              </a:rPr>
              <a:t> </a:t>
            </a:r>
            <a:r>
              <a:rPr sz="1600" i="1" spc="-5" dirty="0">
                <a:latin typeface="Arial Narrow"/>
                <a:cs typeface="Arial Narrow"/>
              </a:rPr>
              <a:t>Discount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758757" y="2908951"/>
            <a:ext cx="5392420" cy="1002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555">
              <a:lnSpc>
                <a:spcPts val="141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PDATE P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SET</a:t>
            </a:r>
            <a:endParaRPr sz="1600">
              <a:latin typeface="Lucida Sans Typewriter"/>
              <a:cs typeface="Lucida Sans Typewriter"/>
            </a:endParaRPr>
          </a:p>
          <a:p>
            <a:pPr>
              <a:lnSpc>
                <a:spcPts val="980"/>
              </a:lnSpc>
              <a:tabLst>
                <a:tab pos="1061720" algn="l"/>
                <a:tab pos="1685289" algn="l"/>
                <a:tab pos="2576830" algn="l"/>
                <a:tab pos="3192780" algn="l"/>
              </a:tabLst>
            </a:pPr>
            <a:r>
              <a:rPr sz="2400" spc="-7" baseline="41666" dirty="0">
                <a:latin typeface="Lucida Sans Typewriter"/>
                <a:cs typeface="Lucida Sans Typewriter"/>
              </a:rPr>
              <a:t>U</a:t>
            </a:r>
            <a:r>
              <a:rPr sz="2400" spc="-465" baseline="41666" dirty="0">
                <a:latin typeface="Lucida Sans Typewriter"/>
                <a:cs typeface="Lucida Sans Typewriter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10522	10	31.00	</a:t>
            </a:r>
            <a:r>
              <a:rPr sz="1800" dirty="0">
                <a:latin typeface="Arial Narrow"/>
                <a:cs typeface="Arial Narrow"/>
              </a:rPr>
              <a:t>7	</a:t>
            </a:r>
            <a:r>
              <a:rPr sz="1800" spc="-5" dirty="0">
                <a:latin typeface="Arial Narrow"/>
                <a:cs typeface="Arial Narrow"/>
              </a:rPr>
              <a:t>0.2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ts val="994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UnitsInStock = (P.UnitsInStock – I.Quantity)</a:t>
            </a:r>
            <a:endParaRPr sz="1600">
              <a:latin typeface="Lucida Sans Typewriter"/>
              <a:cs typeface="Lucida Sans Typewriter"/>
            </a:endParaRPr>
          </a:p>
          <a:p>
            <a:pPr marR="115570">
              <a:lnSpc>
                <a:spcPct val="79900"/>
              </a:lnSpc>
              <a:spcBef>
                <a:spcPts val="235"/>
              </a:spcBef>
            </a:pPr>
            <a:r>
              <a:rPr sz="1600" spc="-254" dirty="0">
                <a:latin typeface="Lucida Sans Typewriter"/>
                <a:cs typeface="Lucida Sans Typewriter"/>
              </a:rPr>
              <a:t>FR</a:t>
            </a:r>
            <a:r>
              <a:rPr sz="2700" spc="-382" baseline="-4629" dirty="0">
                <a:latin typeface="Arial Narrow"/>
                <a:cs typeface="Arial Narrow"/>
              </a:rPr>
              <a:t>1</a:t>
            </a:r>
            <a:r>
              <a:rPr sz="1600" spc="-254" dirty="0">
                <a:latin typeface="Lucida Sans Typewriter"/>
                <a:cs typeface="Lucida Sans Typewriter"/>
              </a:rPr>
              <a:t>O</a:t>
            </a:r>
            <a:r>
              <a:rPr sz="2700" spc="-382" baseline="-4629" dirty="0">
                <a:latin typeface="Arial Narrow"/>
                <a:cs typeface="Arial Narrow"/>
              </a:rPr>
              <a:t>0</a:t>
            </a:r>
            <a:r>
              <a:rPr sz="1600" spc="-254" dirty="0">
                <a:latin typeface="Lucida Sans Typewriter"/>
                <a:cs typeface="Lucida Sans Typewriter"/>
              </a:rPr>
              <a:t>M</a:t>
            </a:r>
            <a:r>
              <a:rPr sz="2700" spc="-382" baseline="-4629" dirty="0">
                <a:latin typeface="Arial Narrow"/>
                <a:cs typeface="Arial Narrow"/>
              </a:rPr>
              <a:t>52</a:t>
            </a:r>
            <a:r>
              <a:rPr sz="1600" spc="-254" dirty="0">
                <a:latin typeface="Lucida Sans Typewriter"/>
                <a:cs typeface="Lucida Sans Typewriter"/>
              </a:rPr>
              <a:t>P</a:t>
            </a:r>
            <a:r>
              <a:rPr sz="2700" spc="-382" baseline="-4629" dirty="0">
                <a:latin typeface="Arial Narrow"/>
                <a:cs typeface="Arial Narrow"/>
              </a:rPr>
              <a:t>3</a:t>
            </a:r>
            <a:r>
              <a:rPr sz="1600" spc="-254" dirty="0">
                <a:latin typeface="Lucida Sans Typewriter"/>
                <a:cs typeface="Lucida Sans Typewriter"/>
              </a:rPr>
              <a:t>rod</a:t>
            </a:r>
            <a:r>
              <a:rPr sz="2700" spc="-382" baseline="-4629" dirty="0">
                <a:latin typeface="Arial Narrow"/>
                <a:cs typeface="Arial Narrow"/>
              </a:rPr>
              <a:t>4</a:t>
            </a:r>
            <a:r>
              <a:rPr sz="1600" spc="-254" dirty="0">
                <a:latin typeface="Lucida Sans Typewriter"/>
                <a:cs typeface="Lucida Sans Typewriter"/>
              </a:rPr>
              <a:t>u</a:t>
            </a:r>
            <a:r>
              <a:rPr sz="2700" spc="-382" baseline="-4629" dirty="0">
                <a:latin typeface="Arial Narrow"/>
                <a:cs typeface="Arial Narrow"/>
              </a:rPr>
              <a:t>1</a:t>
            </a:r>
            <a:r>
              <a:rPr sz="1600" spc="-254" dirty="0">
                <a:latin typeface="Lucida Sans Typewriter"/>
                <a:cs typeface="Lucida Sans Typewriter"/>
              </a:rPr>
              <a:t>cts </a:t>
            </a:r>
            <a:r>
              <a:rPr sz="1600" spc="-280" dirty="0">
                <a:latin typeface="Lucida Sans Typewriter"/>
                <a:cs typeface="Lucida Sans Typewriter"/>
              </a:rPr>
              <a:t>A</a:t>
            </a:r>
            <a:r>
              <a:rPr sz="2700" spc="-419" baseline="-4629" dirty="0">
                <a:latin typeface="Arial Narrow"/>
                <a:cs typeface="Arial Narrow"/>
              </a:rPr>
              <a:t>9</a:t>
            </a:r>
            <a:r>
              <a:rPr sz="1600" spc="-280" dirty="0">
                <a:latin typeface="Lucida Sans Typewriter"/>
                <a:cs typeface="Lucida Sans Typewriter"/>
              </a:rPr>
              <a:t>S</a:t>
            </a:r>
            <a:r>
              <a:rPr sz="2700" spc="-419" baseline="-4629" dirty="0">
                <a:latin typeface="Arial Narrow"/>
                <a:cs typeface="Arial Narrow"/>
              </a:rPr>
              <a:t>.65</a:t>
            </a:r>
            <a:r>
              <a:rPr sz="1600" spc="-280" dirty="0">
                <a:latin typeface="Lucida Sans Typewriter"/>
                <a:cs typeface="Lucida Sans Typewriter"/>
              </a:rPr>
              <a:t>P </a:t>
            </a:r>
            <a:r>
              <a:rPr sz="1600" spc="-140" dirty="0">
                <a:latin typeface="Lucida Sans Typewriter"/>
                <a:cs typeface="Lucida Sans Typewriter"/>
              </a:rPr>
              <a:t>INN</a:t>
            </a:r>
            <a:r>
              <a:rPr sz="2700" spc="-209" baseline="-4629" dirty="0">
                <a:latin typeface="Arial Narrow"/>
                <a:cs typeface="Arial Narrow"/>
              </a:rPr>
              <a:t>9</a:t>
            </a:r>
            <a:r>
              <a:rPr sz="1600" spc="-140" dirty="0">
                <a:latin typeface="Lucida Sans Typewriter"/>
                <a:cs typeface="Lucida Sans Typewriter"/>
              </a:rPr>
              <a:t>ER </a:t>
            </a:r>
            <a:r>
              <a:rPr sz="1600" spc="-365" dirty="0">
                <a:latin typeface="Lucida Sans Typewriter"/>
                <a:cs typeface="Lucida Sans Typewriter"/>
              </a:rPr>
              <a:t>J</a:t>
            </a:r>
            <a:r>
              <a:rPr sz="2700" spc="-547" baseline="-4629" dirty="0">
                <a:latin typeface="Arial Narrow"/>
                <a:cs typeface="Arial Narrow"/>
              </a:rPr>
              <a:t>0</a:t>
            </a:r>
            <a:r>
              <a:rPr sz="1600" spc="-365" dirty="0">
                <a:latin typeface="Lucida Sans Typewriter"/>
                <a:cs typeface="Lucida Sans Typewriter"/>
              </a:rPr>
              <a:t>O</a:t>
            </a:r>
            <a:r>
              <a:rPr sz="2700" spc="-547" baseline="-4629" dirty="0">
                <a:latin typeface="Arial Narrow"/>
                <a:cs typeface="Arial Narrow"/>
              </a:rPr>
              <a:t>.1</a:t>
            </a:r>
            <a:r>
              <a:rPr sz="1600" spc="-365" dirty="0">
                <a:latin typeface="Lucida Sans Typewriter"/>
                <a:cs typeface="Lucida Sans Typewriter"/>
              </a:rPr>
              <a:t>I</a:t>
            </a:r>
            <a:r>
              <a:rPr sz="2700" spc="-547" baseline="-4629" dirty="0">
                <a:latin typeface="Arial Narrow"/>
                <a:cs typeface="Arial Narrow"/>
              </a:rPr>
              <a:t>5</a:t>
            </a:r>
            <a:r>
              <a:rPr sz="1600" spc="-365" dirty="0">
                <a:latin typeface="Lucida Sans Typewriter"/>
                <a:cs typeface="Lucida Sans Typewriter"/>
              </a:rPr>
              <a:t>N </a:t>
            </a:r>
            <a:r>
              <a:rPr sz="1600" spc="-5" dirty="0">
                <a:latin typeface="Lucida Sans Typewriter"/>
                <a:cs typeface="Lucida Sans Typewriter"/>
              </a:rPr>
              <a:t>Inserted AS I  </a:t>
            </a:r>
            <a:r>
              <a:rPr sz="1600" spc="-229" dirty="0">
                <a:latin typeface="Lucida Sans Typewriter"/>
                <a:cs typeface="Lucida Sans Typewriter"/>
              </a:rPr>
              <a:t>ON</a:t>
            </a:r>
            <a:r>
              <a:rPr sz="2700" spc="-345" baseline="-24691" dirty="0">
                <a:latin typeface="Arial Narrow"/>
                <a:cs typeface="Arial Narrow"/>
              </a:rPr>
              <a:t>10</a:t>
            </a:r>
            <a:r>
              <a:rPr sz="1600" spc="-229" dirty="0">
                <a:latin typeface="Lucida Sans Typewriter"/>
                <a:cs typeface="Lucida Sans Typewriter"/>
              </a:rPr>
              <a:t>P</a:t>
            </a:r>
            <a:r>
              <a:rPr sz="2700" spc="-345" baseline="-24691" dirty="0">
                <a:latin typeface="Arial Narrow"/>
                <a:cs typeface="Arial Narrow"/>
              </a:rPr>
              <a:t>5</a:t>
            </a:r>
            <a:r>
              <a:rPr sz="1600" spc="-229" dirty="0">
                <a:latin typeface="Lucida Sans Typewriter"/>
                <a:cs typeface="Lucida Sans Typewriter"/>
              </a:rPr>
              <a:t>.</a:t>
            </a:r>
            <a:r>
              <a:rPr sz="2700" spc="-345" baseline="-24691" dirty="0">
                <a:latin typeface="Arial Narrow"/>
                <a:cs typeface="Arial Narrow"/>
              </a:rPr>
              <a:t>2</a:t>
            </a:r>
            <a:r>
              <a:rPr sz="1600" spc="-229" dirty="0">
                <a:latin typeface="Lucida Sans Typewriter"/>
                <a:cs typeface="Lucida Sans Typewriter"/>
              </a:rPr>
              <a:t>P</a:t>
            </a:r>
            <a:r>
              <a:rPr sz="2700" spc="-345" baseline="-24691" dirty="0">
                <a:latin typeface="Arial Narrow"/>
                <a:cs typeface="Arial Narrow"/>
              </a:rPr>
              <a:t>4</a:t>
            </a:r>
            <a:r>
              <a:rPr sz="1600" spc="-229" dirty="0">
                <a:latin typeface="Lucida Sans Typewriter"/>
                <a:cs typeface="Lucida Sans Typewriter"/>
              </a:rPr>
              <a:t>rodu</a:t>
            </a:r>
            <a:r>
              <a:rPr sz="2700" spc="-345" baseline="-24691" dirty="0">
                <a:latin typeface="Arial Narrow"/>
                <a:cs typeface="Arial Narrow"/>
              </a:rPr>
              <a:t>7</a:t>
            </a:r>
            <a:r>
              <a:rPr sz="1600" spc="-229" dirty="0">
                <a:latin typeface="Lucida Sans Typewriter"/>
                <a:cs typeface="Lucida Sans Typewriter"/>
              </a:rPr>
              <a:t>ctID</a:t>
            </a:r>
            <a:r>
              <a:rPr sz="2700" spc="-345" baseline="-24691" dirty="0">
                <a:latin typeface="Arial Narrow"/>
                <a:cs typeface="Arial Narrow"/>
              </a:rPr>
              <a:t>30</a:t>
            </a:r>
            <a:r>
              <a:rPr sz="1600" spc="-229" dirty="0">
                <a:latin typeface="Lucida Sans Typewriter"/>
                <a:cs typeface="Lucida Sans Typewriter"/>
              </a:rPr>
              <a:t>=</a:t>
            </a:r>
            <a:r>
              <a:rPr sz="2700" spc="-345" baseline="-24691" dirty="0">
                <a:latin typeface="Arial Narrow"/>
                <a:cs typeface="Arial Narrow"/>
              </a:rPr>
              <a:t>.00</a:t>
            </a:r>
            <a:r>
              <a:rPr sz="1600" spc="-229" dirty="0">
                <a:latin typeface="Lucida Sans Typewriter"/>
                <a:cs typeface="Lucida Sans Typewriter"/>
              </a:rPr>
              <a:t>I.Pr</a:t>
            </a:r>
            <a:r>
              <a:rPr sz="2700" spc="-345" baseline="-24691" dirty="0">
                <a:latin typeface="Arial Narrow"/>
                <a:cs typeface="Arial Narrow"/>
              </a:rPr>
              <a:t>2</a:t>
            </a:r>
            <a:r>
              <a:rPr sz="1600" spc="-229" dirty="0">
                <a:latin typeface="Lucida Sans Typewriter"/>
                <a:cs typeface="Lucida Sans Typewriter"/>
              </a:rPr>
              <a:t>o</a:t>
            </a:r>
            <a:r>
              <a:rPr sz="2700" spc="-345" baseline="-24691" dirty="0">
                <a:latin typeface="Arial Narrow"/>
                <a:cs typeface="Arial Narrow"/>
              </a:rPr>
              <a:t>4</a:t>
            </a:r>
            <a:r>
              <a:rPr sz="1600" spc="-229" dirty="0">
                <a:latin typeface="Lucida Sans Typewriter"/>
                <a:cs typeface="Lucida Sans Typewriter"/>
              </a:rPr>
              <a:t>ductI</a:t>
            </a:r>
            <a:r>
              <a:rPr sz="2700" spc="-345" baseline="-24691" dirty="0">
                <a:latin typeface="Arial Narrow"/>
                <a:cs typeface="Arial Narrow"/>
              </a:rPr>
              <a:t>0.</a:t>
            </a:r>
            <a:r>
              <a:rPr sz="1600" spc="-229" dirty="0">
                <a:latin typeface="Lucida Sans Typewriter"/>
                <a:cs typeface="Lucida Sans Typewriter"/>
              </a:rPr>
              <a:t>D</a:t>
            </a:r>
            <a:r>
              <a:rPr sz="2700" spc="-345" baseline="-24691" dirty="0">
                <a:latin typeface="Arial Narrow"/>
                <a:cs typeface="Arial Narrow"/>
              </a:rPr>
              <a:t>0</a:t>
            </a:r>
            <a:endParaRPr sz="2700" baseline="-24691">
              <a:latin typeface="Arial Narrow"/>
              <a:cs typeface="Arial Narrow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2743200" y="2895600"/>
            <a:ext cx="5603875" cy="914400"/>
          </a:xfrm>
          <a:custGeom>
            <a:avLst/>
            <a:gdLst/>
            <a:ahLst/>
            <a:cxnLst/>
            <a:rect l="l" t="t" r="r" b="b"/>
            <a:pathLst>
              <a:path w="5603875" h="914400">
                <a:moveTo>
                  <a:pt x="0" y="0"/>
                </a:moveTo>
                <a:lnTo>
                  <a:pt x="5603748" y="0"/>
                </a:lnTo>
                <a:lnTo>
                  <a:pt x="5603748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2821939" y="3088005"/>
            <a:ext cx="54178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UnitsInStock = (P.UnitsInStock – I.Quantity)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821939" y="3307079"/>
            <a:ext cx="529526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FROM Products AS P INNER JOIN Inserted AS</a:t>
            </a:r>
            <a:r>
              <a:rPr sz="1600" spc="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I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5390197" y="4018597"/>
            <a:ext cx="2770505" cy="40830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494045" y="4090060"/>
            <a:ext cx="1033614" cy="22081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390197" y="4323397"/>
            <a:ext cx="941705" cy="40830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228397" y="4323397"/>
            <a:ext cx="1098232" cy="408305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218997" y="4323397"/>
            <a:ext cx="408304" cy="40830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523797" y="4323397"/>
            <a:ext cx="636904" cy="40830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390197" y="4628197"/>
            <a:ext cx="941705" cy="147510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5777229" y="5023613"/>
            <a:ext cx="10477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2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764529" y="5270500"/>
            <a:ext cx="130175" cy="6286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Arial Narrow"/>
                <a:cs typeface="Arial Narrow"/>
              </a:rPr>
              <a:t>3</a:t>
            </a:r>
            <a:endParaRPr sz="18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Arial Narrow"/>
                <a:cs typeface="Arial Narrow"/>
              </a:rPr>
              <a:t>4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6228397" y="4628197"/>
            <a:ext cx="1094105" cy="1475105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6639559" y="5023613"/>
            <a:ext cx="20891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1</a:t>
            </a:r>
            <a:r>
              <a:rPr sz="1800" dirty="0">
                <a:latin typeface="Arial Narrow"/>
                <a:cs typeface="Arial Narrow"/>
              </a:rPr>
              <a:t>0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626859" y="5270500"/>
            <a:ext cx="234315" cy="6286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 Narrow"/>
                <a:cs typeface="Arial Narrow"/>
              </a:rPr>
              <a:t>6</a:t>
            </a:r>
            <a:r>
              <a:rPr sz="1800" dirty="0">
                <a:latin typeface="Arial Narrow"/>
                <a:cs typeface="Arial Narrow"/>
              </a:rPr>
              <a:t>5</a:t>
            </a:r>
            <a:endParaRPr sz="18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spc="-5" dirty="0">
                <a:latin typeface="Arial Narrow"/>
                <a:cs typeface="Arial Narrow"/>
              </a:rPr>
              <a:t>2</a:t>
            </a:r>
            <a:r>
              <a:rPr sz="1800" dirty="0">
                <a:latin typeface="Arial Narrow"/>
                <a:cs typeface="Arial Narrow"/>
              </a:rPr>
              <a:t>0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7218997" y="4628197"/>
            <a:ext cx="408304" cy="1475105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523797" y="4628197"/>
            <a:ext cx="636904" cy="147510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405437" y="4643437"/>
            <a:ext cx="847725" cy="1381125"/>
          </a:xfrm>
          <a:custGeom>
            <a:avLst/>
            <a:gdLst/>
            <a:ahLst/>
            <a:cxnLst/>
            <a:rect l="l" t="t" r="r" b="b"/>
            <a:pathLst>
              <a:path w="847725" h="1381125">
                <a:moveTo>
                  <a:pt x="8477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847725" y="0"/>
                </a:lnTo>
                <a:lnTo>
                  <a:pt x="847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847725" y="1376362"/>
                </a:lnTo>
                <a:lnTo>
                  <a:pt x="847725" y="1381125"/>
                </a:lnTo>
                <a:close/>
              </a:path>
              <a:path w="8477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47725" h="1381125">
                <a:moveTo>
                  <a:pt x="838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38200" y="4762"/>
                </a:lnTo>
                <a:lnTo>
                  <a:pt x="838200" y="9525"/>
                </a:lnTo>
                <a:close/>
              </a:path>
              <a:path w="847725" h="1381125">
                <a:moveTo>
                  <a:pt x="838200" y="1376362"/>
                </a:moveTo>
                <a:lnTo>
                  <a:pt x="838200" y="4762"/>
                </a:lnTo>
                <a:lnTo>
                  <a:pt x="842962" y="9525"/>
                </a:lnTo>
                <a:lnTo>
                  <a:pt x="847725" y="9525"/>
                </a:lnTo>
                <a:lnTo>
                  <a:pt x="847725" y="1371600"/>
                </a:lnTo>
                <a:lnTo>
                  <a:pt x="842962" y="1371600"/>
                </a:lnTo>
                <a:lnTo>
                  <a:pt x="838200" y="1376362"/>
                </a:lnTo>
                <a:close/>
              </a:path>
              <a:path w="847725" h="1381125">
                <a:moveTo>
                  <a:pt x="847725" y="9525"/>
                </a:moveTo>
                <a:lnTo>
                  <a:pt x="842962" y="9525"/>
                </a:lnTo>
                <a:lnTo>
                  <a:pt x="838200" y="4762"/>
                </a:lnTo>
                <a:lnTo>
                  <a:pt x="847725" y="4762"/>
                </a:lnTo>
                <a:lnTo>
                  <a:pt x="847725" y="9525"/>
                </a:lnTo>
                <a:close/>
              </a:path>
              <a:path w="8477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847725" h="1381125">
                <a:moveTo>
                  <a:pt x="8382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838200" y="1371600"/>
                </a:lnTo>
                <a:lnTo>
                  <a:pt x="838200" y="1376362"/>
                </a:lnTo>
                <a:close/>
              </a:path>
              <a:path w="847725" h="1381125">
                <a:moveTo>
                  <a:pt x="847725" y="1376362"/>
                </a:moveTo>
                <a:lnTo>
                  <a:pt x="838200" y="1376362"/>
                </a:lnTo>
                <a:lnTo>
                  <a:pt x="842962" y="1371600"/>
                </a:lnTo>
                <a:lnTo>
                  <a:pt x="847725" y="1371600"/>
                </a:lnTo>
                <a:lnTo>
                  <a:pt x="8477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243637" y="4643437"/>
            <a:ext cx="1000125" cy="1381125"/>
          </a:xfrm>
          <a:custGeom>
            <a:avLst/>
            <a:gdLst/>
            <a:ahLst/>
            <a:cxnLst/>
            <a:rect l="l" t="t" r="r" b="b"/>
            <a:pathLst>
              <a:path w="1000125" h="1381125">
                <a:moveTo>
                  <a:pt x="10001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000125" y="0"/>
                </a:lnTo>
                <a:lnTo>
                  <a:pt x="100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000125" y="1376362"/>
                </a:lnTo>
                <a:lnTo>
                  <a:pt x="1000125" y="1381125"/>
                </a:lnTo>
                <a:close/>
              </a:path>
              <a:path w="10001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00125" h="1381125">
                <a:moveTo>
                  <a:pt x="99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90600" y="4762"/>
                </a:lnTo>
                <a:lnTo>
                  <a:pt x="990600" y="9525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90600" y="4762"/>
                </a:lnTo>
                <a:lnTo>
                  <a:pt x="995362" y="9525"/>
                </a:lnTo>
                <a:lnTo>
                  <a:pt x="1000125" y="9525"/>
                </a:lnTo>
                <a:lnTo>
                  <a:pt x="1000125" y="1371600"/>
                </a:lnTo>
                <a:lnTo>
                  <a:pt x="995362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9525"/>
                </a:moveTo>
                <a:lnTo>
                  <a:pt x="995362" y="9525"/>
                </a:lnTo>
                <a:lnTo>
                  <a:pt x="990600" y="4762"/>
                </a:lnTo>
                <a:lnTo>
                  <a:pt x="1000125" y="4762"/>
                </a:lnTo>
                <a:lnTo>
                  <a:pt x="1000125" y="9525"/>
                </a:lnTo>
                <a:close/>
              </a:path>
              <a:path w="10001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990600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1376362"/>
                </a:moveTo>
                <a:lnTo>
                  <a:pt x="990600" y="1376362"/>
                </a:lnTo>
                <a:lnTo>
                  <a:pt x="995362" y="1371600"/>
                </a:lnTo>
                <a:lnTo>
                  <a:pt x="1000125" y="1371600"/>
                </a:lnTo>
                <a:lnTo>
                  <a:pt x="10001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539037" y="4643437"/>
            <a:ext cx="542925" cy="1381125"/>
          </a:xfrm>
          <a:custGeom>
            <a:avLst/>
            <a:gdLst/>
            <a:ahLst/>
            <a:cxnLst/>
            <a:rect l="l" t="t" r="r" b="b"/>
            <a:pathLst>
              <a:path w="542925" h="1381125">
                <a:moveTo>
                  <a:pt x="542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542925" y="1376362"/>
                </a:lnTo>
                <a:lnTo>
                  <a:pt x="542925" y="1381125"/>
                </a:lnTo>
                <a:close/>
              </a:path>
              <a:path w="542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13811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1381125">
                <a:moveTo>
                  <a:pt x="533400" y="13763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1371600"/>
                </a:lnTo>
                <a:lnTo>
                  <a:pt x="538162" y="1371600"/>
                </a:lnTo>
                <a:lnTo>
                  <a:pt x="533400" y="1376362"/>
                </a:lnTo>
                <a:close/>
              </a:path>
              <a:path w="542925" h="13811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542925" h="1381125">
                <a:moveTo>
                  <a:pt x="533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533400" y="1371600"/>
                </a:lnTo>
                <a:lnTo>
                  <a:pt x="533400" y="1376362"/>
                </a:lnTo>
                <a:close/>
              </a:path>
              <a:path w="542925" h="1381125">
                <a:moveTo>
                  <a:pt x="542925" y="1376362"/>
                </a:moveTo>
                <a:lnTo>
                  <a:pt x="533400" y="1376362"/>
                </a:lnTo>
                <a:lnTo>
                  <a:pt x="538162" y="1371600"/>
                </a:lnTo>
                <a:lnTo>
                  <a:pt x="542925" y="1371600"/>
                </a:lnTo>
                <a:lnTo>
                  <a:pt x="542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234237" y="4643437"/>
            <a:ext cx="314325" cy="1381125"/>
          </a:xfrm>
          <a:custGeom>
            <a:avLst/>
            <a:gdLst/>
            <a:ahLst/>
            <a:cxnLst/>
            <a:rect l="l" t="t" r="r" b="b"/>
            <a:pathLst>
              <a:path w="314325" h="1381125">
                <a:moveTo>
                  <a:pt x="3143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314325" y="0"/>
                </a:lnTo>
                <a:lnTo>
                  <a:pt x="314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314325" y="1376362"/>
                </a:lnTo>
                <a:lnTo>
                  <a:pt x="314325" y="1381125"/>
                </a:lnTo>
                <a:close/>
              </a:path>
              <a:path w="3143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14325" h="1381125">
                <a:moveTo>
                  <a:pt x="304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04800" y="4762"/>
                </a:lnTo>
                <a:lnTo>
                  <a:pt x="304800" y="9525"/>
                </a:lnTo>
                <a:close/>
              </a:path>
              <a:path w="314325" h="1381125">
                <a:moveTo>
                  <a:pt x="304800" y="1376362"/>
                </a:moveTo>
                <a:lnTo>
                  <a:pt x="304800" y="4762"/>
                </a:lnTo>
                <a:lnTo>
                  <a:pt x="309562" y="9525"/>
                </a:lnTo>
                <a:lnTo>
                  <a:pt x="314325" y="9525"/>
                </a:lnTo>
                <a:lnTo>
                  <a:pt x="314325" y="1371600"/>
                </a:lnTo>
                <a:lnTo>
                  <a:pt x="309562" y="1371600"/>
                </a:lnTo>
                <a:lnTo>
                  <a:pt x="304800" y="1376362"/>
                </a:lnTo>
                <a:close/>
              </a:path>
              <a:path w="314325" h="1381125">
                <a:moveTo>
                  <a:pt x="314325" y="9525"/>
                </a:moveTo>
                <a:lnTo>
                  <a:pt x="309562" y="9525"/>
                </a:lnTo>
                <a:lnTo>
                  <a:pt x="304800" y="4762"/>
                </a:lnTo>
                <a:lnTo>
                  <a:pt x="314325" y="4762"/>
                </a:lnTo>
                <a:lnTo>
                  <a:pt x="314325" y="9525"/>
                </a:lnTo>
                <a:close/>
              </a:path>
              <a:path w="3143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314325" h="1381125">
                <a:moveTo>
                  <a:pt x="3048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304800" y="1371600"/>
                </a:lnTo>
                <a:lnTo>
                  <a:pt x="304800" y="1376362"/>
                </a:lnTo>
                <a:close/>
              </a:path>
              <a:path w="314325" h="1381125">
                <a:moveTo>
                  <a:pt x="314325" y="1376362"/>
                </a:moveTo>
                <a:lnTo>
                  <a:pt x="304800" y="1376362"/>
                </a:lnTo>
                <a:lnTo>
                  <a:pt x="309562" y="1371600"/>
                </a:lnTo>
                <a:lnTo>
                  <a:pt x="314325" y="1371600"/>
                </a:lnTo>
                <a:lnTo>
                  <a:pt x="3143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3026422" y="4780508"/>
            <a:ext cx="2392616" cy="778230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414771" y="5029200"/>
            <a:ext cx="833755" cy="228600"/>
          </a:xfrm>
          <a:custGeom>
            <a:avLst/>
            <a:gdLst/>
            <a:ahLst/>
            <a:cxnLst/>
            <a:rect l="l" t="t" r="r" b="b"/>
            <a:pathLst>
              <a:path w="833754" h="228600">
                <a:moveTo>
                  <a:pt x="0" y="0"/>
                </a:moveTo>
                <a:lnTo>
                  <a:pt x="833627" y="0"/>
                </a:lnTo>
                <a:lnTo>
                  <a:pt x="833627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248400" y="5029200"/>
            <a:ext cx="990600" cy="228600"/>
          </a:xfrm>
          <a:custGeom>
            <a:avLst/>
            <a:gdLst/>
            <a:ahLst/>
            <a:cxnLst/>
            <a:rect l="l" t="t" r="r" b="b"/>
            <a:pathLst>
              <a:path w="990600" h="228600">
                <a:moveTo>
                  <a:pt x="0" y="0"/>
                </a:moveTo>
                <a:lnTo>
                  <a:pt x="990600" y="0"/>
                </a:lnTo>
                <a:lnTo>
                  <a:pt x="990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/>
          <p:nvPr/>
        </p:nvSpPr>
        <p:spPr>
          <a:xfrm>
            <a:off x="5446395" y="4270387"/>
            <a:ext cx="2367915" cy="1014094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2188210" algn="l"/>
              </a:tabLst>
            </a:pPr>
            <a:r>
              <a:rPr sz="1600" i="1" spc="-5" dirty="0">
                <a:latin typeface="Arial Narrow"/>
                <a:cs typeface="Arial Narrow"/>
              </a:rPr>
              <a:t>P</a:t>
            </a:r>
            <a:r>
              <a:rPr sz="1600" i="1" spc="-10" dirty="0">
                <a:latin typeface="Arial Narrow"/>
                <a:cs typeface="Arial Narrow"/>
              </a:rPr>
              <a:t>r</a:t>
            </a:r>
            <a:r>
              <a:rPr sz="1600" i="1" spc="-5" dirty="0">
                <a:latin typeface="Arial Narrow"/>
                <a:cs typeface="Arial Narrow"/>
              </a:rPr>
              <a:t>oductID</a:t>
            </a:r>
            <a:r>
              <a:rPr sz="1600" i="1" dirty="0">
                <a:latin typeface="Arial Narrow"/>
                <a:cs typeface="Arial Narrow"/>
              </a:rPr>
              <a:t> </a:t>
            </a:r>
            <a:r>
              <a:rPr sz="1600" i="1" spc="-125" dirty="0">
                <a:latin typeface="Arial Narrow"/>
                <a:cs typeface="Arial Narrow"/>
              </a:rPr>
              <a:t> </a:t>
            </a:r>
            <a:r>
              <a:rPr sz="1600" i="1" spc="-5" dirty="0">
                <a:latin typeface="Arial Narrow"/>
                <a:cs typeface="Arial Narrow"/>
              </a:rPr>
              <a:t>Un</a:t>
            </a:r>
            <a:r>
              <a:rPr sz="1600" i="1" spc="-10" dirty="0">
                <a:latin typeface="Arial Narrow"/>
                <a:cs typeface="Arial Narrow"/>
              </a:rPr>
              <a:t>i</a:t>
            </a:r>
            <a:r>
              <a:rPr sz="1600" i="1" spc="-5" dirty="0">
                <a:latin typeface="Arial Narrow"/>
                <a:cs typeface="Arial Narrow"/>
              </a:rPr>
              <a:t>tsInStock</a:t>
            </a:r>
            <a:r>
              <a:rPr sz="1600" i="1" dirty="0">
                <a:latin typeface="Arial Narrow"/>
                <a:cs typeface="Arial Narrow"/>
              </a:rPr>
              <a:t>  </a:t>
            </a:r>
            <a:r>
              <a:rPr sz="1600" i="1" spc="-155" dirty="0">
                <a:latin typeface="Arial Narrow"/>
                <a:cs typeface="Arial Narrow"/>
              </a:rPr>
              <a:t> </a:t>
            </a:r>
            <a:r>
              <a:rPr sz="1600" b="1" i="1" spc="-5" dirty="0">
                <a:latin typeface="Arial Narrow"/>
                <a:cs typeface="Arial Narrow"/>
              </a:rPr>
              <a:t>…</a:t>
            </a:r>
            <a:r>
              <a:rPr sz="1600" b="1" i="1" dirty="0">
                <a:latin typeface="Arial Narrow"/>
                <a:cs typeface="Arial Narrow"/>
              </a:rPr>
              <a:t>	</a:t>
            </a:r>
            <a:r>
              <a:rPr sz="1600" b="1" i="1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  <a:p>
            <a:pPr marL="330200">
              <a:lnSpc>
                <a:spcPct val="100000"/>
              </a:lnSpc>
              <a:spcBef>
                <a:spcPts val="755"/>
              </a:spcBef>
              <a:tabLst>
                <a:tab pos="1192530" algn="l"/>
              </a:tabLst>
            </a:pPr>
            <a:r>
              <a:rPr sz="1800" dirty="0">
                <a:latin typeface="Arial Narrow"/>
                <a:cs typeface="Arial Narrow"/>
              </a:rPr>
              <a:t>1	</a:t>
            </a:r>
            <a:r>
              <a:rPr sz="1800" spc="-5" dirty="0">
                <a:latin typeface="Arial Narrow"/>
                <a:cs typeface="Arial Narrow"/>
              </a:rPr>
              <a:t>15</a:t>
            </a:r>
            <a:endParaRPr sz="1800">
              <a:latin typeface="Arial Narrow"/>
              <a:cs typeface="Arial Narrow"/>
            </a:endParaRPr>
          </a:p>
          <a:p>
            <a:pPr marL="332740">
              <a:lnSpc>
                <a:spcPct val="100000"/>
              </a:lnSpc>
              <a:spcBef>
                <a:spcPts val="125"/>
              </a:spcBef>
              <a:tabLst>
                <a:tab pos="1192530" algn="l"/>
              </a:tabLst>
            </a:pPr>
            <a:r>
              <a:rPr sz="1800" dirty="0">
                <a:latin typeface="Arial Narrow"/>
                <a:cs typeface="Arial Narrow"/>
              </a:rPr>
              <a:t>2	</a:t>
            </a:r>
            <a:r>
              <a:rPr sz="1800" spc="-5" dirty="0">
                <a:latin typeface="Arial Narrow"/>
                <a:cs typeface="Arial Narrow"/>
              </a:rPr>
              <a:t>15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7239000" y="502920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0" y="0"/>
                </a:moveTo>
                <a:lnTo>
                  <a:pt x="838200" y="0"/>
                </a:lnTo>
                <a:lnTo>
                  <a:pt x="8382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455409" y="4931409"/>
            <a:ext cx="563880" cy="35433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61034" y="967422"/>
            <a:ext cx="7688580" cy="534705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58723" y="5969508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8" y="356615"/>
                </a:moveTo>
                <a:lnTo>
                  <a:pt x="59436" y="356615"/>
                </a:lnTo>
                <a:lnTo>
                  <a:pt x="36350" y="351976"/>
                </a:lnTo>
                <a:lnTo>
                  <a:pt x="17468" y="339242"/>
                </a:lnTo>
                <a:lnTo>
                  <a:pt x="4711" y="320336"/>
                </a:lnTo>
                <a:lnTo>
                  <a:pt x="0" y="297179"/>
                </a:lnTo>
                <a:lnTo>
                  <a:pt x="0" y="59436"/>
                </a:lnTo>
                <a:lnTo>
                  <a:pt x="4711" y="36086"/>
                </a:lnTo>
                <a:lnTo>
                  <a:pt x="17468" y="17116"/>
                </a:lnTo>
                <a:lnTo>
                  <a:pt x="36350" y="4446"/>
                </a:lnTo>
                <a:lnTo>
                  <a:pt x="59436" y="0"/>
                </a:lnTo>
                <a:lnTo>
                  <a:pt x="384048" y="0"/>
                </a:lnTo>
                <a:lnTo>
                  <a:pt x="406882" y="4446"/>
                </a:lnTo>
                <a:lnTo>
                  <a:pt x="425681" y="17116"/>
                </a:lnTo>
                <a:lnTo>
                  <a:pt x="438522" y="36086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522" y="320336"/>
                </a:lnTo>
                <a:lnTo>
                  <a:pt x="425681" y="339242"/>
                </a:lnTo>
                <a:lnTo>
                  <a:pt x="406882" y="351976"/>
                </a:lnTo>
                <a:lnTo>
                  <a:pt x="384048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54101" y="5964339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54" y="1270"/>
                </a:moveTo>
                <a:lnTo>
                  <a:pt x="51371" y="1270"/>
                </a:lnTo>
                <a:lnTo>
                  <a:pt x="54533" y="0"/>
                </a:lnTo>
                <a:lnTo>
                  <a:pt x="397979" y="0"/>
                </a:lnTo>
                <a:lnTo>
                  <a:pt x="401154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63" y="5079"/>
                </a:lnTo>
                <a:lnTo>
                  <a:pt x="39395" y="3810"/>
                </a:lnTo>
                <a:lnTo>
                  <a:pt x="45199" y="2539"/>
                </a:lnTo>
                <a:lnTo>
                  <a:pt x="48259" y="1270"/>
                </a:lnTo>
                <a:lnTo>
                  <a:pt x="404253" y="1270"/>
                </a:lnTo>
                <a:lnTo>
                  <a:pt x="407085" y="2539"/>
                </a:lnTo>
                <a:lnTo>
                  <a:pt x="412889" y="3810"/>
                </a:lnTo>
                <a:lnTo>
                  <a:pt x="413321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47" y="10160"/>
                </a:moveTo>
                <a:lnTo>
                  <a:pt x="28448" y="10160"/>
                </a:lnTo>
                <a:lnTo>
                  <a:pt x="33362" y="7620"/>
                </a:lnTo>
                <a:lnTo>
                  <a:pt x="418922" y="7620"/>
                </a:lnTo>
                <a:lnTo>
                  <a:pt x="421379" y="8889"/>
                </a:lnTo>
                <a:lnTo>
                  <a:pt x="55981" y="8889"/>
                </a:lnTo>
                <a:lnTo>
                  <a:pt x="53047" y="10160"/>
                </a:lnTo>
                <a:close/>
              </a:path>
              <a:path w="452755" h="365760">
                <a:moveTo>
                  <a:pt x="55740" y="10160"/>
                </a:moveTo>
                <a:lnTo>
                  <a:pt x="55981" y="8889"/>
                </a:lnTo>
                <a:lnTo>
                  <a:pt x="58712" y="8889"/>
                </a:lnTo>
                <a:lnTo>
                  <a:pt x="55740" y="10160"/>
                </a:lnTo>
                <a:close/>
              </a:path>
              <a:path w="452755" h="365760">
                <a:moveTo>
                  <a:pt x="396544" y="10160"/>
                </a:moveTo>
                <a:lnTo>
                  <a:pt x="393572" y="8889"/>
                </a:lnTo>
                <a:lnTo>
                  <a:pt x="396316" y="8889"/>
                </a:lnTo>
                <a:lnTo>
                  <a:pt x="396544" y="10160"/>
                </a:lnTo>
                <a:close/>
              </a:path>
              <a:path w="452755" h="365760">
                <a:moveTo>
                  <a:pt x="423837" y="10160"/>
                </a:moveTo>
                <a:lnTo>
                  <a:pt x="399237" y="10160"/>
                </a:lnTo>
                <a:lnTo>
                  <a:pt x="396316" y="8889"/>
                </a:lnTo>
                <a:lnTo>
                  <a:pt x="421379" y="8889"/>
                </a:lnTo>
                <a:lnTo>
                  <a:pt x="423837" y="10160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910" y="17779"/>
                </a:lnTo>
                <a:lnTo>
                  <a:pt x="23139" y="13970"/>
                </a:lnTo>
                <a:lnTo>
                  <a:pt x="23495" y="13970"/>
                </a:lnTo>
                <a:lnTo>
                  <a:pt x="28079" y="10160"/>
                </a:lnTo>
                <a:lnTo>
                  <a:pt x="50634" y="10160"/>
                </a:lnTo>
                <a:lnTo>
                  <a:pt x="47802" y="11429"/>
                </a:lnTo>
                <a:lnTo>
                  <a:pt x="48145" y="11429"/>
                </a:lnTo>
                <a:lnTo>
                  <a:pt x="42671" y="12700"/>
                </a:lnTo>
                <a:lnTo>
                  <a:pt x="43103" y="12700"/>
                </a:lnTo>
                <a:lnTo>
                  <a:pt x="37896" y="15239"/>
                </a:lnTo>
                <a:lnTo>
                  <a:pt x="38303" y="15239"/>
                </a:lnTo>
                <a:lnTo>
                  <a:pt x="33401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85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99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18884" y="17779"/>
                </a:lnTo>
                <a:lnTo>
                  <a:pt x="413981" y="15239"/>
                </a:lnTo>
                <a:lnTo>
                  <a:pt x="414388" y="15239"/>
                </a:lnTo>
                <a:lnTo>
                  <a:pt x="409181" y="12700"/>
                </a:lnTo>
                <a:lnTo>
                  <a:pt x="409613" y="12700"/>
                </a:lnTo>
                <a:lnTo>
                  <a:pt x="404139" y="11429"/>
                </a:lnTo>
                <a:lnTo>
                  <a:pt x="404482" y="11429"/>
                </a:lnTo>
                <a:lnTo>
                  <a:pt x="401662" y="10160"/>
                </a:lnTo>
                <a:lnTo>
                  <a:pt x="424218" y="10160"/>
                </a:lnTo>
                <a:lnTo>
                  <a:pt x="428790" y="13970"/>
                </a:lnTo>
                <a:lnTo>
                  <a:pt x="429145" y="13970"/>
                </a:lnTo>
                <a:lnTo>
                  <a:pt x="433374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3" y="332739"/>
                </a:moveTo>
                <a:lnTo>
                  <a:pt x="7581" y="332739"/>
                </a:lnTo>
                <a:lnTo>
                  <a:pt x="5067" y="326389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67" y="38100"/>
                </a:lnTo>
                <a:lnTo>
                  <a:pt x="7581" y="33020"/>
                </a:lnTo>
                <a:lnTo>
                  <a:pt x="18923" y="33020"/>
                </a:lnTo>
                <a:lnTo>
                  <a:pt x="16684" y="36829"/>
                </a:lnTo>
                <a:lnTo>
                  <a:pt x="16154" y="36829"/>
                </a:lnTo>
                <a:lnTo>
                  <a:pt x="14152" y="41910"/>
                </a:lnTo>
                <a:lnTo>
                  <a:pt x="13830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842" y="57150"/>
                </a:lnTo>
                <a:lnTo>
                  <a:pt x="9512" y="60960"/>
                </a:lnTo>
                <a:lnTo>
                  <a:pt x="9474" y="3022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7500"/>
                </a:lnTo>
                <a:lnTo>
                  <a:pt x="13830" y="323850"/>
                </a:lnTo>
                <a:lnTo>
                  <a:pt x="14277" y="323850"/>
                </a:lnTo>
                <a:lnTo>
                  <a:pt x="16154" y="327660"/>
                </a:lnTo>
                <a:lnTo>
                  <a:pt x="15938" y="327660"/>
                </a:lnTo>
                <a:lnTo>
                  <a:pt x="18923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89" y="36829"/>
                </a:lnTo>
                <a:lnTo>
                  <a:pt x="436130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54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30" y="36829"/>
                </a:lnTo>
                <a:lnTo>
                  <a:pt x="446589" y="36829"/>
                </a:lnTo>
                <a:lnTo>
                  <a:pt x="447217" y="38100"/>
                </a:lnTo>
                <a:lnTo>
                  <a:pt x="447395" y="39370"/>
                </a:lnTo>
                <a:lnTo>
                  <a:pt x="448398" y="41910"/>
                </a:lnTo>
                <a:lnTo>
                  <a:pt x="438454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30" y="41910"/>
                </a:lnTo>
                <a:lnTo>
                  <a:pt x="14152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54" y="41910"/>
                </a:lnTo>
                <a:lnTo>
                  <a:pt x="448398" y="41910"/>
                </a:lnTo>
                <a:lnTo>
                  <a:pt x="449402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2361" y="302260"/>
                </a:moveTo>
                <a:lnTo>
                  <a:pt x="442836" y="30226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361" y="302260"/>
                </a:lnTo>
                <a:close/>
              </a:path>
              <a:path w="452755" h="365760">
                <a:moveTo>
                  <a:pt x="9474" y="302260"/>
                </a:moveTo>
                <a:lnTo>
                  <a:pt x="9448" y="300989"/>
                </a:lnTo>
                <a:lnTo>
                  <a:pt x="9474" y="302260"/>
                </a:lnTo>
                <a:close/>
              </a:path>
              <a:path w="452755" h="365760">
                <a:moveTo>
                  <a:pt x="448398" y="323850"/>
                </a:moveTo>
                <a:lnTo>
                  <a:pt x="438454" y="323850"/>
                </a:lnTo>
                <a:lnTo>
                  <a:pt x="440448" y="31750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836" y="300989"/>
                </a:lnTo>
                <a:lnTo>
                  <a:pt x="442836" y="302260"/>
                </a:lnTo>
                <a:lnTo>
                  <a:pt x="452361" y="3022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49402" y="321310"/>
                </a:lnTo>
                <a:lnTo>
                  <a:pt x="448398" y="323850"/>
                </a:lnTo>
                <a:close/>
              </a:path>
              <a:path w="452755" h="365760">
                <a:moveTo>
                  <a:pt x="14277" y="323850"/>
                </a:moveTo>
                <a:lnTo>
                  <a:pt x="13830" y="323850"/>
                </a:lnTo>
                <a:lnTo>
                  <a:pt x="13652" y="322579"/>
                </a:lnTo>
                <a:lnTo>
                  <a:pt x="14277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30" y="327660"/>
                </a:lnTo>
                <a:lnTo>
                  <a:pt x="438632" y="322579"/>
                </a:lnTo>
                <a:lnTo>
                  <a:pt x="438454" y="323850"/>
                </a:lnTo>
                <a:lnTo>
                  <a:pt x="448398" y="323850"/>
                </a:lnTo>
                <a:lnTo>
                  <a:pt x="447395" y="326389"/>
                </a:lnTo>
                <a:lnTo>
                  <a:pt x="447217" y="326389"/>
                </a:lnTo>
                <a:lnTo>
                  <a:pt x="444703" y="332739"/>
                </a:lnTo>
                <a:close/>
              </a:path>
              <a:path w="452755" h="365760">
                <a:moveTo>
                  <a:pt x="33781" y="346710"/>
                </a:move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85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close/>
              </a:path>
              <a:path w="452755" h="365760">
                <a:moveTo>
                  <a:pt x="433692" y="346710"/>
                </a:move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99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close/>
              </a:path>
              <a:path w="452755" h="365760">
                <a:moveTo>
                  <a:pt x="418922" y="358139"/>
                </a:moveTo>
                <a:lnTo>
                  <a:pt x="33362" y="358139"/>
                </a:lnTo>
                <a:lnTo>
                  <a:pt x="28448" y="355600"/>
                </a:lnTo>
                <a:lnTo>
                  <a:pt x="28079" y="354329"/>
                </a:lnTo>
                <a:lnTo>
                  <a:pt x="23495" y="351789"/>
                </a:lnTo>
                <a:lnTo>
                  <a:pt x="23139" y="350520"/>
                </a:lnTo>
                <a:lnTo>
                  <a:pt x="18910" y="346710"/>
                </a:lnTo>
                <a:lnTo>
                  <a:pt x="33401" y="346710"/>
                </a:lnTo>
                <a:lnTo>
                  <a:pt x="38303" y="350520"/>
                </a:lnTo>
                <a:lnTo>
                  <a:pt x="40500" y="350520"/>
                </a:lnTo>
                <a:lnTo>
                  <a:pt x="43103" y="351789"/>
                </a:lnTo>
                <a:lnTo>
                  <a:pt x="42671" y="351789"/>
                </a:lnTo>
                <a:lnTo>
                  <a:pt x="48145" y="354329"/>
                </a:lnTo>
                <a:lnTo>
                  <a:pt x="50393" y="354329"/>
                </a:lnTo>
                <a:lnTo>
                  <a:pt x="53276" y="355600"/>
                </a:lnTo>
                <a:lnTo>
                  <a:pt x="58483" y="355600"/>
                </a:lnTo>
                <a:lnTo>
                  <a:pt x="61506" y="356870"/>
                </a:lnTo>
                <a:lnTo>
                  <a:pt x="421379" y="356870"/>
                </a:lnTo>
                <a:lnTo>
                  <a:pt x="418922" y="358139"/>
                </a:lnTo>
                <a:close/>
              </a:path>
              <a:path w="452755" h="365760">
                <a:moveTo>
                  <a:pt x="429145" y="350520"/>
                </a:moveTo>
                <a:lnTo>
                  <a:pt x="413981" y="350520"/>
                </a:lnTo>
                <a:lnTo>
                  <a:pt x="418884" y="346710"/>
                </a:lnTo>
                <a:lnTo>
                  <a:pt x="433374" y="346710"/>
                </a:lnTo>
                <a:lnTo>
                  <a:pt x="429145" y="350520"/>
                </a:lnTo>
                <a:close/>
              </a:path>
              <a:path w="452755" h="365760">
                <a:moveTo>
                  <a:pt x="40500" y="350520"/>
                </a:moveTo>
                <a:lnTo>
                  <a:pt x="38303" y="350520"/>
                </a:lnTo>
                <a:lnTo>
                  <a:pt x="37896" y="349250"/>
                </a:lnTo>
                <a:lnTo>
                  <a:pt x="40500" y="350520"/>
                </a:lnTo>
                <a:close/>
              </a:path>
              <a:path w="452755" h="365760">
                <a:moveTo>
                  <a:pt x="421379" y="356870"/>
                </a:moveTo>
                <a:lnTo>
                  <a:pt x="390791" y="356870"/>
                </a:lnTo>
                <a:lnTo>
                  <a:pt x="393814" y="355600"/>
                </a:lnTo>
                <a:lnTo>
                  <a:pt x="399008" y="355600"/>
                </a:lnTo>
                <a:lnTo>
                  <a:pt x="401891" y="354329"/>
                </a:lnTo>
                <a:lnTo>
                  <a:pt x="404139" y="354329"/>
                </a:lnTo>
                <a:lnTo>
                  <a:pt x="409613" y="351789"/>
                </a:lnTo>
                <a:lnTo>
                  <a:pt x="409181" y="351789"/>
                </a:lnTo>
                <a:lnTo>
                  <a:pt x="414388" y="349250"/>
                </a:lnTo>
                <a:lnTo>
                  <a:pt x="413981" y="350520"/>
                </a:lnTo>
                <a:lnTo>
                  <a:pt x="429145" y="350520"/>
                </a:lnTo>
                <a:lnTo>
                  <a:pt x="428790" y="351789"/>
                </a:lnTo>
                <a:lnTo>
                  <a:pt x="424218" y="354329"/>
                </a:lnTo>
                <a:lnTo>
                  <a:pt x="423837" y="355600"/>
                </a:lnTo>
                <a:lnTo>
                  <a:pt x="421379" y="356870"/>
                </a:lnTo>
                <a:close/>
              </a:path>
              <a:path w="452755" h="365760">
                <a:moveTo>
                  <a:pt x="413321" y="360679"/>
                </a:moveTo>
                <a:lnTo>
                  <a:pt x="38963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21" y="360679"/>
                </a:lnTo>
                <a:close/>
              </a:path>
              <a:path w="452755" h="365760">
                <a:moveTo>
                  <a:pt x="404025" y="364489"/>
                </a:moveTo>
                <a:lnTo>
                  <a:pt x="48031" y="364489"/>
                </a:lnTo>
                <a:lnTo>
                  <a:pt x="44869" y="363220"/>
                </a:lnTo>
                <a:lnTo>
                  <a:pt x="39395" y="360679"/>
                </a:lnTo>
                <a:lnTo>
                  <a:pt x="412889" y="360679"/>
                </a:lnTo>
                <a:lnTo>
                  <a:pt x="407416" y="363220"/>
                </a:lnTo>
                <a:lnTo>
                  <a:pt x="404025" y="364489"/>
                </a:lnTo>
                <a:close/>
              </a:path>
              <a:path w="452755" h="365760">
                <a:moveTo>
                  <a:pt x="397751" y="365760"/>
                </a:moveTo>
                <a:lnTo>
                  <a:pt x="54305" y="365760"/>
                </a:lnTo>
                <a:lnTo>
                  <a:pt x="51130" y="364489"/>
                </a:lnTo>
                <a:lnTo>
                  <a:pt x="400913" y="364489"/>
                </a:lnTo>
                <a:lnTo>
                  <a:pt x="397751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15112" y="6051803"/>
            <a:ext cx="330835" cy="192405"/>
          </a:xfrm>
          <a:custGeom>
            <a:avLst/>
            <a:gdLst/>
            <a:ahLst/>
            <a:cxnLst/>
            <a:rect l="l" t="t" r="r" b="b"/>
            <a:pathLst>
              <a:path w="330834" h="192404">
                <a:moveTo>
                  <a:pt x="0" y="0"/>
                </a:moveTo>
                <a:lnTo>
                  <a:pt x="330707" y="0"/>
                </a:lnTo>
                <a:lnTo>
                  <a:pt x="330707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09587" y="6046863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561"/>
                </a:moveTo>
                <a:lnTo>
                  <a:pt x="0" y="201561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36"/>
                </a:lnTo>
                <a:lnTo>
                  <a:pt x="4762" y="192036"/>
                </a:lnTo>
                <a:lnTo>
                  <a:pt x="9525" y="196799"/>
                </a:lnTo>
                <a:lnTo>
                  <a:pt x="341312" y="196799"/>
                </a:lnTo>
                <a:lnTo>
                  <a:pt x="341312" y="201561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799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36"/>
                </a:lnTo>
                <a:lnTo>
                  <a:pt x="336550" y="192036"/>
                </a:lnTo>
                <a:lnTo>
                  <a:pt x="331787" y="196799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799"/>
                </a:moveTo>
                <a:lnTo>
                  <a:pt x="4762" y="192036"/>
                </a:lnTo>
                <a:lnTo>
                  <a:pt x="9525" y="192036"/>
                </a:lnTo>
                <a:lnTo>
                  <a:pt x="9525" y="196799"/>
                </a:lnTo>
                <a:close/>
              </a:path>
              <a:path w="341630" h="201929">
                <a:moveTo>
                  <a:pt x="331787" y="196799"/>
                </a:moveTo>
                <a:lnTo>
                  <a:pt x="9525" y="196799"/>
                </a:lnTo>
                <a:lnTo>
                  <a:pt x="9525" y="192036"/>
                </a:lnTo>
                <a:lnTo>
                  <a:pt x="331787" y="192036"/>
                </a:lnTo>
                <a:lnTo>
                  <a:pt x="331787" y="196799"/>
                </a:lnTo>
                <a:close/>
              </a:path>
              <a:path w="341630" h="201929">
                <a:moveTo>
                  <a:pt x="341312" y="196799"/>
                </a:moveTo>
                <a:lnTo>
                  <a:pt x="331787" y="196799"/>
                </a:lnTo>
                <a:lnTo>
                  <a:pt x="336550" y="192036"/>
                </a:lnTo>
                <a:lnTo>
                  <a:pt x="341312" y="192036"/>
                </a:lnTo>
                <a:lnTo>
                  <a:pt x="341312" y="196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02297" y="6037973"/>
            <a:ext cx="143205" cy="138226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91489" y="6087173"/>
            <a:ext cx="207962" cy="14475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957072" y="5969508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7" y="356615"/>
                </a:moveTo>
                <a:lnTo>
                  <a:pt x="59436" y="356615"/>
                </a:lnTo>
                <a:lnTo>
                  <a:pt x="36422" y="351976"/>
                </a:lnTo>
                <a:lnTo>
                  <a:pt x="17564" y="339242"/>
                </a:lnTo>
                <a:lnTo>
                  <a:pt x="4782" y="320336"/>
                </a:lnTo>
                <a:lnTo>
                  <a:pt x="0" y="297179"/>
                </a:lnTo>
                <a:lnTo>
                  <a:pt x="0" y="59436"/>
                </a:lnTo>
                <a:lnTo>
                  <a:pt x="4782" y="36086"/>
                </a:lnTo>
                <a:lnTo>
                  <a:pt x="17564" y="17116"/>
                </a:lnTo>
                <a:lnTo>
                  <a:pt x="36422" y="4446"/>
                </a:lnTo>
                <a:lnTo>
                  <a:pt x="59436" y="0"/>
                </a:lnTo>
                <a:lnTo>
                  <a:pt x="384047" y="0"/>
                </a:lnTo>
                <a:lnTo>
                  <a:pt x="406954" y="4446"/>
                </a:lnTo>
                <a:lnTo>
                  <a:pt x="425777" y="17116"/>
                </a:lnTo>
                <a:lnTo>
                  <a:pt x="438594" y="36086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594" y="320336"/>
                </a:lnTo>
                <a:lnTo>
                  <a:pt x="425777" y="339242"/>
                </a:lnTo>
                <a:lnTo>
                  <a:pt x="406954" y="351976"/>
                </a:lnTo>
                <a:lnTo>
                  <a:pt x="384047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952576" y="5964339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54" y="1270"/>
                </a:moveTo>
                <a:lnTo>
                  <a:pt x="51371" y="1270"/>
                </a:lnTo>
                <a:lnTo>
                  <a:pt x="54533" y="0"/>
                </a:lnTo>
                <a:lnTo>
                  <a:pt x="397979" y="0"/>
                </a:lnTo>
                <a:lnTo>
                  <a:pt x="401154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63" y="5079"/>
                </a:lnTo>
                <a:lnTo>
                  <a:pt x="39395" y="3810"/>
                </a:lnTo>
                <a:lnTo>
                  <a:pt x="45199" y="2539"/>
                </a:lnTo>
                <a:lnTo>
                  <a:pt x="48259" y="1270"/>
                </a:lnTo>
                <a:lnTo>
                  <a:pt x="404253" y="1270"/>
                </a:lnTo>
                <a:lnTo>
                  <a:pt x="407085" y="2539"/>
                </a:lnTo>
                <a:lnTo>
                  <a:pt x="412889" y="3810"/>
                </a:lnTo>
                <a:lnTo>
                  <a:pt x="413321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47" y="10160"/>
                </a:moveTo>
                <a:lnTo>
                  <a:pt x="28447" y="10160"/>
                </a:lnTo>
                <a:lnTo>
                  <a:pt x="33362" y="7620"/>
                </a:lnTo>
                <a:lnTo>
                  <a:pt x="418922" y="7620"/>
                </a:lnTo>
                <a:lnTo>
                  <a:pt x="421379" y="8889"/>
                </a:lnTo>
                <a:lnTo>
                  <a:pt x="55968" y="8889"/>
                </a:lnTo>
                <a:lnTo>
                  <a:pt x="53047" y="10160"/>
                </a:lnTo>
                <a:close/>
              </a:path>
              <a:path w="452755" h="365760">
                <a:moveTo>
                  <a:pt x="55740" y="10160"/>
                </a:moveTo>
                <a:lnTo>
                  <a:pt x="55968" y="8889"/>
                </a:lnTo>
                <a:lnTo>
                  <a:pt x="58712" y="8889"/>
                </a:lnTo>
                <a:lnTo>
                  <a:pt x="55740" y="10160"/>
                </a:lnTo>
                <a:close/>
              </a:path>
              <a:path w="452755" h="365760">
                <a:moveTo>
                  <a:pt x="396544" y="10160"/>
                </a:moveTo>
                <a:lnTo>
                  <a:pt x="393572" y="8889"/>
                </a:lnTo>
                <a:lnTo>
                  <a:pt x="396316" y="8889"/>
                </a:lnTo>
                <a:lnTo>
                  <a:pt x="396544" y="10160"/>
                </a:lnTo>
                <a:close/>
              </a:path>
              <a:path w="452755" h="365760">
                <a:moveTo>
                  <a:pt x="423837" y="10160"/>
                </a:moveTo>
                <a:lnTo>
                  <a:pt x="399237" y="10160"/>
                </a:lnTo>
                <a:lnTo>
                  <a:pt x="396316" y="8889"/>
                </a:lnTo>
                <a:lnTo>
                  <a:pt x="421379" y="8889"/>
                </a:lnTo>
                <a:lnTo>
                  <a:pt x="423837" y="10160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910" y="17779"/>
                </a:lnTo>
                <a:lnTo>
                  <a:pt x="23139" y="13970"/>
                </a:lnTo>
                <a:lnTo>
                  <a:pt x="23494" y="13970"/>
                </a:lnTo>
                <a:lnTo>
                  <a:pt x="28079" y="10160"/>
                </a:lnTo>
                <a:lnTo>
                  <a:pt x="50634" y="10160"/>
                </a:lnTo>
                <a:lnTo>
                  <a:pt x="47802" y="11429"/>
                </a:lnTo>
                <a:lnTo>
                  <a:pt x="48145" y="11429"/>
                </a:lnTo>
                <a:lnTo>
                  <a:pt x="42671" y="12700"/>
                </a:lnTo>
                <a:lnTo>
                  <a:pt x="43103" y="12700"/>
                </a:lnTo>
                <a:lnTo>
                  <a:pt x="37896" y="15239"/>
                </a:lnTo>
                <a:lnTo>
                  <a:pt x="38303" y="15239"/>
                </a:lnTo>
                <a:lnTo>
                  <a:pt x="33400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85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99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18884" y="17779"/>
                </a:lnTo>
                <a:lnTo>
                  <a:pt x="413981" y="15239"/>
                </a:lnTo>
                <a:lnTo>
                  <a:pt x="414388" y="15239"/>
                </a:lnTo>
                <a:lnTo>
                  <a:pt x="409181" y="12700"/>
                </a:lnTo>
                <a:lnTo>
                  <a:pt x="409613" y="12700"/>
                </a:lnTo>
                <a:lnTo>
                  <a:pt x="404139" y="11429"/>
                </a:lnTo>
                <a:lnTo>
                  <a:pt x="404482" y="11429"/>
                </a:lnTo>
                <a:lnTo>
                  <a:pt x="401662" y="10160"/>
                </a:lnTo>
                <a:lnTo>
                  <a:pt x="424218" y="10160"/>
                </a:lnTo>
                <a:lnTo>
                  <a:pt x="428790" y="13970"/>
                </a:lnTo>
                <a:lnTo>
                  <a:pt x="429145" y="13970"/>
                </a:lnTo>
                <a:lnTo>
                  <a:pt x="433374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2" y="332739"/>
                </a:moveTo>
                <a:lnTo>
                  <a:pt x="7581" y="332739"/>
                </a:lnTo>
                <a:lnTo>
                  <a:pt x="5067" y="326389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67" y="38100"/>
                </a:lnTo>
                <a:lnTo>
                  <a:pt x="7581" y="33020"/>
                </a:lnTo>
                <a:lnTo>
                  <a:pt x="18922" y="33020"/>
                </a:lnTo>
                <a:lnTo>
                  <a:pt x="16684" y="36829"/>
                </a:lnTo>
                <a:lnTo>
                  <a:pt x="16154" y="36829"/>
                </a:lnTo>
                <a:lnTo>
                  <a:pt x="14152" y="41910"/>
                </a:lnTo>
                <a:lnTo>
                  <a:pt x="13830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715" y="58420"/>
                </a:lnTo>
                <a:lnTo>
                  <a:pt x="9512" y="60960"/>
                </a:lnTo>
                <a:lnTo>
                  <a:pt x="9474" y="3022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7500"/>
                </a:lnTo>
                <a:lnTo>
                  <a:pt x="13830" y="323850"/>
                </a:lnTo>
                <a:lnTo>
                  <a:pt x="14277" y="323850"/>
                </a:lnTo>
                <a:lnTo>
                  <a:pt x="16154" y="327660"/>
                </a:lnTo>
                <a:lnTo>
                  <a:pt x="15938" y="327660"/>
                </a:lnTo>
                <a:lnTo>
                  <a:pt x="18922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89" y="36829"/>
                </a:lnTo>
                <a:lnTo>
                  <a:pt x="436130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54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30" y="36829"/>
                </a:lnTo>
                <a:lnTo>
                  <a:pt x="446589" y="36829"/>
                </a:lnTo>
                <a:lnTo>
                  <a:pt x="447217" y="38100"/>
                </a:lnTo>
                <a:lnTo>
                  <a:pt x="447395" y="39370"/>
                </a:lnTo>
                <a:lnTo>
                  <a:pt x="448398" y="41910"/>
                </a:lnTo>
                <a:lnTo>
                  <a:pt x="438454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30" y="41910"/>
                </a:lnTo>
                <a:lnTo>
                  <a:pt x="14152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54" y="41910"/>
                </a:lnTo>
                <a:lnTo>
                  <a:pt x="448398" y="41910"/>
                </a:lnTo>
                <a:lnTo>
                  <a:pt x="449402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2361" y="302260"/>
                </a:moveTo>
                <a:lnTo>
                  <a:pt x="442836" y="30226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361" y="302260"/>
                </a:lnTo>
                <a:close/>
              </a:path>
              <a:path w="452755" h="365760">
                <a:moveTo>
                  <a:pt x="9474" y="302260"/>
                </a:moveTo>
                <a:lnTo>
                  <a:pt x="9448" y="300989"/>
                </a:lnTo>
                <a:lnTo>
                  <a:pt x="9474" y="302260"/>
                </a:lnTo>
                <a:close/>
              </a:path>
              <a:path w="452755" h="365760">
                <a:moveTo>
                  <a:pt x="448398" y="323850"/>
                </a:moveTo>
                <a:lnTo>
                  <a:pt x="438454" y="323850"/>
                </a:lnTo>
                <a:lnTo>
                  <a:pt x="440448" y="31750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836" y="300989"/>
                </a:lnTo>
                <a:lnTo>
                  <a:pt x="442836" y="302260"/>
                </a:lnTo>
                <a:lnTo>
                  <a:pt x="452361" y="3022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49402" y="321310"/>
                </a:lnTo>
                <a:lnTo>
                  <a:pt x="448398" y="323850"/>
                </a:lnTo>
                <a:close/>
              </a:path>
              <a:path w="452755" h="365760">
                <a:moveTo>
                  <a:pt x="14277" y="323850"/>
                </a:moveTo>
                <a:lnTo>
                  <a:pt x="13830" y="323850"/>
                </a:lnTo>
                <a:lnTo>
                  <a:pt x="13652" y="322579"/>
                </a:lnTo>
                <a:lnTo>
                  <a:pt x="14277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30" y="327660"/>
                </a:lnTo>
                <a:lnTo>
                  <a:pt x="438632" y="322579"/>
                </a:lnTo>
                <a:lnTo>
                  <a:pt x="438454" y="323850"/>
                </a:lnTo>
                <a:lnTo>
                  <a:pt x="448398" y="323850"/>
                </a:lnTo>
                <a:lnTo>
                  <a:pt x="447395" y="326389"/>
                </a:lnTo>
                <a:lnTo>
                  <a:pt x="447217" y="326389"/>
                </a:lnTo>
                <a:lnTo>
                  <a:pt x="444703" y="332739"/>
                </a:lnTo>
                <a:close/>
              </a:path>
              <a:path w="452755" h="365760">
                <a:moveTo>
                  <a:pt x="33781" y="346710"/>
                </a:move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85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close/>
              </a:path>
              <a:path w="452755" h="365760">
                <a:moveTo>
                  <a:pt x="433692" y="346710"/>
                </a:move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99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close/>
              </a:path>
              <a:path w="452755" h="365760">
                <a:moveTo>
                  <a:pt x="418922" y="358139"/>
                </a:moveTo>
                <a:lnTo>
                  <a:pt x="33362" y="358139"/>
                </a:lnTo>
                <a:lnTo>
                  <a:pt x="28447" y="355600"/>
                </a:lnTo>
                <a:lnTo>
                  <a:pt x="28079" y="354329"/>
                </a:lnTo>
                <a:lnTo>
                  <a:pt x="23494" y="351789"/>
                </a:lnTo>
                <a:lnTo>
                  <a:pt x="23139" y="350520"/>
                </a:lnTo>
                <a:lnTo>
                  <a:pt x="18910" y="346710"/>
                </a:lnTo>
                <a:lnTo>
                  <a:pt x="33400" y="346710"/>
                </a:lnTo>
                <a:lnTo>
                  <a:pt x="38303" y="350520"/>
                </a:lnTo>
                <a:lnTo>
                  <a:pt x="40500" y="350520"/>
                </a:lnTo>
                <a:lnTo>
                  <a:pt x="43103" y="351789"/>
                </a:lnTo>
                <a:lnTo>
                  <a:pt x="42671" y="351789"/>
                </a:lnTo>
                <a:lnTo>
                  <a:pt x="48145" y="354329"/>
                </a:lnTo>
                <a:lnTo>
                  <a:pt x="50393" y="354329"/>
                </a:lnTo>
                <a:lnTo>
                  <a:pt x="53276" y="355600"/>
                </a:lnTo>
                <a:lnTo>
                  <a:pt x="58483" y="355600"/>
                </a:lnTo>
                <a:lnTo>
                  <a:pt x="61506" y="356870"/>
                </a:lnTo>
                <a:lnTo>
                  <a:pt x="421379" y="356870"/>
                </a:lnTo>
                <a:lnTo>
                  <a:pt x="418922" y="358139"/>
                </a:lnTo>
                <a:close/>
              </a:path>
              <a:path w="452755" h="365760">
                <a:moveTo>
                  <a:pt x="429145" y="350520"/>
                </a:moveTo>
                <a:lnTo>
                  <a:pt x="413981" y="350520"/>
                </a:lnTo>
                <a:lnTo>
                  <a:pt x="418884" y="346710"/>
                </a:lnTo>
                <a:lnTo>
                  <a:pt x="433374" y="346710"/>
                </a:lnTo>
                <a:lnTo>
                  <a:pt x="429145" y="350520"/>
                </a:lnTo>
                <a:close/>
              </a:path>
              <a:path w="452755" h="365760">
                <a:moveTo>
                  <a:pt x="40500" y="350520"/>
                </a:moveTo>
                <a:lnTo>
                  <a:pt x="38303" y="350520"/>
                </a:lnTo>
                <a:lnTo>
                  <a:pt x="37896" y="349250"/>
                </a:lnTo>
                <a:lnTo>
                  <a:pt x="40500" y="350520"/>
                </a:lnTo>
                <a:close/>
              </a:path>
              <a:path w="452755" h="365760">
                <a:moveTo>
                  <a:pt x="421379" y="356870"/>
                </a:moveTo>
                <a:lnTo>
                  <a:pt x="390791" y="356870"/>
                </a:lnTo>
                <a:lnTo>
                  <a:pt x="393814" y="355600"/>
                </a:lnTo>
                <a:lnTo>
                  <a:pt x="399008" y="355600"/>
                </a:lnTo>
                <a:lnTo>
                  <a:pt x="401891" y="354329"/>
                </a:lnTo>
                <a:lnTo>
                  <a:pt x="404139" y="354329"/>
                </a:lnTo>
                <a:lnTo>
                  <a:pt x="409613" y="351789"/>
                </a:lnTo>
                <a:lnTo>
                  <a:pt x="409181" y="351789"/>
                </a:lnTo>
                <a:lnTo>
                  <a:pt x="414388" y="349250"/>
                </a:lnTo>
                <a:lnTo>
                  <a:pt x="413981" y="350520"/>
                </a:lnTo>
                <a:lnTo>
                  <a:pt x="429145" y="350520"/>
                </a:lnTo>
                <a:lnTo>
                  <a:pt x="428790" y="351789"/>
                </a:lnTo>
                <a:lnTo>
                  <a:pt x="424218" y="354329"/>
                </a:lnTo>
                <a:lnTo>
                  <a:pt x="423837" y="355600"/>
                </a:lnTo>
                <a:lnTo>
                  <a:pt x="421379" y="356870"/>
                </a:lnTo>
                <a:close/>
              </a:path>
              <a:path w="452755" h="365760">
                <a:moveTo>
                  <a:pt x="413321" y="360679"/>
                </a:moveTo>
                <a:lnTo>
                  <a:pt x="38963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21" y="360679"/>
                </a:lnTo>
                <a:close/>
              </a:path>
              <a:path w="452755" h="365760">
                <a:moveTo>
                  <a:pt x="404025" y="364489"/>
                </a:moveTo>
                <a:lnTo>
                  <a:pt x="48031" y="364489"/>
                </a:lnTo>
                <a:lnTo>
                  <a:pt x="44869" y="363220"/>
                </a:lnTo>
                <a:lnTo>
                  <a:pt x="39395" y="360679"/>
                </a:lnTo>
                <a:lnTo>
                  <a:pt x="412889" y="360679"/>
                </a:lnTo>
                <a:lnTo>
                  <a:pt x="407416" y="363220"/>
                </a:lnTo>
                <a:lnTo>
                  <a:pt x="404025" y="364489"/>
                </a:lnTo>
                <a:close/>
              </a:path>
              <a:path w="452755" h="365760">
                <a:moveTo>
                  <a:pt x="397751" y="365760"/>
                </a:moveTo>
                <a:lnTo>
                  <a:pt x="54305" y="365760"/>
                </a:lnTo>
                <a:lnTo>
                  <a:pt x="51130" y="364489"/>
                </a:lnTo>
                <a:lnTo>
                  <a:pt x="400913" y="364489"/>
                </a:lnTo>
                <a:lnTo>
                  <a:pt x="397751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013460" y="6051803"/>
            <a:ext cx="330835" cy="192405"/>
          </a:xfrm>
          <a:custGeom>
            <a:avLst/>
            <a:gdLst/>
            <a:ahLst/>
            <a:cxnLst/>
            <a:rect l="l" t="t" r="r" b="b"/>
            <a:pathLst>
              <a:path w="330834" h="192404">
                <a:moveTo>
                  <a:pt x="0" y="0"/>
                </a:moveTo>
                <a:lnTo>
                  <a:pt x="330708" y="0"/>
                </a:lnTo>
                <a:lnTo>
                  <a:pt x="330708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008062" y="6046863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561"/>
                </a:moveTo>
                <a:lnTo>
                  <a:pt x="0" y="201561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36"/>
                </a:lnTo>
                <a:lnTo>
                  <a:pt x="4762" y="192036"/>
                </a:lnTo>
                <a:lnTo>
                  <a:pt x="9525" y="196799"/>
                </a:lnTo>
                <a:lnTo>
                  <a:pt x="341312" y="196799"/>
                </a:lnTo>
                <a:lnTo>
                  <a:pt x="341312" y="201561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799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36"/>
                </a:lnTo>
                <a:lnTo>
                  <a:pt x="336550" y="192036"/>
                </a:lnTo>
                <a:lnTo>
                  <a:pt x="331787" y="196799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799"/>
                </a:moveTo>
                <a:lnTo>
                  <a:pt x="4762" y="192036"/>
                </a:lnTo>
                <a:lnTo>
                  <a:pt x="9525" y="192036"/>
                </a:lnTo>
                <a:lnTo>
                  <a:pt x="9525" y="196799"/>
                </a:lnTo>
                <a:close/>
              </a:path>
              <a:path w="341630" h="201929">
                <a:moveTo>
                  <a:pt x="331787" y="196799"/>
                </a:moveTo>
                <a:lnTo>
                  <a:pt x="9525" y="196799"/>
                </a:lnTo>
                <a:lnTo>
                  <a:pt x="9525" y="192036"/>
                </a:lnTo>
                <a:lnTo>
                  <a:pt x="331787" y="192036"/>
                </a:lnTo>
                <a:lnTo>
                  <a:pt x="331787" y="196799"/>
                </a:lnTo>
                <a:close/>
              </a:path>
              <a:path w="341630" h="201929">
                <a:moveTo>
                  <a:pt x="341312" y="196799"/>
                </a:moveTo>
                <a:lnTo>
                  <a:pt x="331787" y="196799"/>
                </a:lnTo>
                <a:lnTo>
                  <a:pt x="336550" y="192036"/>
                </a:lnTo>
                <a:lnTo>
                  <a:pt x="341312" y="192036"/>
                </a:lnTo>
                <a:lnTo>
                  <a:pt x="341312" y="196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048397" y="6087173"/>
            <a:ext cx="143205" cy="13825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081747" y="6087173"/>
            <a:ext cx="216179" cy="144754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800100" y="6051803"/>
            <a:ext cx="257810" cy="208915"/>
          </a:xfrm>
          <a:custGeom>
            <a:avLst/>
            <a:gdLst/>
            <a:ahLst/>
            <a:cxnLst/>
            <a:rect l="l" t="t" r="r" b="b"/>
            <a:pathLst>
              <a:path w="257809" h="208914">
                <a:moveTo>
                  <a:pt x="67056" y="208787"/>
                </a:moveTo>
                <a:lnTo>
                  <a:pt x="67056" y="161544"/>
                </a:lnTo>
                <a:lnTo>
                  <a:pt x="0" y="161544"/>
                </a:lnTo>
                <a:lnTo>
                  <a:pt x="0" y="47244"/>
                </a:lnTo>
                <a:lnTo>
                  <a:pt x="67056" y="47244"/>
                </a:lnTo>
                <a:lnTo>
                  <a:pt x="67056" y="0"/>
                </a:lnTo>
                <a:lnTo>
                  <a:pt x="257556" y="105156"/>
                </a:lnTo>
                <a:lnTo>
                  <a:pt x="67056" y="208787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95337" y="6043574"/>
            <a:ext cx="272415" cy="226060"/>
          </a:xfrm>
          <a:custGeom>
            <a:avLst/>
            <a:gdLst/>
            <a:ahLst/>
            <a:cxnLst/>
            <a:rect l="l" t="t" r="r" b="b"/>
            <a:pathLst>
              <a:path w="272415" h="226060">
                <a:moveTo>
                  <a:pt x="66738" y="55664"/>
                </a:moveTo>
                <a:lnTo>
                  <a:pt x="66738" y="0"/>
                </a:lnTo>
                <a:lnTo>
                  <a:pt x="81377" y="8051"/>
                </a:lnTo>
                <a:lnTo>
                  <a:pt x="76263" y="8051"/>
                </a:lnTo>
                <a:lnTo>
                  <a:pt x="69202" y="12230"/>
                </a:lnTo>
                <a:lnTo>
                  <a:pt x="76263" y="16114"/>
                </a:lnTo>
                <a:lnTo>
                  <a:pt x="76263" y="50901"/>
                </a:lnTo>
                <a:lnTo>
                  <a:pt x="71500" y="50901"/>
                </a:lnTo>
                <a:lnTo>
                  <a:pt x="66738" y="55664"/>
                </a:lnTo>
                <a:close/>
              </a:path>
              <a:path w="272415" h="226060">
                <a:moveTo>
                  <a:pt x="76263" y="16114"/>
                </a:moveTo>
                <a:lnTo>
                  <a:pt x="69202" y="12230"/>
                </a:lnTo>
                <a:lnTo>
                  <a:pt x="76263" y="8051"/>
                </a:lnTo>
                <a:lnTo>
                  <a:pt x="76263" y="16114"/>
                </a:lnTo>
                <a:close/>
              </a:path>
              <a:path w="272415" h="226060">
                <a:moveTo>
                  <a:pt x="252042" y="112801"/>
                </a:moveTo>
                <a:lnTo>
                  <a:pt x="76263" y="16114"/>
                </a:lnTo>
                <a:lnTo>
                  <a:pt x="76263" y="8051"/>
                </a:lnTo>
                <a:lnTo>
                  <a:pt x="81377" y="8051"/>
                </a:lnTo>
                <a:lnTo>
                  <a:pt x="264221" y="108623"/>
                </a:lnTo>
                <a:lnTo>
                  <a:pt x="259638" y="108623"/>
                </a:lnTo>
                <a:lnTo>
                  <a:pt x="252042" y="112801"/>
                </a:lnTo>
                <a:close/>
              </a:path>
              <a:path w="272415" h="226060">
                <a:moveTo>
                  <a:pt x="66738" y="174701"/>
                </a:moveTo>
                <a:lnTo>
                  <a:pt x="0" y="174701"/>
                </a:lnTo>
                <a:lnTo>
                  <a:pt x="0" y="50901"/>
                </a:lnTo>
                <a:lnTo>
                  <a:pt x="66738" y="50901"/>
                </a:lnTo>
                <a:lnTo>
                  <a:pt x="66738" y="55664"/>
                </a:lnTo>
                <a:lnTo>
                  <a:pt x="9525" y="55664"/>
                </a:lnTo>
                <a:lnTo>
                  <a:pt x="4762" y="60426"/>
                </a:lnTo>
                <a:lnTo>
                  <a:pt x="9525" y="60426"/>
                </a:lnTo>
                <a:lnTo>
                  <a:pt x="9525" y="165176"/>
                </a:lnTo>
                <a:lnTo>
                  <a:pt x="4762" y="165176"/>
                </a:lnTo>
                <a:lnTo>
                  <a:pt x="9525" y="169938"/>
                </a:lnTo>
                <a:lnTo>
                  <a:pt x="66738" y="169938"/>
                </a:lnTo>
                <a:lnTo>
                  <a:pt x="66738" y="174701"/>
                </a:lnTo>
                <a:close/>
              </a:path>
              <a:path w="272415" h="226060">
                <a:moveTo>
                  <a:pt x="76263" y="60426"/>
                </a:moveTo>
                <a:lnTo>
                  <a:pt x="9525" y="60426"/>
                </a:lnTo>
                <a:lnTo>
                  <a:pt x="9525" y="55664"/>
                </a:lnTo>
                <a:lnTo>
                  <a:pt x="66738" y="55664"/>
                </a:lnTo>
                <a:lnTo>
                  <a:pt x="71500" y="50901"/>
                </a:lnTo>
                <a:lnTo>
                  <a:pt x="76263" y="50901"/>
                </a:lnTo>
                <a:lnTo>
                  <a:pt x="76263" y="60426"/>
                </a:lnTo>
                <a:close/>
              </a:path>
              <a:path w="272415" h="226060">
                <a:moveTo>
                  <a:pt x="9525" y="60426"/>
                </a:moveTo>
                <a:lnTo>
                  <a:pt x="4762" y="60426"/>
                </a:lnTo>
                <a:lnTo>
                  <a:pt x="9525" y="55664"/>
                </a:lnTo>
                <a:lnTo>
                  <a:pt x="9525" y="60426"/>
                </a:lnTo>
                <a:close/>
              </a:path>
              <a:path w="272415" h="226060">
                <a:moveTo>
                  <a:pt x="259638" y="116979"/>
                </a:moveTo>
                <a:lnTo>
                  <a:pt x="252042" y="112801"/>
                </a:lnTo>
                <a:lnTo>
                  <a:pt x="259638" y="108623"/>
                </a:lnTo>
                <a:lnTo>
                  <a:pt x="259638" y="116979"/>
                </a:lnTo>
                <a:close/>
              </a:path>
              <a:path w="272415" h="226060">
                <a:moveTo>
                  <a:pt x="264221" y="116979"/>
                </a:moveTo>
                <a:lnTo>
                  <a:pt x="259638" y="116979"/>
                </a:lnTo>
                <a:lnTo>
                  <a:pt x="259638" y="108623"/>
                </a:lnTo>
                <a:lnTo>
                  <a:pt x="264221" y="108623"/>
                </a:lnTo>
                <a:lnTo>
                  <a:pt x="271818" y="112801"/>
                </a:lnTo>
                <a:lnTo>
                  <a:pt x="264221" y="116979"/>
                </a:lnTo>
                <a:close/>
              </a:path>
              <a:path w="272415" h="226060">
                <a:moveTo>
                  <a:pt x="81377" y="217550"/>
                </a:moveTo>
                <a:lnTo>
                  <a:pt x="76263" y="217550"/>
                </a:lnTo>
                <a:lnTo>
                  <a:pt x="76263" y="209488"/>
                </a:lnTo>
                <a:lnTo>
                  <a:pt x="252042" y="112801"/>
                </a:lnTo>
                <a:lnTo>
                  <a:pt x="259638" y="116979"/>
                </a:lnTo>
                <a:lnTo>
                  <a:pt x="264221" y="116979"/>
                </a:lnTo>
                <a:lnTo>
                  <a:pt x="81377" y="217550"/>
                </a:lnTo>
                <a:close/>
              </a:path>
              <a:path w="272415" h="226060">
                <a:moveTo>
                  <a:pt x="9525" y="169938"/>
                </a:moveTo>
                <a:lnTo>
                  <a:pt x="4762" y="165176"/>
                </a:lnTo>
                <a:lnTo>
                  <a:pt x="9525" y="165176"/>
                </a:lnTo>
                <a:lnTo>
                  <a:pt x="9525" y="169938"/>
                </a:lnTo>
                <a:close/>
              </a:path>
              <a:path w="272415" h="226060">
                <a:moveTo>
                  <a:pt x="76263" y="174701"/>
                </a:moveTo>
                <a:lnTo>
                  <a:pt x="71500" y="174701"/>
                </a:lnTo>
                <a:lnTo>
                  <a:pt x="66738" y="169938"/>
                </a:lnTo>
                <a:lnTo>
                  <a:pt x="9525" y="169938"/>
                </a:lnTo>
                <a:lnTo>
                  <a:pt x="9525" y="165176"/>
                </a:lnTo>
                <a:lnTo>
                  <a:pt x="76263" y="165176"/>
                </a:lnTo>
                <a:lnTo>
                  <a:pt x="76263" y="174701"/>
                </a:lnTo>
                <a:close/>
              </a:path>
              <a:path w="272415" h="226060">
                <a:moveTo>
                  <a:pt x="66738" y="225602"/>
                </a:moveTo>
                <a:lnTo>
                  <a:pt x="66738" y="169938"/>
                </a:lnTo>
                <a:lnTo>
                  <a:pt x="71500" y="174701"/>
                </a:lnTo>
                <a:lnTo>
                  <a:pt x="76263" y="174701"/>
                </a:lnTo>
                <a:lnTo>
                  <a:pt x="76263" y="209488"/>
                </a:lnTo>
                <a:lnTo>
                  <a:pt x="69202" y="213372"/>
                </a:lnTo>
                <a:lnTo>
                  <a:pt x="76263" y="217550"/>
                </a:lnTo>
                <a:lnTo>
                  <a:pt x="81377" y="217550"/>
                </a:lnTo>
                <a:lnTo>
                  <a:pt x="66738" y="225602"/>
                </a:lnTo>
                <a:close/>
              </a:path>
              <a:path w="272415" h="226060">
                <a:moveTo>
                  <a:pt x="76263" y="217550"/>
                </a:moveTo>
                <a:lnTo>
                  <a:pt x="69202" y="213372"/>
                </a:lnTo>
                <a:lnTo>
                  <a:pt x="76263" y="209488"/>
                </a:lnTo>
                <a:lnTo>
                  <a:pt x="76263" y="2175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 txBox="1"/>
          <p:nvPr/>
        </p:nvSpPr>
        <p:spPr>
          <a:xfrm>
            <a:off x="1347469" y="1782533"/>
            <a:ext cx="5708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630" baseline="32986" dirty="0">
                <a:latin typeface="Lucida Sans Typewriter"/>
                <a:cs typeface="Lucida Sans Typewriter"/>
              </a:rPr>
              <a:t>(10</a:t>
            </a:r>
            <a:r>
              <a:rPr sz="2400" b="1" spc="-420" dirty="0">
                <a:latin typeface="Arial Narrow"/>
                <a:cs typeface="Arial Narrow"/>
              </a:rPr>
              <a:t>I</a:t>
            </a:r>
            <a:r>
              <a:rPr sz="2400" spc="-630" baseline="32986" dirty="0">
                <a:latin typeface="Lucida Sans Typewriter"/>
                <a:cs typeface="Lucida Sans Typewriter"/>
              </a:rPr>
              <a:t>5</a:t>
            </a:r>
            <a:r>
              <a:rPr sz="2400" b="1" spc="-420" dirty="0">
                <a:latin typeface="Arial Narrow"/>
                <a:cs typeface="Arial Narrow"/>
              </a:rPr>
              <a:t>N</a:t>
            </a:r>
            <a:r>
              <a:rPr sz="2400" spc="-630" baseline="32986" dirty="0">
                <a:latin typeface="Lucida Sans Typewriter"/>
                <a:cs typeface="Lucida Sans Typewriter"/>
              </a:rPr>
              <a:t>2</a:t>
            </a:r>
            <a:r>
              <a:rPr sz="2400" b="1" spc="-420" dirty="0">
                <a:latin typeface="Arial Narrow"/>
                <a:cs typeface="Arial Narrow"/>
              </a:rPr>
              <a:t>S</a:t>
            </a:r>
            <a:r>
              <a:rPr sz="2400" spc="-630" baseline="32986" dirty="0">
                <a:latin typeface="Lucida Sans Typewriter"/>
                <a:cs typeface="Lucida Sans Typewriter"/>
              </a:rPr>
              <a:t>5</a:t>
            </a:r>
            <a:r>
              <a:rPr sz="2400" b="1" spc="-420" dirty="0">
                <a:latin typeface="Arial Narrow"/>
                <a:cs typeface="Arial Narrow"/>
              </a:rPr>
              <a:t>E</a:t>
            </a:r>
            <a:r>
              <a:rPr sz="2400" spc="-630" baseline="32986" dirty="0">
                <a:latin typeface="Lucida Sans Typewriter"/>
                <a:cs typeface="Lucida Sans Typewriter"/>
              </a:rPr>
              <a:t>,</a:t>
            </a:r>
            <a:r>
              <a:rPr sz="2400" spc="-1050" baseline="32986" dirty="0">
                <a:latin typeface="Lucida Sans Typewriter"/>
                <a:cs typeface="Lucida Sans Typewriter"/>
              </a:rPr>
              <a:t> </a:t>
            </a:r>
            <a:r>
              <a:rPr sz="2400" b="1" spc="-484" dirty="0">
                <a:latin typeface="Arial Narrow"/>
                <a:cs typeface="Arial Narrow"/>
              </a:rPr>
              <a:t>R</a:t>
            </a:r>
            <a:r>
              <a:rPr sz="2400" spc="-727" baseline="32986" dirty="0">
                <a:latin typeface="Lucida Sans Typewriter"/>
                <a:cs typeface="Lucida Sans Typewriter"/>
              </a:rPr>
              <a:t>2</a:t>
            </a:r>
            <a:r>
              <a:rPr sz="2400" b="1" spc="-484" dirty="0">
                <a:latin typeface="Arial Narrow"/>
                <a:cs typeface="Arial Narrow"/>
              </a:rPr>
              <a:t>T</a:t>
            </a:r>
            <a:r>
              <a:rPr sz="2400" spc="-727" baseline="32986" dirty="0">
                <a:latin typeface="Lucida Sans Typewriter"/>
                <a:cs typeface="Lucida Sans Typewriter"/>
              </a:rPr>
              <a:t>,</a:t>
            </a:r>
            <a:r>
              <a:rPr sz="2400" spc="-637" baseline="32986" dirty="0">
                <a:latin typeface="Lucida Sans Typewriter"/>
                <a:cs typeface="Lucida Sans Typewriter"/>
              </a:rPr>
              <a:t> </a:t>
            </a:r>
            <a:r>
              <a:rPr sz="2400" b="1" spc="-515" dirty="0">
                <a:latin typeface="Arial Narrow"/>
                <a:cs typeface="Arial Narrow"/>
              </a:rPr>
              <a:t>S</a:t>
            </a:r>
            <a:r>
              <a:rPr sz="2400" spc="-772" baseline="32986" dirty="0">
                <a:latin typeface="Lucida Sans Typewriter"/>
                <a:cs typeface="Lucida Sans Typewriter"/>
              </a:rPr>
              <a:t>1</a:t>
            </a:r>
            <a:r>
              <a:rPr sz="2400" b="1" spc="-515" dirty="0">
                <a:latin typeface="Arial Narrow"/>
                <a:cs typeface="Arial Narrow"/>
              </a:rPr>
              <a:t>t</a:t>
            </a:r>
            <a:r>
              <a:rPr sz="2400" spc="-772" baseline="32986" dirty="0">
                <a:latin typeface="Lucida Sans Typewriter"/>
                <a:cs typeface="Lucida Sans Typewriter"/>
              </a:rPr>
              <a:t>9</a:t>
            </a:r>
            <a:r>
              <a:rPr sz="2400" b="1" spc="-515" dirty="0">
                <a:latin typeface="Arial Narrow"/>
                <a:cs typeface="Arial Narrow"/>
              </a:rPr>
              <a:t>a</a:t>
            </a:r>
            <a:r>
              <a:rPr sz="2400" spc="-772" baseline="32986" dirty="0">
                <a:latin typeface="Lucida Sans Typewriter"/>
                <a:cs typeface="Lucida Sans Typewriter"/>
              </a:rPr>
              <a:t>.</a:t>
            </a:r>
            <a:r>
              <a:rPr sz="2400" b="1" spc="-515" dirty="0">
                <a:latin typeface="Arial Narrow"/>
                <a:cs typeface="Arial Narrow"/>
              </a:rPr>
              <a:t>t</a:t>
            </a:r>
            <a:r>
              <a:rPr sz="2400" spc="-772" baseline="32986" dirty="0">
                <a:latin typeface="Lucida Sans Typewriter"/>
                <a:cs typeface="Lucida Sans Typewriter"/>
              </a:rPr>
              <a:t>0</a:t>
            </a:r>
            <a:r>
              <a:rPr sz="2400" b="1" spc="-515" dirty="0">
                <a:latin typeface="Arial Narrow"/>
                <a:cs typeface="Arial Narrow"/>
              </a:rPr>
              <a:t>e</a:t>
            </a:r>
            <a:r>
              <a:rPr sz="2400" spc="-772" baseline="32986" dirty="0">
                <a:latin typeface="Lucida Sans Typewriter"/>
                <a:cs typeface="Lucida Sans Typewriter"/>
              </a:rPr>
              <a:t>0</a:t>
            </a:r>
            <a:r>
              <a:rPr sz="2400" b="1" spc="-515" dirty="0">
                <a:latin typeface="Arial Narrow"/>
                <a:cs typeface="Arial Narrow"/>
              </a:rPr>
              <a:t>m</a:t>
            </a:r>
            <a:r>
              <a:rPr sz="2400" spc="-772" baseline="32986" dirty="0">
                <a:latin typeface="Lucida Sans Typewriter"/>
                <a:cs typeface="Lucida Sans Typewriter"/>
              </a:rPr>
              <a:t>,</a:t>
            </a:r>
            <a:r>
              <a:rPr sz="2400" spc="-922" baseline="32986" dirty="0">
                <a:latin typeface="Lucida Sans Typewriter"/>
                <a:cs typeface="Lucida Sans Typewriter"/>
              </a:rPr>
              <a:t> </a:t>
            </a:r>
            <a:r>
              <a:rPr sz="2400" b="1" spc="-390" dirty="0">
                <a:latin typeface="Arial Narrow"/>
                <a:cs typeface="Arial Narrow"/>
              </a:rPr>
              <a:t>e</a:t>
            </a:r>
            <a:r>
              <a:rPr sz="2400" spc="-585" baseline="32986" dirty="0">
                <a:latin typeface="Lucida Sans Typewriter"/>
                <a:cs typeface="Lucida Sans Typewriter"/>
              </a:rPr>
              <a:t>5</a:t>
            </a:r>
            <a:r>
              <a:rPr sz="2400" b="1" spc="-390" dirty="0">
                <a:latin typeface="Arial Narrow"/>
                <a:cs typeface="Arial Narrow"/>
              </a:rPr>
              <a:t>n</a:t>
            </a:r>
            <a:r>
              <a:rPr sz="2400" spc="-585" baseline="32986" dirty="0">
                <a:latin typeface="Lucida Sans Typewriter"/>
                <a:cs typeface="Lucida Sans Typewriter"/>
              </a:rPr>
              <a:t>,</a:t>
            </a:r>
            <a:r>
              <a:rPr sz="2400" b="1" spc="-390" dirty="0">
                <a:latin typeface="Arial Narrow"/>
                <a:cs typeface="Arial Narrow"/>
              </a:rPr>
              <a:t>t</a:t>
            </a:r>
            <a:r>
              <a:rPr sz="2400" b="1" spc="-315" dirty="0">
                <a:latin typeface="Arial Narrow"/>
                <a:cs typeface="Arial Narrow"/>
              </a:rPr>
              <a:t> </a:t>
            </a:r>
            <a:r>
              <a:rPr sz="2400" b="1" spc="-425" dirty="0">
                <a:latin typeface="Arial Narrow"/>
                <a:cs typeface="Arial Narrow"/>
              </a:rPr>
              <a:t>t</a:t>
            </a:r>
            <a:r>
              <a:rPr sz="2400" spc="-637" baseline="32986" dirty="0">
                <a:latin typeface="Lucida Sans Typewriter"/>
                <a:cs typeface="Lucida Sans Typewriter"/>
              </a:rPr>
              <a:t>0</a:t>
            </a:r>
            <a:r>
              <a:rPr sz="2400" b="1" spc="-425" dirty="0">
                <a:latin typeface="Arial Narrow"/>
                <a:cs typeface="Arial Narrow"/>
              </a:rPr>
              <a:t>o</a:t>
            </a:r>
            <a:r>
              <a:rPr sz="2400" spc="-637" baseline="32986" dirty="0">
                <a:latin typeface="Lucida Sans Typewriter"/>
                <a:cs typeface="Lucida Sans Typewriter"/>
              </a:rPr>
              <a:t>.2</a:t>
            </a:r>
            <a:r>
              <a:rPr sz="2400" b="1" spc="-425" dirty="0">
                <a:latin typeface="Arial Narrow"/>
                <a:cs typeface="Arial Narrow"/>
              </a:rPr>
              <a:t>a</a:t>
            </a:r>
            <a:r>
              <a:rPr sz="2400" spc="-637" baseline="32986" dirty="0">
                <a:latin typeface="Lucida Sans Typewriter"/>
                <a:cs typeface="Lucida Sans Typewriter"/>
              </a:rPr>
              <a:t>)</a:t>
            </a:r>
            <a:r>
              <a:rPr sz="2400" spc="-1200" baseline="32986" dirty="0">
                <a:latin typeface="Lucida Sans Typewriter"/>
                <a:cs typeface="Lucida Sans Typewriter"/>
              </a:rPr>
              <a:t> </a:t>
            </a:r>
            <a:r>
              <a:rPr sz="2400" b="1" spc="-35" dirty="0">
                <a:latin typeface="Arial Narrow"/>
                <a:cs typeface="Arial Narrow"/>
              </a:rPr>
              <a:t>Table</a:t>
            </a:r>
            <a:r>
              <a:rPr sz="2400" b="1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with</a:t>
            </a:r>
            <a:r>
              <a:rPr sz="2400" b="1" dirty="0">
                <a:latin typeface="Arial Narrow"/>
                <a:cs typeface="Arial Narrow"/>
              </a:rPr>
              <a:t> an </a:t>
            </a:r>
            <a:r>
              <a:rPr sz="2400" b="1" spc="-5" dirty="0">
                <a:latin typeface="Arial Narrow"/>
                <a:cs typeface="Arial Narrow"/>
              </a:rPr>
              <a:t>INSERT</a:t>
            </a:r>
            <a:endParaRPr sz="2400" dirty="0">
              <a:latin typeface="Arial Narrow"/>
              <a:cs typeface="Arial Narrow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1680527" y="2129472"/>
            <a:ext cx="3296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30" baseline="-3472" dirty="0">
                <a:latin typeface="Arial Narrow"/>
                <a:cs typeface="Arial Narrow"/>
              </a:rPr>
              <a:t>Trigger </a:t>
            </a:r>
            <a:r>
              <a:rPr sz="3600" b="1" spc="-517" baseline="-3472" dirty="0">
                <a:latin typeface="Arial Narrow"/>
                <a:cs typeface="Arial Narrow"/>
              </a:rPr>
              <a:t>D</a:t>
            </a:r>
            <a:r>
              <a:rPr sz="1600" spc="-345" dirty="0">
                <a:latin typeface="Lucida Sans Typewriter"/>
                <a:cs typeface="Lucida Sans Typewriter"/>
              </a:rPr>
              <a:t>O</a:t>
            </a:r>
            <a:r>
              <a:rPr sz="3600" b="1" spc="-517" baseline="-3472" dirty="0">
                <a:latin typeface="Arial Narrow"/>
                <a:cs typeface="Arial Narrow"/>
              </a:rPr>
              <a:t>e</a:t>
            </a:r>
            <a:r>
              <a:rPr sz="1600" spc="-345" dirty="0">
                <a:latin typeface="Lucida Sans Typewriter"/>
                <a:cs typeface="Lucida Sans Typewriter"/>
              </a:rPr>
              <a:t>N</a:t>
            </a:r>
            <a:r>
              <a:rPr sz="3600" b="1" spc="-517" baseline="-3472" dirty="0">
                <a:latin typeface="Arial Narrow"/>
                <a:cs typeface="Arial Narrow"/>
              </a:rPr>
              <a:t>fin</a:t>
            </a:r>
            <a:r>
              <a:rPr sz="1600" spc="-345" dirty="0">
                <a:latin typeface="Lucida Sans Typewriter"/>
                <a:cs typeface="Lucida Sans Typewriter"/>
              </a:rPr>
              <a:t>[</a:t>
            </a:r>
            <a:r>
              <a:rPr sz="3600" b="1" spc="-517" baseline="-3472" dirty="0">
                <a:latin typeface="Arial Narrow"/>
                <a:cs typeface="Arial Narrow"/>
              </a:rPr>
              <a:t>e</a:t>
            </a:r>
            <a:r>
              <a:rPr sz="1600" spc="-345" dirty="0">
                <a:latin typeface="Lucida Sans Typewriter"/>
                <a:cs typeface="Lucida Sans Typewriter"/>
              </a:rPr>
              <a:t>O</a:t>
            </a:r>
            <a:r>
              <a:rPr sz="3600" b="1" spc="-517" baseline="-3472" dirty="0">
                <a:latin typeface="Arial Narrow"/>
                <a:cs typeface="Arial Narrow"/>
              </a:rPr>
              <a:t>d</a:t>
            </a:r>
            <a:r>
              <a:rPr sz="1600" spc="-345" dirty="0">
                <a:latin typeface="Lucida Sans Typewriter"/>
                <a:cs typeface="Lucida Sans Typewriter"/>
              </a:rPr>
              <a:t>rder</a:t>
            </a:r>
            <a:r>
              <a:rPr sz="1600" spc="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Details]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655127" y="2879813"/>
            <a:ext cx="3241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 Narrow"/>
                <a:cs typeface="Arial Narrow"/>
              </a:rPr>
              <a:t>INSERT </a:t>
            </a:r>
            <a:r>
              <a:rPr sz="2400" b="1" spc="-425" dirty="0">
                <a:latin typeface="Arial Narrow"/>
                <a:cs typeface="Arial Narrow"/>
              </a:rPr>
              <a:t>S</a:t>
            </a:r>
            <a:r>
              <a:rPr sz="2400" spc="-637" baseline="31250" dirty="0">
                <a:latin typeface="Lucida Sans Typewriter"/>
                <a:cs typeface="Lucida Sans Typewriter"/>
              </a:rPr>
              <a:t>U</a:t>
            </a:r>
            <a:r>
              <a:rPr sz="2400" b="1" spc="-425" dirty="0">
                <a:latin typeface="Arial Narrow"/>
                <a:cs typeface="Arial Narrow"/>
              </a:rPr>
              <a:t>ta</a:t>
            </a:r>
            <a:r>
              <a:rPr sz="2400" spc="-637" baseline="31250" dirty="0">
                <a:latin typeface="Lucida Sans Typewriter"/>
                <a:cs typeface="Lucida Sans Typewriter"/>
              </a:rPr>
              <a:t>P</a:t>
            </a:r>
            <a:r>
              <a:rPr sz="2400" b="1" spc="-425" dirty="0">
                <a:latin typeface="Arial Narrow"/>
                <a:cs typeface="Arial Narrow"/>
              </a:rPr>
              <a:t>t</a:t>
            </a:r>
            <a:r>
              <a:rPr sz="2400" spc="-637" baseline="31250" dirty="0">
                <a:latin typeface="Lucida Sans Typewriter"/>
                <a:cs typeface="Lucida Sans Typewriter"/>
              </a:rPr>
              <a:t>D</a:t>
            </a:r>
            <a:r>
              <a:rPr sz="2400" b="1" spc="-425" dirty="0">
                <a:latin typeface="Arial Narrow"/>
                <a:cs typeface="Arial Narrow"/>
              </a:rPr>
              <a:t>e</a:t>
            </a:r>
            <a:r>
              <a:rPr sz="2400" spc="-637" baseline="31250" dirty="0">
                <a:latin typeface="Lucida Sans Typewriter"/>
                <a:cs typeface="Lucida Sans Typewriter"/>
              </a:rPr>
              <a:t>A</a:t>
            </a:r>
            <a:r>
              <a:rPr sz="2400" b="1" spc="-425" dirty="0">
                <a:latin typeface="Arial Narrow"/>
                <a:cs typeface="Arial Narrow"/>
              </a:rPr>
              <a:t>m</a:t>
            </a:r>
            <a:r>
              <a:rPr sz="2400" spc="-637" baseline="31250" dirty="0">
                <a:latin typeface="Lucida Sans Typewriter"/>
                <a:cs typeface="Lucida Sans Typewriter"/>
              </a:rPr>
              <a:t>TE</a:t>
            </a:r>
            <a:r>
              <a:rPr sz="2400" b="1" spc="-425" dirty="0">
                <a:latin typeface="Arial Narrow"/>
                <a:cs typeface="Arial Narrow"/>
              </a:rPr>
              <a:t>en</a:t>
            </a:r>
            <a:r>
              <a:rPr sz="2400" spc="-637" baseline="31250" dirty="0">
                <a:latin typeface="Lucida Sans Typewriter"/>
                <a:cs typeface="Lucida Sans Typewriter"/>
              </a:rPr>
              <a:t>P</a:t>
            </a:r>
            <a:r>
              <a:rPr sz="2400" b="1" spc="-425" dirty="0">
                <a:latin typeface="Arial Narrow"/>
                <a:cs typeface="Arial Narrow"/>
              </a:rPr>
              <a:t>t</a:t>
            </a:r>
            <a:r>
              <a:rPr sz="2400" b="1" spc="-420" dirty="0">
                <a:latin typeface="Arial Narrow"/>
                <a:cs typeface="Arial Narrow"/>
              </a:rPr>
              <a:t> </a:t>
            </a:r>
            <a:r>
              <a:rPr sz="2400" spc="-465" baseline="31250" dirty="0">
                <a:latin typeface="Lucida Sans Typewriter"/>
                <a:cs typeface="Lucida Sans Typewriter"/>
              </a:rPr>
              <a:t>S</a:t>
            </a:r>
            <a:r>
              <a:rPr sz="2400" b="1" spc="-310" dirty="0">
                <a:latin typeface="Arial Narrow"/>
                <a:cs typeface="Arial Narrow"/>
              </a:rPr>
              <a:t>L</a:t>
            </a:r>
            <a:r>
              <a:rPr sz="2400" spc="-465" baseline="31250" dirty="0">
                <a:latin typeface="Lucida Sans Typewriter"/>
                <a:cs typeface="Lucida Sans Typewriter"/>
              </a:rPr>
              <a:t>E</a:t>
            </a:r>
            <a:r>
              <a:rPr sz="2400" b="1" spc="-310" dirty="0">
                <a:latin typeface="Arial Narrow"/>
                <a:cs typeface="Arial Narrow"/>
              </a:rPr>
              <a:t>o</a:t>
            </a:r>
            <a:r>
              <a:rPr sz="2400" spc="-465" baseline="31250" dirty="0">
                <a:latin typeface="Lucida Sans Typewriter"/>
                <a:cs typeface="Lucida Sans Typewriter"/>
              </a:rPr>
              <a:t>T</a:t>
            </a:r>
            <a:r>
              <a:rPr sz="2400" b="1" spc="-310" dirty="0">
                <a:latin typeface="Arial Narrow"/>
                <a:cs typeface="Arial Narrow"/>
              </a:rPr>
              <a:t>gged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1655127" y="3423920"/>
            <a:ext cx="4648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="1" spc="-30" baseline="-34722" dirty="0">
                <a:latin typeface="Arial Narrow"/>
                <a:cs typeface="Arial Narrow"/>
              </a:rPr>
              <a:t>Trigger </a:t>
            </a:r>
            <a:r>
              <a:rPr sz="3600" b="1" spc="-637" baseline="-34722" dirty="0">
                <a:latin typeface="Arial Narrow"/>
                <a:cs typeface="Arial Narrow"/>
              </a:rPr>
              <a:t>Ac</a:t>
            </a:r>
            <a:r>
              <a:rPr sz="1600" spc="-425" dirty="0">
                <a:latin typeface="Lucida Sans Typewriter"/>
                <a:cs typeface="Lucida Sans Typewriter"/>
              </a:rPr>
              <a:t>O</a:t>
            </a:r>
            <a:r>
              <a:rPr sz="3600" b="1" spc="-637" baseline="-34722" dirty="0">
                <a:latin typeface="Arial Narrow"/>
                <a:cs typeface="Arial Narrow"/>
              </a:rPr>
              <a:t>t</a:t>
            </a:r>
            <a:r>
              <a:rPr sz="1600" spc="-425" dirty="0">
                <a:latin typeface="Lucida Sans Typewriter"/>
                <a:cs typeface="Lucida Sans Typewriter"/>
              </a:rPr>
              <a:t>N</a:t>
            </a:r>
            <a:r>
              <a:rPr sz="3600" b="1" spc="-637" baseline="-34722" dirty="0">
                <a:latin typeface="Arial Narrow"/>
                <a:cs typeface="Arial Narrow"/>
              </a:rPr>
              <a:t>io</a:t>
            </a:r>
            <a:r>
              <a:rPr sz="1600" spc="-425" dirty="0">
                <a:latin typeface="Lucida Sans Typewriter"/>
                <a:cs typeface="Lucida Sans Typewriter"/>
              </a:rPr>
              <a:t>P</a:t>
            </a:r>
            <a:r>
              <a:rPr sz="3600" b="1" spc="-637" baseline="-34722" dirty="0">
                <a:latin typeface="Arial Narrow"/>
                <a:cs typeface="Arial Narrow"/>
              </a:rPr>
              <a:t>n</a:t>
            </a:r>
            <a:r>
              <a:rPr sz="1600" spc="-425" dirty="0">
                <a:latin typeface="Lucida Sans Typewriter"/>
                <a:cs typeface="Lucida Sans Typewriter"/>
              </a:rPr>
              <a:t>.</a:t>
            </a:r>
            <a:r>
              <a:rPr sz="3600" b="1" spc="-637" baseline="-34722" dirty="0">
                <a:latin typeface="Arial Narrow"/>
                <a:cs typeface="Arial Narrow"/>
              </a:rPr>
              <a:t>s</a:t>
            </a:r>
            <a:r>
              <a:rPr sz="1600" spc="-425" dirty="0">
                <a:latin typeface="Lucida Sans Typewriter"/>
                <a:cs typeface="Lucida Sans Typewriter"/>
              </a:rPr>
              <a:t>Pr</a:t>
            </a:r>
            <a:r>
              <a:rPr sz="3600" b="1" spc="-637" baseline="-34722" dirty="0">
                <a:latin typeface="Arial Narrow"/>
                <a:cs typeface="Arial Narrow"/>
              </a:rPr>
              <a:t>E</a:t>
            </a:r>
            <a:r>
              <a:rPr sz="1600" spc="-425" dirty="0">
                <a:latin typeface="Lucida Sans Typewriter"/>
                <a:cs typeface="Lucida Sans Typewriter"/>
              </a:rPr>
              <a:t>o</a:t>
            </a:r>
            <a:r>
              <a:rPr sz="3600" b="1" spc="-637" baseline="-34722" dirty="0">
                <a:latin typeface="Arial Narrow"/>
                <a:cs typeface="Arial Narrow"/>
              </a:rPr>
              <a:t>x</a:t>
            </a:r>
            <a:r>
              <a:rPr sz="1600" spc="-425" dirty="0">
                <a:latin typeface="Lucida Sans Typewriter"/>
                <a:cs typeface="Lucida Sans Typewriter"/>
              </a:rPr>
              <a:t>d</a:t>
            </a:r>
            <a:r>
              <a:rPr sz="3600" b="1" spc="-637" baseline="-34722" dirty="0">
                <a:latin typeface="Arial Narrow"/>
                <a:cs typeface="Arial Narrow"/>
              </a:rPr>
              <a:t>e</a:t>
            </a:r>
            <a:r>
              <a:rPr sz="1600" spc="-425" dirty="0">
                <a:latin typeface="Lucida Sans Typewriter"/>
                <a:cs typeface="Lucida Sans Typewriter"/>
              </a:rPr>
              <a:t>u</a:t>
            </a:r>
            <a:r>
              <a:rPr sz="3600" b="1" spc="-637" baseline="-34722" dirty="0">
                <a:latin typeface="Arial Narrow"/>
                <a:cs typeface="Arial Narrow"/>
              </a:rPr>
              <a:t>c</a:t>
            </a:r>
            <a:r>
              <a:rPr sz="1600" spc="-425" dirty="0">
                <a:latin typeface="Lucida Sans Typewriter"/>
                <a:cs typeface="Lucida Sans Typewriter"/>
              </a:rPr>
              <a:t>c</a:t>
            </a:r>
            <a:r>
              <a:rPr sz="3600" b="1" spc="-637" baseline="-34722" dirty="0">
                <a:latin typeface="Arial Narrow"/>
                <a:cs typeface="Arial Narrow"/>
              </a:rPr>
              <a:t>u</a:t>
            </a:r>
            <a:r>
              <a:rPr sz="1600" spc="-425" dirty="0">
                <a:latin typeface="Lucida Sans Typewriter"/>
                <a:cs typeface="Lucida Sans Typewriter"/>
              </a:rPr>
              <a:t>tI</a:t>
            </a:r>
            <a:r>
              <a:rPr sz="3600" b="1" spc="-637" baseline="-34722" dirty="0">
                <a:latin typeface="Arial Narrow"/>
                <a:cs typeface="Arial Narrow"/>
              </a:rPr>
              <a:t>te</a:t>
            </a:r>
            <a:r>
              <a:rPr sz="1600" spc="-425" dirty="0">
                <a:latin typeface="Lucida Sans Typewriter"/>
                <a:cs typeface="Lucida Sans Typewriter"/>
              </a:rPr>
              <a:t>D</a:t>
            </a:r>
            <a:r>
              <a:rPr sz="3600" b="1" spc="-637" baseline="-34722" dirty="0">
                <a:latin typeface="Arial Narrow"/>
                <a:cs typeface="Arial Narrow"/>
              </a:rPr>
              <a:t>d</a:t>
            </a:r>
            <a:r>
              <a:rPr sz="1600" spc="-425" dirty="0">
                <a:latin typeface="Lucida Sans Typewriter"/>
                <a:cs typeface="Lucida Sans Typewriter"/>
              </a:rPr>
              <a:t>=</a:t>
            </a:r>
            <a:r>
              <a:rPr sz="1600" spc="-4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I.ProductID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1199197" y="1810143"/>
            <a:ext cx="414654" cy="414553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317942" y="1889493"/>
            <a:ext cx="125564" cy="218909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199197" y="2784576"/>
            <a:ext cx="414654" cy="414553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305877" y="2863926"/>
            <a:ext cx="163664" cy="218909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199197" y="3470173"/>
            <a:ext cx="414654" cy="412965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309052" y="3548646"/>
            <a:ext cx="161124" cy="222084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6" name="图片 135">
            <a:extLst>
              <a:ext uri="{FF2B5EF4-FFF2-40B4-BE49-F238E27FC236}">
                <a16:creationId xmlns:a16="http://schemas.microsoft.com/office/drawing/2014/main" id="{B085156D-4179-A580-8DC6-45FD184E88A5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05001" y="1502528"/>
            <a:ext cx="7297168" cy="378195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400" y="6288023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7" y="356616"/>
                </a:moveTo>
                <a:lnTo>
                  <a:pt x="59436" y="356616"/>
                </a:lnTo>
                <a:lnTo>
                  <a:pt x="36320" y="352295"/>
                </a:lnTo>
                <a:lnTo>
                  <a:pt x="17425" y="339666"/>
                </a:lnTo>
                <a:lnTo>
                  <a:pt x="4677" y="320652"/>
                </a:lnTo>
                <a:lnTo>
                  <a:pt x="0" y="297179"/>
                </a:lnTo>
                <a:lnTo>
                  <a:pt x="0" y="59436"/>
                </a:lnTo>
                <a:lnTo>
                  <a:pt x="4677" y="36356"/>
                </a:lnTo>
                <a:lnTo>
                  <a:pt x="17425" y="17473"/>
                </a:lnTo>
                <a:lnTo>
                  <a:pt x="36320" y="4713"/>
                </a:lnTo>
                <a:lnTo>
                  <a:pt x="59436" y="0"/>
                </a:lnTo>
                <a:lnTo>
                  <a:pt x="384047" y="0"/>
                </a:lnTo>
                <a:lnTo>
                  <a:pt x="406841" y="4713"/>
                </a:lnTo>
                <a:lnTo>
                  <a:pt x="425629" y="17473"/>
                </a:lnTo>
                <a:lnTo>
                  <a:pt x="438485" y="36356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485" y="320652"/>
                </a:lnTo>
                <a:lnTo>
                  <a:pt x="425629" y="339666"/>
                </a:lnTo>
                <a:lnTo>
                  <a:pt x="406841" y="352295"/>
                </a:lnTo>
                <a:lnTo>
                  <a:pt x="384047" y="3566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8713" y="6283325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59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59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59">
                <a:moveTo>
                  <a:pt x="53060" y="10160"/>
                </a:moveTo>
                <a:lnTo>
                  <a:pt x="28460" y="10160"/>
                </a:lnTo>
                <a:lnTo>
                  <a:pt x="33362" y="7620"/>
                </a:lnTo>
                <a:lnTo>
                  <a:pt x="418922" y="7620"/>
                </a:lnTo>
                <a:lnTo>
                  <a:pt x="421373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59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59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59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73" y="8889"/>
                </a:lnTo>
                <a:lnTo>
                  <a:pt x="423824" y="10160"/>
                </a:lnTo>
                <a:close/>
              </a:path>
              <a:path w="452755" h="365759">
                <a:moveTo>
                  <a:pt x="33401" y="17779"/>
                </a:moveTo>
                <a:lnTo>
                  <a:pt x="18923" y="17779"/>
                </a:lnTo>
                <a:lnTo>
                  <a:pt x="23152" y="13970"/>
                </a:lnTo>
                <a:lnTo>
                  <a:pt x="23495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1" y="17779"/>
                </a:lnTo>
                <a:close/>
              </a:path>
              <a:path w="452755" h="365759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59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8" y="29210"/>
                </a:lnTo>
                <a:lnTo>
                  <a:pt x="18668" y="33020"/>
                </a:lnTo>
                <a:close/>
              </a:path>
              <a:path w="452755" h="365759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59">
                <a:moveTo>
                  <a:pt x="18923" y="332740"/>
                </a:moveTo>
                <a:lnTo>
                  <a:pt x="7581" y="332740"/>
                </a:lnTo>
                <a:lnTo>
                  <a:pt x="5079" y="326390"/>
                </a:lnTo>
                <a:lnTo>
                  <a:pt x="4889" y="326390"/>
                </a:lnTo>
                <a:lnTo>
                  <a:pt x="2781" y="321309"/>
                </a:lnTo>
                <a:lnTo>
                  <a:pt x="1917" y="317500"/>
                </a:lnTo>
                <a:lnTo>
                  <a:pt x="1206" y="314959"/>
                </a:lnTo>
                <a:lnTo>
                  <a:pt x="647" y="311150"/>
                </a:lnTo>
                <a:lnTo>
                  <a:pt x="241" y="308609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79" y="38100"/>
                </a:lnTo>
                <a:lnTo>
                  <a:pt x="7581" y="33020"/>
                </a:lnTo>
                <a:lnTo>
                  <a:pt x="18923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2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842" y="5715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40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59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2" y="323850"/>
                </a:lnTo>
                <a:lnTo>
                  <a:pt x="14281" y="323850"/>
                </a:lnTo>
                <a:lnTo>
                  <a:pt x="16167" y="327659"/>
                </a:lnTo>
                <a:lnTo>
                  <a:pt x="15938" y="327659"/>
                </a:lnTo>
                <a:lnTo>
                  <a:pt x="18923" y="332740"/>
                </a:lnTo>
                <a:close/>
              </a:path>
              <a:path w="452755" h="365759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59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59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59">
                <a:moveTo>
                  <a:pt x="13652" y="43179"/>
                </a:moveTo>
                <a:lnTo>
                  <a:pt x="13842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59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59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59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59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59">
                <a:moveTo>
                  <a:pt x="450037" y="318770"/>
                </a:moveTo>
                <a:lnTo>
                  <a:pt x="440347" y="318770"/>
                </a:lnTo>
                <a:lnTo>
                  <a:pt x="441147" y="314959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40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09"/>
                </a:lnTo>
                <a:lnTo>
                  <a:pt x="451599" y="311150"/>
                </a:lnTo>
                <a:lnTo>
                  <a:pt x="451027" y="314959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59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59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09"/>
                </a:lnTo>
                <a:lnTo>
                  <a:pt x="448449" y="323850"/>
                </a:lnTo>
                <a:close/>
              </a:path>
              <a:path w="452755" h="365759">
                <a:moveTo>
                  <a:pt x="14281" y="323850"/>
                </a:moveTo>
                <a:lnTo>
                  <a:pt x="13842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59">
                <a:moveTo>
                  <a:pt x="444703" y="332740"/>
                </a:moveTo>
                <a:lnTo>
                  <a:pt x="433362" y="332740"/>
                </a:lnTo>
                <a:lnTo>
                  <a:pt x="436346" y="327659"/>
                </a:lnTo>
                <a:lnTo>
                  <a:pt x="436118" y="327659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90"/>
                </a:lnTo>
                <a:lnTo>
                  <a:pt x="447205" y="326390"/>
                </a:lnTo>
                <a:lnTo>
                  <a:pt x="444703" y="332740"/>
                </a:lnTo>
                <a:close/>
              </a:path>
              <a:path w="452755" h="365759">
                <a:moveTo>
                  <a:pt x="43116" y="351790"/>
                </a:moveTo>
                <a:lnTo>
                  <a:pt x="23152" y="351790"/>
                </a:lnTo>
                <a:lnTo>
                  <a:pt x="18923" y="347979"/>
                </a:lnTo>
                <a:lnTo>
                  <a:pt x="18592" y="346709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40"/>
                </a:lnTo>
                <a:lnTo>
                  <a:pt x="18668" y="332740"/>
                </a:lnTo>
                <a:lnTo>
                  <a:pt x="22098" y="336550"/>
                </a:lnTo>
                <a:lnTo>
                  <a:pt x="21805" y="336550"/>
                </a:lnTo>
                <a:lnTo>
                  <a:pt x="25641" y="340359"/>
                </a:lnTo>
                <a:lnTo>
                  <a:pt x="25323" y="340359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09"/>
                </a:lnTo>
                <a:lnTo>
                  <a:pt x="33401" y="346709"/>
                </a:lnTo>
                <a:lnTo>
                  <a:pt x="38315" y="350520"/>
                </a:lnTo>
                <a:lnTo>
                  <a:pt x="40512" y="350520"/>
                </a:lnTo>
                <a:lnTo>
                  <a:pt x="43116" y="351790"/>
                </a:lnTo>
                <a:close/>
              </a:path>
              <a:path w="452755" h="365759">
                <a:moveTo>
                  <a:pt x="430542" y="350520"/>
                </a:moveTo>
                <a:lnTo>
                  <a:pt x="413969" y="350520"/>
                </a:lnTo>
                <a:lnTo>
                  <a:pt x="418884" y="346709"/>
                </a:lnTo>
                <a:lnTo>
                  <a:pt x="418503" y="346709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59"/>
                </a:lnTo>
                <a:lnTo>
                  <a:pt x="426643" y="340359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40"/>
                </a:lnTo>
                <a:lnTo>
                  <a:pt x="444487" y="332740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09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59">
                <a:moveTo>
                  <a:pt x="40512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2" y="350520"/>
                </a:lnTo>
                <a:close/>
              </a:path>
              <a:path w="452755" h="365759">
                <a:moveTo>
                  <a:pt x="429133" y="351790"/>
                </a:moveTo>
                <a:lnTo>
                  <a:pt x="409168" y="351790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90"/>
                </a:lnTo>
                <a:close/>
              </a:path>
              <a:path w="452755" h="365759">
                <a:moveTo>
                  <a:pt x="53289" y="355600"/>
                </a:moveTo>
                <a:lnTo>
                  <a:pt x="28079" y="355600"/>
                </a:lnTo>
                <a:lnTo>
                  <a:pt x="23495" y="351790"/>
                </a:lnTo>
                <a:lnTo>
                  <a:pt x="42684" y="351790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59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90"/>
                </a:lnTo>
                <a:lnTo>
                  <a:pt x="428790" y="351790"/>
                </a:lnTo>
                <a:lnTo>
                  <a:pt x="424205" y="355600"/>
                </a:lnTo>
                <a:close/>
              </a:path>
              <a:path w="452755" h="365759">
                <a:moveTo>
                  <a:pt x="418922" y="358140"/>
                </a:moveTo>
                <a:lnTo>
                  <a:pt x="33362" y="358140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73" y="356870"/>
                </a:lnTo>
                <a:lnTo>
                  <a:pt x="418922" y="358140"/>
                </a:lnTo>
                <a:close/>
              </a:path>
              <a:path w="452755" h="365759">
                <a:moveTo>
                  <a:pt x="421373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73" y="356870"/>
                </a:lnTo>
                <a:close/>
              </a:path>
              <a:path w="452755" h="365759">
                <a:moveTo>
                  <a:pt x="413308" y="360679"/>
                </a:moveTo>
                <a:lnTo>
                  <a:pt x="38976" y="360679"/>
                </a:lnTo>
                <a:lnTo>
                  <a:pt x="33769" y="358140"/>
                </a:lnTo>
                <a:lnTo>
                  <a:pt x="418515" y="358140"/>
                </a:lnTo>
                <a:lnTo>
                  <a:pt x="413308" y="360679"/>
                </a:lnTo>
                <a:close/>
              </a:path>
              <a:path w="452755" h="365759">
                <a:moveTo>
                  <a:pt x="404012" y="364490"/>
                </a:moveTo>
                <a:lnTo>
                  <a:pt x="48044" y="364490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90"/>
                </a:lnTo>
                <a:close/>
              </a:path>
              <a:path w="452755" h="365759">
                <a:moveTo>
                  <a:pt x="397738" y="365759"/>
                </a:moveTo>
                <a:lnTo>
                  <a:pt x="54317" y="365759"/>
                </a:lnTo>
                <a:lnTo>
                  <a:pt x="51155" y="364490"/>
                </a:lnTo>
                <a:lnTo>
                  <a:pt x="400900" y="364490"/>
                </a:lnTo>
                <a:lnTo>
                  <a:pt x="397738" y="365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8263" y="6554723"/>
            <a:ext cx="332740" cy="7620"/>
          </a:xfrm>
          <a:custGeom>
            <a:avLst/>
            <a:gdLst/>
            <a:ahLst/>
            <a:cxnLst/>
            <a:rect l="l" t="t" r="r" b="b"/>
            <a:pathLst>
              <a:path w="332740" h="7620">
                <a:moveTo>
                  <a:pt x="0" y="7620"/>
                </a:moveTo>
                <a:lnTo>
                  <a:pt x="332232" y="7620"/>
                </a:lnTo>
                <a:lnTo>
                  <a:pt x="332232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200" y="6365875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6910" y="6356984"/>
            <a:ext cx="143205" cy="138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6102" y="6406197"/>
            <a:ext cx="207962" cy="1447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31747" y="6288023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8" y="356616"/>
                </a:moveTo>
                <a:lnTo>
                  <a:pt x="59436" y="356616"/>
                </a:lnTo>
                <a:lnTo>
                  <a:pt x="36392" y="352295"/>
                </a:lnTo>
                <a:lnTo>
                  <a:pt x="17521" y="339666"/>
                </a:lnTo>
                <a:lnTo>
                  <a:pt x="4748" y="320652"/>
                </a:lnTo>
                <a:lnTo>
                  <a:pt x="0" y="297179"/>
                </a:lnTo>
                <a:lnTo>
                  <a:pt x="0" y="59436"/>
                </a:lnTo>
                <a:lnTo>
                  <a:pt x="4748" y="36356"/>
                </a:lnTo>
                <a:lnTo>
                  <a:pt x="17521" y="17473"/>
                </a:lnTo>
                <a:lnTo>
                  <a:pt x="36392" y="4713"/>
                </a:lnTo>
                <a:lnTo>
                  <a:pt x="59436" y="0"/>
                </a:lnTo>
                <a:lnTo>
                  <a:pt x="384048" y="0"/>
                </a:lnTo>
                <a:lnTo>
                  <a:pt x="406913" y="4713"/>
                </a:lnTo>
                <a:lnTo>
                  <a:pt x="425724" y="17473"/>
                </a:lnTo>
                <a:lnTo>
                  <a:pt x="438556" y="36356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556" y="320652"/>
                </a:lnTo>
                <a:lnTo>
                  <a:pt x="425724" y="339666"/>
                </a:lnTo>
                <a:lnTo>
                  <a:pt x="406913" y="352295"/>
                </a:lnTo>
                <a:lnTo>
                  <a:pt x="384048" y="3566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7188" y="6283325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59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59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59">
                <a:moveTo>
                  <a:pt x="53060" y="10160"/>
                </a:moveTo>
                <a:lnTo>
                  <a:pt x="28460" y="10160"/>
                </a:lnTo>
                <a:lnTo>
                  <a:pt x="33375" y="7620"/>
                </a:lnTo>
                <a:lnTo>
                  <a:pt x="418922" y="7620"/>
                </a:lnTo>
                <a:lnTo>
                  <a:pt x="421373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59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59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59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73" y="8889"/>
                </a:lnTo>
                <a:lnTo>
                  <a:pt x="423824" y="10160"/>
                </a:lnTo>
                <a:close/>
              </a:path>
              <a:path w="452755" h="365759">
                <a:moveTo>
                  <a:pt x="33400" y="17779"/>
                </a:moveTo>
                <a:lnTo>
                  <a:pt x="18922" y="17779"/>
                </a:lnTo>
                <a:lnTo>
                  <a:pt x="23152" y="13970"/>
                </a:lnTo>
                <a:lnTo>
                  <a:pt x="23494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0" y="17779"/>
                </a:lnTo>
                <a:close/>
              </a:path>
              <a:path w="452755" h="365759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50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59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7" y="29210"/>
                </a:lnTo>
                <a:lnTo>
                  <a:pt x="18668" y="33020"/>
                </a:lnTo>
                <a:close/>
              </a:path>
              <a:path w="452755" h="365759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59">
                <a:moveTo>
                  <a:pt x="18922" y="332740"/>
                </a:moveTo>
                <a:lnTo>
                  <a:pt x="7581" y="332740"/>
                </a:lnTo>
                <a:lnTo>
                  <a:pt x="5080" y="326390"/>
                </a:lnTo>
                <a:lnTo>
                  <a:pt x="4889" y="326390"/>
                </a:lnTo>
                <a:lnTo>
                  <a:pt x="2781" y="321309"/>
                </a:lnTo>
                <a:lnTo>
                  <a:pt x="1917" y="317500"/>
                </a:lnTo>
                <a:lnTo>
                  <a:pt x="1206" y="314959"/>
                </a:lnTo>
                <a:lnTo>
                  <a:pt x="647" y="311150"/>
                </a:lnTo>
                <a:lnTo>
                  <a:pt x="241" y="308609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80" y="38100"/>
                </a:lnTo>
                <a:lnTo>
                  <a:pt x="7581" y="33020"/>
                </a:lnTo>
                <a:lnTo>
                  <a:pt x="18922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3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715" y="5842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40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59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3" y="323850"/>
                </a:lnTo>
                <a:lnTo>
                  <a:pt x="14281" y="323850"/>
                </a:lnTo>
                <a:lnTo>
                  <a:pt x="16167" y="327659"/>
                </a:lnTo>
                <a:lnTo>
                  <a:pt x="15938" y="327659"/>
                </a:lnTo>
                <a:lnTo>
                  <a:pt x="18922" y="332740"/>
                </a:lnTo>
                <a:close/>
              </a:path>
              <a:path w="452755" h="365759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8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59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59">
                <a:moveTo>
                  <a:pt x="438632" y="43179"/>
                </a:moveTo>
                <a:lnTo>
                  <a:pt x="436118" y="36829"/>
                </a:lnTo>
                <a:lnTo>
                  <a:pt x="446589" y="36829"/>
                </a:lnTo>
                <a:lnTo>
                  <a:pt x="447217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54" y="41910"/>
                </a:lnTo>
                <a:lnTo>
                  <a:pt x="438632" y="43179"/>
                </a:lnTo>
                <a:close/>
              </a:path>
              <a:path w="452755" h="365759">
                <a:moveTo>
                  <a:pt x="13652" y="43179"/>
                </a:moveTo>
                <a:lnTo>
                  <a:pt x="13843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59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54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59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59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59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59">
                <a:moveTo>
                  <a:pt x="450037" y="318770"/>
                </a:moveTo>
                <a:lnTo>
                  <a:pt x="440347" y="318770"/>
                </a:lnTo>
                <a:lnTo>
                  <a:pt x="441147" y="314959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40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09"/>
                </a:lnTo>
                <a:lnTo>
                  <a:pt x="451599" y="311150"/>
                </a:lnTo>
                <a:lnTo>
                  <a:pt x="451027" y="314959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59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59">
                <a:moveTo>
                  <a:pt x="448449" y="323850"/>
                </a:moveTo>
                <a:lnTo>
                  <a:pt x="438454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09"/>
                </a:lnTo>
                <a:lnTo>
                  <a:pt x="448449" y="323850"/>
                </a:lnTo>
                <a:close/>
              </a:path>
              <a:path w="452755" h="365759">
                <a:moveTo>
                  <a:pt x="14281" y="323850"/>
                </a:moveTo>
                <a:lnTo>
                  <a:pt x="13843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59">
                <a:moveTo>
                  <a:pt x="444703" y="332740"/>
                </a:moveTo>
                <a:lnTo>
                  <a:pt x="433362" y="332740"/>
                </a:lnTo>
                <a:lnTo>
                  <a:pt x="436346" y="327659"/>
                </a:lnTo>
                <a:lnTo>
                  <a:pt x="436118" y="327659"/>
                </a:lnTo>
                <a:lnTo>
                  <a:pt x="438632" y="322579"/>
                </a:lnTo>
                <a:lnTo>
                  <a:pt x="438454" y="323850"/>
                </a:lnTo>
                <a:lnTo>
                  <a:pt x="448449" y="323850"/>
                </a:lnTo>
                <a:lnTo>
                  <a:pt x="447395" y="326390"/>
                </a:lnTo>
                <a:lnTo>
                  <a:pt x="447217" y="326390"/>
                </a:lnTo>
                <a:lnTo>
                  <a:pt x="444703" y="332740"/>
                </a:lnTo>
                <a:close/>
              </a:path>
              <a:path w="452755" h="365759">
                <a:moveTo>
                  <a:pt x="43116" y="351790"/>
                </a:moveTo>
                <a:lnTo>
                  <a:pt x="23152" y="351790"/>
                </a:lnTo>
                <a:lnTo>
                  <a:pt x="18922" y="347979"/>
                </a:lnTo>
                <a:lnTo>
                  <a:pt x="18592" y="346709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40"/>
                </a:lnTo>
                <a:lnTo>
                  <a:pt x="18668" y="332740"/>
                </a:lnTo>
                <a:lnTo>
                  <a:pt x="22097" y="336550"/>
                </a:lnTo>
                <a:lnTo>
                  <a:pt x="21805" y="336550"/>
                </a:lnTo>
                <a:lnTo>
                  <a:pt x="25641" y="340359"/>
                </a:lnTo>
                <a:lnTo>
                  <a:pt x="25323" y="340359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09"/>
                </a:lnTo>
                <a:lnTo>
                  <a:pt x="33400" y="346709"/>
                </a:lnTo>
                <a:lnTo>
                  <a:pt x="38315" y="350520"/>
                </a:lnTo>
                <a:lnTo>
                  <a:pt x="40512" y="350520"/>
                </a:lnTo>
                <a:lnTo>
                  <a:pt x="43116" y="351790"/>
                </a:lnTo>
                <a:close/>
              </a:path>
              <a:path w="452755" h="365759">
                <a:moveTo>
                  <a:pt x="430542" y="350520"/>
                </a:moveTo>
                <a:lnTo>
                  <a:pt x="413969" y="350520"/>
                </a:lnTo>
                <a:lnTo>
                  <a:pt x="418884" y="346709"/>
                </a:lnTo>
                <a:lnTo>
                  <a:pt x="418503" y="346709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59"/>
                </a:lnTo>
                <a:lnTo>
                  <a:pt x="426643" y="340359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40"/>
                </a:lnTo>
                <a:lnTo>
                  <a:pt x="444487" y="332740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09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59">
                <a:moveTo>
                  <a:pt x="40512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2" y="350520"/>
                </a:lnTo>
                <a:close/>
              </a:path>
              <a:path w="452755" h="365759">
                <a:moveTo>
                  <a:pt x="429133" y="351790"/>
                </a:moveTo>
                <a:lnTo>
                  <a:pt x="409168" y="351790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90"/>
                </a:lnTo>
                <a:close/>
              </a:path>
              <a:path w="452755" h="365759">
                <a:moveTo>
                  <a:pt x="53289" y="355600"/>
                </a:moveTo>
                <a:lnTo>
                  <a:pt x="28079" y="355600"/>
                </a:lnTo>
                <a:lnTo>
                  <a:pt x="23494" y="351790"/>
                </a:lnTo>
                <a:lnTo>
                  <a:pt x="42684" y="351790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59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90"/>
                </a:lnTo>
                <a:lnTo>
                  <a:pt x="428790" y="351790"/>
                </a:lnTo>
                <a:lnTo>
                  <a:pt x="424205" y="355600"/>
                </a:lnTo>
                <a:close/>
              </a:path>
              <a:path w="452755" h="365759">
                <a:moveTo>
                  <a:pt x="418922" y="358140"/>
                </a:moveTo>
                <a:lnTo>
                  <a:pt x="33375" y="358140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73" y="356870"/>
                </a:lnTo>
                <a:lnTo>
                  <a:pt x="418922" y="358140"/>
                </a:lnTo>
                <a:close/>
              </a:path>
              <a:path w="452755" h="365759">
                <a:moveTo>
                  <a:pt x="421373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73" y="356870"/>
                </a:lnTo>
                <a:close/>
              </a:path>
              <a:path w="452755" h="365759">
                <a:moveTo>
                  <a:pt x="413308" y="360679"/>
                </a:moveTo>
                <a:lnTo>
                  <a:pt x="38976" y="360679"/>
                </a:lnTo>
                <a:lnTo>
                  <a:pt x="33769" y="358140"/>
                </a:lnTo>
                <a:lnTo>
                  <a:pt x="418515" y="358140"/>
                </a:lnTo>
                <a:lnTo>
                  <a:pt x="413308" y="360679"/>
                </a:lnTo>
                <a:close/>
              </a:path>
              <a:path w="452755" h="365759">
                <a:moveTo>
                  <a:pt x="404012" y="364490"/>
                </a:moveTo>
                <a:lnTo>
                  <a:pt x="48044" y="364490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90"/>
                </a:lnTo>
                <a:close/>
              </a:path>
              <a:path w="452755" h="365759">
                <a:moveTo>
                  <a:pt x="397738" y="365759"/>
                </a:moveTo>
                <a:lnTo>
                  <a:pt x="54317" y="365759"/>
                </a:lnTo>
                <a:lnTo>
                  <a:pt x="51155" y="364490"/>
                </a:lnTo>
                <a:lnTo>
                  <a:pt x="400900" y="364490"/>
                </a:lnTo>
                <a:lnTo>
                  <a:pt x="397738" y="365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88136" y="6554723"/>
            <a:ext cx="330835" cy="7620"/>
          </a:xfrm>
          <a:custGeom>
            <a:avLst/>
            <a:gdLst/>
            <a:ahLst/>
            <a:cxnLst/>
            <a:rect l="l" t="t" r="r" b="b"/>
            <a:pathLst>
              <a:path w="330834" h="7620">
                <a:moveTo>
                  <a:pt x="0" y="7620"/>
                </a:moveTo>
                <a:lnTo>
                  <a:pt x="330707" y="7620"/>
                </a:lnTo>
                <a:lnTo>
                  <a:pt x="330707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82675" y="6365875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23010" y="6406197"/>
            <a:ext cx="143205" cy="138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56360" y="6406197"/>
            <a:ext cx="216179" cy="1447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74775" y="6370320"/>
            <a:ext cx="257810" cy="210820"/>
          </a:xfrm>
          <a:custGeom>
            <a:avLst/>
            <a:gdLst/>
            <a:ahLst/>
            <a:cxnLst/>
            <a:rect l="l" t="t" r="r" b="b"/>
            <a:pathLst>
              <a:path w="257809" h="210820">
                <a:moveTo>
                  <a:pt x="67056" y="210311"/>
                </a:moveTo>
                <a:lnTo>
                  <a:pt x="67056" y="161544"/>
                </a:lnTo>
                <a:lnTo>
                  <a:pt x="0" y="161544"/>
                </a:lnTo>
                <a:lnTo>
                  <a:pt x="0" y="47243"/>
                </a:lnTo>
                <a:lnTo>
                  <a:pt x="67056" y="47243"/>
                </a:lnTo>
                <a:lnTo>
                  <a:pt x="67056" y="0"/>
                </a:lnTo>
                <a:lnTo>
                  <a:pt x="257556" y="105155"/>
                </a:lnTo>
                <a:lnTo>
                  <a:pt x="67056" y="210311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9950" y="6362585"/>
            <a:ext cx="272415" cy="226060"/>
          </a:xfrm>
          <a:custGeom>
            <a:avLst/>
            <a:gdLst/>
            <a:ahLst/>
            <a:cxnLst/>
            <a:rect l="l" t="t" r="r" b="b"/>
            <a:pathLst>
              <a:path w="272415" h="226059">
                <a:moveTo>
                  <a:pt x="66675" y="55676"/>
                </a:moveTo>
                <a:lnTo>
                  <a:pt x="66675" y="0"/>
                </a:lnTo>
                <a:lnTo>
                  <a:pt x="81314" y="8051"/>
                </a:lnTo>
                <a:lnTo>
                  <a:pt x="76200" y="8051"/>
                </a:lnTo>
                <a:lnTo>
                  <a:pt x="69138" y="12230"/>
                </a:lnTo>
                <a:lnTo>
                  <a:pt x="76200" y="16113"/>
                </a:lnTo>
                <a:lnTo>
                  <a:pt x="76200" y="50914"/>
                </a:lnTo>
                <a:lnTo>
                  <a:pt x="71437" y="50914"/>
                </a:lnTo>
                <a:lnTo>
                  <a:pt x="66675" y="55676"/>
                </a:lnTo>
                <a:close/>
              </a:path>
              <a:path w="272415" h="226059">
                <a:moveTo>
                  <a:pt x="76200" y="16113"/>
                </a:moveTo>
                <a:lnTo>
                  <a:pt x="69138" y="12230"/>
                </a:lnTo>
                <a:lnTo>
                  <a:pt x="76200" y="8051"/>
                </a:lnTo>
                <a:lnTo>
                  <a:pt x="76200" y="16113"/>
                </a:lnTo>
                <a:close/>
              </a:path>
              <a:path w="272415" h="226059">
                <a:moveTo>
                  <a:pt x="252041" y="112826"/>
                </a:moveTo>
                <a:lnTo>
                  <a:pt x="76200" y="16113"/>
                </a:lnTo>
                <a:lnTo>
                  <a:pt x="76200" y="8051"/>
                </a:lnTo>
                <a:lnTo>
                  <a:pt x="81314" y="8051"/>
                </a:lnTo>
                <a:lnTo>
                  <a:pt x="264221" y="108648"/>
                </a:lnTo>
                <a:lnTo>
                  <a:pt x="259638" y="108648"/>
                </a:lnTo>
                <a:lnTo>
                  <a:pt x="252041" y="112826"/>
                </a:lnTo>
                <a:close/>
              </a:path>
              <a:path w="272415" h="226059">
                <a:moveTo>
                  <a:pt x="66675" y="174739"/>
                </a:moveTo>
                <a:lnTo>
                  <a:pt x="0" y="174739"/>
                </a:lnTo>
                <a:lnTo>
                  <a:pt x="0" y="50914"/>
                </a:lnTo>
                <a:lnTo>
                  <a:pt x="66675" y="50914"/>
                </a:lnTo>
                <a:lnTo>
                  <a:pt x="66675" y="55676"/>
                </a:lnTo>
                <a:lnTo>
                  <a:pt x="9525" y="55676"/>
                </a:lnTo>
                <a:lnTo>
                  <a:pt x="4762" y="60439"/>
                </a:lnTo>
                <a:lnTo>
                  <a:pt x="9525" y="60439"/>
                </a:lnTo>
                <a:lnTo>
                  <a:pt x="9525" y="165214"/>
                </a:lnTo>
                <a:lnTo>
                  <a:pt x="4762" y="165214"/>
                </a:lnTo>
                <a:lnTo>
                  <a:pt x="9525" y="169976"/>
                </a:lnTo>
                <a:lnTo>
                  <a:pt x="66675" y="169976"/>
                </a:lnTo>
                <a:lnTo>
                  <a:pt x="66675" y="174739"/>
                </a:lnTo>
                <a:close/>
              </a:path>
              <a:path w="272415" h="226059">
                <a:moveTo>
                  <a:pt x="76200" y="60439"/>
                </a:moveTo>
                <a:lnTo>
                  <a:pt x="9525" y="60439"/>
                </a:lnTo>
                <a:lnTo>
                  <a:pt x="9525" y="55676"/>
                </a:lnTo>
                <a:lnTo>
                  <a:pt x="66675" y="55676"/>
                </a:lnTo>
                <a:lnTo>
                  <a:pt x="71437" y="50914"/>
                </a:lnTo>
                <a:lnTo>
                  <a:pt x="76200" y="50914"/>
                </a:lnTo>
                <a:lnTo>
                  <a:pt x="76200" y="60439"/>
                </a:lnTo>
                <a:close/>
              </a:path>
              <a:path w="272415" h="226059">
                <a:moveTo>
                  <a:pt x="9525" y="60439"/>
                </a:moveTo>
                <a:lnTo>
                  <a:pt x="4762" y="60439"/>
                </a:lnTo>
                <a:lnTo>
                  <a:pt x="9525" y="55676"/>
                </a:lnTo>
                <a:lnTo>
                  <a:pt x="9525" y="60439"/>
                </a:lnTo>
                <a:close/>
              </a:path>
              <a:path w="272415" h="226059">
                <a:moveTo>
                  <a:pt x="259638" y="117005"/>
                </a:moveTo>
                <a:lnTo>
                  <a:pt x="252041" y="112826"/>
                </a:lnTo>
                <a:lnTo>
                  <a:pt x="259638" y="108648"/>
                </a:lnTo>
                <a:lnTo>
                  <a:pt x="259638" y="117005"/>
                </a:lnTo>
                <a:close/>
              </a:path>
              <a:path w="272415" h="226059">
                <a:moveTo>
                  <a:pt x="264221" y="117005"/>
                </a:moveTo>
                <a:lnTo>
                  <a:pt x="259638" y="117005"/>
                </a:lnTo>
                <a:lnTo>
                  <a:pt x="259638" y="108648"/>
                </a:lnTo>
                <a:lnTo>
                  <a:pt x="264221" y="108648"/>
                </a:lnTo>
                <a:lnTo>
                  <a:pt x="271818" y="112826"/>
                </a:lnTo>
                <a:lnTo>
                  <a:pt x="264221" y="117005"/>
                </a:lnTo>
                <a:close/>
              </a:path>
              <a:path w="272415" h="226059">
                <a:moveTo>
                  <a:pt x="81314" y="217601"/>
                </a:moveTo>
                <a:lnTo>
                  <a:pt x="76200" y="217601"/>
                </a:lnTo>
                <a:lnTo>
                  <a:pt x="76200" y="209539"/>
                </a:lnTo>
                <a:lnTo>
                  <a:pt x="252041" y="112826"/>
                </a:lnTo>
                <a:lnTo>
                  <a:pt x="259638" y="117005"/>
                </a:lnTo>
                <a:lnTo>
                  <a:pt x="264221" y="117005"/>
                </a:lnTo>
                <a:lnTo>
                  <a:pt x="81314" y="217601"/>
                </a:lnTo>
                <a:close/>
              </a:path>
              <a:path w="272415" h="226059">
                <a:moveTo>
                  <a:pt x="9525" y="169976"/>
                </a:moveTo>
                <a:lnTo>
                  <a:pt x="4762" y="165214"/>
                </a:lnTo>
                <a:lnTo>
                  <a:pt x="9525" y="165214"/>
                </a:lnTo>
                <a:lnTo>
                  <a:pt x="9525" y="169976"/>
                </a:lnTo>
                <a:close/>
              </a:path>
              <a:path w="272415" h="226059">
                <a:moveTo>
                  <a:pt x="76200" y="174739"/>
                </a:moveTo>
                <a:lnTo>
                  <a:pt x="71437" y="174739"/>
                </a:lnTo>
                <a:lnTo>
                  <a:pt x="66675" y="169976"/>
                </a:lnTo>
                <a:lnTo>
                  <a:pt x="9525" y="169976"/>
                </a:lnTo>
                <a:lnTo>
                  <a:pt x="9525" y="165214"/>
                </a:lnTo>
                <a:lnTo>
                  <a:pt x="76200" y="165214"/>
                </a:lnTo>
                <a:lnTo>
                  <a:pt x="76200" y="174739"/>
                </a:lnTo>
                <a:close/>
              </a:path>
              <a:path w="272415" h="226059">
                <a:moveTo>
                  <a:pt x="66675" y="225653"/>
                </a:moveTo>
                <a:lnTo>
                  <a:pt x="66675" y="169976"/>
                </a:lnTo>
                <a:lnTo>
                  <a:pt x="71437" y="174739"/>
                </a:lnTo>
                <a:lnTo>
                  <a:pt x="76200" y="174739"/>
                </a:lnTo>
                <a:lnTo>
                  <a:pt x="76200" y="209539"/>
                </a:lnTo>
                <a:lnTo>
                  <a:pt x="69138" y="213423"/>
                </a:lnTo>
                <a:lnTo>
                  <a:pt x="76200" y="217601"/>
                </a:lnTo>
                <a:lnTo>
                  <a:pt x="81314" y="217601"/>
                </a:lnTo>
                <a:lnTo>
                  <a:pt x="66675" y="225653"/>
                </a:lnTo>
                <a:close/>
              </a:path>
              <a:path w="272415" h="226059">
                <a:moveTo>
                  <a:pt x="76200" y="217601"/>
                </a:moveTo>
                <a:lnTo>
                  <a:pt x="69138" y="213423"/>
                </a:lnTo>
                <a:lnTo>
                  <a:pt x="76200" y="209539"/>
                </a:lnTo>
                <a:lnTo>
                  <a:pt x="76200" y="2176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840739" y="185102"/>
            <a:ext cx="7301865" cy="872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8155">
              <a:lnSpc>
                <a:spcPts val="4290"/>
              </a:lnSpc>
              <a:spcBef>
                <a:spcPts val="100"/>
              </a:spcBef>
            </a:pPr>
            <a:r>
              <a:rPr sz="3600" spc="-5" dirty="0"/>
              <a:t>How </a:t>
            </a:r>
            <a:r>
              <a:rPr sz="3600" dirty="0"/>
              <a:t>a </a:t>
            </a:r>
            <a:r>
              <a:rPr sz="3600" spc="-5" dirty="0"/>
              <a:t>DELETE </a:t>
            </a:r>
            <a:r>
              <a:rPr sz="3600" spc="-50" dirty="0"/>
              <a:t>Trigger</a:t>
            </a:r>
            <a:r>
              <a:rPr sz="3600" spc="-30" dirty="0"/>
              <a:t> Works</a:t>
            </a:r>
            <a:endParaRPr sz="3600"/>
          </a:p>
          <a:p>
            <a:pPr marL="12700">
              <a:lnSpc>
                <a:spcPts val="2370"/>
              </a:lnSpc>
            </a:pPr>
            <a:r>
              <a:rPr sz="2000" b="1" spc="-5" dirty="0">
                <a:latin typeface="Arial"/>
                <a:cs typeface="Arial"/>
              </a:rPr>
              <a:t>DELETE Statement to </a:t>
            </a:r>
            <a:r>
              <a:rPr sz="2000" b="1" dirty="0">
                <a:latin typeface="Arial"/>
                <a:cs typeface="Arial"/>
              </a:rPr>
              <a:t>a </a:t>
            </a:r>
            <a:r>
              <a:rPr sz="2000" b="1" spc="-5" dirty="0">
                <a:latin typeface="Arial"/>
                <a:cs typeface="Arial"/>
              </a:rPr>
              <a:t>table with </a:t>
            </a:r>
            <a:r>
              <a:rPr sz="2000" b="1" dirty="0">
                <a:latin typeface="Arial"/>
                <a:cs typeface="Arial"/>
              </a:rPr>
              <a:t>a </a:t>
            </a:r>
            <a:r>
              <a:rPr sz="2000" b="1" spc="-5" dirty="0">
                <a:latin typeface="Arial"/>
                <a:cs typeface="Arial"/>
              </a:rPr>
              <a:t>DELETE </a:t>
            </a:r>
            <a:r>
              <a:rPr sz="2000" b="1" spc="-20" dirty="0">
                <a:latin typeface="Arial"/>
                <a:cs typeface="Arial"/>
              </a:rPr>
              <a:t>Trigger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Defined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34272" y="5313997"/>
            <a:ext cx="4518342" cy="4083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38120" y="5385460"/>
            <a:ext cx="884351" cy="2208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34272" y="5618797"/>
            <a:ext cx="789305" cy="44481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04197" y="5618797"/>
            <a:ext cx="1475105" cy="44164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75797" y="5618797"/>
            <a:ext cx="1094105" cy="44481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466397" y="5618797"/>
            <a:ext cx="1490980" cy="4448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732404" y="5659754"/>
            <a:ext cx="3452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2600" algn="l"/>
                <a:tab pos="1854200" algn="l"/>
                <a:tab pos="2844800" algn="l"/>
              </a:tabLst>
            </a:pPr>
            <a:r>
              <a:rPr sz="1800" dirty="0">
                <a:latin typeface="Arial Narrow"/>
                <a:cs typeface="Arial Narrow"/>
              </a:rPr>
              <a:t>4	</a:t>
            </a:r>
            <a:r>
              <a:rPr sz="1800" spc="-5" dirty="0">
                <a:latin typeface="Arial Narrow"/>
                <a:cs typeface="Arial Narrow"/>
              </a:rPr>
              <a:t>Da</a:t>
            </a:r>
            <a:r>
              <a:rPr sz="1800" dirty="0">
                <a:latin typeface="Arial Narrow"/>
                <a:cs typeface="Arial Narrow"/>
              </a:rPr>
              <a:t>i</a:t>
            </a:r>
            <a:r>
              <a:rPr sz="1800" spc="-5" dirty="0">
                <a:latin typeface="Arial Narrow"/>
                <a:cs typeface="Arial Narrow"/>
              </a:rPr>
              <a:t>r</a:t>
            </a:r>
            <a:r>
              <a:rPr sz="1800" dirty="0">
                <a:latin typeface="Arial Narrow"/>
                <a:cs typeface="Arial Narrow"/>
              </a:rPr>
              <a:t>y P</a:t>
            </a:r>
            <a:r>
              <a:rPr sz="1800" spc="-5" dirty="0">
                <a:latin typeface="Arial Narrow"/>
                <a:cs typeface="Arial Narrow"/>
              </a:rPr>
              <a:t>rodu</a:t>
            </a:r>
            <a:r>
              <a:rPr sz="1800" dirty="0">
                <a:latin typeface="Arial Narrow"/>
                <a:cs typeface="Arial Narrow"/>
              </a:rPr>
              <a:t>c</a:t>
            </a:r>
            <a:r>
              <a:rPr sz="1800" spc="-5" dirty="0">
                <a:latin typeface="Arial Narrow"/>
                <a:cs typeface="Arial Narrow"/>
              </a:rPr>
              <a:t>t</a:t>
            </a:r>
            <a:r>
              <a:rPr sz="1800" dirty="0">
                <a:latin typeface="Arial Narrow"/>
                <a:cs typeface="Arial Narrow"/>
              </a:rPr>
              <a:t>s	</a:t>
            </a:r>
            <a:r>
              <a:rPr sz="1800" spc="-5" dirty="0">
                <a:latin typeface="Arial Narrow"/>
                <a:cs typeface="Arial Narrow"/>
              </a:rPr>
              <a:t>Chee</a:t>
            </a:r>
            <a:r>
              <a:rPr sz="1800" dirty="0">
                <a:latin typeface="Arial Narrow"/>
                <a:cs typeface="Arial Narrow"/>
              </a:rPr>
              <a:t>s</a:t>
            </a:r>
            <a:r>
              <a:rPr sz="1800" spc="-5" dirty="0">
                <a:latin typeface="Arial Narrow"/>
                <a:cs typeface="Arial Narrow"/>
              </a:rPr>
              <a:t>e</a:t>
            </a:r>
            <a:r>
              <a:rPr sz="1800" dirty="0">
                <a:latin typeface="Arial Narrow"/>
                <a:cs typeface="Arial Narrow"/>
              </a:rPr>
              <a:t>s	</a:t>
            </a:r>
            <a:r>
              <a:rPr sz="1800" spc="-5" dirty="0">
                <a:latin typeface="Arial Narrow"/>
                <a:cs typeface="Arial Narrow"/>
              </a:rPr>
              <a:t>0</a:t>
            </a:r>
            <a:r>
              <a:rPr sz="1800" dirty="0">
                <a:latin typeface="Arial Narrow"/>
                <a:cs typeface="Arial Narrow"/>
              </a:rPr>
              <a:t>x</a:t>
            </a:r>
            <a:r>
              <a:rPr sz="1800" spc="-5" dirty="0">
                <a:latin typeface="Arial Narrow"/>
                <a:cs typeface="Arial Narrow"/>
              </a:rPr>
              <a:t>15</a:t>
            </a:r>
            <a:r>
              <a:rPr sz="1800" dirty="0">
                <a:latin typeface="Arial Narrow"/>
                <a:cs typeface="Arial Narrow"/>
              </a:rPr>
              <a:t>…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56597" y="1503997"/>
            <a:ext cx="4994592" cy="4083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72510" y="1572285"/>
            <a:ext cx="1212049" cy="26907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71837" y="2128837"/>
            <a:ext cx="668655" cy="1381125"/>
          </a:xfrm>
          <a:custGeom>
            <a:avLst/>
            <a:gdLst/>
            <a:ahLst/>
            <a:cxnLst/>
            <a:rect l="l" t="t" r="r" b="b"/>
            <a:pathLst>
              <a:path w="668654" h="1381125">
                <a:moveTo>
                  <a:pt x="668337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668337" y="0"/>
                </a:lnTo>
                <a:lnTo>
                  <a:pt x="6683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668337" y="1376362"/>
                </a:lnTo>
                <a:lnTo>
                  <a:pt x="668337" y="1381125"/>
                </a:lnTo>
                <a:close/>
              </a:path>
              <a:path w="668654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68654" h="1381125">
                <a:moveTo>
                  <a:pt x="6588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58812" y="4762"/>
                </a:lnTo>
                <a:lnTo>
                  <a:pt x="658812" y="9525"/>
                </a:lnTo>
                <a:close/>
              </a:path>
              <a:path w="668654" h="1381125">
                <a:moveTo>
                  <a:pt x="658812" y="1376362"/>
                </a:moveTo>
                <a:lnTo>
                  <a:pt x="658812" y="4762"/>
                </a:lnTo>
                <a:lnTo>
                  <a:pt x="663575" y="9525"/>
                </a:lnTo>
                <a:lnTo>
                  <a:pt x="668337" y="9525"/>
                </a:lnTo>
                <a:lnTo>
                  <a:pt x="668337" y="1371600"/>
                </a:lnTo>
                <a:lnTo>
                  <a:pt x="663575" y="1371600"/>
                </a:lnTo>
                <a:lnTo>
                  <a:pt x="658812" y="1376362"/>
                </a:lnTo>
                <a:close/>
              </a:path>
              <a:path w="668654" h="1381125">
                <a:moveTo>
                  <a:pt x="668337" y="9525"/>
                </a:moveTo>
                <a:lnTo>
                  <a:pt x="663575" y="9525"/>
                </a:lnTo>
                <a:lnTo>
                  <a:pt x="658812" y="4762"/>
                </a:lnTo>
                <a:lnTo>
                  <a:pt x="668337" y="4762"/>
                </a:lnTo>
                <a:lnTo>
                  <a:pt x="668337" y="9525"/>
                </a:lnTo>
                <a:close/>
              </a:path>
              <a:path w="668654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668654" h="1381125">
                <a:moveTo>
                  <a:pt x="658812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658812" y="1371600"/>
                </a:lnTo>
                <a:lnTo>
                  <a:pt x="658812" y="1376362"/>
                </a:lnTo>
                <a:close/>
              </a:path>
              <a:path w="668654" h="1381125">
                <a:moveTo>
                  <a:pt x="668337" y="1376362"/>
                </a:moveTo>
                <a:lnTo>
                  <a:pt x="658812" y="1376362"/>
                </a:lnTo>
                <a:lnTo>
                  <a:pt x="663575" y="1371600"/>
                </a:lnTo>
                <a:lnTo>
                  <a:pt x="668337" y="1371600"/>
                </a:lnTo>
                <a:lnTo>
                  <a:pt x="668337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256597" y="1808797"/>
            <a:ext cx="1029017" cy="4083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56597" y="2113597"/>
            <a:ext cx="1017905" cy="14751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669029" y="2783204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Narrow"/>
                <a:cs typeface="Arial Narrow"/>
              </a:rPr>
              <a:t>3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170997" y="1808797"/>
            <a:ext cx="1475105" cy="4083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70997" y="2113597"/>
            <a:ext cx="1475105" cy="14751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669029" y="2179954"/>
            <a:ext cx="1522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775" algn="l"/>
              </a:tabLst>
            </a:pPr>
            <a:r>
              <a:rPr sz="1800" dirty="0">
                <a:latin typeface="Arial Narrow"/>
                <a:cs typeface="Arial Narrow"/>
              </a:rPr>
              <a:t>1	</a:t>
            </a:r>
            <a:r>
              <a:rPr sz="1800" spc="-5" dirty="0">
                <a:latin typeface="Arial Narrow"/>
                <a:cs typeface="Arial Narrow"/>
              </a:rPr>
              <a:t>Beverages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542597" y="1808797"/>
            <a:ext cx="2008505" cy="4083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542597" y="2113597"/>
            <a:ext cx="2013902" cy="14751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447597" y="1808797"/>
            <a:ext cx="805179" cy="4083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085840" y="1838960"/>
            <a:ext cx="200406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72565" algn="l"/>
              </a:tabLst>
            </a:pPr>
            <a:r>
              <a:rPr sz="1600" i="1" spc="-5" dirty="0">
                <a:latin typeface="Arial Narrow"/>
                <a:cs typeface="Arial Narrow"/>
              </a:rPr>
              <a:t>Desc</a:t>
            </a:r>
            <a:r>
              <a:rPr sz="1600" i="1" spc="-10" dirty="0">
                <a:latin typeface="Arial Narrow"/>
                <a:cs typeface="Arial Narrow"/>
              </a:rPr>
              <a:t>ri</a:t>
            </a:r>
            <a:r>
              <a:rPr sz="1600" i="1" spc="-5" dirty="0">
                <a:latin typeface="Arial Narrow"/>
                <a:cs typeface="Arial Narrow"/>
              </a:rPr>
              <a:t>pt</a:t>
            </a:r>
            <a:r>
              <a:rPr sz="1600" i="1" spc="-10" dirty="0">
                <a:latin typeface="Arial Narrow"/>
                <a:cs typeface="Arial Narrow"/>
              </a:rPr>
              <a:t>i</a:t>
            </a:r>
            <a:r>
              <a:rPr sz="1600" i="1" spc="-5" dirty="0">
                <a:latin typeface="Arial Narrow"/>
                <a:cs typeface="Arial Narrow"/>
              </a:rPr>
              <a:t>on</a:t>
            </a:r>
            <a:r>
              <a:rPr sz="1600" i="1" dirty="0">
                <a:latin typeface="Arial Narrow"/>
                <a:cs typeface="Arial Narrow"/>
              </a:rPr>
              <a:t>	</a:t>
            </a:r>
            <a:r>
              <a:rPr sz="1600" i="1" spc="-5" dirty="0">
                <a:latin typeface="Arial Narrow"/>
                <a:cs typeface="Arial Narrow"/>
              </a:rPr>
              <a:t>P</a:t>
            </a:r>
            <a:r>
              <a:rPr sz="1600" i="1" spc="-10" dirty="0">
                <a:latin typeface="Arial Narrow"/>
                <a:cs typeface="Arial Narrow"/>
              </a:rPr>
              <a:t>i</a:t>
            </a:r>
            <a:r>
              <a:rPr sz="1600" i="1" spc="-5" dirty="0">
                <a:latin typeface="Arial Narrow"/>
                <a:cs typeface="Arial Narrow"/>
              </a:rPr>
              <a:t>ctu</a:t>
            </a:r>
            <a:r>
              <a:rPr sz="1600" i="1" spc="-10" dirty="0">
                <a:latin typeface="Arial Narrow"/>
                <a:cs typeface="Arial Narrow"/>
              </a:rPr>
              <a:t>r</a:t>
            </a:r>
            <a:r>
              <a:rPr sz="1600" i="1" spc="-5" dirty="0">
                <a:latin typeface="Arial Narrow"/>
                <a:cs typeface="Arial Narrow"/>
              </a:rPr>
              <a:t>e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447597" y="2113597"/>
            <a:ext cx="825817" cy="14751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641340" y="2179954"/>
            <a:ext cx="2524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Narrow"/>
                <a:cs typeface="Arial Narrow"/>
              </a:rPr>
              <a:t>Soft drinks, </a:t>
            </a:r>
            <a:r>
              <a:rPr sz="1800" spc="-10" dirty="0">
                <a:latin typeface="Arial Narrow"/>
                <a:cs typeface="Arial Narrow"/>
              </a:rPr>
              <a:t>coffees…</a:t>
            </a:r>
            <a:r>
              <a:rPr sz="1800" spc="150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0x15…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46340" y="2481579"/>
            <a:ext cx="619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Narrow"/>
                <a:cs typeface="Arial Narrow"/>
              </a:rPr>
              <a:t>0</a:t>
            </a:r>
            <a:r>
              <a:rPr sz="1800" dirty="0">
                <a:latin typeface="Arial Narrow"/>
                <a:cs typeface="Arial Narrow"/>
              </a:rPr>
              <a:t>x</a:t>
            </a:r>
            <a:r>
              <a:rPr sz="1800" spc="-5" dirty="0">
                <a:latin typeface="Arial Narrow"/>
                <a:cs typeface="Arial Narrow"/>
              </a:rPr>
              <a:t>15</a:t>
            </a:r>
            <a:r>
              <a:rPr sz="1800" dirty="0">
                <a:latin typeface="Arial Narrow"/>
                <a:cs typeface="Arial Narrow"/>
              </a:rPr>
              <a:t>…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557837" y="2128837"/>
            <a:ext cx="1914525" cy="1381125"/>
          </a:xfrm>
          <a:custGeom>
            <a:avLst/>
            <a:gdLst/>
            <a:ahLst/>
            <a:cxnLst/>
            <a:rect l="l" t="t" r="r" b="b"/>
            <a:pathLst>
              <a:path w="1914525" h="1381125">
                <a:moveTo>
                  <a:pt x="19145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914525" y="0"/>
                </a:lnTo>
                <a:lnTo>
                  <a:pt x="1914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914525" y="1376362"/>
                </a:lnTo>
                <a:lnTo>
                  <a:pt x="1914525" y="1381125"/>
                </a:lnTo>
                <a:close/>
              </a:path>
              <a:path w="19145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914525" h="1381125">
                <a:moveTo>
                  <a:pt x="1905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905000" y="4762"/>
                </a:lnTo>
                <a:lnTo>
                  <a:pt x="1905000" y="9525"/>
                </a:lnTo>
                <a:close/>
              </a:path>
              <a:path w="1914525" h="1381125">
                <a:moveTo>
                  <a:pt x="1905000" y="1376362"/>
                </a:moveTo>
                <a:lnTo>
                  <a:pt x="1905000" y="4762"/>
                </a:lnTo>
                <a:lnTo>
                  <a:pt x="1909762" y="9525"/>
                </a:lnTo>
                <a:lnTo>
                  <a:pt x="1914525" y="9525"/>
                </a:lnTo>
                <a:lnTo>
                  <a:pt x="1914525" y="1371600"/>
                </a:lnTo>
                <a:lnTo>
                  <a:pt x="1909762" y="1371600"/>
                </a:lnTo>
                <a:lnTo>
                  <a:pt x="1905000" y="1376362"/>
                </a:lnTo>
                <a:close/>
              </a:path>
              <a:path w="1914525" h="1381125">
                <a:moveTo>
                  <a:pt x="1914525" y="9525"/>
                </a:moveTo>
                <a:lnTo>
                  <a:pt x="1909762" y="9525"/>
                </a:lnTo>
                <a:lnTo>
                  <a:pt x="1905000" y="4762"/>
                </a:lnTo>
                <a:lnTo>
                  <a:pt x="1914525" y="4762"/>
                </a:lnTo>
                <a:lnTo>
                  <a:pt x="1914525" y="9525"/>
                </a:lnTo>
                <a:close/>
              </a:path>
              <a:path w="19145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914525" h="1381125">
                <a:moveTo>
                  <a:pt x="19050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1905000" y="1371600"/>
                </a:lnTo>
                <a:lnTo>
                  <a:pt x="1905000" y="1376362"/>
                </a:lnTo>
                <a:close/>
              </a:path>
              <a:path w="1914525" h="1381125">
                <a:moveTo>
                  <a:pt x="1914525" y="1376362"/>
                </a:moveTo>
                <a:lnTo>
                  <a:pt x="1905000" y="1376362"/>
                </a:lnTo>
                <a:lnTo>
                  <a:pt x="1909762" y="1371600"/>
                </a:lnTo>
                <a:lnTo>
                  <a:pt x="1914525" y="1371600"/>
                </a:lnTo>
                <a:lnTo>
                  <a:pt x="19145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273425" y="2128837"/>
            <a:ext cx="922655" cy="1381125"/>
          </a:xfrm>
          <a:custGeom>
            <a:avLst/>
            <a:gdLst/>
            <a:ahLst/>
            <a:cxnLst/>
            <a:rect l="l" t="t" r="r" b="b"/>
            <a:pathLst>
              <a:path w="922654" h="1381125">
                <a:moveTo>
                  <a:pt x="922337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922337" y="0"/>
                </a:lnTo>
                <a:lnTo>
                  <a:pt x="9223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922337" y="1376362"/>
                </a:lnTo>
                <a:lnTo>
                  <a:pt x="922337" y="1381125"/>
                </a:lnTo>
                <a:close/>
              </a:path>
              <a:path w="922654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922654" h="1381125">
                <a:moveTo>
                  <a:pt x="9128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12812" y="4762"/>
                </a:lnTo>
                <a:lnTo>
                  <a:pt x="912812" y="9525"/>
                </a:lnTo>
                <a:close/>
              </a:path>
              <a:path w="922654" h="1381125">
                <a:moveTo>
                  <a:pt x="912812" y="1376362"/>
                </a:moveTo>
                <a:lnTo>
                  <a:pt x="912812" y="4762"/>
                </a:lnTo>
                <a:lnTo>
                  <a:pt x="917575" y="9525"/>
                </a:lnTo>
                <a:lnTo>
                  <a:pt x="922337" y="9525"/>
                </a:lnTo>
                <a:lnTo>
                  <a:pt x="922337" y="1371600"/>
                </a:lnTo>
                <a:lnTo>
                  <a:pt x="917575" y="1371600"/>
                </a:lnTo>
                <a:lnTo>
                  <a:pt x="912812" y="1376362"/>
                </a:lnTo>
                <a:close/>
              </a:path>
              <a:path w="922654" h="1381125">
                <a:moveTo>
                  <a:pt x="922337" y="9525"/>
                </a:moveTo>
                <a:lnTo>
                  <a:pt x="917575" y="9525"/>
                </a:lnTo>
                <a:lnTo>
                  <a:pt x="912812" y="4762"/>
                </a:lnTo>
                <a:lnTo>
                  <a:pt x="922337" y="4762"/>
                </a:lnTo>
                <a:lnTo>
                  <a:pt x="922337" y="9525"/>
                </a:lnTo>
                <a:close/>
              </a:path>
              <a:path w="922654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922654" h="1381125">
                <a:moveTo>
                  <a:pt x="912812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912812" y="1371600"/>
                </a:lnTo>
                <a:lnTo>
                  <a:pt x="912812" y="1376362"/>
                </a:lnTo>
                <a:close/>
              </a:path>
              <a:path w="922654" h="1381125">
                <a:moveTo>
                  <a:pt x="922337" y="1376362"/>
                </a:moveTo>
                <a:lnTo>
                  <a:pt x="912812" y="1376362"/>
                </a:lnTo>
                <a:lnTo>
                  <a:pt x="917575" y="1371600"/>
                </a:lnTo>
                <a:lnTo>
                  <a:pt x="922337" y="1371600"/>
                </a:lnTo>
                <a:lnTo>
                  <a:pt x="922337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611109" y="3107183"/>
            <a:ext cx="407034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0</a:t>
            </a:r>
            <a:r>
              <a:rPr sz="1800" dirty="0">
                <a:latin typeface="Arial Narrow"/>
                <a:cs typeface="Arial Narrow"/>
              </a:rPr>
              <a:t>x</a:t>
            </a:r>
            <a:r>
              <a:rPr sz="1800" spc="-5" dirty="0">
                <a:latin typeface="Arial Narrow"/>
                <a:cs typeface="Arial Narrow"/>
              </a:rPr>
              <a:t>1</a:t>
            </a:r>
            <a:r>
              <a:rPr sz="1800" dirty="0">
                <a:latin typeface="Arial Narrow"/>
                <a:cs typeface="Arial Narrow"/>
              </a:rPr>
              <a:t>5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004809" y="3079750"/>
            <a:ext cx="213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Narrow"/>
                <a:cs typeface="Arial Narrow"/>
              </a:rPr>
              <a:t>…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654040" y="3107183"/>
            <a:ext cx="73977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Chee</a:t>
            </a:r>
            <a:r>
              <a:rPr sz="1800" dirty="0">
                <a:latin typeface="Arial Narrow"/>
                <a:cs typeface="Arial Narrow"/>
              </a:rPr>
              <a:t>s</a:t>
            </a:r>
            <a:r>
              <a:rPr sz="1800" spc="-5" dirty="0">
                <a:latin typeface="Arial Narrow"/>
                <a:cs typeface="Arial Narrow"/>
              </a:rPr>
              <a:t>e</a:t>
            </a:r>
            <a:r>
              <a:rPr sz="1800" dirty="0">
                <a:latin typeface="Arial Narrow"/>
                <a:cs typeface="Arial Narrow"/>
              </a:rPr>
              <a:t>s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82440" y="3107183"/>
            <a:ext cx="1229360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Dairy</a:t>
            </a:r>
            <a:r>
              <a:rPr sz="1800" spc="-70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Products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687127" y="3107183"/>
            <a:ext cx="10477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4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472171" y="3124200"/>
            <a:ext cx="685800" cy="304800"/>
          </a:xfrm>
          <a:custGeom>
            <a:avLst/>
            <a:gdLst/>
            <a:ahLst/>
            <a:cxnLst/>
            <a:rect l="l" t="t" r="r" b="b"/>
            <a:pathLst>
              <a:path w="685800" h="304800">
                <a:moveTo>
                  <a:pt x="0" y="0"/>
                </a:moveTo>
                <a:lnTo>
                  <a:pt x="685800" y="0"/>
                </a:lnTo>
                <a:lnTo>
                  <a:pt x="685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567171" y="3124200"/>
            <a:ext cx="1905000" cy="304800"/>
          </a:xfrm>
          <a:custGeom>
            <a:avLst/>
            <a:gdLst/>
            <a:ahLst/>
            <a:cxnLst/>
            <a:rect l="l" t="t" r="r" b="b"/>
            <a:pathLst>
              <a:path w="1905000" h="304800">
                <a:moveTo>
                  <a:pt x="0" y="0"/>
                </a:moveTo>
                <a:lnTo>
                  <a:pt x="1905000" y="0"/>
                </a:lnTo>
                <a:lnTo>
                  <a:pt x="19050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195571" y="3124200"/>
            <a:ext cx="1371600" cy="304800"/>
          </a:xfrm>
          <a:custGeom>
            <a:avLst/>
            <a:gdLst/>
            <a:ahLst/>
            <a:cxnLst/>
            <a:rect l="l" t="t" r="r" b="b"/>
            <a:pathLst>
              <a:path w="1371600" h="304800">
                <a:moveTo>
                  <a:pt x="0" y="0"/>
                </a:moveTo>
                <a:lnTo>
                  <a:pt x="1371600" y="0"/>
                </a:lnTo>
                <a:lnTo>
                  <a:pt x="13716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291840" y="3124200"/>
            <a:ext cx="904240" cy="304800"/>
          </a:xfrm>
          <a:custGeom>
            <a:avLst/>
            <a:gdLst/>
            <a:ahLst/>
            <a:cxnLst/>
            <a:rect l="l" t="t" r="r" b="b"/>
            <a:pathLst>
              <a:path w="904239" h="304800">
                <a:moveTo>
                  <a:pt x="0" y="0"/>
                </a:moveTo>
                <a:lnTo>
                  <a:pt x="903732" y="0"/>
                </a:lnTo>
                <a:lnTo>
                  <a:pt x="903732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16610" y="2035810"/>
            <a:ext cx="2392679" cy="103695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915669" y="2373630"/>
            <a:ext cx="63817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WHERE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15669" y="2617469"/>
            <a:ext cx="174117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CategoryID =</a:t>
            </a:r>
            <a:r>
              <a:rPr sz="1600" spc="-7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4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35647" y="1276985"/>
            <a:ext cx="7688580" cy="53486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33400" y="6280403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7" y="356616"/>
                </a:moveTo>
                <a:lnTo>
                  <a:pt x="59436" y="356616"/>
                </a:lnTo>
                <a:lnTo>
                  <a:pt x="36320" y="352117"/>
                </a:lnTo>
                <a:lnTo>
                  <a:pt x="17425" y="339428"/>
                </a:lnTo>
                <a:lnTo>
                  <a:pt x="4677" y="320473"/>
                </a:lnTo>
                <a:lnTo>
                  <a:pt x="0" y="297179"/>
                </a:lnTo>
                <a:lnTo>
                  <a:pt x="0" y="59436"/>
                </a:lnTo>
                <a:lnTo>
                  <a:pt x="4677" y="36177"/>
                </a:lnTo>
                <a:lnTo>
                  <a:pt x="17425" y="17235"/>
                </a:lnTo>
                <a:lnTo>
                  <a:pt x="36320" y="4534"/>
                </a:lnTo>
                <a:lnTo>
                  <a:pt x="59436" y="0"/>
                </a:lnTo>
                <a:lnTo>
                  <a:pt x="384047" y="0"/>
                </a:lnTo>
                <a:lnTo>
                  <a:pt x="406841" y="4534"/>
                </a:lnTo>
                <a:lnTo>
                  <a:pt x="425629" y="17235"/>
                </a:lnTo>
                <a:lnTo>
                  <a:pt x="438485" y="36177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485" y="320473"/>
                </a:lnTo>
                <a:lnTo>
                  <a:pt x="425629" y="339428"/>
                </a:lnTo>
                <a:lnTo>
                  <a:pt x="406841" y="352117"/>
                </a:lnTo>
                <a:lnTo>
                  <a:pt x="384047" y="3566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28713" y="6275387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59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59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59">
                <a:moveTo>
                  <a:pt x="53060" y="10160"/>
                </a:moveTo>
                <a:lnTo>
                  <a:pt x="28460" y="10160"/>
                </a:lnTo>
                <a:lnTo>
                  <a:pt x="33375" y="7620"/>
                </a:lnTo>
                <a:lnTo>
                  <a:pt x="418909" y="7620"/>
                </a:lnTo>
                <a:lnTo>
                  <a:pt x="421366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59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59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59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66" y="8889"/>
                </a:lnTo>
                <a:lnTo>
                  <a:pt x="423824" y="10160"/>
                </a:lnTo>
                <a:close/>
              </a:path>
              <a:path w="452755" h="365759">
                <a:moveTo>
                  <a:pt x="33401" y="17779"/>
                </a:moveTo>
                <a:lnTo>
                  <a:pt x="18923" y="17779"/>
                </a:lnTo>
                <a:lnTo>
                  <a:pt x="23152" y="13970"/>
                </a:lnTo>
                <a:lnTo>
                  <a:pt x="23495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1" y="17779"/>
                </a:lnTo>
                <a:close/>
              </a:path>
              <a:path w="452755" h="365759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59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8" y="29210"/>
                </a:lnTo>
                <a:lnTo>
                  <a:pt x="18668" y="33020"/>
                </a:lnTo>
                <a:close/>
              </a:path>
              <a:path w="452755" h="365759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59">
                <a:moveTo>
                  <a:pt x="18923" y="332740"/>
                </a:moveTo>
                <a:lnTo>
                  <a:pt x="7581" y="332740"/>
                </a:lnTo>
                <a:lnTo>
                  <a:pt x="5079" y="326390"/>
                </a:lnTo>
                <a:lnTo>
                  <a:pt x="4889" y="326390"/>
                </a:lnTo>
                <a:lnTo>
                  <a:pt x="2781" y="321309"/>
                </a:lnTo>
                <a:lnTo>
                  <a:pt x="1917" y="317500"/>
                </a:lnTo>
                <a:lnTo>
                  <a:pt x="1206" y="314959"/>
                </a:lnTo>
                <a:lnTo>
                  <a:pt x="647" y="311150"/>
                </a:lnTo>
                <a:lnTo>
                  <a:pt x="241" y="308609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79" y="38100"/>
                </a:lnTo>
                <a:lnTo>
                  <a:pt x="7581" y="33020"/>
                </a:lnTo>
                <a:lnTo>
                  <a:pt x="18923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2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842" y="5715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40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59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2" y="323850"/>
                </a:lnTo>
                <a:lnTo>
                  <a:pt x="14281" y="323850"/>
                </a:lnTo>
                <a:lnTo>
                  <a:pt x="16167" y="327659"/>
                </a:lnTo>
                <a:lnTo>
                  <a:pt x="15938" y="327659"/>
                </a:lnTo>
                <a:lnTo>
                  <a:pt x="18923" y="332740"/>
                </a:lnTo>
                <a:close/>
              </a:path>
              <a:path w="452755" h="365759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59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59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59">
                <a:moveTo>
                  <a:pt x="13652" y="43179"/>
                </a:moveTo>
                <a:lnTo>
                  <a:pt x="13842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59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59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59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59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59">
                <a:moveTo>
                  <a:pt x="450037" y="318770"/>
                </a:moveTo>
                <a:lnTo>
                  <a:pt x="440347" y="318770"/>
                </a:lnTo>
                <a:lnTo>
                  <a:pt x="441147" y="314959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40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09"/>
                </a:lnTo>
                <a:lnTo>
                  <a:pt x="451599" y="311150"/>
                </a:lnTo>
                <a:lnTo>
                  <a:pt x="451027" y="314959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59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59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09"/>
                </a:lnTo>
                <a:lnTo>
                  <a:pt x="448449" y="323850"/>
                </a:lnTo>
                <a:close/>
              </a:path>
              <a:path w="452755" h="365759">
                <a:moveTo>
                  <a:pt x="14281" y="323850"/>
                </a:moveTo>
                <a:lnTo>
                  <a:pt x="13842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59">
                <a:moveTo>
                  <a:pt x="444703" y="332740"/>
                </a:moveTo>
                <a:lnTo>
                  <a:pt x="433362" y="332740"/>
                </a:lnTo>
                <a:lnTo>
                  <a:pt x="436346" y="327659"/>
                </a:lnTo>
                <a:lnTo>
                  <a:pt x="436118" y="327659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90"/>
                </a:lnTo>
                <a:lnTo>
                  <a:pt x="447205" y="326390"/>
                </a:lnTo>
                <a:lnTo>
                  <a:pt x="444703" y="332740"/>
                </a:lnTo>
                <a:close/>
              </a:path>
              <a:path w="452755" h="365759">
                <a:moveTo>
                  <a:pt x="43116" y="351790"/>
                </a:moveTo>
                <a:lnTo>
                  <a:pt x="23152" y="351790"/>
                </a:lnTo>
                <a:lnTo>
                  <a:pt x="18923" y="347979"/>
                </a:lnTo>
                <a:lnTo>
                  <a:pt x="18592" y="346709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40"/>
                </a:lnTo>
                <a:lnTo>
                  <a:pt x="18668" y="332740"/>
                </a:lnTo>
                <a:lnTo>
                  <a:pt x="22098" y="336550"/>
                </a:lnTo>
                <a:lnTo>
                  <a:pt x="21805" y="336550"/>
                </a:lnTo>
                <a:lnTo>
                  <a:pt x="25641" y="340359"/>
                </a:lnTo>
                <a:lnTo>
                  <a:pt x="25323" y="340359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09"/>
                </a:lnTo>
                <a:lnTo>
                  <a:pt x="33401" y="346709"/>
                </a:lnTo>
                <a:lnTo>
                  <a:pt x="38315" y="350520"/>
                </a:lnTo>
                <a:lnTo>
                  <a:pt x="40512" y="350520"/>
                </a:lnTo>
                <a:lnTo>
                  <a:pt x="43116" y="351790"/>
                </a:lnTo>
                <a:close/>
              </a:path>
              <a:path w="452755" h="365759">
                <a:moveTo>
                  <a:pt x="430542" y="350520"/>
                </a:moveTo>
                <a:lnTo>
                  <a:pt x="413969" y="350520"/>
                </a:lnTo>
                <a:lnTo>
                  <a:pt x="418884" y="346709"/>
                </a:lnTo>
                <a:lnTo>
                  <a:pt x="418503" y="346709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59"/>
                </a:lnTo>
                <a:lnTo>
                  <a:pt x="426643" y="340359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40"/>
                </a:lnTo>
                <a:lnTo>
                  <a:pt x="444487" y="332740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09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59">
                <a:moveTo>
                  <a:pt x="40512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2" y="350520"/>
                </a:lnTo>
                <a:close/>
              </a:path>
              <a:path w="452755" h="365759">
                <a:moveTo>
                  <a:pt x="429133" y="351790"/>
                </a:moveTo>
                <a:lnTo>
                  <a:pt x="409168" y="351790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90"/>
                </a:lnTo>
                <a:close/>
              </a:path>
              <a:path w="452755" h="365759">
                <a:moveTo>
                  <a:pt x="53289" y="355600"/>
                </a:moveTo>
                <a:lnTo>
                  <a:pt x="28079" y="355600"/>
                </a:lnTo>
                <a:lnTo>
                  <a:pt x="23495" y="351790"/>
                </a:lnTo>
                <a:lnTo>
                  <a:pt x="42684" y="351790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59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90"/>
                </a:lnTo>
                <a:lnTo>
                  <a:pt x="428790" y="351790"/>
                </a:lnTo>
                <a:lnTo>
                  <a:pt x="424205" y="355600"/>
                </a:lnTo>
                <a:close/>
              </a:path>
              <a:path w="452755" h="365759">
                <a:moveTo>
                  <a:pt x="418909" y="358140"/>
                </a:moveTo>
                <a:lnTo>
                  <a:pt x="33375" y="358140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66" y="356870"/>
                </a:lnTo>
                <a:lnTo>
                  <a:pt x="418909" y="358140"/>
                </a:lnTo>
                <a:close/>
              </a:path>
              <a:path w="452755" h="365759">
                <a:moveTo>
                  <a:pt x="421366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66" y="356870"/>
                </a:lnTo>
                <a:close/>
              </a:path>
              <a:path w="452755" h="365759">
                <a:moveTo>
                  <a:pt x="413308" y="360679"/>
                </a:moveTo>
                <a:lnTo>
                  <a:pt x="38976" y="360679"/>
                </a:lnTo>
                <a:lnTo>
                  <a:pt x="33769" y="358140"/>
                </a:lnTo>
                <a:lnTo>
                  <a:pt x="418515" y="358140"/>
                </a:lnTo>
                <a:lnTo>
                  <a:pt x="413308" y="360679"/>
                </a:lnTo>
                <a:close/>
              </a:path>
              <a:path w="452755" h="365759">
                <a:moveTo>
                  <a:pt x="404012" y="364490"/>
                </a:moveTo>
                <a:lnTo>
                  <a:pt x="48044" y="364490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90"/>
                </a:lnTo>
                <a:close/>
              </a:path>
              <a:path w="452755" h="365759">
                <a:moveTo>
                  <a:pt x="397738" y="365759"/>
                </a:moveTo>
                <a:lnTo>
                  <a:pt x="54317" y="365759"/>
                </a:lnTo>
                <a:lnTo>
                  <a:pt x="51155" y="364490"/>
                </a:lnTo>
                <a:lnTo>
                  <a:pt x="400900" y="364490"/>
                </a:lnTo>
                <a:lnTo>
                  <a:pt x="397738" y="365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88263" y="6362700"/>
            <a:ext cx="332740" cy="192405"/>
          </a:xfrm>
          <a:custGeom>
            <a:avLst/>
            <a:gdLst/>
            <a:ahLst/>
            <a:cxnLst/>
            <a:rect l="l" t="t" r="r" b="b"/>
            <a:pathLst>
              <a:path w="332740" h="192404">
                <a:moveTo>
                  <a:pt x="0" y="0"/>
                </a:moveTo>
                <a:lnTo>
                  <a:pt x="332232" y="0"/>
                </a:lnTo>
                <a:lnTo>
                  <a:pt x="332232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84200" y="6357937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6910" y="6349047"/>
            <a:ext cx="143205" cy="13825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66102" y="6398259"/>
            <a:ext cx="207962" cy="14477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031747" y="6280403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8" y="356616"/>
                </a:moveTo>
                <a:lnTo>
                  <a:pt x="59436" y="356616"/>
                </a:lnTo>
                <a:lnTo>
                  <a:pt x="36392" y="352117"/>
                </a:lnTo>
                <a:lnTo>
                  <a:pt x="17521" y="339428"/>
                </a:lnTo>
                <a:lnTo>
                  <a:pt x="4748" y="320473"/>
                </a:lnTo>
                <a:lnTo>
                  <a:pt x="0" y="297179"/>
                </a:lnTo>
                <a:lnTo>
                  <a:pt x="0" y="59436"/>
                </a:lnTo>
                <a:lnTo>
                  <a:pt x="4748" y="36177"/>
                </a:lnTo>
                <a:lnTo>
                  <a:pt x="17521" y="17235"/>
                </a:lnTo>
                <a:lnTo>
                  <a:pt x="36392" y="4534"/>
                </a:lnTo>
                <a:lnTo>
                  <a:pt x="59436" y="0"/>
                </a:lnTo>
                <a:lnTo>
                  <a:pt x="384048" y="0"/>
                </a:lnTo>
                <a:lnTo>
                  <a:pt x="406913" y="4534"/>
                </a:lnTo>
                <a:lnTo>
                  <a:pt x="425724" y="17235"/>
                </a:lnTo>
                <a:lnTo>
                  <a:pt x="438556" y="36177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556" y="320473"/>
                </a:lnTo>
                <a:lnTo>
                  <a:pt x="425724" y="339428"/>
                </a:lnTo>
                <a:lnTo>
                  <a:pt x="406913" y="352117"/>
                </a:lnTo>
                <a:lnTo>
                  <a:pt x="384048" y="3566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027188" y="6275387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59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59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59">
                <a:moveTo>
                  <a:pt x="53060" y="10160"/>
                </a:moveTo>
                <a:lnTo>
                  <a:pt x="28460" y="10160"/>
                </a:lnTo>
                <a:lnTo>
                  <a:pt x="33375" y="7620"/>
                </a:lnTo>
                <a:lnTo>
                  <a:pt x="418909" y="7620"/>
                </a:lnTo>
                <a:lnTo>
                  <a:pt x="421366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59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59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59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66" y="8889"/>
                </a:lnTo>
                <a:lnTo>
                  <a:pt x="423824" y="10160"/>
                </a:lnTo>
                <a:close/>
              </a:path>
              <a:path w="452755" h="365759">
                <a:moveTo>
                  <a:pt x="33400" y="17779"/>
                </a:moveTo>
                <a:lnTo>
                  <a:pt x="18922" y="17779"/>
                </a:lnTo>
                <a:lnTo>
                  <a:pt x="23152" y="13970"/>
                </a:lnTo>
                <a:lnTo>
                  <a:pt x="23494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0" y="17779"/>
                </a:lnTo>
                <a:close/>
              </a:path>
              <a:path w="452755" h="365759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59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7" y="29210"/>
                </a:lnTo>
                <a:lnTo>
                  <a:pt x="18668" y="33020"/>
                </a:lnTo>
                <a:close/>
              </a:path>
              <a:path w="452755" h="365759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59">
                <a:moveTo>
                  <a:pt x="18922" y="332740"/>
                </a:moveTo>
                <a:lnTo>
                  <a:pt x="7581" y="332740"/>
                </a:lnTo>
                <a:lnTo>
                  <a:pt x="5080" y="326390"/>
                </a:lnTo>
                <a:lnTo>
                  <a:pt x="4889" y="326390"/>
                </a:lnTo>
                <a:lnTo>
                  <a:pt x="2781" y="321309"/>
                </a:lnTo>
                <a:lnTo>
                  <a:pt x="1917" y="317500"/>
                </a:lnTo>
                <a:lnTo>
                  <a:pt x="1206" y="314959"/>
                </a:lnTo>
                <a:lnTo>
                  <a:pt x="647" y="311150"/>
                </a:lnTo>
                <a:lnTo>
                  <a:pt x="241" y="308609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80" y="38100"/>
                </a:lnTo>
                <a:lnTo>
                  <a:pt x="7581" y="33020"/>
                </a:lnTo>
                <a:lnTo>
                  <a:pt x="18922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3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715" y="5842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40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59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3" y="323850"/>
                </a:lnTo>
                <a:lnTo>
                  <a:pt x="14281" y="323850"/>
                </a:lnTo>
                <a:lnTo>
                  <a:pt x="16167" y="327659"/>
                </a:lnTo>
                <a:lnTo>
                  <a:pt x="15938" y="327659"/>
                </a:lnTo>
                <a:lnTo>
                  <a:pt x="18922" y="332740"/>
                </a:lnTo>
                <a:close/>
              </a:path>
              <a:path w="452755" h="365759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59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59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59">
                <a:moveTo>
                  <a:pt x="13652" y="43179"/>
                </a:moveTo>
                <a:lnTo>
                  <a:pt x="13843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59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59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59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59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59">
                <a:moveTo>
                  <a:pt x="450037" y="318770"/>
                </a:moveTo>
                <a:lnTo>
                  <a:pt x="440347" y="318770"/>
                </a:lnTo>
                <a:lnTo>
                  <a:pt x="441147" y="314959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40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09"/>
                </a:lnTo>
                <a:lnTo>
                  <a:pt x="451599" y="311150"/>
                </a:lnTo>
                <a:lnTo>
                  <a:pt x="451027" y="314959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59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59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09"/>
                </a:lnTo>
                <a:lnTo>
                  <a:pt x="448449" y="323850"/>
                </a:lnTo>
                <a:close/>
              </a:path>
              <a:path w="452755" h="365759">
                <a:moveTo>
                  <a:pt x="14281" y="323850"/>
                </a:moveTo>
                <a:lnTo>
                  <a:pt x="13843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59">
                <a:moveTo>
                  <a:pt x="444703" y="332740"/>
                </a:moveTo>
                <a:lnTo>
                  <a:pt x="433362" y="332740"/>
                </a:lnTo>
                <a:lnTo>
                  <a:pt x="436346" y="327659"/>
                </a:lnTo>
                <a:lnTo>
                  <a:pt x="436118" y="327659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90"/>
                </a:lnTo>
                <a:lnTo>
                  <a:pt x="447205" y="326390"/>
                </a:lnTo>
                <a:lnTo>
                  <a:pt x="444703" y="332740"/>
                </a:lnTo>
                <a:close/>
              </a:path>
              <a:path w="452755" h="365759">
                <a:moveTo>
                  <a:pt x="43116" y="351790"/>
                </a:moveTo>
                <a:lnTo>
                  <a:pt x="23152" y="351790"/>
                </a:lnTo>
                <a:lnTo>
                  <a:pt x="18922" y="347979"/>
                </a:lnTo>
                <a:lnTo>
                  <a:pt x="18592" y="346709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40"/>
                </a:lnTo>
                <a:lnTo>
                  <a:pt x="18668" y="332740"/>
                </a:lnTo>
                <a:lnTo>
                  <a:pt x="22097" y="336550"/>
                </a:lnTo>
                <a:lnTo>
                  <a:pt x="21805" y="336550"/>
                </a:lnTo>
                <a:lnTo>
                  <a:pt x="25641" y="340359"/>
                </a:lnTo>
                <a:lnTo>
                  <a:pt x="25323" y="340359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09"/>
                </a:lnTo>
                <a:lnTo>
                  <a:pt x="33400" y="346709"/>
                </a:lnTo>
                <a:lnTo>
                  <a:pt x="38315" y="350520"/>
                </a:lnTo>
                <a:lnTo>
                  <a:pt x="40512" y="350520"/>
                </a:lnTo>
                <a:lnTo>
                  <a:pt x="43116" y="351790"/>
                </a:lnTo>
                <a:close/>
              </a:path>
              <a:path w="452755" h="365759">
                <a:moveTo>
                  <a:pt x="430542" y="350520"/>
                </a:moveTo>
                <a:lnTo>
                  <a:pt x="413969" y="350520"/>
                </a:lnTo>
                <a:lnTo>
                  <a:pt x="418884" y="346709"/>
                </a:lnTo>
                <a:lnTo>
                  <a:pt x="418503" y="346709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59"/>
                </a:lnTo>
                <a:lnTo>
                  <a:pt x="426643" y="340359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40"/>
                </a:lnTo>
                <a:lnTo>
                  <a:pt x="444487" y="332740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09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59">
                <a:moveTo>
                  <a:pt x="40512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2" y="350520"/>
                </a:lnTo>
                <a:close/>
              </a:path>
              <a:path w="452755" h="365759">
                <a:moveTo>
                  <a:pt x="429133" y="351790"/>
                </a:moveTo>
                <a:lnTo>
                  <a:pt x="409168" y="351790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90"/>
                </a:lnTo>
                <a:close/>
              </a:path>
              <a:path w="452755" h="365759">
                <a:moveTo>
                  <a:pt x="53289" y="355600"/>
                </a:moveTo>
                <a:lnTo>
                  <a:pt x="28079" y="355600"/>
                </a:lnTo>
                <a:lnTo>
                  <a:pt x="23494" y="351790"/>
                </a:lnTo>
                <a:lnTo>
                  <a:pt x="42684" y="351790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59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90"/>
                </a:lnTo>
                <a:lnTo>
                  <a:pt x="428790" y="351790"/>
                </a:lnTo>
                <a:lnTo>
                  <a:pt x="424205" y="355600"/>
                </a:lnTo>
                <a:close/>
              </a:path>
              <a:path w="452755" h="365759">
                <a:moveTo>
                  <a:pt x="418909" y="358140"/>
                </a:moveTo>
                <a:lnTo>
                  <a:pt x="33375" y="358140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66" y="356870"/>
                </a:lnTo>
                <a:lnTo>
                  <a:pt x="418909" y="358140"/>
                </a:lnTo>
                <a:close/>
              </a:path>
              <a:path w="452755" h="365759">
                <a:moveTo>
                  <a:pt x="421366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66" y="356870"/>
                </a:lnTo>
                <a:close/>
              </a:path>
              <a:path w="452755" h="365759">
                <a:moveTo>
                  <a:pt x="413308" y="360679"/>
                </a:moveTo>
                <a:lnTo>
                  <a:pt x="38976" y="360679"/>
                </a:lnTo>
                <a:lnTo>
                  <a:pt x="33769" y="358140"/>
                </a:lnTo>
                <a:lnTo>
                  <a:pt x="418515" y="358140"/>
                </a:lnTo>
                <a:lnTo>
                  <a:pt x="413308" y="360679"/>
                </a:lnTo>
                <a:close/>
              </a:path>
              <a:path w="452755" h="365759">
                <a:moveTo>
                  <a:pt x="404012" y="364490"/>
                </a:moveTo>
                <a:lnTo>
                  <a:pt x="48044" y="364490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90"/>
                </a:lnTo>
                <a:close/>
              </a:path>
              <a:path w="452755" h="365759">
                <a:moveTo>
                  <a:pt x="397738" y="365759"/>
                </a:moveTo>
                <a:lnTo>
                  <a:pt x="54317" y="365759"/>
                </a:lnTo>
                <a:lnTo>
                  <a:pt x="51155" y="364490"/>
                </a:lnTo>
                <a:lnTo>
                  <a:pt x="400900" y="364490"/>
                </a:lnTo>
                <a:lnTo>
                  <a:pt x="397738" y="365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088136" y="6362700"/>
            <a:ext cx="330835" cy="192405"/>
          </a:xfrm>
          <a:custGeom>
            <a:avLst/>
            <a:gdLst/>
            <a:ahLst/>
            <a:cxnLst/>
            <a:rect l="l" t="t" r="r" b="b"/>
            <a:pathLst>
              <a:path w="330834" h="192404">
                <a:moveTo>
                  <a:pt x="0" y="0"/>
                </a:moveTo>
                <a:lnTo>
                  <a:pt x="330707" y="0"/>
                </a:lnTo>
                <a:lnTo>
                  <a:pt x="330707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082675" y="6357937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123010" y="6398259"/>
            <a:ext cx="143205" cy="13827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156360" y="6398259"/>
            <a:ext cx="216179" cy="14477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74775" y="6362700"/>
            <a:ext cx="257810" cy="210820"/>
          </a:xfrm>
          <a:custGeom>
            <a:avLst/>
            <a:gdLst/>
            <a:ahLst/>
            <a:cxnLst/>
            <a:rect l="l" t="t" r="r" b="b"/>
            <a:pathLst>
              <a:path w="257809" h="210820">
                <a:moveTo>
                  <a:pt x="67056" y="210311"/>
                </a:moveTo>
                <a:lnTo>
                  <a:pt x="67056" y="161544"/>
                </a:lnTo>
                <a:lnTo>
                  <a:pt x="0" y="161544"/>
                </a:lnTo>
                <a:lnTo>
                  <a:pt x="0" y="47244"/>
                </a:lnTo>
                <a:lnTo>
                  <a:pt x="67056" y="47244"/>
                </a:lnTo>
                <a:lnTo>
                  <a:pt x="67056" y="0"/>
                </a:lnTo>
                <a:lnTo>
                  <a:pt x="257556" y="105155"/>
                </a:lnTo>
                <a:lnTo>
                  <a:pt x="67056" y="210311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69950" y="6354648"/>
            <a:ext cx="272415" cy="226060"/>
          </a:xfrm>
          <a:custGeom>
            <a:avLst/>
            <a:gdLst/>
            <a:ahLst/>
            <a:cxnLst/>
            <a:rect l="l" t="t" r="r" b="b"/>
            <a:pathLst>
              <a:path w="272415" h="226059">
                <a:moveTo>
                  <a:pt x="66675" y="55676"/>
                </a:moveTo>
                <a:lnTo>
                  <a:pt x="66675" y="0"/>
                </a:lnTo>
                <a:lnTo>
                  <a:pt x="81314" y="8051"/>
                </a:lnTo>
                <a:lnTo>
                  <a:pt x="76200" y="8051"/>
                </a:lnTo>
                <a:lnTo>
                  <a:pt x="69138" y="12230"/>
                </a:lnTo>
                <a:lnTo>
                  <a:pt x="76200" y="16113"/>
                </a:lnTo>
                <a:lnTo>
                  <a:pt x="76200" y="50914"/>
                </a:lnTo>
                <a:lnTo>
                  <a:pt x="71437" y="50914"/>
                </a:lnTo>
                <a:lnTo>
                  <a:pt x="66675" y="55676"/>
                </a:lnTo>
                <a:close/>
              </a:path>
              <a:path w="272415" h="226059">
                <a:moveTo>
                  <a:pt x="76200" y="16113"/>
                </a:moveTo>
                <a:lnTo>
                  <a:pt x="69138" y="12230"/>
                </a:lnTo>
                <a:lnTo>
                  <a:pt x="76200" y="8051"/>
                </a:lnTo>
                <a:lnTo>
                  <a:pt x="76200" y="16113"/>
                </a:lnTo>
                <a:close/>
              </a:path>
              <a:path w="272415" h="226059">
                <a:moveTo>
                  <a:pt x="252042" y="112827"/>
                </a:moveTo>
                <a:lnTo>
                  <a:pt x="76200" y="16113"/>
                </a:lnTo>
                <a:lnTo>
                  <a:pt x="76200" y="8051"/>
                </a:lnTo>
                <a:lnTo>
                  <a:pt x="81314" y="8051"/>
                </a:lnTo>
                <a:lnTo>
                  <a:pt x="264221" y="108648"/>
                </a:lnTo>
                <a:lnTo>
                  <a:pt x="259638" y="108648"/>
                </a:lnTo>
                <a:lnTo>
                  <a:pt x="252042" y="112827"/>
                </a:lnTo>
                <a:close/>
              </a:path>
              <a:path w="272415" h="226059">
                <a:moveTo>
                  <a:pt x="66675" y="174739"/>
                </a:moveTo>
                <a:lnTo>
                  <a:pt x="0" y="174739"/>
                </a:lnTo>
                <a:lnTo>
                  <a:pt x="0" y="50914"/>
                </a:lnTo>
                <a:lnTo>
                  <a:pt x="66675" y="50914"/>
                </a:lnTo>
                <a:lnTo>
                  <a:pt x="66675" y="55676"/>
                </a:lnTo>
                <a:lnTo>
                  <a:pt x="9525" y="55676"/>
                </a:lnTo>
                <a:lnTo>
                  <a:pt x="4762" y="60439"/>
                </a:lnTo>
                <a:lnTo>
                  <a:pt x="9525" y="60439"/>
                </a:lnTo>
                <a:lnTo>
                  <a:pt x="9525" y="165214"/>
                </a:lnTo>
                <a:lnTo>
                  <a:pt x="4762" y="165214"/>
                </a:lnTo>
                <a:lnTo>
                  <a:pt x="9525" y="169976"/>
                </a:lnTo>
                <a:lnTo>
                  <a:pt x="66675" y="169976"/>
                </a:lnTo>
                <a:lnTo>
                  <a:pt x="66675" y="174739"/>
                </a:lnTo>
                <a:close/>
              </a:path>
              <a:path w="272415" h="226059">
                <a:moveTo>
                  <a:pt x="76200" y="60439"/>
                </a:moveTo>
                <a:lnTo>
                  <a:pt x="9525" y="60439"/>
                </a:lnTo>
                <a:lnTo>
                  <a:pt x="9525" y="55676"/>
                </a:lnTo>
                <a:lnTo>
                  <a:pt x="66675" y="55676"/>
                </a:lnTo>
                <a:lnTo>
                  <a:pt x="71437" y="50914"/>
                </a:lnTo>
                <a:lnTo>
                  <a:pt x="76200" y="50914"/>
                </a:lnTo>
                <a:lnTo>
                  <a:pt x="76200" y="60439"/>
                </a:lnTo>
                <a:close/>
              </a:path>
              <a:path w="272415" h="226059">
                <a:moveTo>
                  <a:pt x="9525" y="60439"/>
                </a:moveTo>
                <a:lnTo>
                  <a:pt x="4762" y="60439"/>
                </a:lnTo>
                <a:lnTo>
                  <a:pt x="9525" y="55676"/>
                </a:lnTo>
                <a:lnTo>
                  <a:pt x="9525" y="60439"/>
                </a:lnTo>
                <a:close/>
              </a:path>
              <a:path w="272415" h="226059">
                <a:moveTo>
                  <a:pt x="259638" y="117005"/>
                </a:moveTo>
                <a:lnTo>
                  <a:pt x="252042" y="112827"/>
                </a:lnTo>
                <a:lnTo>
                  <a:pt x="259638" y="108648"/>
                </a:lnTo>
                <a:lnTo>
                  <a:pt x="259638" y="117005"/>
                </a:lnTo>
                <a:close/>
              </a:path>
              <a:path w="272415" h="226059">
                <a:moveTo>
                  <a:pt x="264221" y="117005"/>
                </a:moveTo>
                <a:lnTo>
                  <a:pt x="259638" y="117005"/>
                </a:lnTo>
                <a:lnTo>
                  <a:pt x="259638" y="108648"/>
                </a:lnTo>
                <a:lnTo>
                  <a:pt x="264221" y="108648"/>
                </a:lnTo>
                <a:lnTo>
                  <a:pt x="271818" y="112826"/>
                </a:lnTo>
                <a:lnTo>
                  <a:pt x="264221" y="117005"/>
                </a:lnTo>
                <a:close/>
              </a:path>
              <a:path w="272415" h="226059">
                <a:moveTo>
                  <a:pt x="81314" y="217601"/>
                </a:moveTo>
                <a:lnTo>
                  <a:pt x="76200" y="217601"/>
                </a:lnTo>
                <a:lnTo>
                  <a:pt x="76200" y="209552"/>
                </a:lnTo>
                <a:lnTo>
                  <a:pt x="252042" y="112827"/>
                </a:lnTo>
                <a:lnTo>
                  <a:pt x="259638" y="117005"/>
                </a:lnTo>
                <a:lnTo>
                  <a:pt x="264221" y="117005"/>
                </a:lnTo>
                <a:lnTo>
                  <a:pt x="81314" y="217601"/>
                </a:lnTo>
                <a:close/>
              </a:path>
              <a:path w="272415" h="226059">
                <a:moveTo>
                  <a:pt x="9525" y="169976"/>
                </a:moveTo>
                <a:lnTo>
                  <a:pt x="4762" y="165214"/>
                </a:lnTo>
                <a:lnTo>
                  <a:pt x="9525" y="165214"/>
                </a:lnTo>
                <a:lnTo>
                  <a:pt x="9525" y="169976"/>
                </a:lnTo>
                <a:close/>
              </a:path>
              <a:path w="272415" h="226059">
                <a:moveTo>
                  <a:pt x="76200" y="174739"/>
                </a:moveTo>
                <a:lnTo>
                  <a:pt x="71437" y="174739"/>
                </a:lnTo>
                <a:lnTo>
                  <a:pt x="66675" y="169976"/>
                </a:lnTo>
                <a:lnTo>
                  <a:pt x="9525" y="169976"/>
                </a:lnTo>
                <a:lnTo>
                  <a:pt x="9525" y="165214"/>
                </a:lnTo>
                <a:lnTo>
                  <a:pt x="76200" y="165214"/>
                </a:lnTo>
                <a:lnTo>
                  <a:pt x="76200" y="174739"/>
                </a:lnTo>
                <a:close/>
              </a:path>
              <a:path w="272415" h="226059">
                <a:moveTo>
                  <a:pt x="66675" y="225653"/>
                </a:moveTo>
                <a:lnTo>
                  <a:pt x="66675" y="169976"/>
                </a:lnTo>
                <a:lnTo>
                  <a:pt x="71437" y="174739"/>
                </a:lnTo>
                <a:lnTo>
                  <a:pt x="76200" y="174739"/>
                </a:lnTo>
                <a:lnTo>
                  <a:pt x="76200" y="209552"/>
                </a:lnTo>
                <a:lnTo>
                  <a:pt x="69138" y="213436"/>
                </a:lnTo>
                <a:lnTo>
                  <a:pt x="76200" y="217601"/>
                </a:lnTo>
                <a:lnTo>
                  <a:pt x="81314" y="217601"/>
                </a:lnTo>
                <a:lnTo>
                  <a:pt x="66675" y="225653"/>
                </a:lnTo>
                <a:close/>
              </a:path>
              <a:path w="272415" h="226059">
                <a:moveTo>
                  <a:pt x="76200" y="217601"/>
                </a:moveTo>
                <a:lnTo>
                  <a:pt x="69138" y="213436"/>
                </a:lnTo>
                <a:lnTo>
                  <a:pt x="76200" y="209552"/>
                </a:lnTo>
                <a:lnTo>
                  <a:pt x="76200" y="2176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92810" y="3423284"/>
            <a:ext cx="6355079" cy="201485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1344294" y="3760470"/>
            <a:ext cx="161861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ON</a:t>
            </a:r>
            <a:r>
              <a:rPr sz="1600" spc="-7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Categories  FOR</a:t>
            </a:r>
            <a:r>
              <a:rPr sz="1600" spc="-2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DELETE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47419" y="4248784"/>
            <a:ext cx="27051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AS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356994" y="4512009"/>
            <a:ext cx="5321935" cy="752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UPDATE P SET Discontinued =</a:t>
            </a:r>
            <a:r>
              <a:rPr sz="1600" spc="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1</a:t>
            </a:r>
            <a:endParaRPr sz="1600">
              <a:latin typeface="Lucida Sans Typewriter"/>
              <a:cs typeface="Lucida Sans Typewriter"/>
            </a:endParaRPr>
          </a:p>
          <a:p>
            <a:pPr marL="174625">
              <a:lnSpc>
                <a:spcPts val="1920"/>
              </a:lnSpc>
              <a:spcBef>
                <a:spcPts val="6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FROM Products AS P INNER JOIN deleted AS d  ON</a:t>
            </a:r>
            <a:r>
              <a:rPr sz="1600" spc="-440" dirty="0">
                <a:latin typeface="Lucida Sans Typewriter"/>
                <a:cs typeface="Lucida Sans Typewriter"/>
              </a:rPr>
              <a:t> </a:t>
            </a:r>
            <a:r>
              <a:rPr sz="2700" b="1" spc="-630" baseline="-4629" dirty="0">
                <a:latin typeface="Arial"/>
                <a:cs typeface="Arial"/>
              </a:rPr>
              <a:t>D</a:t>
            </a:r>
            <a:r>
              <a:rPr sz="1600" spc="-420" dirty="0">
                <a:latin typeface="Lucida Sans Typewriter"/>
                <a:cs typeface="Lucida Sans Typewriter"/>
              </a:rPr>
              <a:t>P</a:t>
            </a:r>
            <a:r>
              <a:rPr sz="2700" b="1" spc="-630" baseline="-4629" dirty="0">
                <a:latin typeface="Arial"/>
                <a:cs typeface="Arial"/>
              </a:rPr>
              <a:t>E</a:t>
            </a:r>
            <a:r>
              <a:rPr sz="1600" spc="-420" dirty="0">
                <a:latin typeface="Lucida Sans Typewriter"/>
                <a:cs typeface="Lucida Sans Typewriter"/>
              </a:rPr>
              <a:t>.C</a:t>
            </a:r>
            <a:r>
              <a:rPr sz="2700" b="1" spc="-630" baseline="-4629" dirty="0">
                <a:latin typeface="Arial"/>
                <a:cs typeface="Arial"/>
              </a:rPr>
              <a:t>L</a:t>
            </a:r>
            <a:r>
              <a:rPr sz="1600" spc="-420" dirty="0">
                <a:latin typeface="Lucida Sans Typewriter"/>
                <a:cs typeface="Lucida Sans Typewriter"/>
              </a:rPr>
              <a:t>a</a:t>
            </a:r>
            <a:r>
              <a:rPr sz="2700" b="1" spc="-630" baseline="-4629" dirty="0">
                <a:latin typeface="Arial"/>
                <a:cs typeface="Arial"/>
              </a:rPr>
              <a:t>E</a:t>
            </a:r>
            <a:r>
              <a:rPr sz="1600" spc="-420" dirty="0">
                <a:latin typeface="Lucida Sans Typewriter"/>
                <a:cs typeface="Lucida Sans Typewriter"/>
              </a:rPr>
              <a:t>t</a:t>
            </a:r>
            <a:r>
              <a:rPr sz="2700" b="1" spc="-630" baseline="-4629" dirty="0">
                <a:latin typeface="Arial"/>
                <a:cs typeface="Arial"/>
              </a:rPr>
              <a:t>T</a:t>
            </a:r>
            <a:r>
              <a:rPr sz="1600" spc="-420" dirty="0">
                <a:latin typeface="Lucida Sans Typewriter"/>
                <a:cs typeface="Lucida Sans Typewriter"/>
              </a:rPr>
              <a:t>e</a:t>
            </a:r>
            <a:r>
              <a:rPr sz="2700" b="1" spc="-630" baseline="-4629" dirty="0">
                <a:latin typeface="Arial"/>
                <a:cs typeface="Arial"/>
              </a:rPr>
              <a:t>E</a:t>
            </a:r>
            <a:r>
              <a:rPr sz="1600" spc="-420" dirty="0">
                <a:latin typeface="Lucida Sans Typewriter"/>
                <a:cs typeface="Lucida Sans Typewriter"/>
              </a:rPr>
              <a:t>go</a:t>
            </a:r>
            <a:r>
              <a:rPr sz="2700" b="1" spc="-630" baseline="-4629" dirty="0">
                <a:latin typeface="Arial"/>
                <a:cs typeface="Arial"/>
              </a:rPr>
              <a:t>s</a:t>
            </a:r>
            <a:r>
              <a:rPr sz="1600" spc="-420" dirty="0">
                <a:latin typeface="Lucida Sans Typewriter"/>
                <a:cs typeface="Lucida Sans Typewriter"/>
              </a:rPr>
              <a:t>r</a:t>
            </a:r>
            <a:r>
              <a:rPr sz="2700" b="1" spc="-630" baseline="-4629" dirty="0">
                <a:latin typeface="Arial"/>
                <a:cs typeface="Arial"/>
              </a:rPr>
              <a:t>t</a:t>
            </a:r>
            <a:r>
              <a:rPr sz="1600" spc="-420" dirty="0">
                <a:latin typeface="Lucida Sans Typewriter"/>
                <a:cs typeface="Lucida Sans Typewriter"/>
              </a:rPr>
              <a:t>y</a:t>
            </a:r>
            <a:r>
              <a:rPr sz="2700" b="1" spc="-630" baseline="-4629" dirty="0">
                <a:latin typeface="Arial"/>
                <a:cs typeface="Arial"/>
              </a:rPr>
              <a:t>a</a:t>
            </a:r>
            <a:r>
              <a:rPr sz="1600" spc="-420" dirty="0">
                <a:latin typeface="Lucida Sans Typewriter"/>
                <a:cs typeface="Lucida Sans Typewriter"/>
              </a:rPr>
              <a:t>I</a:t>
            </a:r>
            <a:r>
              <a:rPr sz="2700" b="1" spc="-630" baseline="-4629" dirty="0">
                <a:latin typeface="Arial"/>
                <a:cs typeface="Arial"/>
              </a:rPr>
              <a:t>te</a:t>
            </a:r>
            <a:r>
              <a:rPr sz="1600" spc="-420" dirty="0">
                <a:latin typeface="Lucida Sans Typewriter"/>
                <a:cs typeface="Lucida Sans Typewriter"/>
              </a:rPr>
              <a:t>D</a:t>
            </a:r>
            <a:r>
              <a:rPr sz="2700" b="1" spc="-630" baseline="-4629" dirty="0">
                <a:latin typeface="Arial"/>
                <a:cs typeface="Arial"/>
              </a:rPr>
              <a:t>m</a:t>
            </a:r>
            <a:r>
              <a:rPr sz="1600" spc="-420" dirty="0">
                <a:latin typeface="Lucida Sans Typewriter"/>
                <a:cs typeface="Lucida Sans Typewriter"/>
              </a:rPr>
              <a:t>=</a:t>
            </a:r>
            <a:r>
              <a:rPr sz="2700" b="1" spc="-630" baseline="-4629" dirty="0">
                <a:latin typeface="Arial"/>
                <a:cs typeface="Arial"/>
              </a:rPr>
              <a:t>en</a:t>
            </a:r>
            <a:r>
              <a:rPr sz="1600" spc="-420" dirty="0">
                <a:latin typeface="Lucida Sans Typewriter"/>
                <a:cs typeface="Lucida Sans Typewriter"/>
              </a:rPr>
              <a:t>d</a:t>
            </a:r>
            <a:r>
              <a:rPr sz="2700" b="1" spc="-630" baseline="-4629" dirty="0">
                <a:latin typeface="Arial"/>
                <a:cs typeface="Arial"/>
              </a:rPr>
              <a:t>t</a:t>
            </a:r>
            <a:r>
              <a:rPr sz="1600" spc="-420" dirty="0">
                <a:latin typeface="Lucida Sans Typewriter"/>
                <a:cs typeface="Lucida Sans Typewriter"/>
              </a:rPr>
              <a:t>.</a:t>
            </a:r>
            <a:r>
              <a:rPr sz="2700" b="1" spc="-630" baseline="-4629" dirty="0">
                <a:latin typeface="Arial"/>
                <a:cs typeface="Arial"/>
              </a:rPr>
              <a:t>l</a:t>
            </a:r>
            <a:r>
              <a:rPr sz="1600" spc="-420" dirty="0">
                <a:latin typeface="Lucida Sans Typewriter"/>
                <a:cs typeface="Lucida Sans Typewriter"/>
              </a:rPr>
              <a:t>C</a:t>
            </a:r>
            <a:r>
              <a:rPr sz="2700" b="1" spc="-630" baseline="-4629" dirty="0">
                <a:latin typeface="Arial"/>
                <a:cs typeface="Arial"/>
              </a:rPr>
              <a:t>o</a:t>
            </a:r>
            <a:r>
              <a:rPr sz="1600" spc="-420" dirty="0">
                <a:latin typeface="Lucida Sans Typewriter"/>
                <a:cs typeface="Lucida Sans Typewriter"/>
              </a:rPr>
              <a:t>a</a:t>
            </a:r>
            <a:r>
              <a:rPr sz="2700" b="1" spc="-630" baseline="-4629" dirty="0">
                <a:latin typeface="Arial"/>
                <a:cs typeface="Arial"/>
              </a:rPr>
              <a:t>g</a:t>
            </a:r>
            <a:r>
              <a:rPr sz="1600" spc="-420" dirty="0">
                <a:latin typeface="Lucida Sans Typewriter"/>
                <a:cs typeface="Lucida Sans Typewriter"/>
              </a:rPr>
              <a:t>t</a:t>
            </a:r>
            <a:r>
              <a:rPr sz="2700" b="1" spc="-630" baseline="-4629" dirty="0">
                <a:latin typeface="Arial"/>
                <a:cs typeface="Arial"/>
              </a:rPr>
              <a:t>g</a:t>
            </a:r>
            <a:r>
              <a:rPr sz="1600" spc="-420" dirty="0">
                <a:latin typeface="Lucida Sans Typewriter"/>
                <a:cs typeface="Lucida Sans Typewriter"/>
              </a:rPr>
              <a:t>e</a:t>
            </a:r>
            <a:r>
              <a:rPr sz="2700" b="1" spc="-630" baseline="-4629" dirty="0">
                <a:latin typeface="Arial"/>
                <a:cs typeface="Arial"/>
              </a:rPr>
              <a:t>e</a:t>
            </a:r>
            <a:r>
              <a:rPr sz="1600" spc="-420" dirty="0">
                <a:latin typeface="Lucida Sans Typewriter"/>
                <a:cs typeface="Lucida Sans Typewriter"/>
              </a:rPr>
              <a:t>g</a:t>
            </a:r>
            <a:r>
              <a:rPr sz="2700" b="1" spc="-630" baseline="-4629" dirty="0">
                <a:latin typeface="Arial"/>
                <a:cs typeface="Arial"/>
              </a:rPr>
              <a:t>d</a:t>
            </a:r>
            <a:r>
              <a:rPr sz="1600" spc="-420" dirty="0">
                <a:latin typeface="Lucida Sans Typewriter"/>
                <a:cs typeface="Lucida Sans Typewriter"/>
              </a:rPr>
              <a:t>oryID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5390197" y="2358072"/>
            <a:ext cx="2770505" cy="4083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494045" y="2429535"/>
            <a:ext cx="1033614" cy="22081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390197" y="2662872"/>
            <a:ext cx="941705" cy="40830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228397" y="2662872"/>
            <a:ext cx="1112202" cy="40830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218997" y="2662872"/>
            <a:ext cx="408304" cy="40830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523797" y="2662872"/>
            <a:ext cx="636904" cy="40830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4244340" y="2783204"/>
            <a:ext cx="3947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214120" algn="l"/>
              </a:tabLst>
            </a:pPr>
            <a:r>
              <a:rPr sz="1800" spc="-5" dirty="0">
                <a:latin typeface="Arial Narrow"/>
                <a:cs typeface="Arial Narrow"/>
              </a:rPr>
              <a:t>Confections	</a:t>
            </a:r>
            <a:r>
              <a:rPr sz="2400" i="1" spc="-457" baseline="31250" dirty="0">
                <a:latin typeface="Arial Narrow"/>
                <a:cs typeface="Arial Narrow"/>
              </a:rPr>
              <a:t>Pro</a:t>
            </a:r>
            <a:r>
              <a:rPr sz="1800" spc="-305" dirty="0">
                <a:latin typeface="Arial Narrow"/>
                <a:cs typeface="Arial Narrow"/>
              </a:rPr>
              <a:t>D</a:t>
            </a:r>
            <a:r>
              <a:rPr sz="2400" i="1" spc="-457" baseline="31250" dirty="0">
                <a:latin typeface="Arial Narrow"/>
                <a:cs typeface="Arial Narrow"/>
              </a:rPr>
              <a:t>d</a:t>
            </a:r>
            <a:r>
              <a:rPr sz="1800" spc="-305" dirty="0">
                <a:latin typeface="Arial Narrow"/>
                <a:cs typeface="Arial Narrow"/>
              </a:rPr>
              <a:t>e</a:t>
            </a:r>
            <a:r>
              <a:rPr sz="2400" i="1" spc="-457" baseline="31250" dirty="0">
                <a:latin typeface="Arial Narrow"/>
                <a:cs typeface="Arial Narrow"/>
              </a:rPr>
              <a:t>u</a:t>
            </a:r>
            <a:r>
              <a:rPr sz="1800" spc="-305" dirty="0">
                <a:latin typeface="Arial Narrow"/>
                <a:cs typeface="Arial Narrow"/>
              </a:rPr>
              <a:t>s</a:t>
            </a:r>
            <a:r>
              <a:rPr sz="2400" i="1" spc="-457" baseline="31250" dirty="0">
                <a:latin typeface="Arial Narrow"/>
                <a:cs typeface="Arial Narrow"/>
              </a:rPr>
              <a:t>ct</a:t>
            </a:r>
            <a:r>
              <a:rPr sz="1800" spc="-305" dirty="0">
                <a:latin typeface="Arial Narrow"/>
                <a:cs typeface="Arial Narrow"/>
              </a:rPr>
              <a:t>s</a:t>
            </a:r>
            <a:r>
              <a:rPr sz="2400" i="1" spc="-457" baseline="31250" dirty="0">
                <a:latin typeface="Arial Narrow"/>
                <a:cs typeface="Arial Narrow"/>
              </a:rPr>
              <a:t>ID</a:t>
            </a:r>
            <a:r>
              <a:rPr sz="1800" spc="-305" dirty="0">
                <a:latin typeface="Arial Narrow"/>
                <a:cs typeface="Arial Narrow"/>
              </a:rPr>
              <a:t>ert</a:t>
            </a:r>
            <a:r>
              <a:rPr sz="2400" i="1" spc="-457" baseline="31250" dirty="0">
                <a:latin typeface="Arial Narrow"/>
                <a:cs typeface="Arial Narrow"/>
              </a:rPr>
              <a:t>D</a:t>
            </a:r>
            <a:r>
              <a:rPr sz="1800" spc="-305" dirty="0">
                <a:latin typeface="Arial Narrow"/>
                <a:cs typeface="Arial Narrow"/>
              </a:rPr>
              <a:t>s</a:t>
            </a:r>
            <a:r>
              <a:rPr sz="2400" i="1" spc="-457" baseline="31250" dirty="0">
                <a:latin typeface="Arial Narrow"/>
                <a:cs typeface="Arial Narrow"/>
              </a:rPr>
              <a:t>i</a:t>
            </a:r>
            <a:r>
              <a:rPr sz="1800" spc="-305" dirty="0">
                <a:latin typeface="Arial Narrow"/>
                <a:cs typeface="Arial Narrow"/>
              </a:rPr>
              <a:t>,</a:t>
            </a:r>
            <a:r>
              <a:rPr sz="2400" i="1" spc="-457" baseline="31250" dirty="0">
                <a:latin typeface="Arial Narrow"/>
                <a:cs typeface="Arial Narrow"/>
              </a:rPr>
              <a:t>s</a:t>
            </a:r>
            <a:r>
              <a:rPr sz="1800" spc="-305" dirty="0">
                <a:latin typeface="Arial Narrow"/>
                <a:cs typeface="Arial Narrow"/>
              </a:rPr>
              <a:t>c</a:t>
            </a:r>
            <a:r>
              <a:rPr sz="2400" i="1" spc="-457" baseline="31250" dirty="0">
                <a:latin typeface="Arial Narrow"/>
                <a:cs typeface="Arial Narrow"/>
              </a:rPr>
              <a:t>co</a:t>
            </a:r>
            <a:r>
              <a:rPr sz="1800" spc="-305" dirty="0">
                <a:latin typeface="Arial Narrow"/>
                <a:cs typeface="Arial Narrow"/>
              </a:rPr>
              <a:t>a</a:t>
            </a:r>
            <a:r>
              <a:rPr sz="2400" i="1" spc="-457" baseline="31250" dirty="0">
                <a:latin typeface="Arial Narrow"/>
                <a:cs typeface="Arial Narrow"/>
              </a:rPr>
              <a:t>n</a:t>
            </a:r>
            <a:r>
              <a:rPr sz="1800" spc="-305" dirty="0">
                <a:latin typeface="Arial Narrow"/>
                <a:cs typeface="Arial Narrow"/>
              </a:rPr>
              <a:t>n</a:t>
            </a:r>
            <a:r>
              <a:rPr sz="2400" i="1" spc="-457" baseline="31250" dirty="0">
                <a:latin typeface="Arial Narrow"/>
                <a:cs typeface="Arial Narrow"/>
              </a:rPr>
              <a:t>t</a:t>
            </a:r>
            <a:r>
              <a:rPr sz="1800" spc="-305" dirty="0">
                <a:latin typeface="Arial Narrow"/>
                <a:cs typeface="Arial Narrow"/>
              </a:rPr>
              <a:t>d</a:t>
            </a:r>
            <a:r>
              <a:rPr sz="2400" i="1" spc="-457" baseline="31250" dirty="0">
                <a:latin typeface="Arial Narrow"/>
                <a:cs typeface="Arial Narrow"/>
              </a:rPr>
              <a:t>in</a:t>
            </a:r>
            <a:r>
              <a:rPr sz="1800" spc="-305" dirty="0">
                <a:latin typeface="Arial Narrow"/>
                <a:cs typeface="Arial Narrow"/>
              </a:rPr>
              <a:t>ie</a:t>
            </a:r>
            <a:r>
              <a:rPr sz="2400" i="1" spc="-457" baseline="31250" dirty="0">
                <a:latin typeface="Arial Narrow"/>
                <a:cs typeface="Arial Narrow"/>
              </a:rPr>
              <a:t>ue</a:t>
            </a:r>
            <a:r>
              <a:rPr sz="1800" spc="-305" dirty="0">
                <a:latin typeface="Arial Narrow"/>
                <a:cs typeface="Arial Narrow"/>
              </a:rPr>
              <a:t>s</a:t>
            </a:r>
            <a:r>
              <a:rPr sz="2400" i="1" spc="-457" baseline="31250" dirty="0">
                <a:latin typeface="Arial Narrow"/>
                <a:cs typeface="Arial Narrow"/>
              </a:rPr>
              <a:t>d</a:t>
            </a:r>
            <a:r>
              <a:rPr sz="1800" spc="-305" dirty="0">
                <a:latin typeface="Arial Narrow"/>
                <a:cs typeface="Arial Narrow"/>
              </a:rPr>
              <a:t>,</a:t>
            </a:r>
            <a:r>
              <a:rPr sz="1800" spc="-235" dirty="0">
                <a:latin typeface="Arial Narrow"/>
                <a:cs typeface="Arial Narrow"/>
              </a:rPr>
              <a:t> </a:t>
            </a:r>
            <a:r>
              <a:rPr sz="1800" spc="-420" dirty="0">
                <a:latin typeface="Arial Narrow"/>
                <a:cs typeface="Arial Narrow"/>
              </a:rPr>
              <a:t>…</a:t>
            </a:r>
            <a:r>
              <a:rPr sz="2400" b="1" i="1" spc="-630" baseline="31250" dirty="0">
                <a:latin typeface="Arial Narrow"/>
                <a:cs typeface="Arial Narrow"/>
              </a:rPr>
              <a:t>…</a:t>
            </a:r>
            <a:r>
              <a:rPr sz="2400" b="1" i="1" spc="150" baseline="31250" dirty="0">
                <a:latin typeface="Arial Narrow"/>
                <a:cs typeface="Arial Narrow"/>
              </a:rPr>
              <a:t> </a:t>
            </a:r>
            <a:r>
              <a:rPr sz="1800" spc="-225" dirty="0">
                <a:latin typeface="Arial Narrow"/>
                <a:cs typeface="Arial Narrow"/>
              </a:rPr>
              <a:t>0</a:t>
            </a:r>
            <a:r>
              <a:rPr sz="2400" b="1" i="1" spc="-337" baseline="31250" dirty="0">
                <a:latin typeface="Arial Narrow"/>
                <a:cs typeface="Arial Narrow"/>
              </a:rPr>
              <a:t>…</a:t>
            </a:r>
            <a:r>
              <a:rPr sz="1800" spc="-225" dirty="0">
                <a:latin typeface="Arial Narrow"/>
                <a:cs typeface="Arial Narrow"/>
              </a:rPr>
              <a:t>x15…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5390197" y="2967672"/>
            <a:ext cx="941705" cy="1475105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5777229" y="3061463"/>
            <a:ext cx="10477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1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764529" y="3609975"/>
            <a:ext cx="130175" cy="6286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Arial Narrow"/>
                <a:cs typeface="Arial Narrow"/>
              </a:rPr>
              <a:t>3</a:t>
            </a:r>
            <a:endParaRPr sz="18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Arial Narrow"/>
                <a:cs typeface="Arial Narrow"/>
              </a:rPr>
              <a:t>4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6228397" y="2967672"/>
            <a:ext cx="1094105" cy="147510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6691630" y="3061463"/>
            <a:ext cx="10477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0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764529" y="3335654"/>
            <a:ext cx="1044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1800" dirty="0">
                <a:latin typeface="Arial Narrow"/>
                <a:cs typeface="Arial Narrow"/>
              </a:rPr>
              <a:t>2	0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678930" y="3609975"/>
            <a:ext cx="130175" cy="6286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Arial Narrow"/>
                <a:cs typeface="Arial Narrow"/>
              </a:rPr>
              <a:t>0</a:t>
            </a:r>
            <a:endParaRPr sz="18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Arial Narrow"/>
                <a:cs typeface="Arial Narrow"/>
              </a:rPr>
              <a:t>0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7218997" y="2967672"/>
            <a:ext cx="408304" cy="147510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523797" y="2967672"/>
            <a:ext cx="636904" cy="147510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405437" y="2982912"/>
            <a:ext cx="847725" cy="1381125"/>
          </a:xfrm>
          <a:custGeom>
            <a:avLst/>
            <a:gdLst/>
            <a:ahLst/>
            <a:cxnLst/>
            <a:rect l="l" t="t" r="r" b="b"/>
            <a:pathLst>
              <a:path w="847725" h="1381125">
                <a:moveTo>
                  <a:pt x="8477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847725" y="0"/>
                </a:lnTo>
                <a:lnTo>
                  <a:pt x="847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847725" y="1376362"/>
                </a:lnTo>
                <a:lnTo>
                  <a:pt x="847725" y="1381125"/>
                </a:lnTo>
                <a:close/>
              </a:path>
              <a:path w="8477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47725" h="1381125">
                <a:moveTo>
                  <a:pt x="838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38200" y="4762"/>
                </a:lnTo>
                <a:lnTo>
                  <a:pt x="838200" y="9525"/>
                </a:lnTo>
                <a:close/>
              </a:path>
              <a:path w="847725" h="1381125">
                <a:moveTo>
                  <a:pt x="838200" y="1376362"/>
                </a:moveTo>
                <a:lnTo>
                  <a:pt x="838200" y="4762"/>
                </a:lnTo>
                <a:lnTo>
                  <a:pt x="842962" y="9525"/>
                </a:lnTo>
                <a:lnTo>
                  <a:pt x="847725" y="9525"/>
                </a:lnTo>
                <a:lnTo>
                  <a:pt x="847725" y="1371600"/>
                </a:lnTo>
                <a:lnTo>
                  <a:pt x="842962" y="1371600"/>
                </a:lnTo>
                <a:lnTo>
                  <a:pt x="838200" y="1376362"/>
                </a:lnTo>
                <a:close/>
              </a:path>
              <a:path w="847725" h="1381125">
                <a:moveTo>
                  <a:pt x="847725" y="9525"/>
                </a:moveTo>
                <a:lnTo>
                  <a:pt x="842962" y="9525"/>
                </a:lnTo>
                <a:lnTo>
                  <a:pt x="838200" y="4762"/>
                </a:lnTo>
                <a:lnTo>
                  <a:pt x="847725" y="4762"/>
                </a:lnTo>
                <a:lnTo>
                  <a:pt x="847725" y="9525"/>
                </a:lnTo>
                <a:close/>
              </a:path>
              <a:path w="8477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847725" h="1381125">
                <a:moveTo>
                  <a:pt x="8382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838200" y="1371600"/>
                </a:lnTo>
                <a:lnTo>
                  <a:pt x="838200" y="1376362"/>
                </a:lnTo>
                <a:close/>
              </a:path>
              <a:path w="847725" h="1381125">
                <a:moveTo>
                  <a:pt x="847725" y="1376362"/>
                </a:moveTo>
                <a:lnTo>
                  <a:pt x="838200" y="1376362"/>
                </a:lnTo>
                <a:lnTo>
                  <a:pt x="842962" y="1371600"/>
                </a:lnTo>
                <a:lnTo>
                  <a:pt x="847725" y="1371600"/>
                </a:lnTo>
                <a:lnTo>
                  <a:pt x="8477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243637" y="2982912"/>
            <a:ext cx="1000125" cy="1381125"/>
          </a:xfrm>
          <a:custGeom>
            <a:avLst/>
            <a:gdLst/>
            <a:ahLst/>
            <a:cxnLst/>
            <a:rect l="l" t="t" r="r" b="b"/>
            <a:pathLst>
              <a:path w="1000125" h="1381125">
                <a:moveTo>
                  <a:pt x="10001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000125" y="0"/>
                </a:lnTo>
                <a:lnTo>
                  <a:pt x="100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000125" y="1376362"/>
                </a:lnTo>
                <a:lnTo>
                  <a:pt x="1000125" y="1381125"/>
                </a:lnTo>
                <a:close/>
              </a:path>
              <a:path w="10001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00125" h="1381125">
                <a:moveTo>
                  <a:pt x="99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90600" y="4762"/>
                </a:lnTo>
                <a:lnTo>
                  <a:pt x="990600" y="9525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90600" y="4762"/>
                </a:lnTo>
                <a:lnTo>
                  <a:pt x="995362" y="9525"/>
                </a:lnTo>
                <a:lnTo>
                  <a:pt x="1000125" y="9525"/>
                </a:lnTo>
                <a:lnTo>
                  <a:pt x="1000125" y="1371600"/>
                </a:lnTo>
                <a:lnTo>
                  <a:pt x="995362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9525"/>
                </a:moveTo>
                <a:lnTo>
                  <a:pt x="995362" y="9525"/>
                </a:lnTo>
                <a:lnTo>
                  <a:pt x="990600" y="4762"/>
                </a:lnTo>
                <a:lnTo>
                  <a:pt x="1000125" y="4762"/>
                </a:lnTo>
                <a:lnTo>
                  <a:pt x="1000125" y="9525"/>
                </a:lnTo>
                <a:close/>
              </a:path>
              <a:path w="10001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990600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1376362"/>
                </a:moveTo>
                <a:lnTo>
                  <a:pt x="990600" y="1376362"/>
                </a:lnTo>
                <a:lnTo>
                  <a:pt x="995362" y="1371600"/>
                </a:lnTo>
                <a:lnTo>
                  <a:pt x="1000125" y="1371600"/>
                </a:lnTo>
                <a:lnTo>
                  <a:pt x="10001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539037" y="2982912"/>
            <a:ext cx="542925" cy="1381125"/>
          </a:xfrm>
          <a:custGeom>
            <a:avLst/>
            <a:gdLst/>
            <a:ahLst/>
            <a:cxnLst/>
            <a:rect l="l" t="t" r="r" b="b"/>
            <a:pathLst>
              <a:path w="542925" h="1381125">
                <a:moveTo>
                  <a:pt x="542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542925" y="1376362"/>
                </a:lnTo>
                <a:lnTo>
                  <a:pt x="542925" y="1381125"/>
                </a:lnTo>
                <a:close/>
              </a:path>
              <a:path w="542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13811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1381125">
                <a:moveTo>
                  <a:pt x="533400" y="13763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1371600"/>
                </a:lnTo>
                <a:lnTo>
                  <a:pt x="538162" y="1371600"/>
                </a:lnTo>
                <a:lnTo>
                  <a:pt x="533400" y="1376362"/>
                </a:lnTo>
                <a:close/>
              </a:path>
              <a:path w="542925" h="13811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542925" h="1381125">
                <a:moveTo>
                  <a:pt x="533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533400" y="1371600"/>
                </a:lnTo>
                <a:lnTo>
                  <a:pt x="533400" y="1376362"/>
                </a:lnTo>
                <a:close/>
              </a:path>
              <a:path w="542925" h="1381125">
                <a:moveTo>
                  <a:pt x="542925" y="1376362"/>
                </a:moveTo>
                <a:lnTo>
                  <a:pt x="533400" y="1376362"/>
                </a:lnTo>
                <a:lnTo>
                  <a:pt x="538162" y="1371600"/>
                </a:lnTo>
                <a:lnTo>
                  <a:pt x="542925" y="1371600"/>
                </a:lnTo>
                <a:lnTo>
                  <a:pt x="542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234237" y="2982912"/>
            <a:ext cx="314325" cy="1381125"/>
          </a:xfrm>
          <a:custGeom>
            <a:avLst/>
            <a:gdLst/>
            <a:ahLst/>
            <a:cxnLst/>
            <a:rect l="l" t="t" r="r" b="b"/>
            <a:pathLst>
              <a:path w="314325" h="1381125">
                <a:moveTo>
                  <a:pt x="3143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314325" y="0"/>
                </a:lnTo>
                <a:lnTo>
                  <a:pt x="314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314325" y="1376362"/>
                </a:lnTo>
                <a:lnTo>
                  <a:pt x="314325" y="1381125"/>
                </a:lnTo>
                <a:close/>
              </a:path>
              <a:path w="3143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14325" h="1381125">
                <a:moveTo>
                  <a:pt x="304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04800" y="4762"/>
                </a:lnTo>
                <a:lnTo>
                  <a:pt x="304800" y="9525"/>
                </a:lnTo>
                <a:close/>
              </a:path>
              <a:path w="314325" h="1381125">
                <a:moveTo>
                  <a:pt x="304800" y="1376362"/>
                </a:moveTo>
                <a:lnTo>
                  <a:pt x="304800" y="4762"/>
                </a:lnTo>
                <a:lnTo>
                  <a:pt x="309562" y="9525"/>
                </a:lnTo>
                <a:lnTo>
                  <a:pt x="314325" y="9525"/>
                </a:lnTo>
                <a:lnTo>
                  <a:pt x="314325" y="1371600"/>
                </a:lnTo>
                <a:lnTo>
                  <a:pt x="309562" y="1371600"/>
                </a:lnTo>
                <a:lnTo>
                  <a:pt x="304800" y="1376362"/>
                </a:lnTo>
                <a:close/>
              </a:path>
              <a:path w="314325" h="1381125">
                <a:moveTo>
                  <a:pt x="314325" y="9525"/>
                </a:moveTo>
                <a:lnTo>
                  <a:pt x="309562" y="9525"/>
                </a:lnTo>
                <a:lnTo>
                  <a:pt x="304800" y="4762"/>
                </a:lnTo>
                <a:lnTo>
                  <a:pt x="314325" y="4762"/>
                </a:lnTo>
                <a:lnTo>
                  <a:pt x="314325" y="9525"/>
                </a:lnTo>
                <a:close/>
              </a:path>
              <a:path w="3143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314325" h="1381125">
                <a:moveTo>
                  <a:pt x="3048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304800" y="1371600"/>
                </a:lnTo>
                <a:lnTo>
                  <a:pt x="304800" y="1376362"/>
                </a:lnTo>
                <a:close/>
              </a:path>
              <a:path w="314325" h="1381125">
                <a:moveTo>
                  <a:pt x="314325" y="1376362"/>
                </a:moveTo>
                <a:lnTo>
                  <a:pt x="304800" y="1376362"/>
                </a:lnTo>
                <a:lnTo>
                  <a:pt x="309562" y="1371600"/>
                </a:lnTo>
                <a:lnTo>
                  <a:pt x="314325" y="1371600"/>
                </a:lnTo>
                <a:lnTo>
                  <a:pt x="3143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915669" y="1562735"/>
            <a:ext cx="4533900" cy="835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ts val="2280"/>
              </a:lnSpc>
              <a:spcBef>
                <a:spcPts val="105"/>
              </a:spcBef>
            </a:pPr>
            <a:r>
              <a:rPr sz="2000" b="1" spc="-20" dirty="0">
                <a:latin typeface="Arial"/>
                <a:cs typeface="Arial"/>
              </a:rPr>
              <a:t>Trigger </a:t>
            </a:r>
            <a:r>
              <a:rPr sz="2000" b="1" spc="-5" dirty="0">
                <a:latin typeface="Arial"/>
                <a:cs typeface="Arial"/>
              </a:rPr>
              <a:t>Actions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Execute</a:t>
            </a:r>
            <a:endParaRPr sz="2000">
              <a:latin typeface="Arial"/>
              <a:cs typeface="Arial"/>
            </a:endParaRPr>
          </a:p>
          <a:p>
            <a:pPr marL="2402205">
              <a:lnSpc>
                <a:spcPts val="1800"/>
              </a:lnSpc>
              <a:tabLst>
                <a:tab pos="3400425" algn="l"/>
              </a:tabLst>
            </a:pPr>
            <a:r>
              <a:rPr sz="1600" i="1" spc="-5" dirty="0">
                <a:latin typeface="Arial Narrow"/>
                <a:cs typeface="Arial Narrow"/>
              </a:rPr>
              <a:t>CategoryID	CategoryName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DELETE Categories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5414771" y="3060192"/>
            <a:ext cx="833755" cy="228600"/>
          </a:xfrm>
          <a:custGeom>
            <a:avLst/>
            <a:gdLst/>
            <a:ahLst/>
            <a:cxnLst/>
            <a:rect l="l" t="t" r="r" b="b"/>
            <a:pathLst>
              <a:path w="833754" h="228600">
                <a:moveTo>
                  <a:pt x="0" y="228600"/>
                </a:moveTo>
                <a:lnTo>
                  <a:pt x="833627" y="228600"/>
                </a:lnTo>
                <a:lnTo>
                  <a:pt x="833627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248400" y="3060192"/>
            <a:ext cx="990600" cy="228600"/>
          </a:xfrm>
          <a:custGeom>
            <a:avLst/>
            <a:gdLst/>
            <a:ahLst/>
            <a:cxnLst/>
            <a:rect l="l" t="t" r="r" b="b"/>
            <a:pathLst>
              <a:path w="990600" h="228600">
                <a:moveTo>
                  <a:pt x="0" y="0"/>
                </a:moveTo>
                <a:lnTo>
                  <a:pt x="990600" y="0"/>
                </a:lnTo>
                <a:lnTo>
                  <a:pt x="990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5842952" y="3016250"/>
            <a:ext cx="965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8360" algn="l"/>
              </a:tabLst>
            </a:pPr>
            <a:r>
              <a:rPr sz="1800" dirty="0">
                <a:latin typeface="Arial Narrow"/>
                <a:cs typeface="Arial Narrow"/>
              </a:rPr>
              <a:t>2	1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239000" y="3060192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0" y="0"/>
                </a:moveTo>
                <a:lnTo>
                  <a:pt x="838200" y="0"/>
                </a:lnTo>
                <a:lnTo>
                  <a:pt x="8382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269491" y="4555235"/>
            <a:ext cx="5861685" cy="762000"/>
          </a:xfrm>
          <a:custGeom>
            <a:avLst/>
            <a:gdLst/>
            <a:ahLst/>
            <a:cxnLst/>
            <a:rect l="l" t="t" r="r" b="b"/>
            <a:pathLst>
              <a:path w="5861684" h="762000">
                <a:moveTo>
                  <a:pt x="0" y="0"/>
                </a:moveTo>
                <a:lnTo>
                  <a:pt x="5861304" y="0"/>
                </a:lnTo>
                <a:lnTo>
                  <a:pt x="586130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1348739" y="4551362"/>
            <a:ext cx="5347335" cy="755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2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UPDATE P SET Discontinued =</a:t>
            </a:r>
            <a:r>
              <a:rPr sz="1600" spc="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1</a:t>
            </a:r>
            <a:endParaRPr sz="1600">
              <a:latin typeface="Lucida Sans Typewriter"/>
              <a:cs typeface="Lucida Sans Typewriter"/>
            </a:endParaRPr>
          </a:p>
          <a:p>
            <a:pPr marL="187325" marR="5080">
              <a:lnSpc>
                <a:spcPts val="1920"/>
              </a:lnSpc>
              <a:spcBef>
                <a:spcPts val="6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FROM Products AS P INNER JOIN deleted AS d  ON P.CategoryID =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d.CategoryID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724534" y="1288097"/>
            <a:ext cx="7688580" cy="4981651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28827" y="6295644"/>
            <a:ext cx="443865" cy="329565"/>
          </a:xfrm>
          <a:custGeom>
            <a:avLst/>
            <a:gdLst/>
            <a:ahLst/>
            <a:cxnLst/>
            <a:rect l="l" t="t" r="r" b="b"/>
            <a:pathLst>
              <a:path w="443865" h="329565">
                <a:moveTo>
                  <a:pt x="387096" y="329183"/>
                </a:moveTo>
                <a:lnTo>
                  <a:pt x="54864" y="329183"/>
                </a:lnTo>
                <a:lnTo>
                  <a:pt x="33416" y="324760"/>
                </a:lnTo>
                <a:lnTo>
                  <a:pt x="15940" y="312958"/>
                </a:lnTo>
                <a:lnTo>
                  <a:pt x="4209" y="295553"/>
                </a:lnTo>
                <a:lnTo>
                  <a:pt x="0" y="274320"/>
                </a:lnTo>
                <a:lnTo>
                  <a:pt x="0" y="54863"/>
                </a:lnTo>
                <a:lnTo>
                  <a:pt x="4209" y="33168"/>
                </a:lnTo>
                <a:lnTo>
                  <a:pt x="15940" y="15611"/>
                </a:lnTo>
                <a:lnTo>
                  <a:pt x="33416" y="3964"/>
                </a:lnTo>
                <a:lnTo>
                  <a:pt x="54864" y="0"/>
                </a:lnTo>
                <a:lnTo>
                  <a:pt x="387096" y="0"/>
                </a:lnTo>
                <a:lnTo>
                  <a:pt x="408888" y="3964"/>
                </a:lnTo>
                <a:lnTo>
                  <a:pt x="426639" y="15611"/>
                </a:lnTo>
                <a:lnTo>
                  <a:pt x="438714" y="33168"/>
                </a:lnTo>
                <a:lnTo>
                  <a:pt x="443484" y="54863"/>
                </a:lnTo>
                <a:lnTo>
                  <a:pt x="443484" y="274320"/>
                </a:lnTo>
                <a:lnTo>
                  <a:pt x="438714" y="295553"/>
                </a:lnTo>
                <a:lnTo>
                  <a:pt x="426639" y="312958"/>
                </a:lnTo>
                <a:lnTo>
                  <a:pt x="408888" y="324760"/>
                </a:lnTo>
                <a:lnTo>
                  <a:pt x="387096" y="3291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23951" y="6290259"/>
            <a:ext cx="452755" cy="339090"/>
          </a:xfrm>
          <a:custGeom>
            <a:avLst/>
            <a:gdLst/>
            <a:ahLst/>
            <a:cxnLst/>
            <a:rect l="l" t="t" r="r" b="b"/>
            <a:pathLst>
              <a:path w="452755" h="339090">
                <a:moveTo>
                  <a:pt x="410184" y="2539"/>
                </a:moveTo>
                <a:lnTo>
                  <a:pt x="42100" y="2539"/>
                </a:lnTo>
                <a:lnTo>
                  <a:pt x="47713" y="0"/>
                </a:lnTo>
                <a:lnTo>
                  <a:pt x="404571" y="0"/>
                </a:lnTo>
                <a:lnTo>
                  <a:pt x="410184" y="2539"/>
                </a:lnTo>
                <a:close/>
              </a:path>
              <a:path w="452755" h="339090">
                <a:moveTo>
                  <a:pt x="415683" y="3810"/>
                </a:moveTo>
                <a:lnTo>
                  <a:pt x="36601" y="3810"/>
                </a:lnTo>
                <a:lnTo>
                  <a:pt x="41656" y="2539"/>
                </a:lnTo>
                <a:lnTo>
                  <a:pt x="410629" y="2539"/>
                </a:lnTo>
                <a:lnTo>
                  <a:pt x="415683" y="3810"/>
                </a:lnTo>
                <a:close/>
              </a:path>
              <a:path w="452755" h="339090">
                <a:moveTo>
                  <a:pt x="420916" y="6350"/>
                </a:moveTo>
                <a:lnTo>
                  <a:pt x="31368" y="6350"/>
                </a:lnTo>
                <a:lnTo>
                  <a:pt x="36169" y="3810"/>
                </a:lnTo>
                <a:lnTo>
                  <a:pt x="416115" y="3810"/>
                </a:lnTo>
                <a:lnTo>
                  <a:pt x="420916" y="6350"/>
                </a:lnTo>
                <a:close/>
              </a:path>
              <a:path w="452755" h="339090">
                <a:moveTo>
                  <a:pt x="39878" y="12700"/>
                </a:moveTo>
                <a:lnTo>
                  <a:pt x="21831" y="12700"/>
                </a:lnTo>
                <a:lnTo>
                  <a:pt x="26060" y="10160"/>
                </a:lnTo>
                <a:lnTo>
                  <a:pt x="26441" y="8889"/>
                </a:lnTo>
                <a:lnTo>
                  <a:pt x="30962" y="6350"/>
                </a:lnTo>
                <a:lnTo>
                  <a:pt x="421322" y="6350"/>
                </a:lnTo>
                <a:lnTo>
                  <a:pt x="425856" y="8889"/>
                </a:lnTo>
                <a:lnTo>
                  <a:pt x="52095" y="8889"/>
                </a:lnTo>
                <a:lnTo>
                  <a:pt x="49390" y="10160"/>
                </a:lnTo>
                <a:lnTo>
                  <a:pt x="49733" y="10160"/>
                </a:lnTo>
                <a:lnTo>
                  <a:pt x="44475" y="11429"/>
                </a:lnTo>
                <a:lnTo>
                  <a:pt x="44919" y="11429"/>
                </a:lnTo>
                <a:lnTo>
                  <a:pt x="39878" y="12700"/>
                </a:lnTo>
                <a:close/>
              </a:path>
              <a:path w="452755" h="339090">
                <a:moveTo>
                  <a:pt x="430453" y="12700"/>
                </a:moveTo>
                <a:lnTo>
                  <a:pt x="412407" y="12700"/>
                </a:lnTo>
                <a:lnTo>
                  <a:pt x="407365" y="11429"/>
                </a:lnTo>
                <a:lnTo>
                  <a:pt x="407809" y="11429"/>
                </a:lnTo>
                <a:lnTo>
                  <a:pt x="402551" y="10160"/>
                </a:lnTo>
                <a:lnTo>
                  <a:pt x="402894" y="10160"/>
                </a:lnTo>
                <a:lnTo>
                  <a:pt x="400189" y="8889"/>
                </a:lnTo>
                <a:lnTo>
                  <a:pt x="425856" y="8889"/>
                </a:lnTo>
                <a:lnTo>
                  <a:pt x="426224" y="10160"/>
                </a:lnTo>
                <a:lnTo>
                  <a:pt x="430453" y="12700"/>
                </a:lnTo>
                <a:close/>
              </a:path>
              <a:path w="452755" h="339090">
                <a:moveTo>
                  <a:pt x="17881" y="31750"/>
                </a:moveTo>
                <a:lnTo>
                  <a:pt x="18135" y="30479"/>
                </a:lnTo>
                <a:lnTo>
                  <a:pt x="7251" y="30479"/>
                </a:lnTo>
                <a:lnTo>
                  <a:pt x="9994" y="25400"/>
                </a:lnTo>
                <a:lnTo>
                  <a:pt x="10248" y="25400"/>
                </a:lnTo>
                <a:lnTo>
                  <a:pt x="13423" y="21589"/>
                </a:lnTo>
                <a:lnTo>
                  <a:pt x="13703" y="20320"/>
                </a:lnTo>
                <a:lnTo>
                  <a:pt x="17259" y="16510"/>
                </a:lnTo>
                <a:lnTo>
                  <a:pt x="17576" y="16510"/>
                </a:lnTo>
                <a:lnTo>
                  <a:pt x="21475" y="12700"/>
                </a:lnTo>
                <a:lnTo>
                  <a:pt x="40309" y="12700"/>
                </a:lnTo>
                <a:lnTo>
                  <a:pt x="35509" y="15239"/>
                </a:lnTo>
                <a:lnTo>
                  <a:pt x="35915" y="15239"/>
                </a:lnTo>
                <a:lnTo>
                  <a:pt x="31381" y="17779"/>
                </a:lnTo>
                <a:lnTo>
                  <a:pt x="31762" y="17779"/>
                </a:lnTo>
                <a:lnTo>
                  <a:pt x="27533" y="20320"/>
                </a:lnTo>
                <a:lnTo>
                  <a:pt x="27876" y="20320"/>
                </a:lnTo>
                <a:lnTo>
                  <a:pt x="25277" y="22860"/>
                </a:lnTo>
                <a:lnTo>
                  <a:pt x="24307" y="22860"/>
                </a:lnTo>
                <a:lnTo>
                  <a:pt x="21640" y="26670"/>
                </a:lnTo>
                <a:lnTo>
                  <a:pt x="21043" y="26670"/>
                </a:lnTo>
                <a:lnTo>
                  <a:pt x="17881" y="31750"/>
                </a:lnTo>
                <a:close/>
              </a:path>
              <a:path w="452755" h="339090">
                <a:moveTo>
                  <a:pt x="428307" y="24129"/>
                </a:moveTo>
                <a:lnTo>
                  <a:pt x="424408" y="20320"/>
                </a:lnTo>
                <a:lnTo>
                  <a:pt x="424751" y="20320"/>
                </a:lnTo>
                <a:lnTo>
                  <a:pt x="420522" y="17779"/>
                </a:lnTo>
                <a:lnTo>
                  <a:pt x="420903" y="17779"/>
                </a:lnTo>
                <a:lnTo>
                  <a:pt x="416369" y="15239"/>
                </a:lnTo>
                <a:lnTo>
                  <a:pt x="416775" y="15239"/>
                </a:lnTo>
                <a:lnTo>
                  <a:pt x="411975" y="12700"/>
                </a:lnTo>
                <a:lnTo>
                  <a:pt x="430809" y="12700"/>
                </a:lnTo>
                <a:lnTo>
                  <a:pt x="435038" y="16510"/>
                </a:lnTo>
                <a:lnTo>
                  <a:pt x="438873" y="21589"/>
                </a:lnTo>
                <a:lnTo>
                  <a:pt x="439928" y="22860"/>
                </a:lnTo>
                <a:lnTo>
                  <a:pt x="427990" y="22860"/>
                </a:lnTo>
                <a:lnTo>
                  <a:pt x="428307" y="24129"/>
                </a:lnTo>
                <a:close/>
              </a:path>
              <a:path w="452755" h="339090">
                <a:moveTo>
                  <a:pt x="23977" y="24129"/>
                </a:moveTo>
                <a:lnTo>
                  <a:pt x="24307" y="22860"/>
                </a:lnTo>
                <a:lnTo>
                  <a:pt x="25277" y="22860"/>
                </a:lnTo>
                <a:lnTo>
                  <a:pt x="23977" y="24129"/>
                </a:lnTo>
                <a:close/>
              </a:path>
              <a:path w="452755" h="339090">
                <a:moveTo>
                  <a:pt x="431533" y="27939"/>
                </a:moveTo>
                <a:lnTo>
                  <a:pt x="427990" y="22860"/>
                </a:lnTo>
                <a:lnTo>
                  <a:pt x="439928" y="22860"/>
                </a:lnTo>
                <a:lnTo>
                  <a:pt x="442036" y="25400"/>
                </a:lnTo>
                <a:lnTo>
                  <a:pt x="442290" y="25400"/>
                </a:lnTo>
                <a:lnTo>
                  <a:pt x="442976" y="26670"/>
                </a:lnTo>
                <a:lnTo>
                  <a:pt x="431241" y="26670"/>
                </a:lnTo>
                <a:lnTo>
                  <a:pt x="431533" y="27939"/>
                </a:lnTo>
                <a:close/>
              </a:path>
              <a:path w="452755" h="339090">
                <a:moveTo>
                  <a:pt x="20751" y="27939"/>
                </a:moveTo>
                <a:lnTo>
                  <a:pt x="21043" y="26670"/>
                </a:lnTo>
                <a:lnTo>
                  <a:pt x="21640" y="26670"/>
                </a:lnTo>
                <a:lnTo>
                  <a:pt x="20751" y="27939"/>
                </a:lnTo>
                <a:close/>
              </a:path>
              <a:path w="452755" h="339090">
                <a:moveTo>
                  <a:pt x="434403" y="31750"/>
                </a:moveTo>
                <a:lnTo>
                  <a:pt x="431241" y="26670"/>
                </a:lnTo>
                <a:lnTo>
                  <a:pt x="442976" y="26670"/>
                </a:lnTo>
                <a:lnTo>
                  <a:pt x="445033" y="30479"/>
                </a:lnTo>
                <a:lnTo>
                  <a:pt x="434149" y="30479"/>
                </a:lnTo>
                <a:lnTo>
                  <a:pt x="434403" y="31750"/>
                </a:lnTo>
                <a:close/>
              </a:path>
              <a:path w="452755" h="339090">
                <a:moveTo>
                  <a:pt x="15392" y="35560"/>
                </a:moveTo>
                <a:lnTo>
                  <a:pt x="4711" y="35560"/>
                </a:lnTo>
                <a:lnTo>
                  <a:pt x="7023" y="30479"/>
                </a:lnTo>
                <a:lnTo>
                  <a:pt x="18135" y="30479"/>
                </a:lnTo>
                <a:lnTo>
                  <a:pt x="15392" y="35560"/>
                </a:lnTo>
                <a:close/>
              </a:path>
              <a:path w="452755" h="339090">
                <a:moveTo>
                  <a:pt x="447573" y="35560"/>
                </a:moveTo>
                <a:lnTo>
                  <a:pt x="436892" y="35560"/>
                </a:lnTo>
                <a:lnTo>
                  <a:pt x="434149" y="30479"/>
                </a:lnTo>
                <a:lnTo>
                  <a:pt x="445262" y="30479"/>
                </a:lnTo>
                <a:lnTo>
                  <a:pt x="447573" y="35560"/>
                </a:lnTo>
                <a:close/>
              </a:path>
              <a:path w="452755" h="339090">
                <a:moveTo>
                  <a:pt x="18135" y="307339"/>
                </a:moveTo>
                <a:lnTo>
                  <a:pt x="7023" y="307339"/>
                </a:lnTo>
                <a:lnTo>
                  <a:pt x="4711" y="302260"/>
                </a:lnTo>
                <a:lnTo>
                  <a:pt x="4533" y="302260"/>
                </a:lnTo>
                <a:lnTo>
                  <a:pt x="2679" y="297180"/>
                </a:lnTo>
                <a:lnTo>
                  <a:pt x="2540" y="295910"/>
                </a:lnTo>
                <a:lnTo>
                  <a:pt x="1117" y="290830"/>
                </a:lnTo>
                <a:lnTo>
                  <a:pt x="596" y="288289"/>
                </a:lnTo>
                <a:lnTo>
                  <a:pt x="215" y="284480"/>
                </a:lnTo>
                <a:lnTo>
                  <a:pt x="107" y="283210"/>
                </a:lnTo>
                <a:lnTo>
                  <a:pt x="0" y="55879"/>
                </a:lnTo>
                <a:lnTo>
                  <a:pt x="634" y="49529"/>
                </a:lnTo>
                <a:lnTo>
                  <a:pt x="1193" y="46989"/>
                </a:lnTo>
                <a:lnTo>
                  <a:pt x="2540" y="41910"/>
                </a:lnTo>
                <a:lnTo>
                  <a:pt x="2679" y="40639"/>
                </a:lnTo>
                <a:lnTo>
                  <a:pt x="4533" y="35560"/>
                </a:lnTo>
                <a:lnTo>
                  <a:pt x="15608" y="35560"/>
                </a:lnTo>
                <a:lnTo>
                  <a:pt x="13296" y="39370"/>
                </a:lnTo>
                <a:lnTo>
                  <a:pt x="13474" y="39370"/>
                </a:lnTo>
                <a:lnTo>
                  <a:pt x="11633" y="44450"/>
                </a:lnTo>
                <a:lnTo>
                  <a:pt x="11772" y="44450"/>
                </a:lnTo>
                <a:lnTo>
                  <a:pt x="10753" y="48260"/>
                </a:lnTo>
                <a:lnTo>
                  <a:pt x="10490" y="48260"/>
                </a:lnTo>
                <a:lnTo>
                  <a:pt x="10168" y="50800"/>
                </a:lnTo>
                <a:lnTo>
                  <a:pt x="9808" y="53339"/>
                </a:lnTo>
                <a:lnTo>
                  <a:pt x="9647" y="54610"/>
                </a:lnTo>
                <a:lnTo>
                  <a:pt x="9525" y="55879"/>
                </a:lnTo>
                <a:lnTo>
                  <a:pt x="9448" y="58420"/>
                </a:lnTo>
                <a:lnTo>
                  <a:pt x="9474" y="279400"/>
                </a:lnTo>
                <a:lnTo>
                  <a:pt x="9715" y="284480"/>
                </a:lnTo>
                <a:lnTo>
                  <a:pt x="10045" y="287019"/>
                </a:lnTo>
                <a:lnTo>
                  <a:pt x="10490" y="289560"/>
                </a:lnTo>
                <a:lnTo>
                  <a:pt x="10753" y="289560"/>
                </a:lnTo>
                <a:lnTo>
                  <a:pt x="11772" y="293369"/>
                </a:lnTo>
                <a:lnTo>
                  <a:pt x="11633" y="293369"/>
                </a:lnTo>
                <a:lnTo>
                  <a:pt x="13474" y="298450"/>
                </a:lnTo>
                <a:lnTo>
                  <a:pt x="13296" y="298450"/>
                </a:lnTo>
                <a:lnTo>
                  <a:pt x="15608" y="303530"/>
                </a:lnTo>
                <a:lnTo>
                  <a:pt x="16078" y="303530"/>
                </a:lnTo>
                <a:lnTo>
                  <a:pt x="18135" y="307339"/>
                </a:lnTo>
                <a:close/>
              </a:path>
              <a:path w="452755" h="339090">
                <a:moveTo>
                  <a:pt x="441871" y="49529"/>
                </a:moveTo>
                <a:lnTo>
                  <a:pt x="440512" y="44450"/>
                </a:lnTo>
                <a:lnTo>
                  <a:pt x="440651" y="44450"/>
                </a:lnTo>
                <a:lnTo>
                  <a:pt x="438810" y="39370"/>
                </a:lnTo>
                <a:lnTo>
                  <a:pt x="438988" y="39370"/>
                </a:lnTo>
                <a:lnTo>
                  <a:pt x="436676" y="35560"/>
                </a:lnTo>
                <a:lnTo>
                  <a:pt x="447751" y="35560"/>
                </a:lnTo>
                <a:lnTo>
                  <a:pt x="449605" y="40639"/>
                </a:lnTo>
                <a:lnTo>
                  <a:pt x="449745" y="41910"/>
                </a:lnTo>
                <a:lnTo>
                  <a:pt x="451091" y="46989"/>
                </a:lnTo>
                <a:lnTo>
                  <a:pt x="451389" y="48260"/>
                </a:lnTo>
                <a:lnTo>
                  <a:pt x="441794" y="48260"/>
                </a:lnTo>
                <a:lnTo>
                  <a:pt x="441871" y="49529"/>
                </a:lnTo>
                <a:close/>
              </a:path>
              <a:path w="452755" h="339090">
                <a:moveTo>
                  <a:pt x="10414" y="49529"/>
                </a:moveTo>
                <a:lnTo>
                  <a:pt x="10490" y="48260"/>
                </a:lnTo>
                <a:lnTo>
                  <a:pt x="10753" y="48260"/>
                </a:lnTo>
                <a:lnTo>
                  <a:pt x="10414" y="49529"/>
                </a:lnTo>
                <a:close/>
              </a:path>
              <a:path w="452755" h="339090">
                <a:moveTo>
                  <a:pt x="452361" y="279400"/>
                </a:moveTo>
                <a:lnTo>
                  <a:pt x="442836" y="279400"/>
                </a:lnTo>
                <a:lnTo>
                  <a:pt x="442836" y="58420"/>
                </a:lnTo>
                <a:lnTo>
                  <a:pt x="442772" y="55879"/>
                </a:lnTo>
                <a:lnTo>
                  <a:pt x="442569" y="53339"/>
                </a:lnTo>
                <a:lnTo>
                  <a:pt x="442239" y="50800"/>
                </a:lnTo>
                <a:lnTo>
                  <a:pt x="441794" y="48260"/>
                </a:lnTo>
                <a:lnTo>
                  <a:pt x="451389" y="48260"/>
                </a:lnTo>
                <a:lnTo>
                  <a:pt x="451688" y="49529"/>
                </a:lnTo>
                <a:lnTo>
                  <a:pt x="452069" y="53339"/>
                </a:lnTo>
                <a:lnTo>
                  <a:pt x="452285" y="55879"/>
                </a:lnTo>
                <a:lnTo>
                  <a:pt x="452361" y="279400"/>
                </a:lnTo>
                <a:close/>
              </a:path>
              <a:path w="452755" h="339090">
                <a:moveTo>
                  <a:pt x="10007" y="52070"/>
                </a:moveTo>
                <a:lnTo>
                  <a:pt x="10045" y="50800"/>
                </a:lnTo>
                <a:lnTo>
                  <a:pt x="10007" y="52070"/>
                </a:lnTo>
                <a:close/>
              </a:path>
              <a:path w="452755" h="339090">
                <a:moveTo>
                  <a:pt x="442277" y="52070"/>
                </a:moveTo>
                <a:lnTo>
                  <a:pt x="442116" y="50800"/>
                </a:lnTo>
                <a:lnTo>
                  <a:pt x="442277" y="52070"/>
                </a:lnTo>
                <a:close/>
              </a:path>
              <a:path w="452755" h="339090">
                <a:moveTo>
                  <a:pt x="9690" y="54610"/>
                </a:moveTo>
                <a:lnTo>
                  <a:pt x="9715" y="53339"/>
                </a:lnTo>
                <a:lnTo>
                  <a:pt x="9690" y="54610"/>
                </a:lnTo>
                <a:close/>
              </a:path>
              <a:path w="452755" h="339090">
                <a:moveTo>
                  <a:pt x="442594" y="54610"/>
                </a:moveTo>
                <a:lnTo>
                  <a:pt x="442476" y="53339"/>
                </a:lnTo>
                <a:lnTo>
                  <a:pt x="442594" y="54610"/>
                </a:lnTo>
                <a:close/>
              </a:path>
              <a:path w="452755" h="339090">
                <a:moveTo>
                  <a:pt x="9512" y="57150"/>
                </a:moveTo>
                <a:lnTo>
                  <a:pt x="9525" y="55879"/>
                </a:lnTo>
                <a:lnTo>
                  <a:pt x="9512" y="57150"/>
                </a:lnTo>
                <a:close/>
              </a:path>
              <a:path w="452755" h="339090">
                <a:moveTo>
                  <a:pt x="442772" y="57150"/>
                </a:moveTo>
                <a:lnTo>
                  <a:pt x="442705" y="55879"/>
                </a:lnTo>
                <a:lnTo>
                  <a:pt x="442772" y="57150"/>
                </a:lnTo>
                <a:close/>
              </a:path>
              <a:path w="452755" h="339090">
                <a:moveTo>
                  <a:pt x="9448" y="59689"/>
                </a:moveTo>
                <a:lnTo>
                  <a:pt x="9448" y="58420"/>
                </a:lnTo>
                <a:lnTo>
                  <a:pt x="9448" y="59689"/>
                </a:lnTo>
                <a:close/>
              </a:path>
              <a:path w="452755" h="339090">
                <a:moveTo>
                  <a:pt x="442836" y="59689"/>
                </a:moveTo>
                <a:lnTo>
                  <a:pt x="442815" y="58420"/>
                </a:lnTo>
                <a:lnTo>
                  <a:pt x="442836" y="59689"/>
                </a:lnTo>
                <a:close/>
              </a:path>
              <a:path w="452755" h="339090">
                <a:moveTo>
                  <a:pt x="9474" y="279400"/>
                </a:moveTo>
                <a:lnTo>
                  <a:pt x="9448" y="278130"/>
                </a:lnTo>
                <a:lnTo>
                  <a:pt x="9474" y="279400"/>
                </a:lnTo>
                <a:close/>
              </a:path>
              <a:path w="452755" h="339090">
                <a:moveTo>
                  <a:pt x="452272" y="281939"/>
                </a:moveTo>
                <a:lnTo>
                  <a:pt x="442772" y="281939"/>
                </a:lnTo>
                <a:lnTo>
                  <a:pt x="442836" y="278130"/>
                </a:lnTo>
                <a:lnTo>
                  <a:pt x="442836" y="279400"/>
                </a:lnTo>
                <a:lnTo>
                  <a:pt x="452361" y="279400"/>
                </a:lnTo>
                <a:lnTo>
                  <a:pt x="452272" y="281939"/>
                </a:lnTo>
                <a:close/>
              </a:path>
              <a:path w="452755" h="339090">
                <a:moveTo>
                  <a:pt x="9580" y="281939"/>
                </a:moveTo>
                <a:lnTo>
                  <a:pt x="9512" y="280669"/>
                </a:lnTo>
                <a:lnTo>
                  <a:pt x="9580" y="281939"/>
                </a:lnTo>
                <a:close/>
              </a:path>
              <a:path w="452755" h="339090">
                <a:moveTo>
                  <a:pt x="452043" y="284480"/>
                </a:moveTo>
                <a:lnTo>
                  <a:pt x="442569" y="284480"/>
                </a:lnTo>
                <a:lnTo>
                  <a:pt x="442772" y="280669"/>
                </a:lnTo>
                <a:lnTo>
                  <a:pt x="442772" y="281939"/>
                </a:lnTo>
                <a:lnTo>
                  <a:pt x="452272" y="281939"/>
                </a:lnTo>
                <a:lnTo>
                  <a:pt x="452043" y="284480"/>
                </a:lnTo>
                <a:close/>
              </a:path>
              <a:path w="452755" h="339090">
                <a:moveTo>
                  <a:pt x="9808" y="284480"/>
                </a:moveTo>
                <a:lnTo>
                  <a:pt x="9690" y="283210"/>
                </a:lnTo>
                <a:lnTo>
                  <a:pt x="9808" y="284480"/>
                </a:lnTo>
                <a:close/>
              </a:path>
              <a:path w="452755" h="339090">
                <a:moveTo>
                  <a:pt x="451781" y="287019"/>
                </a:moveTo>
                <a:lnTo>
                  <a:pt x="442239" y="287019"/>
                </a:lnTo>
                <a:lnTo>
                  <a:pt x="442594" y="283210"/>
                </a:lnTo>
                <a:lnTo>
                  <a:pt x="442569" y="284480"/>
                </a:lnTo>
                <a:lnTo>
                  <a:pt x="452043" y="284480"/>
                </a:lnTo>
                <a:lnTo>
                  <a:pt x="451781" y="287019"/>
                </a:lnTo>
                <a:close/>
              </a:path>
              <a:path w="452755" h="339090">
                <a:moveTo>
                  <a:pt x="10168" y="287019"/>
                </a:moveTo>
                <a:lnTo>
                  <a:pt x="10007" y="285750"/>
                </a:lnTo>
                <a:lnTo>
                  <a:pt x="10168" y="287019"/>
                </a:lnTo>
                <a:close/>
              </a:path>
              <a:path w="452755" h="339090">
                <a:moveTo>
                  <a:pt x="451408" y="289560"/>
                </a:moveTo>
                <a:lnTo>
                  <a:pt x="441794" y="289560"/>
                </a:lnTo>
                <a:lnTo>
                  <a:pt x="442277" y="285750"/>
                </a:lnTo>
                <a:lnTo>
                  <a:pt x="442239" y="287019"/>
                </a:lnTo>
                <a:lnTo>
                  <a:pt x="451781" y="287019"/>
                </a:lnTo>
                <a:lnTo>
                  <a:pt x="451650" y="288289"/>
                </a:lnTo>
                <a:lnTo>
                  <a:pt x="451408" y="289560"/>
                </a:lnTo>
                <a:close/>
              </a:path>
              <a:path w="452755" h="339090">
                <a:moveTo>
                  <a:pt x="10753" y="289560"/>
                </a:moveTo>
                <a:lnTo>
                  <a:pt x="10490" y="289560"/>
                </a:lnTo>
                <a:lnTo>
                  <a:pt x="10414" y="288289"/>
                </a:lnTo>
                <a:lnTo>
                  <a:pt x="10753" y="289560"/>
                </a:lnTo>
                <a:close/>
              </a:path>
              <a:path w="452755" h="339090">
                <a:moveTo>
                  <a:pt x="446995" y="303530"/>
                </a:moveTo>
                <a:lnTo>
                  <a:pt x="436676" y="303530"/>
                </a:lnTo>
                <a:lnTo>
                  <a:pt x="438988" y="298450"/>
                </a:lnTo>
                <a:lnTo>
                  <a:pt x="438810" y="298450"/>
                </a:lnTo>
                <a:lnTo>
                  <a:pt x="440651" y="293369"/>
                </a:lnTo>
                <a:lnTo>
                  <a:pt x="440512" y="293369"/>
                </a:lnTo>
                <a:lnTo>
                  <a:pt x="441871" y="288289"/>
                </a:lnTo>
                <a:lnTo>
                  <a:pt x="441794" y="289560"/>
                </a:lnTo>
                <a:lnTo>
                  <a:pt x="451408" y="289560"/>
                </a:lnTo>
                <a:lnTo>
                  <a:pt x="451167" y="290830"/>
                </a:lnTo>
                <a:lnTo>
                  <a:pt x="449745" y="295910"/>
                </a:lnTo>
                <a:lnTo>
                  <a:pt x="449605" y="297180"/>
                </a:lnTo>
                <a:lnTo>
                  <a:pt x="447751" y="302260"/>
                </a:lnTo>
                <a:lnTo>
                  <a:pt x="447573" y="302260"/>
                </a:lnTo>
                <a:lnTo>
                  <a:pt x="446995" y="303530"/>
                </a:lnTo>
                <a:close/>
              </a:path>
              <a:path w="452755" h="339090">
                <a:moveTo>
                  <a:pt x="16078" y="303530"/>
                </a:moveTo>
                <a:lnTo>
                  <a:pt x="15608" y="303530"/>
                </a:lnTo>
                <a:lnTo>
                  <a:pt x="15392" y="302260"/>
                </a:lnTo>
                <a:lnTo>
                  <a:pt x="16078" y="303530"/>
                </a:lnTo>
                <a:close/>
              </a:path>
              <a:path w="452755" h="339090">
                <a:moveTo>
                  <a:pt x="445262" y="307339"/>
                </a:moveTo>
                <a:lnTo>
                  <a:pt x="434149" y="307339"/>
                </a:lnTo>
                <a:lnTo>
                  <a:pt x="436892" y="302260"/>
                </a:lnTo>
                <a:lnTo>
                  <a:pt x="436676" y="303530"/>
                </a:lnTo>
                <a:lnTo>
                  <a:pt x="446995" y="303530"/>
                </a:lnTo>
                <a:lnTo>
                  <a:pt x="445262" y="307339"/>
                </a:lnTo>
                <a:close/>
              </a:path>
              <a:path w="452755" h="339090">
                <a:moveTo>
                  <a:pt x="40309" y="325119"/>
                </a:moveTo>
                <a:lnTo>
                  <a:pt x="21475" y="325119"/>
                </a:lnTo>
                <a:lnTo>
                  <a:pt x="13703" y="317500"/>
                </a:lnTo>
                <a:lnTo>
                  <a:pt x="10248" y="312419"/>
                </a:lnTo>
                <a:lnTo>
                  <a:pt x="9994" y="312419"/>
                </a:lnTo>
                <a:lnTo>
                  <a:pt x="7251" y="307339"/>
                </a:lnTo>
                <a:lnTo>
                  <a:pt x="18135" y="307339"/>
                </a:lnTo>
                <a:lnTo>
                  <a:pt x="17881" y="306069"/>
                </a:lnTo>
                <a:lnTo>
                  <a:pt x="21043" y="311150"/>
                </a:lnTo>
                <a:lnTo>
                  <a:pt x="20751" y="311150"/>
                </a:lnTo>
                <a:lnTo>
                  <a:pt x="24307" y="314960"/>
                </a:lnTo>
                <a:lnTo>
                  <a:pt x="25277" y="314960"/>
                </a:lnTo>
                <a:lnTo>
                  <a:pt x="27876" y="317500"/>
                </a:lnTo>
                <a:lnTo>
                  <a:pt x="27533" y="317500"/>
                </a:lnTo>
                <a:lnTo>
                  <a:pt x="31762" y="320039"/>
                </a:lnTo>
                <a:lnTo>
                  <a:pt x="31381" y="320039"/>
                </a:lnTo>
                <a:lnTo>
                  <a:pt x="35915" y="322580"/>
                </a:lnTo>
                <a:lnTo>
                  <a:pt x="35509" y="322580"/>
                </a:lnTo>
                <a:lnTo>
                  <a:pt x="40309" y="325119"/>
                </a:lnTo>
                <a:close/>
              </a:path>
              <a:path w="452755" h="339090">
                <a:moveTo>
                  <a:pt x="439928" y="314960"/>
                </a:moveTo>
                <a:lnTo>
                  <a:pt x="427990" y="314960"/>
                </a:lnTo>
                <a:lnTo>
                  <a:pt x="431533" y="311150"/>
                </a:lnTo>
                <a:lnTo>
                  <a:pt x="431241" y="311150"/>
                </a:lnTo>
                <a:lnTo>
                  <a:pt x="434403" y="306069"/>
                </a:lnTo>
                <a:lnTo>
                  <a:pt x="434149" y="307339"/>
                </a:lnTo>
                <a:lnTo>
                  <a:pt x="445033" y="307339"/>
                </a:lnTo>
                <a:lnTo>
                  <a:pt x="442290" y="312419"/>
                </a:lnTo>
                <a:lnTo>
                  <a:pt x="442036" y="312419"/>
                </a:lnTo>
                <a:lnTo>
                  <a:pt x="439928" y="314960"/>
                </a:lnTo>
                <a:close/>
              </a:path>
              <a:path w="452755" h="339090">
                <a:moveTo>
                  <a:pt x="25277" y="314960"/>
                </a:moveTo>
                <a:lnTo>
                  <a:pt x="24307" y="314960"/>
                </a:lnTo>
                <a:lnTo>
                  <a:pt x="23977" y="313689"/>
                </a:lnTo>
                <a:lnTo>
                  <a:pt x="25277" y="314960"/>
                </a:lnTo>
                <a:close/>
              </a:path>
              <a:path w="452755" h="339090">
                <a:moveTo>
                  <a:pt x="430809" y="325119"/>
                </a:moveTo>
                <a:lnTo>
                  <a:pt x="411975" y="325119"/>
                </a:lnTo>
                <a:lnTo>
                  <a:pt x="416775" y="322580"/>
                </a:lnTo>
                <a:lnTo>
                  <a:pt x="416369" y="322580"/>
                </a:lnTo>
                <a:lnTo>
                  <a:pt x="420903" y="320039"/>
                </a:lnTo>
                <a:lnTo>
                  <a:pt x="420522" y="320039"/>
                </a:lnTo>
                <a:lnTo>
                  <a:pt x="424751" y="317500"/>
                </a:lnTo>
                <a:lnTo>
                  <a:pt x="424408" y="317500"/>
                </a:lnTo>
                <a:lnTo>
                  <a:pt x="428307" y="313689"/>
                </a:lnTo>
                <a:lnTo>
                  <a:pt x="427990" y="314960"/>
                </a:lnTo>
                <a:lnTo>
                  <a:pt x="439928" y="314960"/>
                </a:lnTo>
                <a:lnTo>
                  <a:pt x="438873" y="316230"/>
                </a:lnTo>
                <a:lnTo>
                  <a:pt x="438581" y="317500"/>
                </a:lnTo>
                <a:lnTo>
                  <a:pt x="435038" y="321310"/>
                </a:lnTo>
                <a:lnTo>
                  <a:pt x="434708" y="321310"/>
                </a:lnTo>
                <a:lnTo>
                  <a:pt x="430809" y="325119"/>
                </a:lnTo>
                <a:close/>
              </a:path>
              <a:path w="452755" h="339090">
                <a:moveTo>
                  <a:pt x="421322" y="331469"/>
                </a:moveTo>
                <a:lnTo>
                  <a:pt x="30962" y="331469"/>
                </a:lnTo>
                <a:lnTo>
                  <a:pt x="26441" y="328930"/>
                </a:lnTo>
                <a:lnTo>
                  <a:pt x="26060" y="327660"/>
                </a:lnTo>
                <a:lnTo>
                  <a:pt x="21831" y="325119"/>
                </a:lnTo>
                <a:lnTo>
                  <a:pt x="39878" y="325119"/>
                </a:lnTo>
                <a:lnTo>
                  <a:pt x="44919" y="326389"/>
                </a:lnTo>
                <a:lnTo>
                  <a:pt x="44475" y="326389"/>
                </a:lnTo>
                <a:lnTo>
                  <a:pt x="49733" y="327660"/>
                </a:lnTo>
                <a:lnTo>
                  <a:pt x="49390" y="327660"/>
                </a:lnTo>
                <a:lnTo>
                  <a:pt x="52095" y="328930"/>
                </a:lnTo>
                <a:lnTo>
                  <a:pt x="425856" y="328930"/>
                </a:lnTo>
                <a:lnTo>
                  <a:pt x="421322" y="331469"/>
                </a:lnTo>
                <a:close/>
              </a:path>
              <a:path w="452755" h="339090">
                <a:moveTo>
                  <a:pt x="425856" y="328930"/>
                </a:moveTo>
                <a:lnTo>
                  <a:pt x="400189" y="328930"/>
                </a:lnTo>
                <a:lnTo>
                  <a:pt x="402894" y="327660"/>
                </a:lnTo>
                <a:lnTo>
                  <a:pt x="402551" y="327660"/>
                </a:lnTo>
                <a:lnTo>
                  <a:pt x="407809" y="326389"/>
                </a:lnTo>
                <a:lnTo>
                  <a:pt x="407365" y="326389"/>
                </a:lnTo>
                <a:lnTo>
                  <a:pt x="412407" y="325119"/>
                </a:lnTo>
                <a:lnTo>
                  <a:pt x="430453" y="325119"/>
                </a:lnTo>
                <a:lnTo>
                  <a:pt x="426224" y="327660"/>
                </a:lnTo>
                <a:lnTo>
                  <a:pt x="425856" y="328930"/>
                </a:lnTo>
                <a:close/>
              </a:path>
              <a:path w="452755" h="339090">
                <a:moveTo>
                  <a:pt x="416115" y="334010"/>
                </a:moveTo>
                <a:lnTo>
                  <a:pt x="36169" y="334010"/>
                </a:lnTo>
                <a:lnTo>
                  <a:pt x="31368" y="331469"/>
                </a:lnTo>
                <a:lnTo>
                  <a:pt x="420916" y="331469"/>
                </a:lnTo>
                <a:lnTo>
                  <a:pt x="416115" y="334010"/>
                </a:lnTo>
                <a:close/>
              </a:path>
              <a:path w="452755" h="339090">
                <a:moveTo>
                  <a:pt x="410629" y="335280"/>
                </a:moveTo>
                <a:lnTo>
                  <a:pt x="41656" y="335280"/>
                </a:lnTo>
                <a:lnTo>
                  <a:pt x="36601" y="334010"/>
                </a:lnTo>
                <a:lnTo>
                  <a:pt x="415683" y="334010"/>
                </a:lnTo>
                <a:lnTo>
                  <a:pt x="410629" y="335280"/>
                </a:lnTo>
                <a:close/>
              </a:path>
              <a:path w="452755" h="339090">
                <a:moveTo>
                  <a:pt x="404571" y="337819"/>
                </a:moveTo>
                <a:lnTo>
                  <a:pt x="47713" y="337819"/>
                </a:lnTo>
                <a:lnTo>
                  <a:pt x="42100" y="335280"/>
                </a:lnTo>
                <a:lnTo>
                  <a:pt x="410184" y="335280"/>
                </a:lnTo>
                <a:lnTo>
                  <a:pt x="404571" y="337819"/>
                </a:lnTo>
                <a:close/>
              </a:path>
              <a:path w="452755" h="339090">
                <a:moveTo>
                  <a:pt x="392785" y="339089"/>
                </a:moveTo>
                <a:lnTo>
                  <a:pt x="59499" y="339089"/>
                </a:lnTo>
                <a:lnTo>
                  <a:pt x="56438" y="337819"/>
                </a:lnTo>
                <a:lnTo>
                  <a:pt x="395605" y="337819"/>
                </a:lnTo>
                <a:lnTo>
                  <a:pt x="392785" y="3390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32459" y="6382511"/>
            <a:ext cx="330835" cy="178435"/>
          </a:xfrm>
          <a:custGeom>
            <a:avLst/>
            <a:gdLst/>
            <a:ahLst/>
            <a:cxnLst/>
            <a:rect l="l" t="t" r="r" b="b"/>
            <a:pathLst>
              <a:path w="330834" h="178434">
                <a:moveTo>
                  <a:pt x="0" y="0"/>
                </a:moveTo>
                <a:lnTo>
                  <a:pt x="330708" y="0"/>
                </a:lnTo>
                <a:lnTo>
                  <a:pt x="330708" y="178308"/>
                </a:lnTo>
                <a:lnTo>
                  <a:pt x="0" y="178308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27062" y="6378156"/>
            <a:ext cx="341630" cy="187325"/>
          </a:xfrm>
          <a:custGeom>
            <a:avLst/>
            <a:gdLst/>
            <a:ahLst/>
            <a:cxnLst/>
            <a:rect l="l" t="t" r="r" b="b"/>
            <a:pathLst>
              <a:path w="341630" h="187325">
                <a:moveTo>
                  <a:pt x="341312" y="186778"/>
                </a:moveTo>
                <a:lnTo>
                  <a:pt x="0" y="186778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77253"/>
                </a:lnTo>
                <a:lnTo>
                  <a:pt x="4762" y="177253"/>
                </a:lnTo>
                <a:lnTo>
                  <a:pt x="9525" y="182016"/>
                </a:lnTo>
                <a:lnTo>
                  <a:pt x="341312" y="182016"/>
                </a:lnTo>
                <a:lnTo>
                  <a:pt x="341312" y="186778"/>
                </a:lnTo>
                <a:close/>
              </a:path>
              <a:path w="341630" h="187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187325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187325">
                <a:moveTo>
                  <a:pt x="331787" y="182016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77253"/>
                </a:lnTo>
                <a:lnTo>
                  <a:pt x="336550" y="177253"/>
                </a:lnTo>
                <a:lnTo>
                  <a:pt x="331787" y="182016"/>
                </a:lnTo>
                <a:close/>
              </a:path>
              <a:path w="341630" h="187325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187325">
                <a:moveTo>
                  <a:pt x="9525" y="182016"/>
                </a:moveTo>
                <a:lnTo>
                  <a:pt x="4762" y="177253"/>
                </a:lnTo>
                <a:lnTo>
                  <a:pt x="9525" y="177253"/>
                </a:lnTo>
                <a:lnTo>
                  <a:pt x="9525" y="182016"/>
                </a:lnTo>
                <a:close/>
              </a:path>
              <a:path w="341630" h="187325">
                <a:moveTo>
                  <a:pt x="331787" y="182016"/>
                </a:moveTo>
                <a:lnTo>
                  <a:pt x="9525" y="182016"/>
                </a:lnTo>
                <a:lnTo>
                  <a:pt x="9525" y="177253"/>
                </a:lnTo>
                <a:lnTo>
                  <a:pt x="331787" y="177253"/>
                </a:lnTo>
                <a:lnTo>
                  <a:pt x="331787" y="182016"/>
                </a:lnTo>
                <a:close/>
              </a:path>
              <a:path w="341630" h="187325">
                <a:moveTo>
                  <a:pt x="341312" y="182016"/>
                </a:moveTo>
                <a:lnTo>
                  <a:pt x="331787" y="182016"/>
                </a:lnTo>
                <a:lnTo>
                  <a:pt x="336550" y="177253"/>
                </a:lnTo>
                <a:lnTo>
                  <a:pt x="341312" y="177253"/>
                </a:lnTo>
                <a:lnTo>
                  <a:pt x="341312" y="182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19772" y="6368770"/>
            <a:ext cx="143205" cy="132638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09053" y="6414185"/>
            <a:ext cx="207873" cy="138658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024127" y="6263640"/>
            <a:ext cx="443865" cy="330835"/>
          </a:xfrm>
          <a:custGeom>
            <a:avLst/>
            <a:gdLst/>
            <a:ahLst/>
            <a:cxnLst/>
            <a:rect l="l" t="t" r="r" b="b"/>
            <a:pathLst>
              <a:path w="443865" h="330834">
                <a:moveTo>
                  <a:pt x="387096" y="330708"/>
                </a:moveTo>
                <a:lnTo>
                  <a:pt x="54863" y="330708"/>
                </a:lnTo>
                <a:lnTo>
                  <a:pt x="33416" y="326127"/>
                </a:lnTo>
                <a:lnTo>
                  <a:pt x="15940" y="314272"/>
                </a:lnTo>
                <a:lnTo>
                  <a:pt x="4209" y="296919"/>
                </a:lnTo>
                <a:lnTo>
                  <a:pt x="0" y="275843"/>
                </a:lnTo>
                <a:lnTo>
                  <a:pt x="0" y="54863"/>
                </a:lnTo>
                <a:lnTo>
                  <a:pt x="4209" y="33866"/>
                </a:lnTo>
                <a:lnTo>
                  <a:pt x="15940" y="16540"/>
                </a:lnTo>
                <a:lnTo>
                  <a:pt x="33416" y="4659"/>
                </a:lnTo>
                <a:lnTo>
                  <a:pt x="54863" y="0"/>
                </a:lnTo>
                <a:lnTo>
                  <a:pt x="387096" y="0"/>
                </a:lnTo>
                <a:lnTo>
                  <a:pt x="408888" y="4659"/>
                </a:lnTo>
                <a:lnTo>
                  <a:pt x="426639" y="16540"/>
                </a:lnTo>
                <a:lnTo>
                  <a:pt x="438714" y="33866"/>
                </a:lnTo>
                <a:lnTo>
                  <a:pt x="443484" y="54863"/>
                </a:lnTo>
                <a:lnTo>
                  <a:pt x="443484" y="275843"/>
                </a:lnTo>
                <a:lnTo>
                  <a:pt x="438714" y="296919"/>
                </a:lnTo>
                <a:lnTo>
                  <a:pt x="426639" y="314272"/>
                </a:lnTo>
                <a:lnTo>
                  <a:pt x="408888" y="326127"/>
                </a:lnTo>
                <a:lnTo>
                  <a:pt x="387096" y="3307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019251" y="6259486"/>
            <a:ext cx="452755" cy="339090"/>
          </a:xfrm>
          <a:custGeom>
            <a:avLst/>
            <a:gdLst/>
            <a:ahLst/>
            <a:cxnLst/>
            <a:rect l="l" t="t" r="r" b="b"/>
            <a:pathLst>
              <a:path w="452755" h="339090">
                <a:moveTo>
                  <a:pt x="415683" y="3810"/>
                </a:moveTo>
                <a:lnTo>
                  <a:pt x="36601" y="3810"/>
                </a:lnTo>
                <a:lnTo>
                  <a:pt x="42100" y="2539"/>
                </a:lnTo>
                <a:lnTo>
                  <a:pt x="47713" y="0"/>
                </a:lnTo>
                <a:lnTo>
                  <a:pt x="404571" y="0"/>
                </a:lnTo>
                <a:lnTo>
                  <a:pt x="410184" y="2539"/>
                </a:lnTo>
                <a:lnTo>
                  <a:pt x="415683" y="3810"/>
                </a:lnTo>
                <a:close/>
              </a:path>
              <a:path w="452755" h="339090">
                <a:moveTo>
                  <a:pt x="420916" y="6350"/>
                </a:moveTo>
                <a:lnTo>
                  <a:pt x="31368" y="6350"/>
                </a:lnTo>
                <a:lnTo>
                  <a:pt x="36169" y="3810"/>
                </a:lnTo>
                <a:lnTo>
                  <a:pt x="416115" y="3810"/>
                </a:lnTo>
                <a:lnTo>
                  <a:pt x="420916" y="6350"/>
                </a:lnTo>
                <a:close/>
              </a:path>
              <a:path w="452755" h="339090">
                <a:moveTo>
                  <a:pt x="17881" y="31750"/>
                </a:moveTo>
                <a:lnTo>
                  <a:pt x="18135" y="30479"/>
                </a:lnTo>
                <a:lnTo>
                  <a:pt x="7251" y="30479"/>
                </a:lnTo>
                <a:lnTo>
                  <a:pt x="9994" y="25400"/>
                </a:lnTo>
                <a:lnTo>
                  <a:pt x="10248" y="25400"/>
                </a:lnTo>
                <a:lnTo>
                  <a:pt x="13703" y="20320"/>
                </a:lnTo>
                <a:lnTo>
                  <a:pt x="17259" y="16510"/>
                </a:lnTo>
                <a:lnTo>
                  <a:pt x="17576" y="16510"/>
                </a:lnTo>
                <a:lnTo>
                  <a:pt x="21475" y="12700"/>
                </a:lnTo>
                <a:lnTo>
                  <a:pt x="26060" y="10160"/>
                </a:lnTo>
                <a:lnTo>
                  <a:pt x="26441" y="8889"/>
                </a:lnTo>
                <a:lnTo>
                  <a:pt x="30962" y="6350"/>
                </a:lnTo>
                <a:lnTo>
                  <a:pt x="421322" y="6350"/>
                </a:lnTo>
                <a:lnTo>
                  <a:pt x="425856" y="8889"/>
                </a:lnTo>
                <a:lnTo>
                  <a:pt x="52095" y="8889"/>
                </a:lnTo>
                <a:lnTo>
                  <a:pt x="49390" y="10160"/>
                </a:lnTo>
                <a:lnTo>
                  <a:pt x="49733" y="10160"/>
                </a:lnTo>
                <a:lnTo>
                  <a:pt x="44475" y="11429"/>
                </a:lnTo>
                <a:lnTo>
                  <a:pt x="44919" y="11429"/>
                </a:lnTo>
                <a:lnTo>
                  <a:pt x="39878" y="12700"/>
                </a:lnTo>
                <a:lnTo>
                  <a:pt x="40309" y="12700"/>
                </a:lnTo>
                <a:lnTo>
                  <a:pt x="35509" y="15239"/>
                </a:lnTo>
                <a:lnTo>
                  <a:pt x="35915" y="15239"/>
                </a:lnTo>
                <a:lnTo>
                  <a:pt x="31381" y="17779"/>
                </a:lnTo>
                <a:lnTo>
                  <a:pt x="31762" y="17779"/>
                </a:lnTo>
                <a:lnTo>
                  <a:pt x="27533" y="20320"/>
                </a:lnTo>
                <a:lnTo>
                  <a:pt x="27876" y="20320"/>
                </a:lnTo>
                <a:lnTo>
                  <a:pt x="25277" y="22860"/>
                </a:lnTo>
                <a:lnTo>
                  <a:pt x="24307" y="22860"/>
                </a:lnTo>
                <a:lnTo>
                  <a:pt x="21640" y="26670"/>
                </a:lnTo>
                <a:lnTo>
                  <a:pt x="21043" y="26670"/>
                </a:lnTo>
                <a:lnTo>
                  <a:pt x="17881" y="31750"/>
                </a:lnTo>
                <a:close/>
              </a:path>
              <a:path w="452755" h="339090">
                <a:moveTo>
                  <a:pt x="428307" y="24129"/>
                </a:moveTo>
                <a:lnTo>
                  <a:pt x="424408" y="20320"/>
                </a:lnTo>
                <a:lnTo>
                  <a:pt x="424751" y="20320"/>
                </a:lnTo>
                <a:lnTo>
                  <a:pt x="420522" y="17779"/>
                </a:lnTo>
                <a:lnTo>
                  <a:pt x="420903" y="17779"/>
                </a:lnTo>
                <a:lnTo>
                  <a:pt x="416369" y="15239"/>
                </a:lnTo>
                <a:lnTo>
                  <a:pt x="416775" y="15239"/>
                </a:lnTo>
                <a:lnTo>
                  <a:pt x="411975" y="12700"/>
                </a:lnTo>
                <a:lnTo>
                  <a:pt x="412407" y="12700"/>
                </a:lnTo>
                <a:lnTo>
                  <a:pt x="407365" y="11429"/>
                </a:lnTo>
                <a:lnTo>
                  <a:pt x="407809" y="11429"/>
                </a:lnTo>
                <a:lnTo>
                  <a:pt x="402551" y="10160"/>
                </a:lnTo>
                <a:lnTo>
                  <a:pt x="402894" y="10160"/>
                </a:lnTo>
                <a:lnTo>
                  <a:pt x="400189" y="8889"/>
                </a:lnTo>
                <a:lnTo>
                  <a:pt x="425856" y="8889"/>
                </a:lnTo>
                <a:lnTo>
                  <a:pt x="430809" y="12700"/>
                </a:lnTo>
                <a:lnTo>
                  <a:pt x="435038" y="16510"/>
                </a:lnTo>
                <a:lnTo>
                  <a:pt x="438581" y="20320"/>
                </a:lnTo>
                <a:lnTo>
                  <a:pt x="438873" y="21589"/>
                </a:lnTo>
                <a:lnTo>
                  <a:pt x="439928" y="22860"/>
                </a:lnTo>
                <a:lnTo>
                  <a:pt x="427990" y="22860"/>
                </a:lnTo>
                <a:lnTo>
                  <a:pt x="428307" y="24129"/>
                </a:lnTo>
                <a:close/>
              </a:path>
              <a:path w="452755" h="339090">
                <a:moveTo>
                  <a:pt x="23977" y="24129"/>
                </a:moveTo>
                <a:lnTo>
                  <a:pt x="24307" y="22860"/>
                </a:lnTo>
                <a:lnTo>
                  <a:pt x="25277" y="22860"/>
                </a:lnTo>
                <a:lnTo>
                  <a:pt x="23977" y="24129"/>
                </a:lnTo>
                <a:close/>
              </a:path>
              <a:path w="452755" h="339090">
                <a:moveTo>
                  <a:pt x="431533" y="27939"/>
                </a:moveTo>
                <a:lnTo>
                  <a:pt x="427990" y="22860"/>
                </a:lnTo>
                <a:lnTo>
                  <a:pt x="439928" y="22860"/>
                </a:lnTo>
                <a:lnTo>
                  <a:pt x="442036" y="25400"/>
                </a:lnTo>
                <a:lnTo>
                  <a:pt x="442290" y="25400"/>
                </a:lnTo>
                <a:lnTo>
                  <a:pt x="442976" y="26670"/>
                </a:lnTo>
                <a:lnTo>
                  <a:pt x="431241" y="26670"/>
                </a:lnTo>
                <a:lnTo>
                  <a:pt x="431533" y="27939"/>
                </a:lnTo>
                <a:close/>
              </a:path>
              <a:path w="452755" h="339090">
                <a:moveTo>
                  <a:pt x="20751" y="27939"/>
                </a:moveTo>
                <a:lnTo>
                  <a:pt x="21043" y="26670"/>
                </a:lnTo>
                <a:lnTo>
                  <a:pt x="21640" y="26670"/>
                </a:lnTo>
                <a:lnTo>
                  <a:pt x="20751" y="27939"/>
                </a:lnTo>
                <a:close/>
              </a:path>
              <a:path w="452755" h="339090">
                <a:moveTo>
                  <a:pt x="434403" y="31750"/>
                </a:moveTo>
                <a:lnTo>
                  <a:pt x="431241" y="26670"/>
                </a:lnTo>
                <a:lnTo>
                  <a:pt x="442976" y="26670"/>
                </a:lnTo>
                <a:lnTo>
                  <a:pt x="445033" y="30479"/>
                </a:lnTo>
                <a:lnTo>
                  <a:pt x="434149" y="30479"/>
                </a:lnTo>
                <a:lnTo>
                  <a:pt x="434403" y="31750"/>
                </a:lnTo>
                <a:close/>
              </a:path>
              <a:path w="452755" h="339090">
                <a:moveTo>
                  <a:pt x="15392" y="35560"/>
                </a:moveTo>
                <a:lnTo>
                  <a:pt x="4711" y="35560"/>
                </a:lnTo>
                <a:lnTo>
                  <a:pt x="7023" y="30479"/>
                </a:lnTo>
                <a:lnTo>
                  <a:pt x="18135" y="30479"/>
                </a:lnTo>
                <a:lnTo>
                  <a:pt x="15392" y="35560"/>
                </a:lnTo>
                <a:close/>
              </a:path>
              <a:path w="452755" h="339090">
                <a:moveTo>
                  <a:pt x="447573" y="35560"/>
                </a:moveTo>
                <a:lnTo>
                  <a:pt x="436892" y="35560"/>
                </a:lnTo>
                <a:lnTo>
                  <a:pt x="434149" y="30479"/>
                </a:lnTo>
                <a:lnTo>
                  <a:pt x="445262" y="30479"/>
                </a:lnTo>
                <a:lnTo>
                  <a:pt x="447573" y="35560"/>
                </a:lnTo>
                <a:close/>
              </a:path>
              <a:path w="452755" h="339090">
                <a:moveTo>
                  <a:pt x="18135" y="307339"/>
                </a:moveTo>
                <a:lnTo>
                  <a:pt x="7023" y="307339"/>
                </a:lnTo>
                <a:lnTo>
                  <a:pt x="4711" y="302260"/>
                </a:lnTo>
                <a:lnTo>
                  <a:pt x="4533" y="302260"/>
                </a:lnTo>
                <a:lnTo>
                  <a:pt x="2679" y="297180"/>
                </a:lnTo>
                <a:lnTo>
                  <a:pt x="2540" y="295910"/>
                </a:lnTo>
                <a:lnTo>
                  <a:pt x="1117" y="290830"/>
                </a:lnTo>
                <a:lnTo>
                  <a:pt x="596" y="288289"/>
                </a:lnTo>
                <a:lnTo>
                  <a:pt x="215" y="284480"/>
                </a:lnTo>
                <a:lnTo>
                  <a:pt x="107" y="283210"/>
                </a:lnTo>
                <a:lnTo>
                  <a:pt x="0" y="55879"/>
                </a:lnTo>
                <a:lnTo>
                  <a:pt x="634" y="49529"/>
                </a:lnTo>
                <a:lnTo>
                  <a:pt x="1117" y="46989"/>
                </a:lnTo>
                <a:lnTo>
                  <a:pt x="2540" y="41910"/>
                </a:lnTo>
                <a:lnTo>
                  <a:pt x="2679" y="40639"/>
                </a:lnTo>
                <a:lnTo>
                  <a:pt x="4533" y="35560"/>
                </a:lnTo>
                <a:lnTo>
                  <a:pt x="15608" y="35560"/>
                </a:lnTo>
                <a:lnTo>
                  <a:pt x="13296" y="39370"/>
                </a:lnTo>
                <a:lnTo>
                  <a:pt x="13474" y="39370"/>
                </a:lnTo>
                <a:lnTo>
                  <a:pt x="11633" y="44450"/>
                </a:lnTo>
                <a:lnTo>
                  <a:pt x="11772" y="44450"/>
                </a:lnTo>
                <a:lnTo>
                  <a:pt x="10753" y="48260"/>
                </a:lnTo>
                <a:lnTo>
                  <a:pt x="10490" y="48260"/>
                </a:lnTo>
                <a:lnTo>
                  <a:pt x="10168" y="50800"/>
                </a:lnTo>
                <a:lnTo>
                  <a:pt x="9808" y="53339"/>
                </a:lnTo>
                <a:lnTo>
                  <a:pt x="9647" y="54610"/>
                </a:lnTo>
                <a:lnTo>
                  <a:pt x="9525" y="55879"/>
                </a:lnTo>
                <a:lnTo>
                  <a:pt x="9474" y="279400"/>
                </a:lnTo>
                <a:lnTo>
                  <a:pt x="9715" y="284480"/>
                </a:lnTo>
                <a:lnTo>
                  <a:pt x="10045" y="287019"/>
                </a:lnTo>
                <a:lnTo>
                  <a:pt x="10490" y="289560"/>
                </a:lnTo>
                <a:lnTo>
                  <a:pt x="10753" y="289560"/>
                </a:lnTo>
                <a:lnTo>
                  <a:pt x="11772" y="293369"/>
                </a:lnTo>
                <a:lnTo>
                  <a:pt x="11633" y="293369"/>
                </a:lnTo>
                <a:lnTo>
                  <a:pt x="13474" y="298450"/>
                </a:lnTo>
                <a:lnTo>
                  <a:pt x="13296" y="298450"/>
                </a:lnTo>
                <a:lnTo>
                  <a:pt x="15608" y="303530"/>
                </a:lnTo>
                <a:lnTo>
                  <a:pt x="16078" y="303530"/>
                </a:lnTo>
                <a:lnTo>
                  <a:pt x="18135" y="307339"/>
                </a:lnTo>
                <a:close/>
              </a:path>
              <a:path w="452755" h="339090">
                <a:moveTo>
                  <a:pt x="441871" y="49529"/>
                </a:moveTo>
                <a:lnTo>
                  <a:pt x="440512" y="44450"/>
                </a:lnTo>
                <a:lnTo>
                  <a:pt x="440651" y="44450"/>
                </a:lnTo>
                <a:lnTo>
                  <a:pt x="438810" y="39370"/>
                </a:lnTo>
                <a:lnTo>
                  <a:pt x="438988" y="39370"/>
                </a:lnTo>
                <a:lnTo>
                  <a:pt x="436676" y="35560"/>
                </a:lnTo>
                <a:lnTo>
                  <a:pt x="447751" y="35560"/>
                </a:lnTo>
                <a:lnTo>
                  <a:pt x="449605" y="40639"/>
                </a:lnTo>
                <a:lnTo>
                  <a:pt x="449745" y="41910"/>
                </a:lnTo>
                <a:lnTo>
                  <a:pt x="451167" y="46989"/>
                </a:lnTo>
                <a:lnTo>
                  <a:pt x="451427" y="48260"/>
                </a:lnTo>
                <a:lnTo>
                  <a:pt x="441794" y="48260"/>
                </a:lnTo>
                <a:lnTo>
                  <a:pt x="441871" y="49529"/>
                </a:lnTo>
                <a:close/>
              </a:path>
              <a:path w="452755" h="339090">
                <a:moveTo>
                  <a:pt x="10413" y="49529"/>
                </a:moveTo>
                <a:lnTo>
                  <a:pt x="10490" y="48260"/>
                </a:lnTo>
                <a:lnTo>
                  <a:pt x="10753" y="48260"/>
                </a:lnTo>
                <a:lnTo>
                  <a:pt x="10413" y="49529"/>
                </a:lnTo>
                <a:close/>
              </a:path>
              <a:path w="452755" h="339090">
                <a:moveTo>
                  <a:pt x="452361" y="279400"/>
                </a:moveTo>
                <a:lnTo>
                  <a:pt x="442836" y="279400"/>
                </a:lnTo>
                <a:lnTo>
                  <a:pt x="442772" y="55879"/>
                </a:lnTo>
                <a:lnTo>
                  <a:pt x="442569" y="53339"/>
                </a:lnTo>
                <a:lnTo>
                  <a:pt x="442239" y="50800"/>
                </a:lnTo>
                <a:lnTo>
                  <a:pt x="441794" y="48260"/>
                </a:lnTo>
                <a:lnTo>
                  <a:pt x="451427" y="48260"/>
                </a:lnTo>
                <a:lnTo>
                  <a:pt x="451688" y="49529"/>
                </a:lnTo>
                <a:lnTo>
                  <a:pt x="452069" y="53339"/>
                </a:lnTo>
                <a:lnTo>
                  <a:pt x="452285" y="55879"/>
                </a:lnTo>
                <a:lnTo>
                  <a:pt x="452361" y="279400"/>
                </a:lnTo>
                <a:close/>
              </a:path>
              <a:path w="452755" h="339090">
                <a:moveTo>
                  <a:pt x="10007" y="52070"/>
                </a:moveTo>
                <a:lnTo>
                  <a:pt x="10045" y="50800"/>
                </a:lnTo>
                <a:lnTo>
                  <a:pt x="10007" y="52070"/>
                </a:lnTo>
                <a:close/>
              </a:path>
              <a:path w="452755" h="339090">
                <a:moveTo>
                  <a:pt x="442277" y="52070"/>
                </a:moveTo>
                <a:lnTo>
                  <a:pt x="442116" y="50800"/>
                </a:lnTo>
                <a:lnTo>
                  <a:pt x="442277" y="52070"/>
                </a:lnTo>
                <a:close/>
              </a:path>
              <a:path w="452755" h="339090">
                <a:moveTo>
                  <a:pt x="9690" y="54610"/>
                </a:moveTo>
                <a:lnTo>
                  <a:pt x="9715" y="53339"/>
                </a:lnTo>
                <a:lnTo>
                  <a:pt x="9690" y="54610"/>
                </a:lnTo>
                <a:close/>
              </a:path>
              <a:path w="452755" h="339090">
                <a:moveTo>
                  <a:pt x="442594" y="54610"/>
                </a:moveTo>
                <a:lnTo>
                  <a:pt x="442476" y="53339"/>
                </a:lnTo>
                <a:lnTo>
                  <a:pt x="442594" y="54610"/>
                </a:lnTo>
                <a:close/>
              </a:path>
              <a:path w="452755" h="339090">
                <a:moveTo>
                  <a:pt x="9512" y="57150"/>
                </a:moveTo>
                <a:lnTo>
                  <a:pt x="9525" y="55879"/>
                </a:lnTo>
                <a:lnTo>
                  <a:pt x="9512" y="57150"/>
                </a:lnTo>
                <a:close/>
              </a:path>
              <a:path w="452755" h="339090">
                <a:moveTo>
                  <a:pt x="442772" y="57150"/>
                </a:moveTo>
                <a:lnTo>
                  <a:pt x="442705" y="55879"/>
                </a:lnTo>
                <a:lnTo>
                  <a:pt x="442772" y="57150"/>
                </a:lnTo>
                <a:close/>
              </a:path>
              <a:path w="452755" h="339090">
                <a:moveTo>
                  <a:pt x="9474" y="279400"/>
                </a:moveTo>
                <a:lnTo>
                  <a:pt x="9448" y="278130"/>
                </a:lnTo>
                <a:lnTo>
                  <a:pt x="9474" y="279400"/>
                </a:lnTo>
                <a:close/>
              </a:path>
              <a:path w="452755" h="339090">
                <a:moveTo>
                  <a:pt x="452272" y="281939"/>
                </a:moveTo>
                <a:lnTo>
                  <a:pt x="442772" y="281939"/>
                </a:lnTo>
                <a:lnTo>
                  <a:pt x="442836" y="278130"/>
                </a:lnTo>
                <a:lnTo>
                  <a:pt x="442836" y="279400"/>
                </a:lnTo>
                <a:lnTo>
                  <a:pt x="452361" y="279400"/>
                </a:lnTo>
                <a:lnTo>
                  <a:pt x="452272" y="281939"/>
                </a:lnTo>
                <a:close/>
              </a:path>
              <a:path w="452755" h="339090">
                <a:moveTo>
                  <a:pt x="9580" y="281939"/>
                </a:moveTo>
                <a:lnTo>
                  <a:pt x="9512" y="280669"/>
                </a:lnTo>
                <a:lnTo>
                  <a:pt x="9580" y="281939"/>
                </a:lnTo>
                <a:close/>
              </a:path>
              <a:path w="452755" h="339090">
                <a:moveTo>
                  <a:pt x="452043" y="284480"/>
                </a:moveTo>
                <a:lnTo>
                  <a:pt x="442569" y="284480"/>
                </a:lnTo>
                <a:lnTo>
                  <a:pt x="442772" y="280669"/>
                </a:lnTo>
                <a:lnTo>
                  <a:pt x="442772" y="281939"/>
                </a:lnTo>
                <a:lnTo>
                  <a:pt x="452272" y="281939"/>
                </a:lnTo>
                <a:lnTo>
                  <a:pt x="452043" y="284480"/>
                </a:lnTo>
                <a:close/>
              </a:path>
              <a:path w="452755" h="339090">
                <a:moveTo>
                  <a:pt x="9808" y="284480"/>
                </a:moveTo>
                <a:lnTo>
                  <a:pt x="9690" y="283210"/>
                </a:lnTo>
                <a:lnTo>
                  <a:pt x="9808" y="284480"/>
                </a:lnTo>
                <a:close/>
              </a:path>
              <a:path w="452755" h="339090">
                <a:moveTo>
                  <a:pt x="451781" y="287019"/>
                </a:moveTo>
                <a:lnTo>
                  <a:pt x="442239" y="287019"/>
                </a:lnTo>
                <a:lnTo>
                  <a:pt x="442594" y="283210"/>
                </a:lnTo>
                <a:lnTo>
                  <a:pt x="442569" y="284480"/>
                </a:lnTo>
                <a:lnTo>
                  <a:pt x="452043" y="284480"/>
                </a:lnTo>
                <a:lnTo>
                  <a:pt x="451781" y="287019"/>
                </a:lnTo>
                <a:close/>
              </a:path>
              <a:path w="452755" h="339090">
                <a:moveTo>
                  <a:pt x="10168" y="287019"/>
                </a:moveTo>
                <a:lnTo>
                  <a:pt x="10007" y="285750"/>
                </a:lnTo>
                <a:lnTo>
                  <a:pt x="10168" y="287019"/>
                </a:lnTo>
                <a:close/>
              </a:path>
              <a:path w="452755" h="339090">
                <a:moveTo>
                  <a:pt x="451408" y="289560"/>
                </a:moveTo>
                <a:lnTo>
                  <a:pt x="441794" y="289560"/>
                </a:lnTo>
                <a:lnTo>
                  <a:pt x="442277" y="285750"/>
                </a:lnTo>
                <a:lnTo>
                  <a:pt x="442239" y="287019"/>
                </a:lnTo>
                <a:lnTo>
                  <a:pt x="451781" y="287019"/>
                </a:lnTo>
                <a:lnTo>
                  <a:pt x="451650" y="288289"/>
                </a:lnTo>
                <a:lnTo>
                  <a:pt x="451408" y="289560"/>
                </a:lnTo>
                <a:close/>
              </a:path>
              <a:path w="452755" h="339090">
                <a:moveTo>
                  <a:pt x="10753" y="289560"/>
                </a:moveTo>
                <a:lnTo>
                  <a:pt x="10490" y="289560"/>
                </a:lnTo>
                <a:lnTo>
                  <a:pt x="10413" y="288289"/>
                </a:lnTo>
                <a:lnTo>
                  <a:pt x="10753" y="289560"/>
                </a:lnTo>
                <a:close/>
              </a:path>
              <a:path w="452755" h="339090">
                <a:moveTo>
                  <a:pt x="446995" y="303530"/>
                </a:moveTo>
                <a:lnTo>
                  <a:pt x="436676" y="303530"/>
                </a:lnTo>
                <a:lnTo>
                  <a:pt x="438988" y="298450"/>
                </a:lnTo>
                <a:lnTo>
                  <a:pt x="438810" y="298450"/>
                </a:lnTo>
                <a:lnTo>
                  <a:pt x="440651" y="293369"/>
                </a:lnTo>
                <a:lnTo>
                  <a:pt x="440512" y="293369"/>
                </a:lnTo>
                <a:lnTo>
                  <a:pt x="441871" y="288289"/>
                </a:lnTo>
                <a:lnTo>
                  <a:pt x="441794" y="289560"/>
                </a:lnTo>
                <a:lnTo>
                  <a:pt x="451408" y="289560"/>
                </a:lnTo>
                <a:lnTo>
                  <a:pt x="451167" y="290830"/>
                </a:lnTo>
                <a:lnTo>
                  <a:pt x="449745" y="295910"/>
                </a:lnTo>
                <a:lnTo>
                  <a:pt x="449605" y="297180"/>
                </a:lnTo>
                <a:lnTo>
                  <a:pt x="447751" y="302260"/>
                </a:lnTo>
                <a:lnTo>
                  <a:pt x="447573" y="302260"/>
                </a:lnTo>
                <a:lnTo>
                  <a:pt x="446995" y="303530"/>
                </a:lnTo>
                <a:close/>
              </a:path>
              <a:path w="452755" h="339090">
                <a:moveTo>
                  <a:pt x="16078" y="303530"/>
                </a:moveTo>
                <a:lnTo>
                  <a:pt x="15608" y="303530"/>
                </a:lnTo>
                <a:lnTo>
                  <a:pt x="15392" y="302260"/>
                </a:lnTo>
                <a:lnTo>
                  <a:pt x="16078" y="303530"/>
                </a:lnTo>
                <a:close/>
              </a:path>
              <a:path w="452755" h="339090">
                <a:moveTo>
                  <a:pt x="445262" y="307339"/>
                </a:moveTo>
                <a:lnTo>
                  <a:pt x="434149" y="307339"/>
                </a:lnTo>
                <a:lnTo>
                  <a:pt x="436892" y="302260"/>
                </a:lnTo>
                <a:lnTo>
                  <a:pt x="436676" y="303530"/>
                </a:lnTo>
                <a:lnTo>
                  <a:pt x="446995" y="303530"/>
                </a:lnTo>
                <a:lnTo>
                  <a:pt x="445262" y="307339"/>
                </a:lnTo>
                <a:close/>
              </a:path>
              <a:path w="452755" h="339090">
                <a:moveTo>
                  <a:pt x="40309" y="325119"/>
                </a:moveTo>
                <a:lnTo>
                  <a:pt x="21475" y="325119"/>
                </a:lnTo>
                <a:lnTo>
                  <a:pt x="17576" y="321310"/>
                </a:lnTo>
                <a:lnTo>
                  <a:pt x="17259" y="321310"/>
                </a:lnTo>
                <a:lnTo>
                  <a:pt x="13703" y="317500"/>
                </a:lnTo>
                <a:lnTo>
                  <a:pt x="10248" y="312419"/>
                </a:lnTo>
                <a:lnTo>
                  <a:pt x="9994" y="312419"/>
                </a:lnTo>
                <a:lnTo>
                  <a:pt x="7251" y="307339"/>
                </a:lnTo>
                <a:lnTo>
                  <a:pt x="18135" y="307339"/>
                </a:lnTo>
                <a:lnTo>
                  <a:pt x="17881" y="306069"/>
                </a:lnTo>
                <a:lnTo>
                  <a:pt x="21043" y="311150"/>
                </a:lnTo>
                <a:lnTo>
                  <a:pt x="20751" y="311150"/>
                </a:lnTo>
                <a:lnTo>
                  <a:pt x="24307" y="314960"/>
                </a:lnTo>
                <a:lnTo>
                  <a:pt x="25277" y="314960"/>
                </a:lnTo>
                <a:lnTo>
                  <a:pt x="27876" y="317500"/>
                </a:lnTo>
                <a:lnTo>
                  <a:pt x="27533" y="317500"/>
                </a:lnTo>
                <a:lnTo>
                  <a:pt x="31762" y="320039"/>
                </a:lnTo>
                <a:lnTo>
                  <a:pt x="31381" y="320039"/>
                </a:lnTo>
                <a:lnTo>
                  <a:pt x="35915" y="322580"/>
                </a:lnTo>
                <a:lnTo>
                  <a:pt x="35509" y="322580"/>
                </a:lnTo>
                <a:lnTo>
                  <a:pt x="40309" y="325119"/>
                </a:lnTo>
                <a:close/>
              </a:path>
              <a:path w="452755" h="339090">
                <a:moveTo>
                  <a:pt x="439928" y="314960"/>
                </a:moveTo>
                <a:lnTo>
                  <a:pt x="427990" y="314960"/>
                </a:lnTo>
                <a:lnTo>
                  <a:pt x="431533" y="311150"/>
                </a:lnTo>
                <a:lnTo>
                  <a:pt x="431241" y="311150"/>
                </a:lnTo>
                <a:lnTo>
                  <a:pt x="434403" y="306069"/>
                </a:lnTo>
                <a:lnTo>
                  <a:pt x="434149" y="307339"/>
                </a:lnTo>
                <a:lnTo>
                  <a:pt x="445033" y="307339"/>
                </a:lnTo>
                <a:lnTo>
                  <a:pt x="442290" y="312419"/>
                </a:lnTo>
                <a:lnTo>
                  <a:pt x="442036" y="312419"/>
                </a:lnTo>
                <a:lnTo>
                  <a:pt x="439928" y="314960"/>
                </a:lnTo>
                <a:close/>
              </a:path>
              <a:path w="452755" h="339090">
                <a:moveTo>
                  <a:pt x="25277" y="314960"/>
                </a:moveTo>
                <a:lnTo>
                  <a:pt x="24307" y="314960"/>
                </a:lnTo>
                <a:lnTo>
                  <a:pt x="23977" y="313689"/>
                </a:lnTo>
                <a:lnTo>
                  <a:pt x="25277" y="314960"/>
                </a:lnTo>
                <a:close/>
              </a:path>
              <a:path w="452755" h="339090">
                <a:moveTo>
                  <a:pt x="430809" y="325119"/>
                </a:moveTo>
                <a:lnTo>
                  <a:pt x="411975" y="325119"/>
                </a:lnTo>
                <a:lnTo>
                  <a:pt x="416775" y="322580"/>
                </a:lnTo>
                <a:lnTo>
                  <a:pt x="416369" y="322580"/>
                </a:lnTo>
                <a:lnTo>
                  <a:pt x="420903" y="320039"/>
                </a:lnTo>
                <a:lnTo>
                  <a:pt x="420522" y="320039"/>
                </a:lnTo>
                <a:lnTo>
                  <a:pt x="424751" y="317500"/>
                </a:lnTo>
                <a:lnTo>
                  <a:pt x="424408" y="317500"/>
                </a:lnTo>
                <a:lnTo>
                  <a:pt x="428307" y="313689"/>
                </a:lnTo>
                <a:lnTo>
                  <a:pt x="427990" y="314960"/>
                </a:lnTo>
                <a:lnTo>
                  <a:pt x="439928" y="314960"/>
                </a:lnTo>
                <a:lnTo>
                  <a:pt x="438873" y="316230"/>
                </a:lnTo>
                <a:lnTo>
                  <a:pt x="438581" y="317500"/>
                </a:lnTo>
                <a:lnTo>
                  <a:pt x="435038" y="321310"/>
                </a:lnTo>
                <a:lnTo>
                  <a:pt x="430809" y="325119"/>
                </a:lnTo>
                <a:close/>
              </a:path>
              <a:path w="452755" h="339090">
                <a:moveTo>
                  <a:pt x="421322" y="331469"/>
                </a:moveTo>
                <a:lnTo>
                  <a:pt x="30962" y="331469"/>
                </a:lnTo>
                <a:lnTo>
                  <a:pt x="26441" y="328930"/>
                </a:lnTo>
                <a:lnTo>
                  <a:pt x="26060" y="327660"/>
                </a:lnTo>
                <a:lnTo>
                  <a:pt x="21831" y="325119"/>
                </a:lnTo>
                <a:lnTo>
                  <a:pt x="39878" y="325119"/>
                </a:lnTo>
                <a:lnTo>
                  <a:pt x="44919" y="326389"/>
                </a:lnTo>
                <a:lnTo>
                  <a:pt x="44475" y="326389"/>
                </a:lnTo>
                <a:lnTo>
                  <a:pt x="49733" y="327660"/>
                </a:lnTo>
                <a:lnTo>
                  <a:pt x="49390" y="327660"/>
                </a:lnTo>
                <a:lnTo>
                  <a:pt x="52095" y="328930"/>
                </a:lnTo>
                <a:lnTo>
                  <a:pt x="425856" y="328930"/>
                </a:lnTo>
                <a:lnTo>
                  <a:pt x="421322" y="331469"/>
                </a:lnTo>
                <a:close/>
              </a:path>
              <a:path w="452755" h="339090">
                <a:moveTo>
                  <a:pt x="425856" y="328930"/>
                </a:moveTo>
                <a:lnTo>
                  <a:pt x="400189" y="328930"/>
                </a:lnTo>
                <a:lnTo>
                  <a:pt x="402894" y="327660"/>
                </a:lnTo>
                <a:lnTo>
                  <a:pt x="402551" y="327660"/>
                </a:lnTo>
                <a:lnTo>
                  <a:pt x="407809" y="326389"/>
                </a:lnTo>
                <a:lnTo>
                  <a:pt x="407365" y="326389"/>
                </a:lnTo>
                <a:lnTo>
                  <a:pt x="412407" y="325119"/>
                </a:lnTo>
                <a:lnTo>
                  <a:pt x="430453" y="325119"/>
                </a:lnTo>
                <a:lnTo>
                  <a:pt x="426224" y="327660"/>
                </a:lnTo>
                <a:lnTo>
                  <a:pt x="425856" y="328930"/>
                </a:lnTo>
                <a:close/>
              </a:path>
              <a:path w="452755" h="339090">
                <a:moveTo>
                  <a:pt x="416115" y="334010"/>
                </a:moveTo>
                <a:lnTo>
                  <a:pt x="36169" y="334010"/>
                </a:lnTo>
                <a:lnTo>
                  <a:pt x="31368" y="331469"/>
                </a:lnTo>
                <a:lnTo>
                  <a:pt x="420916" y="331469"/>
                </a:lnTo>
                <a:lnTo>
                  <a:pt x="416115" y="334010"/>
                </a:lnTo>
                <a:close/>
              </a:path>
              <a:path w="452755" h="339090">
                <a:moveTo>
                  <a:pt x="410629" y="335280"/>
                </a:moveTo>
                <a:lnTo>
                  <a:pt x="41656" y="335280"/>
                </a:lnTo>
                <a:lnTo>
                  <a:pt x="36601" y="334010"/>
                </a:lnTo>
                <a:lnTo>
                  <a:pt x="415683" y="334010"/>
                </a:lnTo>
                <a:lnTo>
                  <a:pt x="410629" y="335280"/>
                </a:lnTo>
                <a:close/>
              </a:path>
              <a:path w="452755" h="339090">
                <a:moveTo>
                  <a:pt x="404571" y="337819"/>
                </a:moveTo>
                <a:lnTo>
                  <a:pt x="47713" y="337819"/>
                </a:lnTo>
                <a:lnTo>
                  <a:pt x="42100" y="335280"/>
                </a:lnTo>
                <a:lnTo>
                  <a:pt x="410184" y="335280"/>
                </a:lnTo>
                <a:lnTo>
                  <a:pt x="404571" y="337819"/>
                </a:lnTo>
                <a:close/>
              </a:path>
              <a:path w="452755" h="339090">
                <a:moveTo>
                  <a:pt x="392658" y="339089"/>
                </a:moveTo>
                <a:lnTo>
                  <a:pt x="59499" y="339089"/>
                </a:lnTo>
                <a:lnTo>
                  <a:pt x="56438" y="337819"/>
                </a:lnTo>
                <a:lnTo>
                  <a:pt x="395605" y="337819"/>
                </a:lnTo>
                <a:lnTo>
                  <a:pt x="392658" y="3390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130808" y="6382511"/>
            <a:ext cx="330835" cy="178435"/>
          </a:xfrm>
          <a:custGeom>
            <a:avLst/>
            <a:gdLst/>
            <a:ahLst/>
            <a:cxnLst/>
            <a:rect l="l" t="t" r="r" b="b"/>
            <a:pathLst>
              <a:path w="330834" h="178434">
                <a:moveTo>
                  <a:pt x="0" y="0"/>
                </a:moveTo>
                <a:lnTo>
                  <a:pt x="330708" y="0"/>
                </a:lnTo>
                <a:lnTo>
                  <a:pt x="330708" y="178308"/>
                </a:lnTo>
                <a:lnTo>
                  <a:pt x="0" y="178308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125537" y="6378156"/>
            <a:ext cx="341630" cy="187325"/>
          </a:xfrm>
          <a:custGeom>
            <a:avLst/>
            <a:gdLst/>
            <a:ahLst/>
            <a:cxnLst/>
            <a:rect l="l" t="t" r="r" b="b"/>
            <a:pathLst>
              <a:path w="341630" h="187325">
                <a:moveTo>
                  <a:pt x="341312" y="186778"/>
                </a:moveTo>
                <a:lnTo>
                  <a:pt x="0" y="186778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77253"/>
                </a:lnTo>
                <a:lnTo>
                  <a:pt x="4762" y="177253"/>
                </a:lnTo>
                <a:lnTo>
                  <a:pt x="9525" y="182016"/>
                </a:lnTo>
                <a:lnTo>
                  <a:pt x="341312" y="182016"/>
                </a:lnTo>
                <a:lnTo>
                  <a:pt x="341312" y="186778"/>
                </a:lnTo>
                <a:close/>
              </a:path>
              <a:path w="341630" h="187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187325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187325">
                <a:moveTo>
                  <a:pt x="331787" y="182016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77253"/>
                </a:lnTo>
                <a:lnTo>
                  <a:pt x="336550" y="177253"/>
                </a:lnTo>
                <a:lnTo>
                  <a:pt x="331787" y="182016"/>
                </a:lnTo>
                <a:close/>
              </a:path>
              <a:path w="341630" h="187325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187325">
                <a:moveTo>
                  <a:pt x="9525" y="182016"/>
                </a:moveTo>
                <a:lnTo>
                  <a:pt x="4762" y="177253"/>
                </a:lnTo>
                <a:lnTo>
                  <a:pt x="9525" y="177253"/>
                </a:lnTo>
                <a:lnTo>
                  <a:pt x="9525" y="182016"/>
                </a:lnTo>
                <a:close/>
              </a:path>
              <a:path w="341630" h="187325">
                <a:moveTo>
                  <a:pt x="331787" y="182016"/>
                </a:moveTo>
                <a:lnTo>
                  <a:pt x="9525" y="182016"/>
                </a:lnTo>
                <a:lnTo>
                  <a:pt x="9525" y="177253"/>
                </a:lnTo>
                <a:lnTo>
                  <a:pt x="331787" y="177253"/>
                </a:lnTo>
                <a:lnTo>
                  <a:pt x="331787" y="182016"/>
                </a:lnTo>
                <a:close/>
              </a:path>
              <a:path w="341630" h="187325">
                <a:moveTo>
                  <a:pt x="341312" y="182016"/>
                </a:moveTo>
                <a:lnTo>
                  <a:pt x="331787" y="182016"/>
                </a:lnTo>
                <a:lnTo>
                  <a:pt x="336550" y="177253"/>
                </a:lnTo>
                <a:lnTo>
                  <a:pt x="341312" y="177253"/>
                </a:lnTo>
                <a:lnTo>
                  <a:pt x="341312" y="182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165872" y="6414185"/>
            <a:ext cx="143205" cy="13266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199337" y="6414185"/>
            <a:ext cx="216065" cy="138658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917447" y="6382511"/>
            <a:ext cx="257810" cy="193675"/>
          </a:xfrm>
          <a:custGeom>
            <a:avLst/>
            <a:gdLst/>
            <a:ahLst/>
            <a:cxnLst/>
            <a:rect l="l" t="t" r="r" b="b"/>
            <a:pathLst>
              <a:path w="257809" h="193675">
                <a:moveTo>
                  <a:pt x="80772" y="193547"/>
                </a:moveTo>
                <a:lnTo>
                  <a:pt x="80772" y="149352"/>
                </a:lnTo>
                <a:lnTo>
                  <a:pt x="0" y="149352"/>
                </a:lnTo>
                <a:lnTo>
                  <a:pt x="0" y="44196"/>
                </a:lnTo>
                <a:lnTo>
                  <a:pt x="80772" y="44196"/>
                </a:lnTo>
                <a:lnTo>
                  <a:pt x="80772" y="0"/>
                </a:lnTo>
                <a:lnTo>
                  <a:pt x="257556" y="97536"/>
                </a:lnTo>
                <a:lnTo>
                  <a:pt x="80772" y="193547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912812" y="6374866"/>
            <a:ext cx="272415" cy="209550"/>
          </a:xfrm>
          <a:custGeom>
            <a:avLst/>
            <a:gdLst/>
            <a:ahLst/>
            <a:cxnLst/>
            <a:rect l="l" t="t" r="r" b="b"/>
            <a:pathLst>
              <a:path w="272415" h="209550">
                <a:moveTo>
                  <a:pt x="81381" y="51993"/>
                </a:moveTo>
                <a:lnTo>
                  <a:pt x="81381" y="0"/>
                </a:lnTo>
                <a:lnTo>
                  <a:pt x="96021" y="8051"/>
                </a:lnTo>
                <a:lnTo>
                  <a:pt x="90906" y="8051"/>
                </a:lnTo>
                <a:lnTo>
                  <a:pt x="83845" y="12217"/>
                </a:lnTo>
                <a:lnTo>
                  <a:pt x="90906" y="16101"/>
                </a:lnTo>
                <a:lnTo>
                  <a:pt x="90906" y="47231"/>
                </a:lnTo>
                <a:lnTo>
                  <a:pt x="86144" y="47231"/>
                </a:lnTo>
                <a:lnTo>
                  <a:pt x="81381" y="51993"/>
                </a:lnTo>
                <a:close/>
              </a:path>
              <a:path w="272415" h="209550">
                <a:moveTo>
                  <a:pt x="90906" y="16101"/>
                </a:moveTo>
                <a:lnTo>
                  <a:pt x="83845" y="12217"/>
                </a:lnTo>
                <a:lnTo>
                  <a:pt x="90906" y="8051"/>
                </a:lnTo>
                <a:lnTo>
                  <a:pt x="90906" y="16101"/>
                </a:lnTo>
                <a:close/>
              </a:path>
              <a:path w="272415" h="209550">
                <a:moveTo>
                  <a:pt x="252042" y="104736"/>
                </a:moveTo>
                <a:lnTo>
                  <a:pt x="90906" y="16101"/>
                </a:lnTo>
                <a:lnTo>
                  <a:pt x="90906" y="8051"/>
                </a:lnTo>
                <a:lnTo>
                  <a:pt x="96021" y="8051"/>
                </a:lnTo>
                <a:lnTo>
                  <a:pt x="264220" y="100558"/>
                </a:lnTo>
                <a:lnTo>
                  <a:pt x="259638" y="100558"/>
                </a:lnTo>
                <a:lnTo>
                  <a:pt x="252042" y="104736"/>
                </a:lnTo>
                <a:close/>
              </a:path>
              <a:path w="272415" h="209550">
                <a:moveTo>
                  <a:pt x="81381" y="162242"/>
                </a:moveTo>
                <a:lnTo>
                  <a:pt x="0" y="162242"/>
                </a:lnTo>
                <a:lnTo>
                  <a:pt x="0" y="47231"/>
                </a:lnTo>
                <a:lnTo>
                  <a:pt x="81381" y="47231"/>
                </a:lnTo>
                <a:lnTo>
                  <a:pt x="81381" y="51993"/>
                </a:lnTo>
                <a:lnTo>
                  <a:pt x="9525" y="51993"/>
                </a:lnTo>
                <a:lnTo>
                  <a:pt x="4762" y="56756"/>
                </a:lnTo>
                <a:lnTo>
                  <a:pt x="9525" y="56756"/>
                </a:lnTo>
                <a:lnTo>
                  <a:pt x="9525" y="152717"/>
                </a:lnTo>
                <a:lnTo>
                  <a:pt x="4762" y="152717"/>
                </a:lnTo>
                <a:lnTo>
                  <a:pt x="9525" y="157479"/>
                </a:lnTo>
                <a:lnTo>
                  <a:pt x="81381" y="157479"/>
                </a:lnTo>
                <a:lnTo>
                  <a:pt x="81381" y="162242"/>
                </a:lnTo>
                <a:close/>
              </a:path>
              <a:path w="272415" h="209550">
                <a:moveTo>
                  <a:pt x="90906" y="56756"/>
                </a:moveTo>
                <a:lnTo>
                  <a:pt x="9525" y="56756"/>
                </a:lnTo>
                <a:lnTo>
                  <a:pt x="9525" y="51993"/>
                </a:lnTo>
                <a:lnTo>
                  <a:pt x="81381" y="51993"/>
                </a:lnTo>
                <a:lnTo>
                  <a:pt x="86144" y="47231"/>
                </a:lnTo>
                <a:lnTo>
                  <a:pt x="90906" y="47231"/>
                </a:lnTo>
                <a:lnTo>
                  <a:pt x="90906" y="56756"/>
                </a:lnTo>
                <a:close/>
              </a:path>
              <a:path w="272415" h="209550">
                <a:moveTo>
                  <a:pt x="9525" y="56756"/>
                </a:moveTo>
                <a:lnTo>
                  <a:pt x="4762" y="56756"/>
                </a:lnTo>
                <a:lnTo>
                  <a:pt x="9525" y="51993"/>
                </a:lnTo>
                <a:lnTo>
                  <a:pt x="9525" y="56756"/>
                </a:lnTo>
                <a:close/>
              </a:path>
              <a:path w="272415" h="209550">
                <a:moveTo>
                  <a:pt x="259638" y="108915"/>
                </a:moveTo>
                <a:lnTo>
                  <a:pt x="252042" y="104736"/>
                </a:lnTo>
                <a:lnTo>
                  <a:pt x="259638" y="100558"/>
                </a:lnTo>
                <a:lnTo>
                  <a:pt x="259638" y="108915"/>
                </a:lnTo>
                <a:close/>
              </a:path>
              <a:path w="272415" h="209550">
                <a:moveTo>
                  <a:pt x="264221" y="108915"/>
                </a:moveTo>
                <a:lnTo>
                  <a:pt x="259638" y="108915"/>
                </a:lnTo>
                <a:lnTo>
                  <a:pt x="259638" y="100558"/>
                </a:lnTo>
                <a:lnTo>
                  <a:pt x="264220" y="100558"/>
                </a:lnTo>
                <a:lnTo>
                  <a:pt x="271818" y="104736"/>
                </a:lnTo>
                <a:lnTo>
                  <a:pt x="264221" y="108915"/>
                </a:lnTo>
                <a:close/>
              </a:path>
              <a:path w="272415" h="209550">
                <a:moveTo>
                  <a:pt x="96042" y="201421"/>
                </a:moveTo>
                <a:lnTo>
                  <a:pt x="90906" y="201421"/>
                </a:lnTo>
                <a:lnTo>
                  <a:pt x="90906" y="193372"/>
                </a:lnTo>
                <a:lnTo>
                  <a:pt x="252042" y="104736"/>
                </a:lnTo>
                <a:lnTo>
                  <a:pt x="259638" y="108915"/>
                </a:lnTo>
                <a:lnTo>
                  <a:pt x="264221" y="108915"/>
                </a:lnTo>
                <a:lnTo>
                  <a:pt x="96042" y="201421"/>
                </a:lnTo>
                <a:close/>
              </a:path>
              <a:path w="272415" h="209550">
                <a:moveTo>
                  <a:pt x="9525" y="157479"/>
                </a:moveTo>
                <a:lnTo>
                  <a:pt x="4762" y="152717"/>
                </a:lnTo>
                <a:lnTo>
                  <a:pt x="9525" y="152717"/>
                </a:lnTo>
                <a:lnTo>
                  <a:pt x="9525" y="157479"/>
                </a:lnTo>
                <a:close/>
              </a:path>
              <a:path w="272415" h="209550">
                <a:moveTo>
                  <a:pt x="90906" y="162242"/>
                </a:moveTo>
                <a:lnTo>
                  <a:pt x="86144" y="162242"/>
                </a:lnTo>
                <a:lnTo>
                  <a:pt x="81381" y="157479"/>
                </a:lnTo>
                <a:lnTo>
                  <a:pt x="9525" y="157479"/>
                </a:lnTo>
                <a:lnTo>
                  <a:pt x="9525" y="152717"/>
                </a:lnTo>
                <a:lnTo>
                  <a:pt x="90906" y="152717"/>
                </a:lnTo>
                <a:lnTo>
                  <a:pt x="90906" y="162242"/>
                </a:lnTo>
                <a:close/>
              </a:path>
              <a:path w="272415" h="209550">
                <a:moveTo>
                  <a:pt x="81381" y="209486"/>
                </a:moveTo>
                <a:lnTo>
                  <a:pt x="81381" y="157479"/>
                </a:lnTo>
                <a:lnTo>
                  <a:pt x="86144" y="162242"/>
                </a:lnTo>
                <a:lnTo>
                  <a:pt x="90906" y="162242"/>
                </a:lnTo>
                <a:lnTo>
                  <a:pt x="90906" y="193372"/>
                </a:lnTo>
                <a:lnTo>
                  <a:pt x="83845" y="197256"/>
                </a:lnTo>
                <a:lnTo>
                  <a:pt x="90906" y="201421"/>
                </a:lnTo>
                <a:lnTo>
                  <a:pt x="96042" y="201421"/>
                </a:lnTo>
                <a:lnTo>
                  <a:pt x="81381" y="209486"/>
                </a:lnTo>
                <a:close/>
              </a:path>
              <a:path w="272415" h="209550">
                <a:moveTo>
                  <a:pt x="90906" y="201421"/>
                </a:moveTo>
                <a:lnTo>
                  <a:pt x="83845" y="197256"/>
                </a:lnTo>
                <a:lnTo>
                  <a:pt x="90906" y="193372"/>
                </a:lnTo>
                <a:lnTo>
                  <a:pt x="90906" y="2014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1772602" y="2443835"/>
            <a:ext cx="5648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 Narrow"/>
                <a:cs typeface="Arial Narrow"/>
              </a:rPr>
              <a:t>DELETE </a:t>
            </a:r>
            <a:r>
              <a:rPr sz="2400" b="1" spc="-85" dirty="0">
                <a:latin typeface="Arial Narrow"/>
                <a:cs typeface="Arial Narrow"/>
              </a:rPr>
              <a:t>Statem</a:t>
            </a:r>
            <a:r>
              <a:rPr sz="2700" spc="-127" baseline="9259" dirty="0">
                <a:latin typeface="Arial Narrow"/>
                <a:cs typeface="Arial Narrow"/>
              </a:rPr>
              <a:t>2</a:t>
            </a:r>
            <a:r>
              <a:rPr sz="2400" b="1" spc="-85" dirty="0">
                <a:latin typeface="Arial Narrow"/>
                <a:cs typeface="Arial Narrow"/>
              </a:rPr>
              <a:t>ent</a:t>
            </a:r>
            <a:r>
              <a:rPr sz="2400" b="1" spc="-10" dirty="0">
                <a:latin typeface="Arial Narrow"/>
                <a:cs typeface="Arial Narrow"/>
              </a:rPr>
              <a:t> </a:t>
            </a:r>
            <a:r>
              <a:rPr sz="2400" b="1" spc="-395" dirty="0">
                <a:latin typeface="Arial Narrow"/>
                <a:cs typeface="Arial Narrow"/>
              </a:rPr>
              <a:t>to</a:t>
            </a:r>
            <a:r>
              <a:rPr sz="2700" spc="-592" baseline="9259" dirty="0">
                <a:latin typeface="Arial Narrow"/>
                <a:cs typeface="Arial Narrow"/>
              </a:rPr>
              <a:t>Co</a:t>
            </a:r>
            <a:r>
              <a:rPr sz="2400" b="1" spc="-395" dirty="0">
                <a:latin typeface="Arial Narrow"/>
                <a:cs typeface="Arial Narrow"/>
              </a:rPr>
              <a:t>a</a:t>
            </a:r>
            <a:r>
              <a:rPr sz="2700" spc="-592" baseline="9259" dirty="0">
                <a:latin typeface="Arial Narrow"/>
                <a:cs typeface="Arial Narrow"/>
              </a:rPr>
              <a:t>nd</a:t>
            </a:r>
            <a:r>
              <a:rPr sz="2400" b="1" spc="-395" dirty="0">
                <a:latin typeface="Arial Narrow"/>
                <a:cs typeface="Arial Narrow"/>
              </a:rPr>
              <a:t>T</a:t>
            </a:r>
            <a:r>
              <a:rPr sz="2700" spc="-592" baseline="9259" dirty="0">
                <a:latin typeface="Arial Narrow"/>
                <a:cs typeface="Arial Narrow"/>
              </a:rPr>
              <a:t>im</a:t>
            </a:r>
            <a:r>
              <a:rPr sz="2400" b="1" spc="-395" dirty="0">
                <a:latin typeface="Arial Narrow"/>
                <a:cs typeface="Arial Narrow"/>
              </a:rPr>
              <a:t>a</a:t>
            </a:r>
            <a:r>
              <a:rPr sz="2700" spc="-592" baseline="9259" dirty="0">
                <a:latin typeface="Arial Narrow"/>
                <a:cs typeface="Arial Narrow"/>
              </a:rPr>
              <a:t>e</a:t>
            </a:r>
            <a:r>
              <a:rPr sz="2400" b="1" spc="-395" dirty="0">
                <a:latin typeface="Arial Narrow"/>
                <a:cs typeface="Arial Narrow"/>
              </a:rPr>
              <a:t>b</a:t>
            </a:r>
            <a:r>
              <a:rPr sz="2700" spc="-592" baseline="9259" dirty="0">
                <a:latin typeface="Arial Narrow"/>
                <a:cs typeface="Arial Narrow"/>
              </a:rPr>
              <a:t>n</a:t>
            </a:r>
            <a:r>
              <a:rPr sz="2400" b="1" spc="-395" dirty="0">
                <a:latin typeface="Arial Narrow"/>
                <a:cs typeface="Arial Narrow"/>
              </a:rPr>
              <a:t>l</a:t>
            </a:r>
            <a:r>
              <a:rPr sz="2700" spc="-592" baseline="9259" dirty="0">
                <a:latin typeface="Arial Narrow"/>
                <a:cs typeface="Arial Narrow"/>
              </a:rPr>
              <a:t>t</a:t>
            </a:r>
            <a:r>
              <a:rPr sz="2400" b="1" spc="-395" dirty="0">
                <a:latin typeface="Arial Narrow"/>
                <a:cs typeface="Arial Narrow"/>
              </a:rPr>
              <a:t>e</a:t>
            </a:r>
            <a:r>
              <a:rPr sz="2700" spc="-592" baseline="9259" dirty="0">
                <a:latin typeface="Arial Narrow"/>
                <a:cs typeface="Arial Narrow"/>
              </a:rPr>
              <a:t>s </a:t>
            </a:r>
            <a:r>
              <a:rPr sz="2400" b="1" spc="-390" dirty="0">
                <a:latin typeface="Arial Narrow"/>
                <a:cs typeface="Arial Narrow"/>
              </a:rPr>
              <a:t>wit</a:t>
            </a:r>
            <a:r>
              <a:rPr sz="2700" spc="-585" baseline="9259" dirty="0">
                <a:latin typeface="Arial Narrow"/>
                <a:cs typeface="Arial Narrow"/>
              </a:rPr>
              <a:t>S</a:t>
            </a:r>
            <a:r>
              <a:rPr sz="2400" b="1" spc="-390" dirty="0">
                <a:latin typeface="Arial Narrow"/>
                <a:cs typeface="Arial Narrow"/>
              </a:rPr>
              <a:t>h</a:t>
            </a:r>
            <a:r>
              <a:rPr sz="2700" spc="-585" baseline="9259" dirty="0">
                <a:latin typeface="Arial Narrow"/>
                <a:cs typeface="Arial Narrow"/>
              </a:rPr>
              <a:t>we</a:t>
            </a:r>
            <a:r>
              <a:rPr sz="2400" b="1" spc="-390" dirty="0">
                <a:latin typeface="Arial Narrow"/>
                <a:cs typeface="Arial Narrow"/>
              </a:rPr>
              <a:t>a</a:t>
            </a:r>
            <a:r>
              <a:rPr sz="2700" spc="-585" baseline="9259" dirty="0">
                <a:latin typeface="Arial Narrow"/>
                <a:cs typeface="Arial Narrow"/>
              </a:rPr>
              <a:t>et</a:t>
            </a:r>
            <a:r>
              <a:rPr sz="2400" b="1" spc="-390" dirty="0">
                <a:latin typeface="Arial Narrow"/>
                <a:cs typeface="Arial Narrow"/>
              </a:rPr>
              <a:t>D</a:t>
            </a:r>
            <a:r>
              <a:rPr sz="2700" spc="-585" baseline="9259" dirty="0">
                <a:latin typeface="Arial Narrow"/>
                <a:cs typeface="Arial Narrow"/>
              </a:rPr>
              <a:t>a</a:t>
            </a:r>
            <a:r>
              <a:rPr sz="2400" b="1" spc="-390" dirty="0">
                <a:latin typeface="Arial Narrow"/>
                <a:cs typeface="Arial Narrow"/>
              </a:rPr>
              <a:t>E</a:t>
            </a:r>
            <a:r>
              <a:rPr sz="2700" spc="-585" baseline="9259" dirty="0">
                <a:latin typeface="Arial Narrow"/>
                <a:cs typeface="Arial Narrow"/>
              </a:rPr>
              <a:t>nd</a:t>
            </a:r>
            <a:r>
              <a:rPr sz="2400" b="1" spc="-390" dirty="0">
                <a:latin typeface="Arial Narrow"/>
                <a:cs typeface="Arial Narrow"/>
              </a:rPr>
              <a:t>L</a:t>
            </a:r>
            <a:r>
              <a:rPr sz="2700" spc="-585" baseline="9259" dirty="0">
                <a:latin typeface="Arial Narrow"/>
                <a:cs typeface="Arial Narrow"/>
              </a:rPr>
              <a:t>s</a:t>
            </a:r>
            <a:r>
              <a:rPr sz="2400" b="1" spc="-390" dirty="0">
                <a:latin typeface="Arial Narrow"/>
                <a:cs typeface="Arial Narrow"/>
              </a:rPr>
              <a:t>E</a:t>
            </a:r>
            <a:r>
              <a:rPr sz="2700" spc="-585" baseline="9259" dirty="0">
                <a:latin typeface="Arial Narrow"/>
                <a:cs typeface="Arial Narrow"/>
              </a:rPr>
              <a:t>av</a:t>
            </a:r>
            <a:r>
              <a:rPr sz="2400" b="1" spc="-390" dirty="0">
                <a:latin typeface="Arial Narrow"/>
                <a:cs typeface="Arial Narrow"/>
              </a:rPr>
              <a:t>T</a:t>
            </a:r>
            <a:r>
              <a:rPr sz="2700" spc="-585" baseline="9259" dirty="0">
                <a:latin typeface="Arial Narrow"/>
                <a:cs typeface="Arial Narrow"/>
              </a:rPr>
              <a:t>o</a:t>
            </a:r>
            <a:r>
              <a:rPr sz="2400" b="1" spc="-390" dirty="0">
                <a:latin typeface="Arial Narrow"/>
                <a:cs typeface="Arial Narrow"/>
              </a:rPr>
              <a:t>E</a:t>
            </a:r>
            <a:r>
              <a:rPr sz="2700" spc="-585" baseline="9259" dirty="0">
                <a:latin typeface="Arial Narrow"/>
                <a:cs typeface="Arial Narrow"/>
              </a:rPr>
              <a:t>ry  </a:t>
            </a:r>
            <a:r>
              <a:rPr sz="2700" baseline="9259" dirty="0">
                <a:latin typeface="Arial Narrow"/>
                <a:cs typeface="Arial Narrow"/>
              </a:rPr>
              <a:t>…</a:t>
            </a:r>
            <a:endParaRPr sz="2700" baseline="9259">
              <a:latin typeface="Arial Narrow"/>
              <a:cs typeface="Arial Narrow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798002" y="2809595"/>
            <a:ext cx="2219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 Narrow"/>
                <a:cs typeface="Arial Narrow"/>
              </a:rPr>
              <a:t>Statement</a:t>
            </a:r>
            <a:r>
              <a:rPr sz="2400" b="1" spc="-50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Defined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922019" y="3415029"/>
            <a:ext cx="41611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CREATE</a:t>
            </a:r>
            <a:r>
              <a:rPr sz="1600" spc="-105" dirty="0">
                <a:latin typeface="Lucida Sans Typewriter"/>
                <a:cs typeface="Lucida Sans Typewriter"/>
              </a:rPr>
              <a:t> </a:t>
            </a:r>
            <a:r>
              <a:rPr sz="3600" b="1" spc="-705" baseline="-23148" dirty="0">
                <a:latin typeface="Arial Narrow"/>
                <a:cs typeface="Arial Narrow"/>
              </a:rPr>
              <a:t>D</a:t>
            </a:r>
            <a:r>
              <a:rPr sz="1600" spc="-470" dirty="0">
                <a:latin typeface="Lucida Sans Typewriter"/>
                <a:cs typeface="Lucida Sans Typewriter"/>
              </a:rPr>
              <a:t>TR</a:t>
            </a:r>
            <a:r>
              <a:rPr sz="3600" b="1" spc="-705" baseline="-23148" dirty="0">
                <a:latin typeface="Arial Narrow"/>
                <a:cs typeface="Arial Narrow"/>
              </a:rPr>
              <a:t>E</a:t>
            </a:r>
            <a:r>
              <a:rPr sz="1600" spc="-470" dirty="0">
                <a:latin typeface="Lucida Sans Typewriter"/>
                <a:cs typeface="Lucida Sans Typewriter"/>
              </a:rPr>
              <a:t>I</a:t>
            </a:r>
            <a:r>
              <a:rPr sz="3600" b="1" spc="-705" baseline="-23148" dirty="0">
                <a:latin typeface="Arial Narrow"/>
                <a:cs typeface="Arial Narrow"/>
              </a:rPr>
              <a:t>L</a:t>
            </a:r>
            <a:r>
              <a:rPr sz="1600" spc="-470" dirty="0">
                <a:latin typeface="Lucida Sans Typewriter"/>
                <a:cs typeface="Lucida Sans Typewriter"/>
              </a:rPr>
              <a:t>GG</a:t>
            </a:r>
            <a:r>
              <a:rPr sz="3600" b="1" spc="-705" baseline="-23148" dirty="0">
                <a:latin typeface="Arial Narrow"/>
                <a:cs typeface="Arial Narrow"/>
              </a:rPr>
              <a:t>E</a:t>
            </a:r>
            <a:r>
              <a:rPr sz="1600" spc="-470" dirty="0">
                <a:latin typeface="Lucida Sans Typewriter"/>
                <a:cs typeface="Lucida Sans Typewriter"/>
              </a:rPr>
              <a:t>E</a:t>
            </a:r>
            <a:r>
              <a:rPr sz="3600" b="1" spc="-705" baseline="-23148" dirty="0">
                <a:latin typeface="Arial Narrow"/>
                <a:cs typeface="Arial Narrow"/>
              </a:rPr>
              <a:t>T</a:t>
            </a:r>
            <a:r>
              <a:rPr sz="1600" spc="-470" dirty="0">
                <a:latin typeface="Lucida Sans Typewriter"/>
                <a:cs typeface="Lucida Sans Typewriter"/>
              </a:rPr>
              <a:t>R</a:t>
            </a:r>
            <a:r>
              <a:rPr sz="3600" b="1" spc="-705" baseline="-23148" dirty="0">
                <a:latin typeface="Arial Narrow"/>
                <a:cs typeface="Arial Narrow"/>
              </a:rPr>
              <a:t>E</a:t>
            </a:r>
            <a:r>
              <a:rPr sz="1600" spc="-470" dirty="0">
                <a:latin typeface="Lucida Sans Typewriter"/>
                <a:cs typeface="Lucida Sans Typewriter"/>
              </a:rPr>
              <a:t>C</a:t>
            </a:r>
            <a:r>
              <a:rPr sz="3600" b="1" spc="-705" baseline="-23148" dirty="0">
                <a:latin typeface="Arial Narrow"/>
                <a:cs typeface="Arial Narrow"/>
              </a:rPr>
              <a:t>S</a:t>
            </a:r>
            <a:r>
              <a:rPr sz="1600" spc="-470" dirty="0">
                <a:latin typeface="Lucida Sans Typewriter"/>
                <a:cs typeface="Lucida Sans Typewriter"/>
              </a:rPr>
              <a:t>a</a:t>
            </a:r>
            <a:r>
              <a:rPr sz="3600" b="1" spc="-705" baseline="-23148" dirty="0">
                <a:latin typeface="Arial Narrow"/>
                <a:cs typeface="Arial Narrow"/>
              </a:rPr>
              <a:t>t</a:t>
            </a:r>
            <a:r>
              <a:rPr sz="1600" spc="-470" dirty="0">
                <a:latin typeface="Lucida Sans Typewriter"/>
                <a:cs typeface="Lucida Sans Typewriter"/>
              </a:rPr>
              <a:t>t</a:t>
            </a:r>
            <a:r>
              <a:rPr sz="3600" b="1" spc="-705" baseline="-23148" dirty="0">
                <a:latin typeface="Arial Narrow"/>
                <a:cs typeface="Arial Narrow"/>
              </a:rPr>
              <a:t>a</a:t>
            </a:r>
            <a:r>
              <a:rPr sz="1600" spc="-470" dirty="0">
                <a:latin typeface="Lucida Sans Typewriter"/>
                <a:cs typeface="Lucida Sans Typewriter"/>
              </a:rPr>
              <a:t>e</a:t>
            </a:r>
            <a:r>
              <a:rPr sz="3600" b="1" spc="-705" baseline="-23148" dirty="0">
                <a:latin typeface="Arial Narrow"/>
                <a:cs typeface="Arial Narrow"/>
              </a:rPr>
              <a:t>t</a:t>
            </a:r>
            <a:r>
              <a:rPr sz="1600" spc="-470" dirty="0">
                <a:latin typeface="Lucida Sans Typewriter"/>
                <a:cs typeface="Lucida Sans Typewriter"/>
              </a:rPr>
              <a:t>g</a:t>
            </a:r>
            <a:r>
              <a:rPr sz="3600" b="1" spc="-705" baseline="-23148" dirty="0">
                <a:latin typeface="Arial Narrow"/>
                <a:cs typeface="Arial Narrow"/>
              </a:rPr>
              <a:t>e</a:t>
            </a:r>
            <a:r>
              <a:rPr sz="1600" spc="-470" dirty="0">
                <a:latin typeface="Lucida Sans Typewriter"/>
                <a:cs typeface="Lucida Sans Typewriter"/>
              </a:rPr>
              <a:t>o</a:t>
            </a:r>
            <a:r>
              <a:rPr sz="3600" b="1" spc="-705" baseline="-23148" dirty="0">
                <a:latin typeface="Arial Narrow"/>
                <a:cs typeface="Arial Narrow"/>
              </a:rPr>
              <a:t>m</a:t>
            </a:r>
            <a:r>
              <a:rPr sz="1600" spc="-470" dirty="0">
                <a:latin typeface="Lucida Sans Typewriter"/>
                <a:cs typeface="Lucida Sans Typewriter"/>
              </a:rPr>
              <a:t>ry</a:t>
            </a:r>
            <a:r>
              <a:rPr sz="3600" b="1" spc="-705" baseline="-23148" dirty="0">
                <a:latin typeface="Arial Narrow"/>
                <a:cs typeface="Arial Narrow"/>
              </a:rPr>
              <a:t>e</a:t>
            </a:r>
            <a:r>
              <a:rPr sz="1600" spc="-470" dirty="0">
                <a:latin typeface="Lucida Sans Typewriter"/>
                <a:cs typeface="Lucida Sans Typewriter"/>
              </a:rPr>
              <a:t>_</a:t>
            </a:r>
            <a:r>
              <a:rPr sz="3600" b="1" spc="-705" baseline="-23148" dirty="0">
                <a:latin typeface="Arial Narrow"/>
                <a:cs typeface="Arial Narrow"/>
              </a:rPr>
              <a:t>n</a:t>
            </a:r>
            <a:r>
              <a:rPr sz="1600" spc="-470" dirty="0">
                <a:latin typeface="Lucida Sans Typewriter"/>
                <a:cs typeface="Lucida Sans Typewriter"/>
              </a:rPr>
              <a:t>D</a:t>
            </a:r>
            <a:r>
              <a:rPr sz="3600" b="1" spc="-705" baseline="-23148" dirty="0">
                <a:latin typeface="Arial Narrow"/>
                <a:cs typeface="Arial Narrow"/>
              </a:rPr>
              <a:t>t</a:t>
            </a:r>
            <a:r>
              <a:rPr sz="1600" spc="-470" dirty="0">
                <a:latin typeface="Lucida Sans Typewriter"/>
                <a:cs typeface="Lucida Sans Typewriter"/>
              </a:rPr>
              <a:t>e</a:t>
            </a:r>
            <a:r>
              <a:rPr sz="3600" b="1" spc="-705" baseline="-23148" dirty="0">
                <a:latin typeface="Arial Narrow"/>
                <a:cs typeface="Arial Narrow"/>
              </a:rPr>
              <a:t>L</a:t>
            </a:r>
            <a:r>
              <a:rPr sz="1600" spc="-470" dirty="0">
                <a:latin typeface="Lucida Sans Typewriter"/>
                <a:cs typeface="Lucida Sans Typewriter"/>
              </a:rPr>
              <a:t>le</a:t>
            </a:r>
            <a:r>
              <a:rPr sz="3600" b="1" spc="-705" baseline="-23148" dirty="0">
                <a:latin typeface="Arial Narrow"/>
                <a:cs typeface="Arial Narrow"/>
              </a:rPr>
              <a:t>o</a:t>
            </a:r>
            <a:r>
              <a:rPr sz="1600" spc="-470" dirty="0">
                <a:latin typeface="Lucida Sans Typewriter"/>
                <a:cs typeface="Lucida Sans Typewriter"/>
              </a:rPr>
              <a:t>t</a:t>
            </a:r>
            <a:r>
              <a:rPr sz="3600" b="1" spc="-705" baseline="-23148" dirty="0">
                <a:latin typeface="Arial Narrow"/>
                <a:cs typeface="Arial Narrow"/>
              </a:rPr>
              <a:t>g</a:t>
            </a:r>
            <a:r>
              <a:rPr sz="1600" spc="-470" dirty="0">
                <a:latin typeface="Lucida Sans Typewriter"/>
                <a:cs typeface="Lucida Sans Typewriter"/>
              </a:rPr>
              <a:t>e</a:t>
            </a:r>
            <a:r>
              <a:rPr sz="3600" b="1" spc="-705" baseline="-23148" dirty="0">
                <a:latin typeface="Arial Narrow"/>
                <a:cs typeface="Arial Narrow"/>
              </a:rPr>
              <a:t>ged</a:t>
            </a:r>
            <a:endParaRPr sz="3600" baseline="-23148">
              <a:latin typeface="Arial Narrow"/>
              <a:cs typeface="Arial Narrow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798002" y="4272635"/>
            <a:ext cx="3027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Arial Narrow"/>
                <a:cs typeface="Arial Narrow"/>
              </a:rPr>
              <a:t>Trigger </a:t>
            </a:r>
            <a:r>
              <a:rPr sz="2400" b="1" spc="-5" dirty="0">
                <a:latin typeface="Arial Narrow"/>
                <a:cs typeface="Arial Narrow"/>
              </a:rPr>
              <a:t>Actions</a:t>
            </a:r>
            <a:r>
              <a:rPr sz="2400" b="1" spc="-114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Executed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1316672" y="2465946"/>
            <a:ext cx="414654" cy="389902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435417" y="2532799"/>
            <a:ext cx="125564" cy="218909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316672" y="3365436"/>
            <a:ext cx="414654" cy="38990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423352" y="3432289"/>
            <a:ext cx="163664" cy="218909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316672" y="3998315"/>
            <a:ext cx="414654" cy="391363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426527" y="4066019"/>
            <a:ext cx="161124" cy="222084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8" name="图片 127">
            <a:extLst>
              <a:ext uri="{FF2B5EF4-FFF2-40B4-BE49-F238E27FC236}">
                <a16:creationId xmlns:a16="http://schemas.microsoft.com/office/drawing/2014/main" id="{8D20462C-46B9-D52E-DCD4-D26323CE8EB4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26744" y="1599071"/>
            <a:ext cx="7106642" cy="353426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9382" y="362902"/>
            <a:ext cx="62649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How </a:t>
            </a:r>
            <a:r>
              <a:rPr sz="3600" dirty="0"/>
              <a:t>an </a:t>
            </a:r>
            <a:r>
              <a:rPr sz="3600" spc="-40" dirty="0"/>
              <a:t>UPDATE </a:t>
            </a:r>
            <a:r>
              <a:rPr sz="3600" spc="-50" dirty="0"/>
              <a:t>Trigger</a:t>
            </a:r>
            <a:r>
              <a:rPr sz="3600" spc="-30" dirty="0"/>
              <a:t> Works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533400" y="5967984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7" y="356615"/>
                </a:moveTo>
                <a:lnTo>
                  <a:pt x="59436" y="356615"/>
                </a:lnTo>
                <a:lnTo>
                  <a:pt x="36320" y="351938"/>
                </a:lnTo>
                <a:lnTo>
                  <a:pt x="17425" y="339190"/>
                </a:lnTo>
                <a:lnTo>
                  <a:pt x="4677" y="320295"/>
                </a:lnTo>
                <a:lnTo>
                  <a:pt x="0" y="297179"/>
                </a:lnTo>
                <a:lnTo>
                  <a:pt x="0" y="59436"/>
                </a:lnTo>
                <a:lnTo>
                  <a:pt x="4677" y="35999"/>
                </a:lnTo>
                <a:lnTo>
                  <a:pt x="17425" y="16997"/>
                </a:lnTo>
                <a:lnTo>
                  <a:pt x="36320" y="4355"/>
                </a:lnTo>
                <a:lnTo>
                  <a:pt x="59436" y="0"/>
                </a:lnTo>
                <a:lnTo>
                  <a:pt x="384047" y="0"/>
                </a:lnTo>
                <a:lnTo>
                  <a:pt x="406841" y="4355"/>
                </a:lnTo>
                <a:lnTo>
                  <a:pt x="425629" y="16997"/>
                </a:lnTo>
                <a:lnTo>
                  <a:pt x="438485" y="35999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485" y="320295"/>
                </a:lnTo>
                <a:lnTo>
                  <a:pt x="425629" y="339190"/>
                </a:lnTo>
                <a:lnTo>
                  <a:pt x="406841" y="351938"/>
                </a:lnTo>
                <a:lnTo>
                  <a:pt x="384047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8713" y="5962650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75" y="7620"/>
                </a:lnTo>
                <a:lnTo>
                  <a:pt x="418909" y="7620"/>
                </a:lnTo>
                <a:lnTo>
                  <a:pt x="421366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66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1" y="17779"/>
                </a:moveTo>
                <a:lnTo>
                  <a:pt x="18923" y="17779"/>
                </a:lnTo>
                <a:lnTo>
                  <a:pt x="23152" y="13970"/>
                </a:lnTo>
                <a:lnTo>
                  <a:pt x="23495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1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8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3" y="332739"/>
                </a:moveTo>
                <a:lnTo>
                  <a:pt x="7581" y="332739"/>
                </a:lnTo>
                <a:lnTo>
                  <a:pt x="5079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79" y="38100"/>
                </a:lnTo>
                <a:lnTo>
                  <a:pt x="7581" y="33020"/>
                </a:lnTo>
                <a:lnTo>
                  <a:pt x="18923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2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842" y="5715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2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3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2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2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05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3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8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1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5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09" y="358139"/>
                </a:moveTo>
                <a:lnTo>
                  <a:pt x="33375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66" y="356870"/>
                </a:lnTo>
                <a:lnTo>
                  <a:pt x="418909" y="358139"/>
                </a:lnTo>
                <a:close/>
              </a:path>
              <a:path w="452755" h="365760">
                <a:moveTo>
                  <a:pt x="421366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66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4200" y="6045200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6910" y="6036309"/>
            <a:ext cx="143205" cy="138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6102" y="6085522"/>
            <a:ext cx="207962" cy="1447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31747" y="5967984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8" y="356615"/>
                </a:moveTo>
                <a:lnTo>
                  <a:pt x="59436" y="356615"/>
                </a:lnTo>
                <a:lnTo>
                  <a:pt x="36392" y="351938"/>
                </a:lnTo>
                <a:lnTo>
                  <a:pt x="17521" y="339190"/>
                </a:lnTo>
                <a:lnTo>
                  <a:pt x="4748" y="320295"/>
                </a:lnTo>
                <a:lnTo>
                  <a:pt x="0" y="297179"/>
                </a:lnTo>
                <a:lnTo>
                  <a:pt x="0" y="59436"/>
                </a:lnTo>
                <a:lnTo>
                  <a:pt x="4748" y="35999"/>
                </a:lnTo>
                <a:lnTo>
                  <a:pt x="17521" y="16997"/>
                </a:lnTo>
                <a:lnTo>
                  <a:pt x="36392" y="4355"/>
                </a:lnTo>
                <a:lnTo>
                  <a:pt x="59436" y="0"/>
                </a:lnTo>
                <a:lnTo>
                  <a:pt x="384048" y="0"/>
                </a:lnTo>
                <a:lnTo>
                  <a:pt x="406913" y="4355"/>
                </a:lnTo>
                <a:lnTo>
                  <a:pt x="425724" y="16997"/>
                </a:lnTo>
                <a:lnTo>
                  <a:pt x="438556" y="35999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556" y="320295"/>
                </a:lnTo>
                <a:lnTo>
                  <a:pt x="425724" y="339190"/>
                </a:lnTo>
                <a:lnTo>
                  <a:pt x="406913" y="351938"/>
                </a:lnTo>
                <a:lnTo>
                  <a:pt x="384048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7188" y="5962650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62" y="7620"/>
                </a:lnTo>
                <a:lnTo>
                  <a:pt x="418909" y="7620"/>
                </a:lnTo>
                <a:lnTo>
                  <a:pt x="421366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66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0" y="17779"/>
                </a:moveTo>
                <a:lnTo>
                  <a:pt x="18922" y="17779"/>
                </a:lnTo>
                <a:lnTo>
                  <a:pt x="23152" y="13970"/>
                </a:lnTo>
                <a:lnTo>
                  <a:pt x="23494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0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7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2" y="332739"/>
                </a:moveTo>
                <a:lnTo>
                  <a:pt x="7581" y="332739"/>
                </a:lnTo>
                <a:lnTo>
                  <a:pt x="5080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80" y="38100"/>
                </a:lnTo>
                <a:lnTo>
                  <a:pt x="7581" y="33020"/>
                </a:lnTo>
                <a:lnTo>
                  <a:pt x="18922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3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715" y="5842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3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2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3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3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05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2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7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0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4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09" y="358139"/>
                </a:moveTo>
                <a:lnTo>
                  <a:pt x="33362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66" y="356870"/>
                </a:lnTo>
                <a:lnTo>
                  <a:pt x="418909" y="358139"/>
                </a:lnTo>
                <a:close/>
              </a:path>
              <a:path w="452755" h="365760">
                <a:moveTo>
                  <a:pt x="421366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66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82675" y="6045200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23010" y="6085522"/>
            <a:ext cx="143205" cy="138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56360" y="6085522"/>
            <a:ext cx="216179" cy="1447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4775" y="6050279"/>
            <a:ext cx="257810" cy="208915"/>
          </a:xfrm>
          <a:custGeom>
            <a:avLst/>
            <a:gdLst/>
            <a:ahLst/>
            <a:cxnLst/>
            <a:rect l="l" t="t" r="r" b="b"/>
            <a:pathLst>
              <a:path w="257809" h="208914">
                <a:moveTo>
                  <a:pt x="67056" y="208787"/>
                </a:moveTo>
                <a:lnTo>
                  <a:pt x="67056" y="161544"/>
                </a:lnTo>
                <a:lnTo>
                  <a:pt x="0" y="161544"/>
                </a:lnTo>
                <a:lnTo>
                  <a:pt x="0" y="47244"/>
                </a:lnTo>
                <a:lnTo>
                  <a:pt x="67056" y="47244"/>
                </a:lnTo>
                <a:lnTo>
                  <a:pt x="67056" y="0"/>
                </a:lnTo>
                <a:lnTo>
                  <a:pt x="257556" y="105156"/>
                </a:lnTo>
                <a:lnTo>
                  <a:pt x="67056" y="208787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69950" y="6041910"/>
            <a:ext cx="272415" cy="226060"/>
          </a:xfrm>
          <a:custGeom>
            <a:avLst/>
            <a:gdLst/>
            <a:ahLst/>
            <a:cxnLst/>
            <a:rect l="l" t="t" r="r" b="b"/>
            <a:pathLst>
              <a:path w="272415" h="226060">
                <a:moveTo>
                  <a:pt x="66675" y="55676"/>
                </a:moveTo>
                <a:lnTo>
                  <a:pt x="66675" y="0"/>
                </a:lnTo>
                <a:lnTo>
                  <a:pt x="81314" y="8051"/>
                </a:lnTo>
                <a:lnTo>
                  <a:pt x="76200" y="8051"/>
                </a:lnTo>
                <a:lnTo>
                  <a:pt x="69138" y="12230"/>
                </a:lnTo>
                <a:lnTo>
                  <a:pt x="76200" y="16113"/>
                </a:lnTo>
                <a:lnTo>
                  <a:pt x="76200" y="50914"/>
                </a:lnTo>
                <a:lnTo>
                  <a:pt x="71437" y="50914"/>
                </a:lnTo>
                <a:lnTo>
                  <a:pt x="66675" y="55676"/>
                </a:lnTo>
                <a:close/>
              </a:path>
              <a:path w="272415" h="226060">
                <a:moveTo>
                  <a:pt x="76200" y="16113"/>
                </a:moveTo>
                <a:lnTo>
                  <a:pt x="69138" y="12230"/>
                </a:lnTo>
                <a:lnTo>
                  <a:pt x="76200" y="8051"/>
                </a:lnTo>
                <a:lnTo>
                  <a:pt x="76200" y="16113"/>
                </a:lnTo>
                <a:close/>
              </a:path>
              <a:path w="272415" h="226060">
                <a:moveTo>
                  <a:pt x="252041" y="112826"/>
                </a:moveTo>
                <a:lnTo>
                  <a:pt x="76200" y="16113"/>
                </a:lnTo>
                <a:lnTo>
                  <a:pt x="76200" y="8051"/>
                </a:lnTo>
                <a:lnTo>
                  <a:pt x="81314" y="8051"/>
                </a:lnTo>
                <a:lnTo>
                  <a:pt x="264221" y="108648"/>
                </a:lnTo>
                <a:lnTo>
                  <a:pt x="259638" y="108648"/>
                </a:lnTo>
                <a:lnTo>
                  <a:pt x="252041" y="112826"/>
                </a:lnTo>
                <a:close/>
              </a:path>
              <a:path w="272415" h="226060">
                <a:moveTo>
                  <a:pt x="66675" y="174739"/>
                </a:moveTo>
                <a:lnTo>
                  <a:pt x="0" y="174739"/>
                </a:lnTo>
                <a:lnTo>
                  <a:pt x="0" y="50914"/>
                </a:lnTo>
                <a:lnTo>
                  <a:pt x="66675" y="50914"/>
                </a:lnTo>
                <a:lnTo>
                  <a:pt x="66675" y="55676"/>
                </a:lnTo>
                <a:lnTo>
                  <a:pt x="9525" y="55676"/>
                </a:lnTo>
                <a:lnTo>
                  <a:pt x="4762" y="60439"/>
                </a:lnTo>
                <a:lnTo>
                  <a:pt x="9525" y="60439"/>
                </a:lnTo>
                <a:lnTo>
                  <a:pt x="9525" y="165214"/>
                </a:lnTo>
                <a:lnTo>
                  <a:pt x="4762" y="165214"/>
                </a:lnTo>
                <a:lnTo>
                  <a:pt x="9525" y="169976"/>
                </a:lnTo>
                <a:lnTo>
                  <a:pt x="66675" y="169976"/>
                </a:lnTo>
                <a:lnTo>
                  <a:pt x="66675" y="174739"/>
                </a:lnTo>
                <a:close/>
              </a:path>
              <a:path w="272415" h="226060">
                <a:moveTo>
                  <a:pt x="76200" y="60439"/>
                </a:moveTo>
                <a:lnTo>
                  <a:pt x="9525" y="60439"/>
                </a:lnTo>
                <a:lnTo>
                  <a:pt x="9525" y="55676"/>
                </a:lnTo>
                <a:lnTo>
                  <a:pt x="66675" y="55676"/>
                </a:lnTo>
                <a:lnTo>
                  <a:pt x="71437" y="50914"/>
                </a:lnTo>
                <a:lnTo>
                  <a:pt x="76200" y="50914"/>
                </a:lnTo>
                <a:lnTo>
                  <a:pt x="76200" y="60439"/>
                </a:lnTo>
                <a:close/>
              </a:path>
              <a:path w="272415" h="226060">
                <a:moveTo>
                  <a:pt x="9525" y="60439"/>
                </a:moveTo>
                <a:lnTo>
                  <a:pt x="4762" y="60439"/>
                </a:lnTo>
                <a:lnTo>
                  <a:pt x="9525" y="55676"/>
                </a:lnTo>
                <a:lnTo>
                  <a:pt x="9525" y="60439"/>
                </a:lnTo>
                <a:close/>
              </a:path>
              <a:path w="272415" h="226060">
                <a:moveTo>
                  <a:pt x="259638" y="117005"/>
                </a:moveTo>
                <a:lnTo>
                  <a:pt x="252041" y="112826"/>
                </a:lnTo>
                <a:lnTo>
                  <a:pt x="259638" y="108648"/>
                </a:lnTo>
                <a:lnTo>
                  <a:pt x="259638" y="117005"/>
                </a:lnTo>
                <a:close/>
              </a:path>
              <a:path w="272415" h="226060">
                <a:moveTo>
                  <a:pt x="264221" y="117005"/>
                </a:moveTo>
                <a:lnTo>
                  <a:pt x="259638" y="117005"/>
                </a:lnTo>
                <a:lnTo>
                  <a:pt x="259638" y="108648"/>
                </a:lnTo>
                <a:lnTo>
                  <a:pt x="264221" y="108648"/>
                </a:lnTo>
                <a:lnTo>
                  <a:pt x="271818" y="112826"/>
                </a:lnTo>
                <a:lnTo>
                  <a:pt x="264221" y="117005"/>
                </a:lnTo>
                <a:close/>
              </a:path>
              <a:path w="272415" h="226060">
                <a:moveTo>
                  <a:pt x="81314" y="217601"/>
                </a:moveTo>
                <a:lnTo>
                  <a:pt x="76200" y="217601"/>
                </a:lnTo>
                <a:lnTo>
                  <a:pt x="76200" y="209539"/>
                </a:lnTo>
                <a:lnTo>
                  <a:pt x="252041" y="112826"/>
                </a:lnTo>
                <a:lnTo>
                  <a:pt x="259638" y="117005"/>
                </a:lnTo>
                <a:lnTo>
                  <a:pt x="264221" y="117005"/>
                </a:lnTo>
                <a:lnTo>
                  <a:pt x="81314" y="217601"/>
                </a:lnTo>
                <a:close/>
              </a:path>
              <a:path w="272415" h="226060">
                <a:moveTo>
                  <a:pt x="9525" y="169976"/>
                </a:moveTo>
                <a:lnTo>
                  <a:pt x="4762" y="165214"/>
                </a:lnTo>
                <a:lnTo>
                  <a:pt x="9525" y="165214"/>
                </a:lnTo>
                <a:lnTo>
                  <a:pt x="9525" y="169976"/>
                </a:lnTo>
                <a:close/>
              </a:path>
              <a:path w="272415" h="226060">
                <a:moveTo>
                  <a:pt x="76200" y="174739"/>
                </a:moveTo>
                <a:lnTo>
                  <a:pt x="71437" y="174739"/>
                </a:lnTo>
                <a:lnTo>
                  <a:pt x="66675" y="169976"/>
                </a:lnTo>
                <a:lnTo>
                  <a:pt x="9525" y="169976"/>
                </a:lnTo>
                <a:lnTo>
                  <a:pt x="9525" y="165214"/>
                </a:lnTo>
                <a:lnTo>
                  <a:pt x="76200" y="165214"/>
                </a:lnTo>
                <a:lnTo>
                  <a:pt x="76200" y="174739"/>
                </a:lnTo>
                <a:close/>
              </a:path>
              <a:path w="272415" h="226060">
                <a:moveTo>
                  <a:pt x="66675" y="225653"/>
                </a:moveTo>
                <a:lnTo>
                  <a:pt x="66675" y="169976"/>
                </a:lnTo>
                <a:lnTo>
                  <a:pt x="71437" y="174739"/>
                </a:lnTo>
                <a:lnTo>
                  <a:pt x="76200" y="174739"/>
                </a:lnTo>
                <a:lnTo>
                  <a:pt x="76200" y="209539"/>
                </a:lnTo>
                <a:lnTo>
                  <a:pt x="69138" y="213423"/>
                </a:lnTo>
                <a:lnTo>
                  <a:pt x="76200" y="217601"/>
                </a:lnTo>
                <a:lnTo>
                  <a:pt x="81314" y="217601"/>
                </a:lnTo>
                <a:lnTo>
                  <a:pt x="66675" y="225653"/>
                </a:lnTo>
                <a:close/>
              </a:path>
              <a:path w="272415" h="226060">
                <a:moveTo>
                  <a:pt x="76200" y="217601"/>
                </a:moveTo>
                <a:lnTo>
                  <a:pt x="69138" y="213423"/>
                </a:lnTo>
                <a:lnTo>
                  <a:pt x="76200" y="209539"/>
                </a:lnTo>
                <a:lnTo>
                  <a:pt x="76200" y="2176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16610" y="1502410"/>
            <a:ext cx="3230879" cy="10369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08997" y="2342197"/>
            <a:ext cx="4751705" cy="4083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12845" y="2413660"/>
            <a:ext cx="1249514" cy="2658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08997" y="2646997"/>
            <a:ext cx="1094105" cy="4083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399597" y="2646997"/>
            <a:ext cx="1094105" cy="4083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90197" y="2646997"/>
            <a:ext cx="900112" cy="4083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52197" y="2646997"/>
            <a:ext cx="1094105" cy="4083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42797" y="2646997"/>
            <a:ext cx="1017904" cy="4083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08997" y="2951797"/>
            <a:ext cx="1094105" cy="14751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872229" y="3347213"/>
            <a:ext cx="10477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2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399597" y="2951797"/>
            <a:ext cx="1094105" cy="14751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511040" y="3347213"/>
            <a:ext cx="354330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B</a:t>
            </a:r>
            <a:r>
              <a:rPr sz="1800" spc="-5" dirty="0">
                <a:latin typeface="Arial Narrow"/>
                <a:cs typeface="Arial Narrow"/>
              </a:rPr>
              <a:t>ar</a:t>
            </a:r>
            <a:r>
              <a:rPr sz="1800" dirty="0">
                <a:latin typeface="Arial Narrow"/>
                <a:cs typeface="Arial Narrow"/>
              </a:rPr>
              <a:t>r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390197" y="2951797"/>
            <a:ext cx="981392" cy="14751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501640" y="3347213"/>
            <a:ext cx="63563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A</a:t>
            </a:r>
            <a:r>
              <a:rPr sz="1800" spc="-5" dirty="0">
                <a:latin typeface="Arial Narrow"/>
                <a:cs typeface="Arial Narrow"/>
              </a:rPr>
              <a:t>ndre</a:t>
            </a:r>
            <a:r>
              <a:rPr sz="1800" dirty="0">
                <a:latin typeface="Arial Narrow"/>
                <a:cs typeface="Arial Narrow"/>
              </a:rPr>
              <a:t>w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152197" y="2951797"/>
            <a:ext cx="1149032" cy="14751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263640" y="3347213"/>
            <a:ext cx="135890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R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142797" y="2951797"/>
            <a:ext cx="1017904" cy="14751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456169" y="3347213"/>
            <a:ext cx="32829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~~</a:t>
            </a:r>
            <a:r>
              <a:rPr sz="1800" dirty="0">
                <a:latin typeface="Arial Narrow"/>
                <a:cs typeface="Arial Narrow"/>
              </a:rPr>
              <a:t>~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424237" y="2967037"/>
            <a:ext cx="1000125" cy="1381125"/>
          </a:xfrm>
          <a:custGeom>
            <a:avLst/>
            <a:gdLst/>
            <a:ahLst/>
            <a:cxnLst/>
            <a:rect l="l" t="t" r="r" b="b"/>
            <a:pathLst>
              <a:path w="1000125" h="1381125">
                <a:moveTo>
                  <a:pt x="10001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000125" y="0"/>
                </a:lnTo>
                <a:lnTo>
                  <a:pt x="100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000125" y="1376362"/>
                </a:lnTo>
                <a:lnTo>
                  <a:pt x="1000125" y="1381125"/>
                </a:lnTo>
                <a:close/>
              </a:path>
              <a:path w="10001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00125" h="1381125">
                <a:moveTo>
                  <a:pt x="99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90600" y="4762"/>
                </a:lnTo>
                <a:lnTo>
                  <a:pt x="990600" y="9525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90600" y="4762"/>
                </a:lnTo>
                <a:lnTo>
                  <a:pt x="995362" y="9525"/>
                </a:lnTo>
                <a:lnTo>
                  <a:pt x="1000125" y="9525"/>
                </a:lnTo>
                <a:lnTo>
                  <a:pt x="1000125" y="1371600"/>
                </a:lnTo>
                <a:lnTo>
                  <a:pt x="995362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9525"/>
                </a:moveTo>
                <a:lnTo>
                  <a:pt x="995362" y="9525"/>
                </a:lnTo>
                <a:lnTo>
                  <a:pt x="990600" y="4762"/>
                </a:lnTo>
                <a:lnTo>
                  <a:pt x="1000125" y="4762"/>
                </a:lnTo>
                <a:lnTo>
                  <a:pt x="1000125" y="9525"/>
                </a:lnTo>
                <a:close/>
              </a:path>
              <a:path w="10001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990600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1376362"/>
                </a:moveTo>
                <a:lnTo>
                  <a:pt x="990600" y="1376362"/>
                </a:lnTo>
                <a:lnTo>
                  <a:pt x="995362" y="1371600"/>
                </a:lnTo>
                <a:lnTo>
                  <a:pt x="1000125" y="1371600"/>
                </a:lnTo>
                <a:lnTo>
                  <a:pt x="10001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14837" y="2967037"/>
            <a:ext cx="1000125" cy="1381125"/>
          </a:xfrm>
          <a:custGeom>
            <a:avLst/>
            <a:gdLst/>
            <a:ahLst/>
            <a:cxnLst/>
            <a:rect l="l" t="t" r="r" b="b"/>
            <a:pathLst>
              <a:path w="1000125" h="1381125">
                <a:moveTo>
                  <a:pt x="10001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000125" y="0"/>
                </a:lnTo>
                <a:lnTo>
                  <a:pt x="100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000125" y="1376362"/>
                </a:lnTo>
                <a:lnTo>
                  <a:pt x="1000125" y="1381125"/>
                </a:lnTo>
                <a:close/>
              </a:path>
              <a:path w="10001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00125" h="1381125">
                <a:moveTo>
                  <a:pt x="99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90600" y="4762"/>
                </a:lnTo>
                <a:lnTo>
                  <a:pt x="990600" y="9525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90600" y="4762"/>
                </a:lnTo>
                <a:lnTo>
                  <a:pt x="995362" y="9525"/>
                </a:lnTo>
                <a:lnTo>
                  <a:pt x="1000125" y="9525"/>
                </a:lnTo>
                <a:lnTo>
                  <a:pt x="1000125" y="1371600"/>
                </a:lnTo>
                <a:lnTo>
                  <a:pt x="995362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9525"/>
                </a:moveTo>
                <a:lnTo>
                  <a:pt x="995362" y="9525"/>
                </a:lnTo>
                <a:lnTo>
                  <a:pt x="990600" y="4762"/>
                </a:lnTo>
                <a:lnTo>
                  <a:pt x="1000125" y="4762"/>
                </a:lnTo>
                <a:lnTo>
                  <a:pt x="1000125" y="9525"/>
                </a:lnTo>
                <a:close/>
              </a:path>
              <a:path w="10001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990600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1376362"/>
                </a:moveTo>
                <a:lnTo>
                  <a:pt x="990600" y="1376362"/>
                </a:lnTo>
                <a:lnTo>
                  <a:pt x="995362" y="1371600"/>
                </a:lnTo>
                <a:lnTo>
                  <a:pt x="1000125" y="1371600"/>
                </a:lnTo>
                <a:lnTo>
                  <a:pt x="10001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405437" y="2967037"/>
            <a:ext cx="771525" cy="1381125"/>
          </a:xfrm>
          <a:custGeom>
            <a:avLst/>
            <a:gdLst/>
            <a:ahLst/>
            <a:cxnLst/>
            <a:rect l="l" t="t" r="r" b="b"/>
            <a:pathLst>
              <a:path w="771525" h="1381125">
                <a:moveTo>
                  <a:pt x="7715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771525" y="0"/>
                </a:lnTo>
                <a:lnTo>
                  <a:pt x="771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771525" y="1376362"/>
                </a:lnTo>
                <a:lnTo>
                  <a:pt x="771525" y="1381125"/>
                </a:lnTo>
                <a:close/>
              </a:path>
              <a:path w="7715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71525" h="1381125">
                <a:moveTo>
                  <a:pt x="762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62000" y="4762"/>
                </a:lnTo>
                <a:lnTo>
                  <a:pt x="762000" y="9525"/>
                </a:lnTo>
                <a:close/>
              </a:path>
              <a:path w="771525" h="1381125">
                <a:moveTo>
                  <a:pt x="762000" y="1376362"/>
                </a:moveTo>
                <a:lnTo>
                  <a:pt x="762000" y="4762"/>
                </a:lnTo>
                <a:lnTo>
                  <a:pt x="766762" y="9525"/>
                </a:lnTo>
                <a:lnTo>
                  <a:pt x="771525" y="9525"/>
                </a:lnTo>
                <a:lnTo>
                  <a:pt x="771525" y="1371600"/>
                </a:lnTo>
                <a:lnTo>
                  <a:pt x="766762" y="1371600"/>
                </a:lnTo>
                <a:lnTo>
                  <a:pt x="762000" y="1376362"/>
                </a:lnTo>
                <a:close/>
              </a:path>
              <a:path w="771525" h="1381125">
                <a:moveTo>
                  <a:pt x="771525" y="9525"/>
                </a:moveTo>
                <a:lnTo>
                  <a:pt x="766762" y="9525"/>
                </a:lnTo>
                <a:lnTo>
                  <a:pt x="762000" y="4762"/>
                </a:lnTo>
                <a:lnTo>
                  <a:pt x="771525" y="4762"/>
                </a:lnTo>
                <a:lnTo>
                  <a:pt x="771525" y="9525"/>
                </a:lnTo>
                <a:close/>
              </a:path>
              <a:path w="7715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771525" h="1381125">
                <a:moveTo>
                  <a:pt x="7620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762000" y="1371600"/>
                </a:lnTo>
                <a:lnTo>
                  <a:pt x="762000" y="1376362"/>
                </a:lnTo>
                <a:close/>
              </a:path>
              <a:path w="771525" h="1381125">
                <a:moveTo>
                  <a:pt x="771525" y="1376362"/>
                </a:moveTo>
                <a:lnTo>
                  <a:pt x="762000" y="1376362"/>
                </a:lnTo>
                <a:lnTo>
                  <a:pt x="766762" y="1371600"/>
                </a:lnTo>
                <a:lnTo>
                  <a:pt x="771525" y="1371600"/>
                </a:lnTo>
                <a:lnTo>
                  <a:pt x="7715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167437" y="2967037"/>
            <a:ext cx="1000125" cy="1381125"/>
          </a:xfrm>
          <a:custGeom>
            <a:avLst/>
            <a:gdLst/>
            <a:ahLst/>
            <a:cxnLst/>
            <a:rect l="l" t="t" r="r" b="b"/>
            <a:pathLst>
              <a:path w="1000125" h="1381125">
                <a:moveTo>
                  <a:pt x="10001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000125" y="0"/>
                </a:lnTo>
                <a:lnTo>
                  <a:pt x="100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000125" y="1376362"/>
                </a:lnTo>
                <a:lnTo>
                  <a:pt x="1000125" y="1381125"/>
                </a:lnTo>
                <a:close/>
              </a:path>
              <a:path w="10001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00125" h="1381125">
                <a:moveTo>
                  <a:pt x="99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90600" y="4762"/>
                </a:lnTo>
                <a:lnTo>
                  <a:pt x="990600" y="9525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90600" y="4762"/>
                </a:lnTo>
                <a:lnTo>
                  <a:pt x="995362" y="9525"/>
                </a:lnTo>
                <a:lnTo>
                  <a:pt x="1000125" y="9525"/>
                </a:lnTo>
                <a:lnTo>
                  <a:pt x="1000125" y="1371600"/>
                </a:lnTo>
                <a:lnTo>
                  <a:pt x="995362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9525"/>
                </a:moveTo>
                <a:lnTo>
                  <a:pt x="995362" y="9525"/>
                </a:lnTo>
                <a:lnTo>
                  <a:pt x="990600" y="4762"/>
                </a:lnTo>
                <a:lnTo>
                  <a:pt x="1000125" y="4762"/>
                </a:lnTo>
                <a:lnTo>
                  <a:pt x="1000125" y="9525"/>
                </a:lnTo>
                <a:close/>
              </a:path>
              <a:path w="10001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990600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1376362"/>
                </a:moveTo>
                <a:lnTo>
                  <a:pt x="990600" y="1376362"/>
                </a:lnTo>
                <a:lnTo>
                  <a:pt x="995362" y="1371600"/>
                </a:lnTo>
                <a:lnTo>
                  <a:pt x="1000125" y="1371600"/>
                </a:lnTo>
                <a:lnTo>
                  <a:pt x="10001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158037" y="2967037"/>
            <a:ext cx="923925" cy="1381125"/>
          </a:xfrm>
          <a:custGeom>
            <a:avLst/>
            <a:gdLst/>
            <a:ahLst/>
            <a:cxnLst/>
            <a:rect l="l" t="t" r="r" b="b"/>
            <a:pathLst>
              <a:path w="923925" h="1381125">
                <a:moveTo>
                  <a:pt x="923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923925" y="0"/>
                </a:lnTo>
                <a:lnTo>
                  <a:pt x="923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923925" y="1376362"/>
                </a:lnTo>
                <a:lnTo>
                  <a:pt x="923925" y="1381125"/>
                </a:lnTo>
                <a:close/>
              </a:path>
              <a:path w="923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923925" h="1381125">
                <a:moveTo>
                  <a:pt x="914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14400" y="4762"/>
                </a:lnTo>
                <a:lnTo>
                  <a:pt x="914400" y="9525"/>
                </a:lnTo>
                <a:close/>
              </a:path>
              <a:path w="923925" h="1381125">
                <a:moveTo>
                  <a:pt x="914400" y="1376362"/>
                </a:moveTo>
                <a:lnTo>
                  <a:pt x="914400" y="4762"/>
                </a:lnTo>
                <a:lnTo>
                  <a:pt x="919162" y="9525"/>
                </a:lnTo>
                <a:lnTo>
                  <a:pt x="923925" y="9525"/>
                </a:lnTo>
                <a:lnTo>
                  <a:pt x="923925" y="1371600"/>
                </a:lnTo>
                <a:lnTo>
                  <a:pt x="919162" y="1371600"/>
                </a:lnTo>
                <a:lnTo>
                  <a:pt x="914400" y="1376362"/>
                </a:lnTo>
                <a:close/>
              </a:path>
              <a:path w="923925" h="1381125">
                <a:moveTo>
                  <a:pt x="923925" y="9525"/>
                </a:moveTo>
                <a:lnTo>
                  <a:pt x="919162" y="9525"/>
                </a:lnTo>
                <a:lnTo>
                  <a:pt x="914400" y="4762"/>
                </a:lnTo>
                <a:lnTo>
                  <a:pt x="923925" y="4762"/>
                </a:lnTo>
                <a:lnTo>
                  <a:pt x="923925" y="9525"/>
                </a:lnTo>
                <a:close/>
              </a:path>
              <a:path w="923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923925" h="1381125">
                <a:moveTo>
                  <a:pt x="914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914400" y="1371600"/>
                </a:lnTo>
                <a:lnTo>
                  <a:pt x="914400" y="1376362"/>
                </a:lnTo>
                <a:close/>
              </a:path>
              <a:path w="923925" h="1381125">
                <a:moveTo>
                  <a:pt x="923925" y="1376362"/>
                </a:moveTo>
                <a:lnTo>
                  <a:pt x="914400" y="1376362"/>
                </a:lnTo>
                <a:lnTo>
                  <a:pt x="919162" y="1371600"/>
                </a:lnTo>
                <a:lnTo>
                  <a:pt x="923925" y="1371600"/>
                </a:lnTo>
                <a:lnTo>
                  <a:pt x="923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466147" y="3285172"/>
            <a:ext cx="967092" cy="3575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739072" y="4932997"/>
            <a:ext cx="4507230" cy="4083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842285" y="5004460"/>
            <a:ext cx="948486" cy="22081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739072" y="5237797"/>
            <a:ext cx="789304" cy="44481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424872" y="5237797"/>
            <a:ext cx="1017905" cy="44481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339272" y="5237797"/>
            <a:ext cx="1017905" cy="44481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253672" y="5237797"/>
            <a:ext cx="1023302" cy="44481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68072" y="5237797"/>
            <a:ext cx="1078230" cy="44481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723197" y="5269547"/>
            <a:ext cx="814705" cy="33845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739072" y="5694997"/>
            <a:ext cx="4507230" cy="408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846730" y="5766460"/>
            <a:ext cx="855141" cy="22081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739072" y="5999797"/>
            <a:ext cx="789304" cy="44481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24872" y="5999797"/>
            <a:ext cx="1017905" cy="444817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339272" y="5999797"/>
            <a:ext cx="1017905" cy="444817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253672" y="5999797"/>
            <a:ext cx="1023302" cy="444817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168072" y="5999797"/>
            <a:ext cx="1078230" cy="444817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929639" y="1123887"/>
            <a:ext cx="7235190" cy="520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5"/>
              </a:lnSpc>
            </a:pPr>
            <a:r>
              <a:rPr sz="1900" b="1" spc="-30" dirty="0">
                <a:latin typeface="Arial"/>
                <a:cs typeface="Arial"/>
              </a:rPr>
              <a:t>UPDATE </a:t>
            </a:r>
            <a:r>
              <a:rPr sz="1900" b="1" spc="-5" dirty="0">
                <a:latin typeface="Arial"/>
                <a:cs typeface="Arial"/>
              </a:rPr>
              <a:t>Statement to a table with an </a:t>
            </a:r>
            <a:r>
              <a:rPr sz="1900" b="1" spc="-30" dirty="0">
                <a:latin typeface="Arial"/>
                <a:cs typeface="Arial"/>
              </a:rPr>
              <a:t>UPDATE </a:t>
            </a:r>
            <a:r>
              <a:rPr sz="1900" b="1" spc="-20" dirty="0">
                <a:latin typeface="Arial"/>
                <a:cs typeface="Arial"/>
              </a:rPr>
              <a:t>Trigger</a:t>
            </a:r>
            <a:r>
              <a:rPr sz="1900" b="1" spc="114" dirty="0">
                <a:latin typeface="Arial"/>
                <a:cs typeface="Arial"/>
              </a:rPr>
              <a:t> </a:t>
            </a:r>
            <a:r>
              <a:rPr sz="1900" b="1" spc="-5" dirty="0">
                <a:latin typeface="Arial"/>
                <a:cs typeface="Arial"/>
              </a:rPr>
              <a:t>Defined</a:t>
            </a:r>
            <a:endParaRPr sz="1900">
              <a:latin typeface="Arial"/>
              <a:cs typeface="Arial"/>
            </a:endParaRPr>
          </a:p>
          <a:p>
            <a:pPr marL="226695" marR="4671695">
              <a:lnSpc>
                <a:spcPct val="100000"/>
              </a:lnSpc>
              <a:spcBef>
                <a:spcPts val="172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UPDATE Employees  SET EmployeeID =</a:t>
            </a:r>
            <a:r>
              <a:rPr sz="1600" spc="-6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17</a:t>
            </a:r>
            <a:endParaRPr sz="1600">
              <a:latin typeface="Lucida Sans Typewriter"/>
              <a:cs typeface="Lucida Sans Typewriter"/>
            </a:endParaRPr>
          </a:p>
          <a:p>
            <a:pPr marL="22669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WHERE EmployeeID =</a:t>
            </a:r>
            <a:r>
              <a:rPr sz="1600" spc="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2</a:t>
            </a:r>
            <a:endParaRPr sz="1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00">
              <a:latin typeface="Lucida Sans Typewriter"/>
              <a:cs typeface="Lucida Sans Typewriter"/>
            </a:endParaRPr>
          </a:p>
          <a:p>
            <a:pPr marL="2540635">
              <a:lnSpc>
                <a:spcPct val="100000"/>
              </a:lnSpc>
              <a:tabLst>
                <a:tab pos="3604895" algn="l"/>
                <a:tab pos="5583555" algn="l"/>
                <a:tab pos="6361430" algn="l"/>
              </a:tabLst>
            </a:pPr>
            <a:r>
              <a:rPr sz="1600" i="1" spc="-5" dirty="0">
                <a:latin typeface="Arial Narrow"/>
                <a:cs typeface="Arial Narrow"/>
              </a:rPr>
              <a:t>EmployeeID	LastName </a:t>
            </a:r>
            <a:r>
              <a:rPr sz="1600" i="1" spc="180" dirty="0">
                <a:latin typeface="Arial Narrow"/>
                <a:cs typeface="Arial Narrow"/>
              </a:rPr>
              <a:t> </a:t>
            </a:r>
            <a:r>
              <a:rPr sz="1600" i="1" spc="-5" dirty="0">
                <a:latin typeface="Arial Narrow"/>
                <a:cs typeface="Arial Narrow"/>
              </a:rPr>
              <a:t>FirstName	</a:t>
            </a:r>
            <a:r>
              <a:rPr sz="1600" i="1" spc="-20" dirty="0">
                <a:latin typeface="Arial Narrow"/>
                <a:cs typeface="Arial Narrow"/>
              </a:rPr>
              <a:t>Title	</a:t>
            </a:r>
            <a:r>
              <a:rPr sz="1600" i="1" spc="-5" dirty="0">
                <a:latin typeface="Arial Narrow"/>
                <a:cs typeface="Arial Narrow"/>
              </a:rPr>
              <a:t>HireDate</a:t>
            </a:r>
            <a:endParaRPr sz="1600">
              <a:latin typeface="Arial Narrow"/>
              <a:cs typeface="Arial Narrow"/>
            </a:endParaRPr>
          </a:p>
          <a:p>
            <a:pPr marL="2942590">
              <a:lnSpc>
                <a:spcPct val="100000"/>
              </a:lnSpc>
              <a:spcBef>
                <a:spcPts val="770"/>
              </a:spcBef>
              <a:tabLst>
                <a:tab pos="3580765" algn="l"/>
                <a:tab pos="4571365" algn="l"/>
                <a:tab pos="5333365" algn="l"/>
                <a:tab pos="6525895" algn="l"/>
              </a:tabLst>
            </a:pPr>
            <a:r>
              <a:rPr sz="1800" dirty="0">
                <a:latin typeface="Arial Narrow"/>
                <a:cs typeface="Arial Narrow"/>
              </a:rPr>
              <a:t>1	</a:t>
            </a:r>
            <a:r>
              <a:rPr sz="1800" spc="-5" dirty="0">
                <a:latin typeface="Arial Narrow"/>
                <a:cs typeface="Arial Narrow"/>
              </a:rPr>
              <a:t>Davolio	Nancy	Sales</a:t>
            </a:r>
            <a:r>
              <a:rPr sz="1800" spc="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Rep.	~~~</a:t>
            </a:r>
            <a:endParaRPr sz="1800">
              <a:latin typeface="Arial Narrow"/>
              <a:cs typeface="Arial Narrow"/>
            </a:endParaRPr>
          </a:p>
          <a:p>
            <a:pPr marL="2942590">
              <a:lnSpc>
                <a:spcPct val="100000"/>
              </a:lnSpc>
              <a:spcBef>
                <a:spcPts val="195"/>
              </a:spcBef>
              <a:tabLst>
                <a:tab pos="3580765" algn="l"/>
                <a:tab pos="4571365" algn="l"/>
                <a:tab pos="6525895" algn="l"/>
              </a:tabLst>
            </a:pPr>
            <a:r>
              <a:rPr sz="2700" baseline="1543" dirty="0">
                <a:latin typeface="Arial Narrow"/>
                <a:cs typeface="Arial Narrow"/>
              </a:rPr>
              <a:t>2	</a:t>
            </a:r>
            <a:r>
              <a:rPr sz="2700" spc="-7" baseline="1543" dirty="0">
                <a:latin typeface="Arial Narrow"/>
                <a:cs typeface="Arial Narrow"/>
              </a:rPr>
              <a:t>Fuller	Andrew </a:t>
            </a:r>
            <a:r>
              <a:rPr sz="2700" spc="284" baseline="1543" dirty="0">
                <a:latin typeface="Arial Narrow"/>
                <a:cs typeface="Arial Narrow"/>
              </a:rPr>
              <a:t> </a:t>
            </a:r>
            <a:r>
              <a:rPr sz="2700" spc="-15" baseline="1543" dirty="0">
                <a:latin typeface="Arial Narrow"/>
                <a:cs typeface="Arial Narrow"/>
              </a:rPr>
              <a:t>Vice</a:t>
            </a:r>
            <a:r>
              <a:rPr sz="2700" baseline="1543" dirty="0">
                <a:latin typeface="Arial Narrow"/>
                <a:cs typeface="Arial Narrow"/>
              </a:rPr>
              <a:t> </a:t>
            </a:r>
            <a:r>
              <a:rPr sz="2700" spc="-7" baseline="1543" dirty="0">
                <a:latin typeface="Arial Narrow"/>
                <a:cs typeface="Arial Narrow"/>
              </a:rPr>
              <a:t>Pres.	</a:t>
            </a:r>
            <a:r>
              <a:rPr sz="1800" spc="-5" dirty="0">
                <a:latin typeface="Arial Narrow"/>
                <a:cs typeface="Arial Narrow"/>
              </a:rPr>
              <a:t>~~~</a:t>
            </a:r>
            <a:endParaRPr sz="1800">
              <a:latin typeface="Arial Narrow"/>
              <a:cs typeface="Arial Narrow"/>
            </a:endParaRPr>
          </a:p>
          <a:p>
            <a:pPr marL="2942590">
              <a:lnSpc>
                <a:spcPct val="100000"/>
              </a:lnSpc>
              <a:spcBef>
                <a:spcPts val="235"/>
              </a:spcBef>
              <a:tabLst>
                <a:tab pos="3580765" algn="l"/>
                <a:tab pos="4571365" algn="l"/>
                <a:tab pos="5333365" algn="l"/>
                <a:tab pos="6525895" algn="l"/>
              </a:tabLst>
            </a:pPr>
            <a:r>
              <a:rPr sz="1800" dirty="0">
                <a:latin typeface="Arial Narrow"/>
                <a:cs typeface="Arial Narrow"/>
              </a:rPr>
              <a:t>3	</a:t>
            </a:r>
            <a:r>
              <a:rPr sz="1800" spc="-5" dirty="0">
                <a:latin typeface="Arial Narrow"/>
                <a:cs typeface="Arial Narrow"/>
              </a:rPr>
              <a:t>Leverling	Janet	Sales</a:t>
            </a:r>
            <a:r>
              <a:rPr sz="1800" spc="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Rep.	~~~</a:t>
            </a:r>
            <a:endParaRPr sz="1800">
              <a:latin typeface="Arial Narrow"/>
              <a:cs typeface="Arial Narrow"/>
            </a:endParaRPr>
          </a:p>
          <a:p>
            <a:pPr marL="2942590">
              <a:lnSpc>
                <a:spcPct val="100000"/>
              </a:lnSpc>
              <a:spcBef>
                <a:spcPts val="215"/>
              </a:spcBef>
              <a:tabLst>
                <a:tab pos="3580765" algn="l"/>
                <a:tab pos="4571365" algn="l"/>
                <a:tab pos="6525895" algn="l"/>
              </a:tabLst>
            </a:pPr>
            <a:r>
              <a:rPr sz="1800" dirty="0">
                <a:latin typeface="Arial Narrow"/>
                <a:cs typeface="Arial Narrow"/>
              </a:rPr>
              <a:t>4	</a:t>
            </a:r>
            <a:r>
              <a:rPr sz="1800" spc="-5" dirty="0">
                <a:latin typeface="Arial Narrow"/>
                <a:cs typeface="Arial Narrow"/>
              </a:rPr>
              <a:t>Peacock	</a:t>
            </a:r>
            <a:r>
              <a:rPr sz="1800" dirty="0">
                <a:latin typeface="Arial Narrow"/>
                <a:cs typeface="Arial Narrow"/>
              </a:rPr>
              <a:t>MargaretSales</a:t>
            </a:r>
            <a:r>
              <a:rPr sz="1800" spc="1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Rep.	~~~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00">
              <a:latin typeface="Arial Narrow"/>
              <a:cs typeface="Arial Narrow"/>
            </a:endParaRPr>
          </a:p>
          <a:p>
            <a:pPr marL="381000">
              <a:lnSpc>
                <a:spcPct val="100000"/>
              </a:lnSpc>
              <a:spcBef>
                <a:spcPts val="5"/>
              </a:spcBef>
            </a:pPr>
            <a:r>
              <a:rPr sz="1800" b="1" spc="-25" dirty="0">
                <a:latin typeface="Arial"/>
                <a:cs typeface="Arial"/>
              </a:rPr>
              <a:t>UPDATE </a:t>
            </a:r>
            <a:r>
              <a:rPr sz="1800" b="1" spc="-5" dirty="0">
                <a:latin typeface="Arial"/>
                <a:cs typeface="Arial"/>
              </a:rPr>
              <a:t>Statement logged as INSERT and DELETE</a:t>
            </a:r>
            <a:r>
              <a:rPr sz="1800" b="1" spc="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Statements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>
              <a:latin typeface="Arial"/>
              <a:cs typeface="Arial"/>
            </a:endParaRPr>
          </a:p>
          <a:p>
            <a:pPr marL="2068195">
              <a:lnSpc>
                <a:spcPct val="100000"/>
              </a:lnSpc>
              <a:tabLst>
                <a:tab pos="2737485" algn="l"/>
                <a:tab pos="3568700" algn="l"/>
                <a:tab pos="4375150" algn="l"/>
                <a:tab pos="5581015" algn="l"/>
              </a:tabLst>
            </a:pPr>
            <a:r>
              <a:rPr sz="1800" spc="-5" dirty="0">
                <a:latin typeface="Arial Narrow"/>
                <a:cs typeface="Arial Narrow"/>
              </a:rPr>
              <a:t>17	Fuller	Andrew	</a:t>
            </a:r>
            <a:r>
              <a:rPr sz="1800" spc="-10" dirty="0">
                <a:latin typeface="Arial Narrow"/>
                <a:cs typeface="Arial Narrow"/>
              </a:rPr>
              <a:t>Vice</a:t>
            </a:r>
            <a:r>
              <a:rPr sz="1800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Pres.	~~~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</a:pPr>
            <a:endParaRPr sz="2000">
              <a:latin typeface="Arial Narrow"/>
              <a:cs typeface="Arial Narrow"/>
            </a:endParaRPr>
          </a:p>
          <a:p>
            <a:pPr marL="2120265">
              <a:lnSpc>
                <a:spcPct val="100000"/>
              </a:lnSpc>
              <a:spcBef>
                <a:spcPts val="1545"/>
              </a:spcBef>
              <a:tabLst>
                <a:tab pos="2737485" algn="l"/>
                <a:tab pos="3568700" algn="l"/>
                <a:tab pos="4375150" algn="l"/>
                <a:tab pos="5581015" algn="l"/>
              </a:tabLst>
            </a:pPr>
            <a:r>
              <a:rPr sz="1800" dirty="0">
                <a:latin typeface="Arial Narrow"/>
                <a:cs typeface="Arial Narrow"/>
              </a:rPr>
              <a:t>2	</a:t>
            </a:r>
            <a:r>
              <a:rPr sz="1800" spc="-5" dirty="0">
                <a:latin typeface="Arial Narrow"/>
                <a:cs typeface="Arial Narrow"/>
              </a:rPr>
              <a:t>Fuller	Andrew	</a:t>
            </a:r>
            <a:r>
              <a:rPr sz="1800" spc="-10" dirty="0">
                <a:latin typeface="Arial Narrow"/>
                <a:cs typeface="Arial Narrow"/>
              </a:rPr>
              <a:t>Vice</a:t>
            </a:r>
            <a:r>
              <a:rPr sz="1800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Pres.	~~~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723197" y="6031547"/>
            <a:ext cx="814705" cy="33845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663940" y="1162811"/>
            <a:ext cx="22860" cy="5410200"/>
          </a:xfrm>
          <a:custGeom>
            <a:avLst/>
            <a:gdLst/>
            <a:ahLst/>
            <a:cxnLst/>
            <a:rect l="l" t="t" r="r" b="b"/>
            <a:pathLst>
              <a:path w="22859" h="5410200">
                <a:moveTo>
                  <a:pt x="0" y="5410199"/>
                </a:moveTo>
                <a:lnTo>
                  <a:pt x="22859" y="5410199"/>
                </a:lnTo>
                <a:lnTo>
                  <a:pt x="22859" y="0"/>
                </a:lnTo>
                <a:lnTo>
                  <a:pt x="0" y="0"/>
                </a:lnTo>
                <a:lnTo>
                  <a:pt x="0" y="5410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35647" y="988060"/>
            <a:ext cx="7688580" cy="5348605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33400" y="5990844"/>
            <a:ext cx="443865" cy="358140"/>
          </a:xfrm>
          <a:custGeom>
            <a:avLst/>
            <a:gdLst/>
            <a:ahLst/>
            <a:cxnLst/>
            <a:rect l="l" t="t" r="r" b="b"/>
            <a:pathLst>
              <a:path w="443865" h="358139">
                <a:moveTo>
                  <a:pt x="384047" y="358139"/>
                </a:moveTo>
                <a:lnTo>
                  <a:pt x="59436" y="358139"/>
                </a:lnTo>
                <a:lnTo>
                  <a:pt x="36320" y="353141"/>
                </a:lnTo>
                <a:lnTo>
                  <a:pt x="17425" y="340285"/>
                </a:lnTo>
                <a:lnTo>
                  <a:pt x="4677" y="321497"/>
                </a:lnTo>
                <a:lnTo>
                  <a:pt x="0" y="298703"/>
                </a:lnTo>
                <a:lnTo>
                  <a:pt x="0" y="59435"/>
                </a:lnTo>
                <a:lnTo>
                  <a:pt x="4677" y="36534"/>
                </a:lnTo>
                <a:lnTo>
                  <a:pt x="17425" y="17711"/>
                </a:lnTo>
                <a:lnTo>
                  <a:pt x="36320" y="4891"/>
                </a:lnTo>
                <a:lnTo>
                  <a:pt x="59436" y="0"/>
                </a:lnTo>
                <a:lnTo>
                  <a:pt x="384047" y="0"/>
                </a:lnTo>
                <a:lnTo>
                  <a:pt x="406841" y="4891"/>
                </a:lnTo>
                <a:lnTo>
                  <a:pt x="425629" y="17711"/>
                </a:lnTo>
                <a:lnTo>
                  <a:pt x="438485" y="36534"/>
                </a:lnTo>
                <a:lnTo>
                  <a:pt x="443484" y="59435"/>
                </a:lnTo>
                <a:lnTo>
                  <a:pt x="443484" y="298703"/>
                </a:lnTo>
                <a:lnTo>
                  <a:pt x="438485" y="321497"/>
                </a:lnTo>
                <a:lnTo>
                  <a:pt x="425629" y="340285"/>
                </a:lnTo>
                <a:lnTo>
                  <a:pt x="406841" y="353141"/>
                </a:lnTo>
                <a:lnTo>
                  <a:pt x="384047" y="358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28713" y="5986462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75" y="7620"/>
                </a:lnTo>
                <a:lnTo>
                  <a:pt x="418909" y="7620"/>
                </a:lnTo>
                <a:lnTo>
                  <a:pt x="421366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66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1" y="17779"/>
                </a:moveTo>
                <a:lnTo>
                  <a:pt x="18923" y="17779"/>
                </a:lnTo>
                <a:lnTo>
                  <a:pt x="23152" y="13970"/>
                </a:lnTo>
                <a:lnTo>
                  <a:pt x="23495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1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8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3" y="332739"/>
                </a:moveTo>
                <a:lnTo>
                  <a:pt x="7581" y="332739"/>
                </a:lnTo>
                <a:lnTo>
                  <a:pt x="5079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79" y="38100"/>
                </a:lnTo>
                <a:lnTo>
                  <a:pt x="7581" y="33020"/>
                </a:lnTo>
                <a:lnTo>
                  <a:pt x="18923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2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842" y="5715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2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3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2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2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05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3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8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1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5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09" y="358139"/>
                </a:moveTo>
                <a:lnTo>
                  <a:pt x="33375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66" y="356870"/>
                </a:lnTo>
                <a:lnTo>
                  <a:pt x="418909" y="358139"/>
                </a:lnTo>
                <a:close/>
              </a:path>
              <a:path w="452755" h="365760">
                <a:moveTo>
                  <a:pt x="421366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66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84200" y="6069012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76910" y="6060122"/>
            <a:ext cx="143205" cy="13825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66102" y="6109334"/>
            <a:ext cx="207962" cy="14477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031747" y="5990844"/>
            <a:ext cx="443865" cy="358140"/>
          </a:xfrm>
          <a:custGeom>
            <a:avLst/>
            <a:gdLst/>
            <a:ahLst/>
            <a:cxnLst/>
            <a:rect l="l" t="t" r="r" b="b"/>
            <a:pathLst>
              <a:path w="443865" h="358139">
                <a:moveTo>
                  <a:pt x="384048" y="358139"/>
                </a:moveTo>
                <a:lnTo>
                  <a:pt x="59436" y="358139"/>
                </a:lnTo>
                <a:lnTo>
                  <a:pt x="36392" y="353141"/>
                </a:lnTo>
                <a:lnTo>
                  <a:pt x="17521" y="340285"/>
                </a:lnTo>
                <a:lnTo>
                  <a:pt x="4748" y="321497"/>
                </a:lnTo>
                <a:lnTo>
                  <a:pt x="0" y="298703"/>
                </a:lnTo>
                <a:lnTo>
                  <a:pt x="0" y="59435"/>
                </a:lnTo>
                <a:lnTo>
                  <a:pt x="4748" y="36534"/>
                </a:lnTo>
                <a:lnTo>
                  <a:pt x="17521" y="17711"/>
                </a:lnTo>
                <a:lnTo>
                  <a:pt x="36392" y="4891"/>
                </a:lnTo>
                <a:lnTo>
                  <a:pt x="59436" y="0"/>
                </a:lnTo>
                <a:lnTo>
                  <a:pt x="384048" y="0"/>
                </a:lnTo>
                <a:lnTo>
                  <a:pt x="406913" y="4891"/>
                </a:lnTo>
                <a:lnTo>
                  <a:pt x="425724" y="17711"/>
                </a:lnTo>
                <a:lnTo>
                  <a:pt x="438556" y="36534"/>
                </a:lnTo>
                <a:lnTo>
                  <a:pt x="443484" y="59435"/>
                </a:lnTo>
                <a:lnTo>
                  <a:pt x="443484" y="298703"/>
                </a:lnTo>
                <a:lnTo>
                  <a:pt x="438556" y="321497"/>
                </a:lnTo>
                <a:lnTo>
                  <a:pt x="425724" y="340285"/>
                </a:lnTo>
                <a:lnTo>
                  <a:pt x="406913" y="353141"/>
                </a:lnTo>
                <a:lnTo>
                  <a:pt x="384048" y="358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027188" y="5986462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62" y="7620"/>
                </a:lnTo>
                <a:lnTo>
                  <a:pt x="418909" y="7620"/>
                </a:lnTo>
                <a:lnTo>
                  <a:pt x="421366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66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0" y="17779"/>
                </a:moveTo>
                <a:lnTo>
                  <a:pt x="18922" y="17779"/>
                </a:lnTo>
                <a:lnTo>
                  <a:pt x="23152" y="13970"/>
                </a:lnTo>
                <a:lnTo>
                  <a:pt x="23494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0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7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2" y="332739"/>
                </a:moveTo>
                <a:lnTo>
                  <a:pt x="7581" y="332739"/>
                </a:lnTo>
                <a:lnTo>
                  <a:pt x="5080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80" y="38100"/>
                </a:lnTo>
                <a:lnTo>
                  <a:pt x="7581" y="33020"/>
                </a:lnTo>
                <a:lnTo>
                  <a:pt x="18922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3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715" y="5842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3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2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3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3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05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2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7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0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4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09" y="358139"/>
                </a:moveTo>
                <a:lnTo>
                  <a:pt x="33362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66" y="356870"/>
                </a:lnTo>
                <a:lnTo>
                  <a:pt x="418909" y="358139"/>
                </a:lnTo>
                <a:close/>
              </a:path>
              <a:path w="452755" h="365760">
                <a:moveTo>
                  <a:pt x="421366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66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082675" y="6069012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123010" y="6109334"/>
            <a:ext cx="143205" cy="138277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156360" y="6109334"/>
            <a:ext cx="216179" cy="144779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74775" y="6073140"/>
            <a:ext cx="257810" cy="210820"/>
          </a:xfrm>
          <a:custGeom>
            <a:avLst/>
            <a:gdLst/>
            <a:ahLst/>
            <a:cxnLst/>
            <a:rect l="l" t="t" r="r" b="b"/>
            <a:pathLst>
              <a:path w="257809" h="210820">
                <a:moveTo>
                  <a:pt x="67056" y="210312"/>
                </a:moveTo>
                <a:lnTo>
                  <a:pt x="67056" y="163068"/>
                </a:lnTo>
                <a:lnTo>
                  <a:pt x="0" y="163068"/>
                </a:lnTo>
                <a:lnTo>
                  <a:pt x="0" y="48768"/>
                </a:lnTo>
                <a:lnTo>
                  <a:pt x="67056" y="48768"/>
                </a:lnTo>
                <a:lnTo>
                  <a:pt x="67056" y="0"/>
                </a:lnTo>
                <a:lnTo>
                  <a:pt x="257556" y="105156"/>
                </a:lnTo>
                <a:lnTo>
                  <a:pt x="67056" y="210312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69950" y="6065723"/>
            <a:ext cx="272415" cy="226060"/>
          </a:xfrm>
          <a:custGeom>
            <a:avLst/>
            <a:gdLst/>
            <a:ahLst/>
            <a:cxnLst/>
            <a:rect l="l" t="t" r="r" b="b"/>
            <a:pathLst>
              <a:path w="272415" h="226060">
                <a:moveTo>
                  <a:pt x="66675" y="55676"/>
                </a:moveTo>
                <a:lnTo>
                  <a:pt x="66675" y="0"/>
                </a:lnTo>
                <a:lnTo>
                  <a:pt x="81314" y="8051"/>
                </a:lnTo>
                <a:lnTo>
                  <a:pt x="76200" y="8051"/>
                </a:lnTo>
                <a:lnTo>
                  <a:pt x="69138" y="12230"/>
                </a:lnTo>
                <a:lnTo>
                  <a:pt x="76200" y="16113"/>
                </a:lnTo>
                <a:lnTo>
                  <a:pt x="76200" y="50914"/>
                </a:lnTo>
                <a:lnTo>
                  <a:pt x="71437" y="50914"/>
                </a:lnTo>
                <a:lnTo>
                  <a:pt x="66675" y="55676"/>
                </a:lnTo>
                <a:close/>
              </a:path>
              <a:path w="272415" h="226060">
                <a:moveTo>
                  <a:pt x="76200" y="16113"/>
                </a:moveTo>
                <a:lnTo>
                  <a:pt x="69138" y="12230"/>
                </a:lnTo>
                <a:lnTo>
                  <a:pt x="76200" y="8051"/>
                </a:lnTo>
                <a:lnTo>
                  <a:pt x="76200" y="16113"/>
                </a:lnTo>
                <a:close/>
              </a:path>
              <a:path w="272415" h="226060">
                <a:moveTo>
                  <a:pt x="252041" y="112826"/>
                </a:moveTo>
                <a:lnTo>
                  <a:pt x="76200" y="16113"/>
                </a:lnTo>
                <a:lnTo>
                  <a:pt x="76200" y="8051"/>
                </a:lnTo>
                <a:lnTo>
                  <a:pt x="81314" y="8051"/>
                </a:lnTo>
                <a:lnTo>
                  <a:pt x="264221" y="108648"/>
                </a:lnTo>
                <a:lnTo>
                  <a:pt x="259638" y="108648"/>
                </a:lnTo>
                <a:lnTo>
                  <a:pt x="252041" y="112826"/>
                </a:lnTo>
                <a:close/>
              </a:path>
              <a:path w="272415" h="226060">
                <a:moveTo>
                  <a:pt x="66675" y="174739"/>
                </a:moveTo>
                <a:lnTo>
                  <a:pt x="0" y="174739"/>
                </a:lnTo>
                <a:lnTo>
                  <a:pt x="0" y="50914"/>
                </a:lnTo>
                <a:lnTo>
                  <a:pt x="66675" y="50914"/>
                </a:lnTo>
                <a:lnTo>
                  <a:pt x="66675" y="55676"/>
                </a:lnTo>
                <a:lnTo>
                  <a:pt x="9525" y="55676"/>
                </a:lnTo>
                <a:lnTo>
                  <a:pt x="4762" y="60439"/>
                </a:lnTo>
                <a:lnTo>
                  <a:pt x="9525" y="60439"/>
                </a:lnTo>
                <a:lnTo>
                  <a:pt x="9525" y="165214"/>
                </a:lnTo>
                <a:lnTo>
                  <a:pt x="4762" y="165214"/>
                </a:lnTo>
                <a:lnTo>
                  <a:pt x="9525" y="169976"/>
                </a:lnTo>
                <a:lnTo>
                  <a:pt x="66675" y="169976"/>
                </a:lnTo>
                <a:lnTo>
                  <a:pt x="66675" y="174739"/>
                </a:lnTo>
                <a:close/>
              </a:path>
              <a:path w="272415" h="226060">
                <a:moveTo>
                  <a:pt x="76200" y="60439"/>
                </a:moveTo>
                <a:lnTo>
                  <a:pt x="9525" y="60439"/>
                </a:lnTo>
                <a:lnTo>
                  <a:pt x="9525" y="55676"/>
                </a:lnTo>
                <a:lnTo>
                  <a:pt x="66675" y="55676"/>
                </a:lnTo>
                <a:lnTo>
                  <a:pt x="71437" y="50914"/>
                </a:lnTo>
                <a:lnTo>
                  <a:pt x="76200" y="50914"/>
                </a:lnTo>
                <a:lnTo>
                  <a:pt x="76200" y="60439"/>
                </a:lnTo>
                <a:close/>
              </a:path>
              <a:path w="272415" h="226060">
                <a:moveTo>
                  <a:pt x="9525" y="60439"/>
                </a:moveTo>
                <a:lnTo>
                  <a:pt x="4762" y="60439"/>
                </a:lnTo>
                <a:lnTo>
                  <a:pt x="9525" y="55676"/>
                </a:lnTo>
                <a:lnTo>
                  <a:pt x="9525" y="60439"/>
                </a:lnTo>
                <a:close/>
              </a:path>
              <a:path w="272415" h="226060">
                <a:moveTo>
                  <a:pt x="259638" y="117005"/>
                </a:moveTo>
                <a:lnTo>
                  <a:pt x="252041" y="112826"/>
                </a:lnTo>
                <a:lnTo>
                  <a:pt x="259638" y="108648"/>
                </a:lnTo>
                <a:lnTo>
                  <a:pt x="259638" y="117005"/>
                </a:lnTo>
                <a:close/>
              </a:path>
              <a:path w="272415" h="226060">
                <a:moveTo>
                  <a:pt x="264221" y="117005"/>
                </a:moveTo>
                <a:lnTo>
                  <a:pt x="259638" y="117005"/>
                </a:lnTo>
                <a:lnTo>
                  <a:pt x="259638" y="108648"/>
                </a:lnTo>
                <a:lnTo>
                  <a:pt x="264221" y="108648"/>
                </a:lnTo>
                <a:lnTo>
                  <a:pt x="271818" y="112826"/>
                </a:lnTo>
                <a:lnTo>
                  <a:pt x="264221" y="117005"/>
                </a:lnTo>
                <a:close/>
              </a:path>
              <a:path w="272415" h="226060">
                <a:moveTo>
                  <a:pt x="81314" y="217601"/>
                </a:moveTo>
                <a:lnTo>
                  <a:pt x="76200" y="217601"/>
                </a:lnTo>
                <a:lnTo>
                  <a:pt x="76200" y="209539"/>
                </a:lnTo>
                <a:lnTo>
                  <a:pt x="252041" y="112826"/>
                </a:lnTo>
                <a:lnTo>
                  <a:pt x="259638" y="117005"/>
                </a:lnTo>
                <a:lnTo>
                  <a:pt x="264221" y="117005"/>
                </a:lnTo>
                <a:lnTo>
                  <a:pt x="81314" y="217601"/>
                </a:lnTo>
                <a:close/>
              </a:path>
              <a:path w="272415" h="226060">
                <a:moveTo>
                  <a:pt x="9525" y="169976"/>
                </a:moveTo>
                <a:lnTo>
                  <a:pt x="4762" y="165214"/>
                </a:lnTo>
                <a:lnTo>
                  <a:pt x="9525" y="165214"/>
                </a:lnTo>
                <a:lnTo>
                  <a:pt x="9525" y="169976"/>
                </a:lnTo>
                <a:close/>
              </a:path>
              <a:path w="272415" h="226060">
                <a:moveTo>
                  <a:pt x="76200" y="174739"/>
                </a:moveTo>
                <a:lnTo>
                  <a:pt x="71437" y="174739"/>
                </a:lnTo>
                <a:lnTo>
                  <a:pt x="66675" y="169976"/>
                </a:lnTo>
                <a:lnTo>
                  <a:pt x="9525" y="169976"/>
                </a:lnTo>
                <a:lnTo>
                  <a:pt x="9525" y="165214"/>
                </a:lnTo>
                <a:lnTo>
                  <a:pt x="76200" y="165214"/>
                </a:lnTo>
                <a:lnTo>
                  <a:pt x="76200" y="174739"/>
                </a:lnTo>
                <a:close/>
              </a:path>
              <a:path w="272415" h="226060">
                <a:moveTo>
                  <a:pt x="66675" y="225653"/>
                </a:moveTo>
                <a:lnTo>
                  <a:pt x="66675" y="169976"/>
                </a:lnTo>
                <a:lnTo>
                  <a:pt x="71437" y="174739"/>
                </a:lnTo>
                <a:lnTo>
                  <a:pt x="76200" y="174739"/>
                </a:lnTo>
                <a:lnTo>
                  <a:pt x="76200" y="209539"/>
                </a:lnTo>
                <a:lnTo>
                  <a:pt x="69138" y="213423"/>
                </a:lnTo>
                <a:lnTo>
                  <a:pt x="76200" y="217601"/>
                </a:lnTo>
                <a:lnTo>
                  <a:pt x="81314" y="217601"/>
                </a:lnTo>
                <a:lnTo>
                  <a:pt x="66675" y="225653"/>
                </a:lnTo>
                <a:close/>
              </a:path>
              <a:path w="272415" h="226060">
                <a:moveTo>
                  <a:pt x="76200" y="217601"/>
                </a:moveTo>
                <a:lnTo>
                  <a:pt x="69138" y="213423"/>
                </a:lnTo>
                <a:lnTo>
                  <a:pt x="76200" y="209539"/>
                </a:lnTo>
                <a:lnTo>
                  <a:pt x="76200" y="2176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88009" y="1369060"/>
            <a:ext cx="8107680" cy="2260917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838200" y="2222834"/>
            <a:ext cx="6616065" cy="1212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AS</a:t>
            </a:r>
            <a:endParaRPr sz="1600">
              <a:latin typeface="Lucida Sans Typewriter"/>
              <a:cs typeface="Lucida Sans Typewriter"/>
            </a:endParaRPr>
          </a:p>
          <a:p>
            <a:pPr marR="3912870">
              <a:lnSpc>
                <a:spcPct val="79900"/>
              </a:lnSpc>
              <a:spcBef>
                <a:spcPts val="19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IF UPDATE (EmployeeID)  BEGIN</a:t>
            </a:r>
            <a:r>
              <a:rPr sz="1600" spc="-1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TRANSACTION</a:t>
            </a:r>
            <a:endParaRPr sz="1600">
              <a:latin typeface="Lucida Sans Typewriter"/>
              <a:cs typeface="Lucida Sans Typewriter"/>
            </a:endParaRPr>
          </a:p>
          <a:p>
            <a:pPr marL="120650">
              <a:lnSpc>
                <a:spcPts val="1335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RAISERROR ('Transaction cannot be</a:t>
            </a:r>
            <a:r>
              <a:rPr sz="1600" spc="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processed.\</a:t>
            </a:r>
            <a:endParaRPr sz="1600">
              <a:latin typeface="Lucida Sans Typewriter"/>
              <a:cs typeface="Lucida Sans Typewriter"/>
            </a:endParaRPr>
          </a:p>
          <a:p>
            <a:pPr marL="120650">
              <a:lnSpc>
                <a:spcPct val="79900"/>
              </a:lnSpc>
              <a:spcBef>
                <a:spcPts val="1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***** Employee ID number cannot be modified.', 10, 1)  ROLLBACK TRANSACTION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37197" y="3885247"/>
            <a:ext cx="4866005" cy="827405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40384" y="3997959"/>
            <a:ext cx="587260" cy="587273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31697" y="4013504"/>
            <a:ext cx="283260" cy="55901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62101" y="4165333"/>
            <a:ext cx="129108" cy="246481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82231" y="4404855"/>
            <a:ext cx="88849" cy="8746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942397" y="4418647"/>
            <a:ext cx="4751705" cy="408305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046245" y="4490110"/>
            <a:ext cx="1249514" cy="265899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942397" y="4723447"/>
            <a:ext cx="1094105" cy="408305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932997" y="4723447"/>
            <a:ext cx="1094105" cy="408305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923597" y="4723447"/>
            <a:ext cx="900112" cy="408305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685597" y="4723447"/>
            <a:ext cx="1094104" cy="408305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676197" y="4723447"/>
            <a:ext cx="1017904" cy="408305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942397" y="5028247"/>
            <a:ext cx="1094105" cy="14751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4405629" y="5423663"/>
            <a:ext cx="10477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2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4932997" y="5028247"/>
            <a:ext cx="1094105" cy="14751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5044440" y="5423663"/>
            <a:ext cx="354330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B</a:t>
            </a:r>
            <a:r>
              <a:rPr sz="1800" spc="-5" dirty="0">
                <a:latin typeface="Arial Narrow"/>
                <a:cs typeface="Arial Narrow"/>
              </a:rPr>
              <a:t>ar</a:t>
            </a:r>
            <a:r>
              <a:rPr sz="1800" dirty="0">
                <a:latin typeface="Arial Narrow"/>
                <a:cs typeface="Arial Narrow"/>
              </a:rPr>
              <a:t>r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5923597" y="5028247"/>
            <a:ext cx="981392" cy="1475105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6035040" y="5423663"/>
            <a:ext cx="63563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A</a:t>
            </a:r>
            <a:r>
              <a:rPr sz="1800" spc="-5" dirty="0">
                <a:latin typeface="Arial Narrow"/>
                <a:cs typeface="Arial Narrow"/>
              </a:rPr>
              <a:t>ndre</a:t>
            </a:r>
            <a:r>
              <a:rPr sz="1800" dirty="0">
                <a:latin typeface="Arial Narrow"/>
                <a:cs typeface="Arial Narrow"/>
              </a:rPr>
              <a:t>w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6685597" y="5028247"/>
            <a:ext cx="1149032" cy="1475105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6797040" y="5423663"/>
            <a:ext cx="135890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R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7676197" y="5028247"/>
            <a:ext cx="1017904" cy="14751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7989569" y="5423663"/>
            <a:ext cx="32829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~~</a:t>
            </a:r>
            <a:r>
              <a:rPr sz="1800" dirty="0">
                <a:latin typeface="Arial Narrow"/>
                <a:cs typeface="Arial Narrow"/>
              </a:rPr>
              <a:t>~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835977" y="1082030"/>
            <a:ext cx="7645400" cy="520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3345">
              <a:lnSpc>
                <a:spcPts val="2215"/>
              </a:lnSpc>
            </a:pPr>
            <a:r>
              <a:rPr sz="2000" b="1" spc="-5" dirty="0">
                <a:latin typeface="Arial"/>
                <a:cs typeface="Arial"/>
              </a:rPr>
              <a:t>TRIGGER Actions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Execute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Arial"/>
              <a:cs typeface="Arial"/>
            </a:endParaRPr>
          </a:p>
          <a:p>
            <a:pPr marL="122555" marR="3959225" indent="-120650">
              <a:lnSpc>
                <a:spcPct val="797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CREATE TRIGGER Employee_Update  ON Employees</a:t>
            </a:r>
            <a:endParaRPr sz="1600">
              <a:latin typeface="Lucida Sans Typewriter"/>
              <a:cs typeface="Lucida Sans Typewriter"/>
            </a:endParaRPr>
          </a:p>
          <a:p>
            <a:pPr marL="122555">
              <a:lnSpc>
                <a:spcPts val="1535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FOR UPDATE</a:t>
            </a:r>
            <a:endParaRPr sz="1600">
              <a:latin typeface="Lucida Sans Typewriter"/>
              <a:cs typeface="Lucida Sans Typewriter"/>
            </a:endParaRPr>
          </a:p>
          <a:p>
            <a:pPr>
              <a:lnSpc>
                <a:spcPts val="173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AS</a:t>
            </a:r>
            <a:endParaRPr sz="1600">
              <a:latin typeface="Lucida Sans Typewriter"/>
              <a:cs typeface="Lucida Sans Typewriter"/>
            </a:endParaRPr>
          </a:p>
          <a:p>
            <a:pPr marR="4941570">
              <a:lnSpc>
                <a:spcPct val="79900"/>
              </a:lnSpc>
              <a:spcBef>
                <a:spcPts val="1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IF UPDATE (EmployeeID)  BEGIN</a:t>
            </a:r>
            <a:r>
              <a:rPr sz="1600" spc="-1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TRANSACTION</a:t>
            </a:r>
            <a:endParaRPr sz="1600">
              <a:latin typeface="Lucida Sans Typewriter"/>
              <a:cs typeface="Lucida Sans Typewriter"/>
            </a:endParaRPr>
          </a:p>
          <a:p>
            <a:pPr marL="174625">
              <a:lnSpc>
                <a:spcPts val="1335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RAISERROR ('Transaction cannot be</a:t>
            </a:r>
            <a:r>
              <a:rPr sz="1600" spc="1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processed.\</a:t>
            </a:r>
            <a:endParaRPr sz="1600">
              <a:latin typeface="Lucida Sans Typewriter"/>
              <a:cs typeface="Lucida Sans Typewriter"/>
            </a:endParaRPr>
          </a:p>
          <a:p>
            <a:pPr marL="174625" marR="967740">
              <a:lnSpc>
                <a:spcPct val="79900"/>
              </a:lnSpc>
              <a:spcBef>
                <a:spcPts val="1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***** Employee ID number cannot be modified.', 10, 1)  ROLLBACK TRANSACTION</a:t>
            </a:r>
            <a:endParaRPr sz="1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800">
              <a:latin typeface="Lucida Sans Typewriter"/>
              <a:cs typeface="Lucida Sans Typewriter"/>
            </a:endParaRPr>
          </a:p>
          <a:p>
            <a:pPr marL="262255">
              <a:lnSpc>
                <a:spcPts val="1730"/>
              </a:lnSpc>
              <a:spcBef>
                <a:spcPts val="1325"/>
              </a:spcBef>
            </a:pPr>
            <a:r>
              <a:rPr sz="1600" b="1" spc="-10" dirty="0">
                <a:latin typeface="Arial Narrow"/>
                <a:cs typeface="Arial Narrow"/>
              </a:rPr>
              <a:t>Transaction </a:t>
            </a:r>
            <a:r>
              <a:rPr sz="1600" b="1" spc="-5" dirty="0">
                <a:latin typeface="Arial Narrow"/>
                <a:cs typeface="Arial Narrow"/>
              </a:rPr>
              <a:t>cannot be</a:t>
            </a:r>
            <a:r>
              <a:rPr sz="1600" b="1" spc="5" dirty="0">
                <a:latin typeface="Arial Narrow"/>
                <a:cs typeface="Arial Narrow"/>
              </a:rPr>
              <a:t> </a:t>
            </a:r>
            <a:r>
              <a:rPr sz="1600" b="1" spc="-5" dirty="0">
                <a:latin typeface="Arial Narrow"/>
                <a:cs typeface="Arial Narrow"/>
              </a:rPr>
              <a:t>processed.</a:t>
            </a:r>
            <a:endParaRPr sz="1600">
              <a:latin typeface="Arial Narrow"/>
              <a:cs typeface="Arial Narrow"/>
            </a:endParaRPr>
          </a:p>
          <a:p>
            <a:pPr marL="262255">
              <a:lnSpc>
                <a:spcPts val="1730"/>
              </a:lnSpc>
            </a:pPr>
            <a:r>
              <a:rPr sz="1600" b="1" spc="-5" dirty="0">
                <a:latin typeface="Arial Narrow"/>
                <a:cs typeface="Arial Narrow"/>
              </a:rPr>
              <a:t>***** Member number cannot be</a:t>
            </a:r>
            <a:r>
              <a:rPr sz="1600" b="1" spc="10" dirty="0">
                <a:latin typeface="Arial Narrow"/>
                <a:cs typeface="Arial Narrow"/>
              </a:rPr>
              <a:t> </a:t>
            </a:r>
            <a:r>
              <a:rPr sz="1600" b="1" spc="-5" dirty="0">
                <a:latin typeface="Arial Narrow"/>
                <a:cs typeface="Arial Narrow"/>
              </a:rPr>
              <a:t>modified</a:t>
            </a:r>
            <a:endParaRPr sz="16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</a:pPr>
            <a:endParaRPr sz="1800">
              <a:latin typeface="Arial Narrow"/>
              <a:cs typeface="Arial Narrow"/>
            </a:endParaRPr>
          </a:p>
          <a:p>
            <a:pPr marL="3167380">
              <a:lnSpc>
                <a:spcPct val="100000"/>
              </a:lnSpc>
              <a:spcBef>
                <a:spcPts val="1060"/>
              </a:spcBef>
              <a:tabLst>
                <a:tab pos="4232275" algn="l"/>
                <a:tab pos="6210935" algn="l"/>
                <a:tab pos="6988809" algn="l"/>
              </a:tabLst>
            </a:pPr>
            <a:r>
              <a:rPr sz="1600" i="1" spc="-5" dirty="0">
                <a:latin typeface="Arial Narrow"/>
                <a:cs typeface="Arial Narrow"/>
              </a:rPr>
              <a:t>E</a:t>
            </a:r>
            <a:r>
              <a:rPr sz="1600" i="1" dirty="0">
                <a:latin typeface="Arial Narrow"/>
                <a:cs typeface="Arial Narrow"/>
              </a:rPr>
              <a:t>m</a:t>
            </a:r>
            <a:r>
              <a:rPr sz="1600" i="1" spc="-5" dirty="0">
                <a:latin typeface="Arial Narrow"/>
                <a:cs typeface="Arial Narrow"/>
              </a:rPr>
              <a:t>p</a:t>
            </a:r>
            <a:r>
              <a:rPr sz="1600" i="1" spc="-10" dirty="0">
                <a:latin typeface="Arial Narrow"/>
                <a:cs typeface="Arial Narrow"/>
              </a:rPr>
              <a:t>l</a:t>
            </a:r>
            <a:r>
              <a:rPr sz="1600" i="1" spc="-5" dirty="0">
                <a:latin typeface="Arial Narrow"/>
                <a:cs typeface="Arial Narrow"/>
              </a:rPr>
              <a:t>oyeeID</a:t>
            </a:r>
            <a:r>
              <a:rPr sz="1600" i="1" dirty="0">
                <a:latin typeface="Arial Narrow"/>
                <a:cs typeface="Arial Narrow"/>
              </a:rPr>
              <a:t>	</a:t>
            </a:r>
            <a:r>
              <a:rPr sz="1600" i="1" spc="-5" dirty="0">
                <a:latin typeface="Arial Narrow"/>
                <a:cs typeface="Arial Narrow"/>
              </a:rPr>
              <a:t>LastNa</a:t>
            </a:r>
            <a:r>
              <a:rPr sz="1600" i="1" dirty="0">
                <a:latin typeface="Arial Narrow"/>
                <a:cs typeface="Arial Narrow"/>
              </a:rPr>
              <a:t>m</a:t>
            </a:r>
            <a:r>
              <a:rPr sz="1600" i="1" spc="-5" dirty="0">
                <a:latin typeface="Arial Narrow"/>
                <a:cs typeface="Arial Narrow"/>
              </a:rPr>
              <a:t>e</a:t>
            </a:r>
            <a:r>
              <a:rPr sz="1600" i="1" dirty="0">
                <a:latin typeface="Arial Narrow"/>
                <a:cs typeface="Arial Narrow"/>
              </a:rPr>
              <a:t> </a:t>
            </a:r>
            <a:r>
              <a:rPr sz="1600" i="1" spc="155" dirty="0">
                <a:latin typeface="Arial Narrow"/>
                <a:cs typeface="Arial Narrow"/>
              </a:rPr>
              <a:t> </a:t>
            </a:r>
            <a:r>
              <a:rPr sz="1600" i="1" spc="-5" dirty="0">
                <a:latin typeface="Arial Narrow"/>
                <a:cs typeface="Arial Narrow"/>
              </a:rPr>
              <a:t>F</a:t>
            </a:r>
            <a:r>
              <a:rPr sz="1600" i="1" spc="-10" dirty="0">
                <a:latin typeface="Arial Narrow"/>
                <a:cs typeface="Arial Narrow"/>
              </a:rPr>
              <a:t>ir</a:t>
            </a:r>
            <a:r>
              <a:rPr sz="1600" i="1" spc="-5" dirty="0">
                <a:latin typeface="Arial Narrow"/>
                <a:cs typeface="Arial Narrow"/>
              </a:rPr>
              <a:t>stNa</a:t>
            </a:r>
            <a:r>
              <a:rPr sz="1600" i="1" dirty="0">
                <a:latin typeface="Arial Narrow"/>
                <a:cs typeface="Arial Narrow"/>
              </a:rPr>
              <a:t>m</a:t>
            </a:r>
            <a:r>
              <a:rPr sz="1600" i="1" spc="-5" dirty="0">
                <a:latin typeface="Arial Narrow"/>
                <a:cs typeface="Arial Narrow"/>
              </a:rPr>
              <a:t>e</a:t>
            </a:r>
            <a:r>
              <a:rPr sz="1600" i="1" dirty="0">
                <a:latin typeface="Arial Narrow"/>
                <a:cs typeface="Arial Narrow"/>
              </a:rPr>
              <a:t>	</a:t>
            </a:r>
            <a:r>
              <a:rPr sz="1600" i="1" spc="-65" dirty="0">
                <a:latin typeface="Arial Narrow"/>
                <a:cs typeface="Arial Narrow"/>
              </a:rPr>
              <a:t>T</a:t>
            </a:r>
            <a:r>
              <a:rPr sz="1600" i="1" spc="-10" dirty="0">
                <a:latin typeface="Arial Narrow"/>
                <a:cs typeface="Arial Narrow"/>
              </a:rPr>
              <a:t>i</a:t>
            </a:r>
            <a:r>
              <a:rPr sz="1600" i="1" spc="-5" dirty="0">
                <a:latin typeface="Arial Narrow"/>
                <a:cs typeface="Arial Narrow"/>
              </a:rPr>
              <a:t>t</a:t>
            </a:r>
            <a:r>
              <a:rPr sz="1600" i="1" spc="-10" dirty="0">
                <a:latin typeface="Arial Narrow"/>
                <a:cs typeface="Arial Narrow"/>
              </a:rPr>
              <a:t>l</a:t>
            </a:r>
            <a:r>
              <a:rPr sz="1600" i="1" spc="-5" dirty="0">
                <a:latin typeface="Arial Narrow"/>
                <a:cs typeface="Arial Narrow"/>
              </a:rPr>
              <a:t>e</a:t>
            </a:r>
            <a:r>
              <a:rPr sz="1600" i="1" dirty="0">
                <a:latin typeface="Arial Narrow"/>
                <a:cs typeface="Arial Narrow"/>
              </a:rPr>
              <a:t>	</a:t>
            </a:r>
            <a:r>
              <a:rPr sz="1600" i="1" spc="-5" dirty="0">
                <a:latin typeface="Arial Narrow"/>
                <a:cs typeface="Arial Narrow"/>
              </a:rPr>
              <a:t>H</a:t>
            </a:r>
            <a:r>
              <a:rPr sz="1600" i="1" spc="-10" dirty="0">
                <a:latin typeface="Arial Narrow"/>
                <a:cs typeface="Arial Narrow"/>
              </a:rPr>
              <a:t>ir</a:t>
            </a:r>
            <a:r>
              <a:rPr sz="1600" i="1" spc="-5" dirty="0">
                <a:latin typeface="Arial Narrow"/>
                <a:cs typeface="Arial Narrow"/>
              </a:rPr>
              <a:t>eDate</a:t>
            </a:r>
            <a:endParaRPr sz="1600">
              <a:latin typeface="Arial Narrow"/>
              <a:cs typeface="Arial Narrow"/>
            </a:endParaRPr>
          </a:p>
          <a:p>
            <a:pPr marL="3569335">
              <a:lnSpc>
                <a:spcPct val="100000"/>
              </a:lnSpc>
              <a:spcBef>
                <a:spcPts val="770"/>
              </a:spcBef>
              <a:tabLst>
                <a:tab pos="4208145" algn="l"/>
                <a:tab pos="5198745" algn="l"/>
                <a:tab pos="5960745" algn="l"/>
                <a:tab pos="7153275" algn="l"/>
              </a:tabLst>
            </a:pPr>
            <a:r>
              <a:rPr sz="1800" dirty="0">
                <a:latin typeface="Arial Narrow"/>
                <a:cs typeface="Arial Narrow"/>
              </a:rPr>
              <a:t>1	</a:t>
            </a:r>
            <a:r>
              <a:rPr sz="1800" spc="-5" dirty="0">
                <a:latin typeface="Arial Narrow"/>
                <a:cs typeface="Arial Narrow"/>
              </a:rPr>
              <a:t>Davolio	Nancy	Sales</a:t>
            </a:r>
            <a:r>
              <a:rPr sz="1800" spc="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Rep.	~~~</a:t>
            </a:r>
            <a:endParaRPr sz="1800">
              <a:latin typeface="Arial Narrow"/>
              <a:cs typeface="Arial Narrow"/>
            </a:endParaRPr>
          </a:p>
          <a:p>
            <a:pPr marL="3569335">
              <a:lnSpc>
                <a:spcPct val="100000"/>
              </a:lnSpc>
              <a:spcBef>
                <a:spcPts val="195"/>
              </a:spcBef>
              <a:tabLst>
                <a:tab pos="4208145" algn="l"/>
                <a:tab pos="5198745" algn="l"/>
                <a:tab pos="7153275" algn="l"/>
              </a:tabLst>
            </a:pPr>
            <a:r>
              <a:rPr sz="2700" baseline="1543" dirty="0">
                <a:latin typeface="Arial Narrow"/>
                <a:cs typeface="Arial Narrow"/>
              </a:rPr>
              <a:t>2	</a:t>
            </a:r>
            <a:r>
              <a:rPr sz="2700" spc="-7" baseline="1543" dirty="0">
                <a:latin typeface="Arial Narrow"/>
                <a:cs typeface="Arial Narrow"/>
              </a:rPr>
              <a:t>Fuller	Andrew </a:t>
            </a:r>
            <a:r>
              <a:rPr sz="2700" spc="284" baseline="1543" dirty="0">
                <a:latin typeface="Arial Narrow"/>
                <a:cs typeface="Arial Narrow"/>
              </a:rPr>
              <a:t> </a:t>
            </a:r>
            <a:r>
              <a:rPr sz="2700" spc="-15" baseline="1543" dirty="0">
                <a:latin typeface="Arial Narrow"/>
                <a:cs typeface="Arial Narrow"/>
              </a:rPr>
              <a:t>Vice</a:t>
            </a:r>
            <a:r>
              <a:rPr sz="2700" baseline="1543" dirty="0">
                <a:latin typeface="Arial Narrow"/>
                <a:cs typeface="Arial Narrow"/>
              </a:rPr>
              <a:t> </a:t>
            </a:r>
            <a:r>
              <a:rPr sz="2700" spc="-7" baseline="1543" dirty="0">
                <a:latin typeface="Arial Narrow"/>
                <a:cs typeface="Arial Narrow"/>
              </a:rPr>
              <a:t>Pres.	</a:t>
            </a:r>
            <a:r>
              <a:rPr sz="1800" spc="-5" dirty="0">
                <a:latin typeface="Arial Narrow"/>
                <a:cs typeface="Arial Narrow"/>
              </a:rPr>
              <a:t>~~~</a:t>
            </a:r>
            <a:endParaRPr sz="1800">
              <a:latin typeface="Arial Narrow"/>
              <a:cs typeface="Arial Narrow"/>
            </a:endParaRPr>
          </a:p>
          <a:p>
            <a:pPr marL="3569335">
              <a:lnSpc>
                <a:spcPct val="100000"/>
              </a:lnSpc>
              <a:spcBef>
                <a:spcPts val="234"/>
              </a:spcBef>
              <a:tabLst>
                <a:tab pos="4208145" algn="l"/>
                <a:tab pos="5198745" algn="l"/>
                <a:tab pos="5960745" algn="l"/>
                <a:tab pos="7153275" algn="l"/>
              </a:tabLst>
            </a:pPr>
            <a:r>
              <a:rPr sz="1800" dirty="0">
                <a:latin typeface="Arial Narrow"/>
                <a:cs typeface="Arial Narrow"/>
              </a:rPr>
              <a:t>3	</a:t>
            </a:r>
            <a:r>
              <a:rPr sz="1800" spc="-5" dirty="0">
                <a:latin typeface="Arial Narrow"/>
                <a:cs typeface="Arial Narrow"/>
              </a:rPr>
              <a:t>Leverling	Janet	Sales</a:t>
            </a:r>
            <a:r>
              <a:rPr sz="1800" spc="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Rep.	~~~</a:t>
            </a:r>
            <a:endParaRPr sz="1800">
              <a:latin typeface="Arial Narrow"/>
              <a:cs typeface="Arial Narrow"/>
            </a:endParaRPr>
          </a:p>
          <a:p>
            <a:pPr marL="3569335">
              <a:lnSpc>
                <a:spcPct val="100000"/>
              </a:lnSpc>
              <a:spcBef>
                <a:spcPts val="215"/>
              </a:spcBef>
              <a:tabLst>
                <a:tab pos="4208145" algn="l"/>
                <a:tab pos="5198745" algn="l"/>
                <a:tab pos="7153275" algn="l"/>
              </a:tabLst>
            </a:pPr>
            <a:r>
              <a:rPr sz="1800" dirty="0">
                <a:latin typeface="Arial Narrow"/>
                <a:cs typeface="Arial Narrow"/>
              </a:rPr>
              <a:t>4	</a:t>
            </a:r>
            <a:r>
              <a:rPr sz="1800" spc="-5" dirty="0">
                <a:latin typeface="Arial Narrow"/>
                <a:cs typeface="Arial Narrow"/>
              </a:rPr>
              <a:t>Peacock	</a:t>
            </a:r>
            <a:r>
              <a:rPr sz="1800" dirty="0">
                <a:latin typeface="Arial Narrow"/>
                <a:cs typeface="Arial Narrow"/>
              </a:rPr>
              <a:t>MargaretSales</a:t>
            </a:r>
            <a:r>
              <a:rPr sz="1800" spc="1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Rep.	~~~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3957637" y="5043487"/>
            <a:ext cx="1000125" cy="1381125"/>
          </a:xfrm>
          <a:custGeom>
            <a:avLst/>
            <a:gdLst/>
            <a:ahLst/>
            <a:cxnLst/>
            <a:rect l="l" t="t" r="r" b="b"/>
            <a:pathLst>
              <a:path w="1000125" h="1381125">
                <a:moveTo>
                  <a:pt x="10001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000125" y="0"/>
                </a:lnTo>
                <a:lnTo>
                  <a:pt x="100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000125" y="1376362"/>
                </a:lnTo>
                <a:lnTo>
                  <a:pt x="1000125" y="1381125"/>
                </a:lnTo>
                <a:close/>
              </a:path>
              <a:path w="10001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00125" h="1381125">
                <a:moveTo>
                  <a:pt x="99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90600" y="4762"/>
                </a:lnTo>
                <a:lnTo>
                  <a:pt x="990600" y="9525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90600" y="4762"/>
                </a:lnTo>
                <a:lnTo>
                  <a:pt x="995362" y="9525"/>
                </a:lnTo>
                <a:lnTo>
                  <a:pt x="1000125" y="9525"/>
                </a:lnTo>
                <a:lnTo>
                  <a:pt x="1000125" y="1371600"/>
                </a:lnTo>
                <a:lnTo>
                  <a:pt x="995362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9525"/>
                </a:moveTo>
                <a:lnTo>
                  <a:pt x="995362" y="9525"/>
                </a:lnTo>
                <a:lnTo>
                  <a:pt x="990600" y="4762"/>
                </a:lnTo>
                <a:lnTo>
                  <a:pt x="1000125" y="4762"/>
                </a:lnTo>
                <a:lnTo>
                  <a:pt x="1000125" y="9525"/>
                </a:lnTo>
                <a:close/>
              </a:path>
              <a:path w="10001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990600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1376362"/>
                </a:moveTo>
                <a:lnTo>
                  <a:pt x="990600" y="1376362"/>
                </a:lnTo>
                <a:lnTo>
                  <a:pt x="995362" y="1371600"/>
                </a:lnTo>
                <a:lnTo>
                  <a:pt x="1000125" y="1371600"/>
                </a:lnTo>
                <a:lnTo>
                  <a:pt x="10001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948237" y="5043487"/>
            <a:ext cx="1000125" cy="1381125"/>
          </a:xfrm>
          <a:custGeom>
            <a:avLst/>
            <a:gdLst/>
            <a:ahLst/>
            <a:cxnLst/>
            <a:rect l="l" t="t" r="r" b="b"/>
            <a:pathLst>
              <a:path w="1000125" h="1381125">
                <a:moveTo>
                  <a:pt x="10001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000125" y="0"/>
                </a:lnTo>
                <a:lnTo>
                  <a:pt x="100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000125" y="1376362"/>
                </a:lnTo>
                <a:lnTo>
                  <a:pt x="1000125" y="1381125"/>
                </a:lnTo>
                <a:close/>
              </a:path>
              <a:path w="10001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00125" h="1381125">
                <a:moveTo>
                  <a:pt x="99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90600" y="4762"/>
                </a:lnTo>
                <a:lnTo>
                  <a:pt x="990600" y="9525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90600" y="4762"/>
                </a:lnTo>
                <a:lnTo>
                  <a:pt x="995362" y="9525"/>
                </a:lnTo>
                <a:lnTo>
                  <a:pt x="1000125" y="9525"/>
                </a:lnTo>
                <a:lnTo>
                  <a:pt x="1000125" y="1371600"/>
                </a:lnTo>
                <a:lnTo>
                  <a:pt x="995362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9525"/>
                </a:moveTo>
                <a:lnTo>
                  <a:pt x="995362" y="9525"/>
                </a:lnTo>
                <a:lnTo>
                  <a:pt x="990600" y="4762"/>
                </a:lnTo>
                <a:lnTo>
                  <a:pt x="1000125" y="4762"/>
                </a:lnTo>
                <a:lnTo>
                  <a:pt x="1000125" y="9525"/>
                </a:lnTo>
                <a:close/>
              </a:path>
              <a:path w="10001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990600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1376362"/>
                </a:moveTo>
                <a:lnTo>
                  <a:pt x="990600" y="1376362"/>
                </a:lnTo>
                <a:lnTo>
                  <a:pt x="995362" y="1371600"/>
                </a:lnTo>
                <a:lnTo>
                  <a:pt x="1000125" y="1371600"/>
                </a:lnTo>
                <a:lnTo>
                  <a:pt x="10001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938837" y="5043487"/>
            <a:ext cx="771525" cy="1381125"/>
          </a:xfrm>
          <a:custGeom>
            <a:avLst/>
            <a:gdLst/>
            <a:ahLst/>
            <a:cxnLst/>
            <a:rect l="l" t="t" r="r" b="b"/>
            <a:pathLst>
              <a:path w="771525" h="1381125">
                <a:moveTo>
                  <a:pt x="7715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771525" y="0"/>
                </a:lnTo>
                <a:lnTo>
                  <a:pt x="771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771525" y="1376362"/>
                </a:lnTo>
                <a:lnTo>
                  <a:pt x="771525" y="1381125"/>
                </a:lnTo>
                <a:close/>
              </a:path>
              <a:path w="7715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71525" h="1381125">
                <a:moveTo>
                  <a:pt x="762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62000" y="4762"/>
                </a:lnTo>
                <a:lnTo>
                  <a:pt x="762000" y="9525"/>
                </a:lnTo>
                <a:close/>
              </a:path>
              <a:path w="771525" h="1381125">
                <a:moveTo>
                  <a:pt x="762000" y="1376362"/>
                </a:moveTo>
                <a:lnTo>
                  <a:pt x="762000" y="4762"/>
                </a:lnTo>
                <a:lnTo>
                  <a:pt x="766762" y="9525"/>
                </a:lnTo>
                <a:lnTo>
                  <a:pt x="771525" y="9525"/>
                </a:lnTo>
                <a:lnTo>
                  <a:pt x="771525" y="1371600"/>
                </a:lnTo>
                <a:lnTo>
                  <a:pt x="766762" y="1371600"/>
                </a:lnTo>
                <a:lnTo>
                  <a:pt x="762000" y="1376362"/>
                </a:lnTo>
                <a:close/>
              </a:path>
              <a:path w="771525" h="1381125">
                <a:moveTo>
                  <a:pt x="771525" y="9525"/>
                </a:moveTo>
                <a:lnTo>
                  <a:pt x="766762" y="9525"/>
                </a:lnTo>
                <a:lnTo>
                  <a:pt x="762000" y="4762"/>
                </a:lnTo>
                <a:lnTo>
                  <a:pt x="771525" y="4762"/>
                </a:lnTo>
                <a:lnTo>
                  <a:pt x="771525" y="9525"/>
                </a:lnTo>
                <a:close/>
              </a:path>
              <a:path w="7715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771525" h="1381125">
                <a:moveTo>
                  <a:pt x="7620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762000" y="1371600"/>
                </a:lnTo>
                <a:lnTo>
                  <a:pt x="762000" y="1376362"/>
                </a:lnTo>
                <a:close/>
              </a:path>
              <a:path w="771525" h="1381125">
                <a:moveTo>
                  <a:pt x="771525" y="1376362"/>
                </a:moveTo>
                <a:lnTo>
                  <a:pt x="762000" y="1376362"/>
                </a:lnTo>
                <a:lnTo>
                  <a:pt x="766762" y="1371600"/>
                </a:lnTo>
                <a:lnTo>
                  <a:pt x="771525" y="1371600"/>
                </a:lnTo>
                <a:lnTo>
                  <a:pt x="7715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700837" y="5043487"/>
            <a:ext cx="1000125" cy="1381125"/>
          </a:xfrm>
          <a:custGeom>
            <a:avLst/>
            <a:gdLst/>
            <a:ahLst/>
            <a:cxnLst/>
            <a:rect l="l" t="t" r="r" b="b"/>
            <a:pathLst>
              <a:path w="1000125" h="1381125">
                <a:moveTo>
                  <a:pt x="10001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000125" y="0"/>
                </a:lnTo>
                <a:lnTo>
                  <a:pt x="100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000125" y="1376362"/>
                </a:lnTo>
                <a:lnTo>
                  <a:pt x="1000125" y="1381125"/>
                </a:lnTo>
                <a:close/>
              </a:path>
              <a:path w="10001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00125" h="1381125">
                <a:moveTo>
                  <a:pt x="99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90600" y="4762"/>
                </a:lnTo>
                <a:lnTo>
                  <a:pt x="990600" y="9525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90600" y="4762"/>
                </a:lnTo>
                <a:lnTo>
                  <a:pt x="995362" y="9525"/>
                </a:lnTo>
                <a:lnTo>
                  <a:pt x="1000125" y="9525"/>
                </a:lnTo>
                <a:lnTo>
                  <a:pt x="1000125" y="1371600"/>
                </a:lnTo>
                <a:lnTo>
                  <a:pt x="995362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9525"/>
                </a:moveTo>
                <a:lnTo>
                  <a:pt x="995362" y="9525"/>
                </a:lnTo>
                <a:lnTo>
                  <a:pt x="990600" y="4762"/>
                </a:lnTo>
                <a:lnTo>
                  <a:pt x="1000125" y="4762"/>
                </a:lnTo>
                <a:lnTo>
                  <a:pt x="1000125" y="9525"/>
                </a:lnTo>
                <a:close/>
              </a:path>
              <a:path w="10001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990600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1376362"/>
                </a:moveTo>
                <a:lnTo>
                  <a:pt x="990600" y="1376362"/>
                </a:lnTo>
                <a:lnTo>
                  <a:pt x="995362" y="1371600"/>
                </a:lnTo>
                <a:lnTo>
                  <a:pt x="1000125" y="1371600"/>
                </a:lnTo>
                <a:lnTo>
                  <a:pt x="10001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691437" y="5043487"/>
            <a:ext cx="923925" cy="1381125"/>
          </a:xfrm>
          <a:custGeom>
            <a:avLst/>
            <a:gdLst/>
            <a:ahLst/>
            <a:cxnLst/>
            <a:rect l="l" t="t" r="r" b="b"/>
            <a:pathLst>
              <a:path w="923925" h="1381125">
                <a:moveTo>
                  <a:pt x="923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923925" y="0"/>
                </a:lnTo>
                <a:lnTo>
                  <a:pt x="923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923925" y="1376362"/>
                </a:lnTo>
                <a:lnTo>
                  <a:pt x="923925" y="1381125"/>
                </a:lnTo>
                <a:close/>
              </a:path>
              <a:path w="923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923925" h="1381125">
                <a:moveTo>
                  <a:pt x="914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14400" y="4762"/>
                </a:lnTo>
                <a:lnTo>
                  <a:pt x="914400" y="9525"/>
                </a:lnTo>
                <a:close/>
              </a:path>
              <a:path w="923925" h="1381125">
                <a:moveTo>
                  <a:pt x="914400" y="1376362"/>
                </a:moveTo>
                <a:lnTo>
                  <a:pt x="914400" y="4762"/>
                </a:lnTo>
                <a:lnTo>
                  <a:pt x="919162" y="9525"/>
                </a:lnTo>
                <a:lnTo>
                  <a:pt x="923925" y="9525"/>
                </a:lnTo>
                <a:lnTo>
                  <a:pt x="923925" y="1371600"/>
                </a:lnTo>
                <a:lnTo>
                  <a:pt x="919162" y="1371600"/>
                </a:lnTo>
                <a:lnTo>
                  <a:pt x="914400" y="1376362"/>
                </a:lnTo>
                <a:close/>
              </a:path>
              <a:path w="923925" h="1381125">
                <a:moveTo>
                  <a:pt x="923925" y="9525"/>
                </a:moveTo>
                <a:lnTo>
                  <a:pt x="919162" y="9525"/>
                </a:lnTo>
                <a:lnTo>
                  <a:pt x="914400" y="4762"/>
                </a:lnTo>
                <a:lnTo>
                  <a:pt x="923925" y="4762"/>
                </a:lnTo>
                <a:lnTo>
                  <a:pt x="923925" y="9525"/>
                </a:lnTo>
                <a:close/>
              </a:path>
              <a:path w="923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923925" h="1381125">
                <a:moveTo>
                  <a:pt x="914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914400" y="1371600"/>
                </a:lnTo>
                <a:lnTo>
                  <a:pt x="914400" y="1376362"/>
                </a:lnTo>
                <a:close/>
              </a:path>
              <a:path w="923925" h="1381125">
                <a:moveTo>
                  <a:pt x="923925" y="1376362"/>
                </a:moveTo>
                <a:lnTo>
                  <a:pt x="914400" y="1376362"/>
                </a:lnTo>
                <a:lnTo>
                  <a:pt x="919162" y="1371600"/>
                </a:lnTo>
                <a:lnTo>
                  <a:pt x="923925" y="1371600"/>
                </a:lnTo>
                <a:lnTo>
                  <a:pt x="923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999547" y="5361622"/>
            <a:ext cx="967092" cy="357505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205740" y="1086611"/>
            <a:ext cx="8458200" cy="5504815"/>
          </a:xfrm>
          <a:custGeom>
            <a:avLst/>
            <a:gdLst/>
            <a:ahLst/>
            <a:cxnLst/>
            <a:rect l="l" t="t" r="r" b="b"/>
            <a:pathLst>
              <a:path w="8458200" h="5504815">
                <a:moveTo>
                  <a:pt x="0" y="0"/>
                </a:moveTo>
                <a:lnTo>
                  <a:pt x="8458200" y="0"/>
                </a:lnTo>
                <a:lnTo>
                  <a:pt x="8458200" y="5504688"/>
                </a:lnTo>
                <a:lnTo>
                  <a:pt x="0" y="55046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13422" y="988060"/>
            <a:ext cx="7688580" cy="5348605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10540" y="5990844"/>
            <a:ext cx="443865" cy="358140"/>
          </a:xfrm>
          <a:custGeom>
            <a:avLst/>
            <a:gdLst/>
            <a:ahLst/>
            <a:cxnLst/>
            <a:rect l="l" t="t" r="r" b="b"/>
            <a:pathLst>
              <a:path w="443865" h="358139">
                <a:moveTo>
                  <a:pt x="384047" y="358139"/>
                </a:moveTo>
                <a:lnTo>
                  <a:pt x="59436" y="358139"/>
                </a:lnTo>
                <a:lnTo>
                  <a:pt x="36677" y="353141"/>
                </a:lnTo>
                <a:lnTo>
                  <a:pt x="17902" y="340285"/>
                </a:lnTo>
                <a:lnTo>
                  <a:pt x="5034" y="321497"/>
                </a:lnTo>
                <a:lnTo>
                  <a:pt x="0" y="298703"/>
                </a:lnTo>
                <a:lnTo>
                  <a:pt x="0" y="59435"/>
                </a:lnTo>
                <a:lnTo>
                  <a:pt x="5034" y="36534"/>
                </a:lnTo>
                <a:lnTo>
                  <a:pt x="17902" y="17711"/>
                </a:lnTo>
                <a:lnTo>
                  <a:pt x="36677" y="4891"/>
                </a:lnTo>
                <a:lnTo>
                  <a:pt x="59436" y="0"/>
                </a:lnTo>
                <a:lnTo>
                  <a:pt x="384047" y="0"/>
                </a:lnTo>
                <a:lnTo>
                  <a:pt x="407199" y="4891"/>
                </a:lnTo>
                <a:lnTo>
                  <a:pt x="426105" y="17711"/>
                </a:lnTo>
                <a:lnTo>
                  <a:pt x="438842" y="36534"/>
                </a:lnTo>
                <a:lnTo>
                  <a:pt x="443484" y="59435"/>
                </a:lnTo>
                <a:lnTo>
                  <a:pt x="443484" y="298703"/>
                </a:lnTo>
                <a:lnTo>
                  <a:pt x="438842" y="321497"/>
                </a:lnTo>
                <a:lnTo>
                  <a:pt x="426105" y="340285"/>
                </a:lnTo>
                <a:lnTo>
                  <a:pt x="407199" y="353141"/>
                </a:lnTo>
                <a:lnTo>
                  <a:pt x="384047" y="358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06488" y="5986462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62" y="7620"/>
                </a:lnTo>
                <a:lnTo>
                  <a:pt x="418909" y="7620"/>
                </a:lnTo>
                <a:lnTo>
                  <a:pt x="421366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66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1" y="17779"/>
                </a:moveTo>
                <a:lnTo>
                  <a:pt x="18923" y="17779"/>
                </a:lnTo>
                <a:lnTo>
                  <a:pt x="23152" y="13970"/>
                </a:lnTo>
                <a:lnTo>
                  <a:pt x="23495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1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8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3" y="332739"/>
                </a:moveTo>
                <a:lnTo>
                  <a:pt x="7581" y="332739"/>
                </a:lnTo>
                <a:lnTo>
                  <a:pt x="5079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79" y="38100"/>
                </a:lnTo>
                <a:lnTo>
                  <a:pt x="7581" y="33020"/>
                </a:lnTo>
                <a:lnTo>
                  <a:pt x="18923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2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842" y="5715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2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3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2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2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05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3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8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1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5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09" y="358139"/>
                </a:moveTo>
                <a:lnTo>
                  <a:pt x="33362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66" y="356870"/>
                </a:lnTo>
                <a:lnTo>
                  <a:pt x="418909" y="358139"/>
                </a:lnTo>
                <a:close/>
              </a:path>
              <a:path w="452755" h="365760">
                <a:moveTo>
                  <a:pt x="421366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66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66927" y="6073140"/>
            <a:ext cx="332740" cy="192405"/>
          </a:xfrm>
          <a:custGeom>
            <a:avLst/>
            <a:gdLst/>
            <a:ahLst/>
            <a:cxnLst/>
            <a:rect l="l" t="t" r="r" b="b"/>
            <a:pathLst>
              <a:path w="332740" h="192404">
                <a:moveTo>
                  <a:pt x="0" y="0"/>
                </a:moveTo>
                <a:lnTo>
                  <a:pt x="332231" y="0"/>
                </a:lnTo>
                <a:lnTo>
                  <a:pt x="332231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61975" y="6069012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54685" y="6060122"/>
            <a:ext cx="143205" cy="138252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43877" y="6109334"/>
            <a:ext cx="207962" cy="144779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010411" y="5990844"/>
            <a:ext cx="441959" cy="358140"/>
          </a:xfrm>
          <a:custGeom>
            <a:avLst/>
            <a:gdLst/>
            <a:ahLst/>
            <a:cxnLst/>
            <a:rect l="l" t="t" r="r" b="b"/>
            <a:pathLst>
              <a:path w="441959" h="358139">
                <a:moveTo>
                  <a:pt x="382524" y="358139"/>
                </a:moveTo>
                <a:lnTo>
                  <a:pt x="59435" y="358139"/>
                </a:lnTo>
                <a:lnTo>
                  <a:pt x="35891" y="353141"/>
                </a:lnTo>
                <a:lnTo>
                  <a:pt x="16854" y="340285"/>
                </a:lnTo>
                <a:lnTo>
                  <a:pt x="4248" y="321497"/>
                </a:lnTo>
                <a:lnTo>
                  <a:pt x="0" y="298703"/>
                </a:lnTo>
                <a:lnTo>
                  <a:pt x="0" y="59435"/>
                </a:lnTo>
                <a:lnTo>
                  <a:pt x="4248" y="36534"/>
                </a:lnTo>
                <a:lnTo>
                  <a:pt x="16854" y="17711"/>
                </a:lnTo>
                <a:lnTo>
                  <a:pt x="35891" y="4891"/>
                </a:lnTo>
                <a:lnTo>
                  <a:pt x="59435" y="0"/>
                </a:lnTo>
                <a:lnTo>
                  <a:pt x="382524" y="0"/>
                </a:lnTo>
                <a:lnTo>
                  <a:pt x="405746" y="4891"/>
                </a:lnTo>
                <a:lnTo>
                  <a:pt x="424676" y="17711"/>
                </a:lnTo>
                <a:lnTo>
                  <a:pt x="437389" y="36534"/>
                </a:lnTo>
                <a:lnTo>
                  <a:pt x="441959" y="59435"/>
                </a:lnTo>
                <a:lnTo>
                  <a:pt x="441959" y="298703"/>
                </a:lnTo>
                <a:lnTo>
                  <a:pt x="437389" y="321497"/>
                </a:lnTo>
                <a:lnTo>
                  <a:pt x="424676" y="340285"/>
                </a:lnTo>
                <a:lnTo>
                  <a:pt x="405746" y="353141"/>
                </a:lnTo>
                <a:lnTo>
                  <a:pt x="382524" y="358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004963" y="5986462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75" y="7620"/>
                </a:lnTo>
                <a:lnTo>
                  <a:pt x="418909" y="7620"/>
                </a:lnTo>
                <a:lnTo>
                  <a:pt x="421366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66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0" y="17779"/>
                </a:moveTo>
                <a:lnTo>
                  <a:pt x="18922" y="17779"/>
                </a:lnTo>
                <a:lnTo>
                  <a:pt x="23152" y="13970"/>
                </a:lnTo>
                <a:lnTo>
                  <a:pt x="23494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0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7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2" y="332739"/>
                </a:moveTo>
                <a:lnTo>
                  <a:pt x="7581" y="332739"/>
                </a:lnTo>
                <a:lnTo>
                  <a:pt x="5080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80" y="38100"/>
                </a:lnTo>
                <a:lnTo>
                  <a:pt x="7581" y="33020"/>
                </a:lnTo>
                <a:lnTo>
                  <a:pt x="18922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3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715" y="5842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3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2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3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3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05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2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7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0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4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09" y="358139"/>
                </a:moveTo>
                <a:lnTo>
                  <a:pt x="33375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66" y="356870"/>
                </a:lnTo>
                <a:lnTo>
                  <a:pt x="418909" y="358139"/>
                </a:lnTo>
                <a:close/>
              </a:path>
              <a:path w="452755" h="365760">
                <a:moveTo>
                  <a:pt x="421366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66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065275" y="6073140"/>
            <a:ext cx="332740" cy="192405"/>
          </a:xfrm>
          <a:custGeom>
            <a:avLst/>
            <a:gdLst/>
            <a:ahLst/>
            <a:cxnLst/>
            <a:rect l="l" t="t" r="r" b="b"/>
            <a:pathLst>
              <a:path w="332740" h="192404">
                <a:moveTo>
                  <a:pt x="0" y="0"/>
                </a:moveTo>
                <a:lnTo>
                  <a:pt x="332231" y="0"/>
                </a:lnTo>
                <a:lnTo>
                  <a:pt x="332231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060450" y="6069012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100785" y="6109334"/>
            <a:ext cx="143205" cy="138277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134135" y="6109334"/>
            <a:ext cx="216179" cy="144779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851916" y="6073140"/>
            <a:ext cx="257810" cy="210820"/>
          </a:xfrm>
          <a:custGeom>
            <a:avLst/>
            <a:gdLst/>
            <a:ahLst/>
            <a:cxnLst/>
            <a:rect l="l" t="t" r="r" b="b"/>
            <a:pathLst>
              <a:path w="257809" h="210820">
                <a:moveTo>
                  <a:pt x="67056" y="210312"/>
                </a:moveTo>
                <a:lnTo>
                  <a:pt x="67056" y="163068"/>
                </a:lnTo>
                <a:lnTo>
                  <a:pt x="0" y="163068"/>
                </a:lnTo>
                <a:lnTo>
                  <a:pt x="0" y="48768"/>
                </a:lnTo>
                <a:lnTo>
                  <a:pt x="67056" y="48768"/>
                </a:lnTo>
                <a:lnTo>
                  <a:pt x="67056" y="0"/>
                </a:lnTo>
                <a:lnTo>
                  <a:pt x="257556" y="105156"/>
                </a:lnTo>
                <a:lnTo>
                  <a:pt x="67056" y="210312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47725" y="6065723"/>
            <a:ext cx="272415" cy="226060"/>
          </a:xfrm>
          <a:custGeom>
            <a:avLst/>
            <a:gdLst/>
            <a:ahLst/>
            <a:cxnLst/>
            <a:rect l="l" t="t" r="r" b="b"/>
            <a:pathLst>
              <a:path w="272415" h="226060">
                <a:moveTo>
                  <a:pt x="66675" y="55676"/>
                </a:moveTo>
                <a:lnTo>
                  <a:pt x="66675" y="0"/>
                </a:lnTo>
                <a:lnTo>
                  <a:pt x="81314" y="8051"/>
                </a:lnTo>
                <a:lnTo>
                  <a:pt x="76200" y="8051"/>
                </a:lnTo>
                <a:lnTo>
                  <a:pt x="69138" y="12230"/>
                </a:lnTo>
                <a:lnTo>
                  <a:pt x="76200" y="16113"/>
                </a:lnTo>
                <a:lnTo>
                  <a:pt x="76200" y="50914"/>
                </a:lnTo>
                <a:lnTo>
                  <a:pt x="71437" y="50914"/>
                </a:lnTo>
                <a:lnTo>
                  <a:pt x="66675" y="55676"/>
                </a:lnTo>
                <a:close/>
              </a:path>
              <a:path w="272415" h="226060">
                <a:moveTo>
                  <a:pt x="76200" y="16113"/>
                </a:moveTo>
                <a:lnTo>
                  <a:pt x="69138" y="12230"/>
                </a:lnTo>
                <a:lnTo>
                  <a:pt x="76200" y="8051"/>
                </a:lnTo>
                <a:lnTo>
                  <a:pt x="76200" y="16113"/>
                </a:lnTo>
                <a:close/>
              </a:path>
              <a:path w="272415" h="226060">
                <a:moveTo>
                  <a:pt x="252041" y="112826"/>
                </a:moveTo>
                <a:lnTo>
                  <a:pt x="76200" y="16113"/>
                </a:lnTo>
                <a:lnTo>
                  <a:pt x="76200" y="8051"/>
                </a:lnTo>
                <a:lnTo>
                  <a:pt x="81314" y="8051"/>
                </a:lnTo>
                <a:lnTo>
                  <a:pt x="264221" y="108648"/>
                </a:lnTo>
                <a:lnTo>
                  <a:pt x="259638" y="108648"/>
                </a:lnTo>
                <a:lnTo>
                  <a:pt x="252041" y="112826"/>
                </a:lnTo>
                <a:close/>
              </a:path>
              <a:path w="272415" h="226060">
                <a:moveTo>
                  <a:pt x="66675" y="174739"/>
                </a:moveTo>
                <a:lnTo>
                  <a:pt x="0" y="174739"/>
                </a:lnTo>
                <a:lnTo>
                  <a:pt x="0" y="50914"/>
                </a:lnTo>
                <a:lnTo>
                  <a:pt x="66675" y="50914"/>
                </a:lnTo>
                <a:lnTo>
                  <a:pt x="66675" y="55676"/>
                </a:lnTo>
                <a:lnTo>
                  <a:pt x="9525" y="55676"/>
                </a:lnTo>
                <a:lnTo>
                  <a:pt x="4762" y="60439"/>
                </a:lnTo>
                <a:lnTo>
                  <a:pt x="9525" y="60439"/>
                </a:lnTo>
                <a:lnTo>
                  <a:pt x="9525" y="165214"/>
                </a:lnTo>
                <a:lnTo>
                  <a:pt x="4762" y="165214"/>
                </a:lnTo>
                <a:lnTo>
                  <a:pt x="9525" y="169976"/>
                </a:lnTo>
                <a:lnTo>
                  <a:pt x="66675" y="169976"/>
                </a:lnTo>
                <a:lnTo>
                  <a:pt x="66675" y="174739"/>
                </a:lnTo>
                <a:close/>
              </a:path>
              <a:path w="272415" h="226060">
                <a:moveTo>
                  <a:pt x="76200" y="60439"/>
                </a:moveTo>
                <a:lnTo>
                  <a:pt x="9525" y="60439"/>
                </a:lnTo>
                <a:lnTo>
                  <a:pt x="9525" y="55676"/>
                </a:lnTo>
                <a:lnTo>
                  <a:pt x="66675" y="55676"/>
                </a:lnTo>
                <a:lnTo>
                  <a:pt x="71437" y="50914"/>
                </a:lnTo>
                <a:lnTo>
                  <a:pt x="76200" y="50914"/>
                </a:lnTo>
                <a:lnTo>
                  <a:pt x="76200" y="60439"/>
                </a:lnTo>
                <a:close/>
              </a:path>
              <a:path w="272415" h="226060">
                <a:moveTo>
                  <a:pt x="9525" y="60439"/>
                </a:moveTo>
                <a:lnTo>
                  <a:pt x="4762" y="60439"/>
                </a:lnTo>
                <a:lnTo>
                  <a:pt x="9525" y="55676"/>
                </a:lnTo>
                <a:lnTo>
                  <a:pt x="9525" y="60439"/>
                </a:lnTo>
                <a:close/>
              </a:path>
              <a:path w="272415" h="226060">
                <a:moveTo>
                  <a:pt x="259638" y="117005"/>
                </a:moveTo>
                <a:lnTo>
                  <a:pt x="252041" y="112826"/>
                </a:lnTo>
                <a:lnTo>
                  <a:pt x="259638" y="108648"/>
                </a:lnTo>
                <a:lnTo>
                  <a:pt x="259638" y="117005"/>
                </a:lnTo>
                <a:close/>
              </a:path>
              <a:path w="272415" h="226060">
                <a:moveTo>
                  <a:pt x="264221" y="117005"/>
                </a:moveTo>
                <a:lnTo>
                  <a:pt x="259638" y="117005"/>
                </a:lnTo>
                <a:lnTo>
                  <a:pt x="259638" y="108648"/>
                </a:lnTo>
                <a:lnTo>
                  <a:pt x="264221" y="108648"/>
                </a:lnTo>
                <a:lnTo>
                  <a:pt x="271818" y="112826"/>
                </a:lnTo>
                <a:lnTo>
                  <a:pt x="264221" y="117005"/>
                </a:lnTo>
                <a:close/>
              </a:path>
              <a:path w="272415" h="226060">
                <a:moveTo>
                  <a:pt x="81314" y="217601"/>
                </a:moveTo>
                <a:lnTo>
                  <a:pt x="76200" y="217601"/>
                </a:lnTo>
                <a:lnTo>
                  <a:pt x="76200" y="209539"/>
                </a:lnTo>
                <a:lnTo>
                  <a:pt x="252041" y="112826"/>
                </a:lnTo>
                <a:lnTo>
                  <a:pt x="259638" y="117005"/>
                </a:lnTo>
                <a:lnTo>
                  <a:pt x="264221" y="117005"/>
                </a:lnTo>
                <a:lnTo>
                  <a:pt x="81314" y="217601"/>
                </a:lnTo>
                <a:close/>
              </a:path>
              <a:path w="272415" h="226060">
                <a:moveTo>
                  <a:pt x="9525" y="169976"/>
                </a:moveTo>
                <a:lnTo>
                  <a:pt x="4762" y="165214"/>
                </a:lnTo>
                <a:lnTo>
                  <a:pt x="9525" y="165214"/>
                </a:lnTo>
                <a:lnTo>
                  <a:pt x="9525" y="169976"/>
                </a:lnTo>
                <a:close/>
              </a:path>
              <a:path w="272415" h="226060">
                <a:moveTo>
                  <a:pt x="76200" y="174739"/>
                </a:moveTo>
                <a:lnTo>
                  <a:pt x="71437" y="174739"/>
                </a:lnTo>
                <a:lnTo>
                  <a:pt x="66675" y="169976"/>
                </a:lnTo>
                <a:lnTo>
                  <a:pt x="9525" y="169976"/>
                </a:lnTo>
                <a:lnTo>
                  <a:pt x="9525" y="165214"/>
                </a:lnTo>
                <a:lnTo>
                  <a:pt x="76200" y="165214"/>
                </a:lnTo>
                <a:lnTo>
                  <a:pt x="76200" y="174739"/>
                </a:lnTo>
                <a:close/>
              </a:path>
              <a:path w="272415" h="226060">
                <a:moveTo>
                  <a:pt x="66675" y="225653"/>
                </a:moveTo>
                <a:lnTo>
                  <a:pt x="66675" y="169976"/>
                </a:lnTo>
                <a:lnTo>
                  <a:pt x="71437" y="174739"/>
                </a:lnTo>
                <a:lnTo>
                  <a:pt x="76200" y="174739"/>
                </a:lnTo>
                <a:lnTo>
                  <a:pt x="76200" y="209539"/>
                </a:lnTo>
                <a:lnTo>
                  <a:pt x="69138" y="213423"/>
                </a:lnTo>
                <a:lnTo>
                  <a:pt x="76200" y="217601"/>
                </a:lnTo>
                <a:lnTo>
                  <a:pt x="81314" y="217601"/>
                </a:lnTo>
                <a:lnTo>
                  <a:pt x="66675" y="225653"/>
                </a:lnTo>
                <a:close/>
              </a:path>
              <a:path w="272415" h="226060">
                <a:moveTo>
                  <a:pt x="76200" y="217601"/>
                </a:moveTo>
                <a:lnTo>
                  <a:pt x="69138" y="213423"/>
                </a:lnTo>
                <a:lnTo>
                  <a:pt x="76200" y="209539"/>
                </a:lnTo>
                <a:lnTo>
                  <a:pt x="76200" y="2176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1732914" y="1803400"/>
            <a:ext cx="553529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30" dirty="0">
                <a:latin typeface="Arial Narrow"/>
                <a:cs typeface="Arial Narrow"/>
              </a:rPr>
              <a:t>UPDATE </a:t>
            </a:r>
            <a:r>
              <a:rPr sz="2400" b="1" spc="-5" dirty="0">
                <a:latin typeface="Arial Narrow"/>
                <a:cs typeface="Arial Narrow"/>
              </a:rPr>
              <a:t>Statement to </a:t>
            </a:r>
            <a:r>
              <a:rPr sz="2400" b="1" dirty="0">
                <a:latin typeface="Arial Narrow"/>
                <a:cs typeface="Arial Narrow"/>
              </a:rPr>
              <a:t>a </a:t>
            </a:r>
            <a:r>
              <a:rPr sz="2400" b="1" spc="-35" dirty="0">
                <a:latin typeface="Arial Narrow"/>
                <a:cs typeface="Arial Narrow"/>
              </a:rPr>
              <a:t>Table </a:t>
            </a:r>
            <a:r>
              <a:rPr sz="2400" b="1" spc="-5" dirty="0">
                <a:latin typeface="Arial Narrow"/>
                <a:cs typeface="Arial Narrow"/>
              </a:rPr>
              <a:t>with </a:t>
            </a:r>
            <a:r>
              <a:rPr sz="2400" b="1" dirty="0">
                <a:latin typeface="Arial Narrow"/>
                <a:cs typeface="Arial Narrow"/>
              </a:rPr>
              <a:t>an </a:t>
            </a:r>
            <a:r>
              <a:rPr sz="2400" b="1" spc="-30" dirty="0">
                <a:latin typeface="Arial Narrow"/>
                <a:cs typeface="Arial Narrow"/>
              </a:rPr>
              <a:t>UPDATE  </a:t>
            </a:r>
            <a:r>
              <a:rPr sz="2400" b="1" spc="-20" dirty="0">
                <a:latin typeface="Arial Narrow"/>
                <a:cs typeface="Arial Narrow"/>
              </a:rPr>
              <a:t>Trigger</a:t>
            </a:r>
            <a:r>
              <a:rPr sz="2400" b="1" spc="-10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Defined</a:t>
            </a:r>
            <a:endParaRPr sz="24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Arial Narrow"/>
              <a:cs typeface="Arial Narrow"/>
            </a:endParaRPr>
          </a:p>
          <a:p>
            <a:pPr marL="12700" marR="411480">
              <a:lnSpc>
                <a:spcPct val="100000"/>
              </a:lnSpc>
            </a:pPr>
            <a:r>
              <a:rPr sz="2400" b="1" spc="-30" dirty="0">
                <a:latin typeface="Arial Narrow"/>
                <a:cs typeface="Arial Narrow"/>
              </a:rPr>
              <a:t>UPDATE </a:t>
            </a:r>
            <a:r>
              <a:rPr sz="2400" b="1" spc="-5" dirty="0">
                <a:latin typeface="Arial Narrow"/>
                <a:cs typeface="Arial Narrow"/>
              </a:rPr>
              <a:t>Statement Logged </a:t>
            </a:r>
            <a:r>
              <a:rPr sz="2400" b="1" dirty="0">
                <a:latin typeface="Arial Narrow"/>
                <a:cs typeface="Arial Narrow"/>
              </a:rPr>
              <a:t>as </a:t>
            </a:r>
            <a:r>
              <a:rPr sz="2400" b="1" spc="-5" dirty="0">
                <a:latin typeface="Arial Narrow"/>
                <a:cs typeface="Arial Narrow"/>
              </a:rPr>
              <a:t>INSERT and  DELETE Statements</a:t>
            </a:r>
            <a:endParaRPr sz="24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latin typeface="Arial Narrow"/>
                <a:cs typeface="Arial Narrow"/>
              </a:rPr>
              <a:t>Trigger </a:t>
            </a:r>
            <a:r>
              <a:rPr sz="2400" b="1" spc="-5" dirty="0">
                <a:latin typeface="Arial Narrow"/>
                <a:cs typeface="Arial Narrow"/>
              </a:rPr>
              <a:t>Actions</a:t>
            </a:r>
            <a:r>
              <a:rPr sz="2400" b="1" spc="-70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Executed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1251585" y="1831022"/>
            <a:ext cx="414654" cy="414654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370330" y="1910384"/>
            <a:ext cx="125564" cy="218909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251585" y="2893060"/>
            <a:ext cx="414654" cy="414654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358264" y="2972422"/>
            <a:ext cx="163664" cy="218909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251585" y="3959859"/>
            <a:ext cx="414654" cy="414655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361439" y="4039222"/>
            <a:ext cx="161124" cy="222084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697" y="388302"/>
            <a:ext cx="7174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How </a:t>
            </a:r>
            <a:r>
              <a:rPr sz="3600" dirty="0"/>
              <a:t>an </a:t>
            </a:r>
            <a:r>
              <a:rPr sz="3600" spc="-5" dirty="0"/>
              <a:t>INSTEAD OF </a:t>
            </a:r>
            <a:r>
              <a:rPr sz="3600" spc="-50" dirty="0"/>
              <a:t>Trigger</a:t>
            </a:r>
            <a:r>
              <a:rPr sz="3600" spc="-60" dirty="0"/>
              <a:t> </a:t>
            </a:r>
            <a:r>
              <a:rPr sz="3600" spc="-30" dirty="0"/>
              <a:t>Works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816610" y="1426210"/>
            <a:ext cx="2849879" cy="2014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8197" y="4094797"/>
            <a:ext cx="5056505" cy="4083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4110" y="4163085"/>
            <a:ext cx="1683219" cy="2239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8197" y="4399597"/>
            <a:ext cx="1094105" cy="4083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08797" y="4399597"/>
            <a:ext cx="1285557" cy="4083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51797" y="4399597"/>
            <a:ext cx="1017905" cy="4083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66197" y="4399597"/>
            <a:ext cx="1475105" cy="4083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37797" y="4399597"/>
            <a:ext cx="636904" cy="4083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18197" y="4704397"/>
            <a:ext cx="1094105" cy="10941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08797" y="4704397"/>
            <a:ext cx="1272857" cy="10941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51797" y="4704397"/>
            <a:ext cx="1017905" cy="10941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66197" y="4704397"/>
            <a:ext cx="1475105" cy="10941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237797" y="4704397"/>
            <a:ext cx="636904" cy="10941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33437" y="4719637"/>
            <a:ext cx="1000125" cy="1000125"/>
          </a:xfrm>
          <a:custGeom>
            <a:avLst/>
            <a:gdLst/>
            <a:ahLst/>
            <a:cxnLst/>
            <a:rect l="l" t="t" r="r" b="b"/>
            <a:pathLst>
              <a:path w="1000125" h="1000125">
                <a:moveTo>
                  <a:pt x="10001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1000125" y="0"/>
                </a:lnTo>
                <a:lnTo>
                  <a:pt x="100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1000125" y="995362"/>
                </a:lnTo>
                <a:lnTo>
                  <a:pt x="1000125" y="1000125"/>
                </a:lnTo>
                <a:close/>
              </a:path>
              <a:path w="10001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00125" h="1000125">
                <a:moveTo>
                  <a:pt x="99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90600" y="4762"/>
                </a:lnTo>
                <a:lnTo>
                  <a:pt x="990600" y="9525"/>
                </a:lnTo>
                <a:close/>
              </a:path>
              <a:path w="1000125" h="1000125">
                <a:moveTo>
                  <a:pt x="990600" y="995362"/>
                </a:moveTo>
                <a:lnTo>
                  <a:pt x="990600" y="4762"/>
                </a:lnTo>
                <a:lnTo>
                  <a:pt x="995362" y="9525"/>
                </a:lnTo>
                <a:lnTo>
                  <a:pt x="1000125" y="9525"/>
                </a:lnTo>
                <a:lnTo>
                  <a:pt x="1000125" y="990600"/>
                </a:lnTo>
                <a:lnTo>
                  <a:pt x="995362" y="990600"/>
                </a:lnTo>
                <a:lnTo>
                  <a:pt x="990600" y="995362"/>
                </a:lnTo>
                <a:close/>
              </a:path>
              <a:path w="1000125" h="1000125">
                <a:moveTo>
                  <a:pt x="1000125" y="9525"/>
                </a:moveTo>
                <a:lnTo>
                  <a:pt x="995362" y="9525"/>
                </a:lnTo>
                <a:lnTo>
                  <a:pt x="990600" y="4762"/>
                </a:lnTo>
                <a:lnTo>
                  <a:pt x="1000125" y="4762"/>
                </a:lnTo>
                <a:lnTo>
                  <a:pt x="1000125" y="9525"/>
                </a:lnTo>
                <a:close/>
              </a:path>
              <a:path w="10001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1000125" h="1000125">
                <a:moveTo>
                  <a:pt x="9906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990600" y="990600"/>
                </a:lnTo>
                <a:lnTo>
                  <a:pt x="990600" y="995362"/>
                </a:lnTo>
                <a:close/>
              </a:path>
              <a:path w="1000125" h="1000125">
                <a:moveTo>
                  <a:pt x="1000125" y="995362"/>
                </a:moveTo>
                <a:lnTo>
                  <a:pt x="990600" y="995362"/>
                </a:lnTo>
                <a:lnTo>
                  <a:pt x="995362" y="990600"/>
                </a:lnTo>
                <a:lnTo>
                  <a:pt x="1000125" y="990600"/>
                </a:lnTo>
                <a:lnTo>
                  <a:pt x="10001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24037" y="4719637"/>
            <a:ext cx="1152525" cy="1000125"/>
          </a:xfrm>
          <a:custGeom>
            <a:avLst/>
            <a:gdLst/>
            <a:ahLst/>
            <a:cxnLst/>
            <a:rect l="l" t="t" r="r" b="b"/>
            <a:pathLst>
              <a:path w="1152525" h="1000125">
                <a:moveTo>
                  <a:pt x="11525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1152525" y="0"/>
                </a:lnTo>
                <a:lnTo>
                  <a:pt x="1152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1152525" y="995362"/>
                </a:lnTo>
                <a:lnTo>
                  <a:pt x="1152525" y="1000125"/>
                </a:lnTo>
                <a:close/>
              </a:path>
              <a:path w="11525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52525" h="1000125">
                <a:moveTo>
                  <a:pt x="1143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43000" y="4762"/>
                </a:lnTo>
                <a:lnTo>
                  <a:pt x="1143000" y="9525"/>
                </a:lnTo>
                <a:close/>
              </a:path>
              <a:path w="1152525" h="1000125">
                <a:moveTo>
                  <a:pt x="1143000" y="995362"/>
                </a:moveTo>
                <a:lnTo>
                  <a:pt x="1143000" y="4762"/>
                </a:lnTo>
                <a:lnTo>
                  <a:pt x="1147762" y="9525"/>
                </a:lnTo>
                <a:lnTo>
                  <a:pt x="1152525" y="9525"/>
                </a:lnTo>
                <a:lnTo>
                  <a:pt x="1152525" y="990600"/>
                </a:lnTo>
                <a:lnTo>
                  <a:pt x="1147762" y="990600"/>
                </a:lnTo>
                <a:lnTo>
                  <a:pt x="1143000" y="995362"/>
                </a:lnTo>
                <a:close/>
              </a:path>
              <a:path w="1152525" h="1000125">
                <a:moveTo>
                  <a:pt x="1152525" y="9525"/>
                </a:moveTo>
                <a:lnTo>
                  <a:pt x="1147762" y="9525"/>
                </a:lnTo>
                <a:lnTo>
                  <a:pt x="1143000" y="4762"/>
                </a:lnTo>
                <a:lnTo>
                  <a:pt x="1152525" y="4762"/>
                </a:lnTo>
                <a:lnTo>
                  <a:pt x="1152525" y="9525"/>
                </a:lnTo>
                <a:close/>
              </a:path>
              <a:path w="11525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1152525" h="1000125">
                <a:moveTo>
                  <a:pt x="11430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1143000" y="990600"/>
                </a:lnTo>
                <a:lnTo>
                  <a:pt x="1143000" y="995362"/>
                </a:lnTo>
                <a:close/>
              </a:path>
              <a:path w="1152525" h="1000125">
                <a:moveTo>
                  <a:pt x="1152525" y="995362"/>
                </a:moveTo>
                <a:lnTo>
                  <a:pt x="1143000" y="995362"/>
                </a:lnTo>
                <a:lnTo>
                  <a:pt x="1147762" y="990600"/>
                </a:lnTo>
                <a:lnTo>
                  <a:pt x="1152525" y="990600"/>
                </a:lnTo>
                <a:lnTo>
                  <a:pt x="11525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67037" y="4719637"/>
            <a:ext cx="923925" cy="1000125"/>
          </a:xfrm>
          <a:custGeom>
            <a:avLst/>
            <a:gdLst/>
            <a:ahLst/>
            <a:cxnLst/>
            <a:rect l="l" t="t" r="r" b="b"/>
            <a:pathLst>
              <a:path w="923925" h="1000125">
                <a:moveTo>
                  <a:pt x="9239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923925" y="0"/>
                </a:lnTo>
                <a:lnTo>
                  <a:pt x="923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923925" y="995362"/>
                </a:lnTo>
                <a:lnTo>
                  <a:pt x="923925" y="1000125"/>
                </a:lnTo>
                <a:close/>
              </a:path>
              <a:path w="9239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923925" h="1000125">
                <a:moveTo>
                  <a:pt x="914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14400" y="4762"/>
                </a:lnTo>
                <a:lnTo>
                  <a:pt x="914400" y="9525"/>
                </a:lnTo>
                <a:close/>
              </a:path>
              <a:path w="923925" h="1000125">
                <a:moveTo>
                  <a:pt x="914400" y="995362"/>
                </a:moveTo>
                <a:lnTo>
                  <a:pt x="914400" y="4762"/>
                </a:lnTo>
                <a:lnTo>
                  <a:pt x="919162" y="9525"/>
                </a:lnTo>
                <a:lnTo>
                  <a:pt x="923925" y="9525"/>
                </a:lnTo>
                <a:lnTo>
                  <a:pt x="923925" y="990600"/>
                </a:lnTo>
                <a:lnTo>
                  <a:pt x="919162" y="990600"/>
                </a:lnTo>
                <a:lnTo>
                  <a:pt x="914400" y="995362"/>
                </a:lnTo>
                <a:close/>
              </a:path>
              <a:path w="923925" h="1000125">
                <a:moveTo>
                  <a:pt x="923925" y="9525"/>
                </a:moveTo>
                <a:lnTo>
                  <a:pt x="919162" y="9525"/>
                </a:lnTo>
                <a:lnTo>
                  <a:pt x="914400" y="4762"/>
                </a:lnTo>
                <a:lnTo>
                  <a:pt x="923925" y="4762"/>
                </a:lnTo>
                <a:lnTo>
                  <a:pt x="923925" y="9525"/>
                </a:lnTo>
                <a:close/>
              </a:path>
              <a:path w="9239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923925" h="1000125">
                <a:moveTo>
                  <a:pt x="9144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914400" y="990600"/>
                </a:lnTo>
                <a:lnTo>
                  <a:pt x="914400" y="995362"/>
                </a:lnTo>
                <a:close/>
              </a:path>
              <a:path w="923925" h="1000125">
                <a:moveTo>
                  <a:pt x="923925" y="995362"/>
                </a:moveTo>
                <a:lnTo>
                  <a:pt x="914400" y="995362"/>
                </a:lnTo>
                <a:lnTo>
                  <a:pt x="919162" y="990600"/>
                </a:lnTo>
                <a:lnTo>
                  <a:pt x="923925" y="990600"/>
                </a:lnTo>
                <a:lnTo>
                  <a:pt x="9239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81437" y="4719637"/>
            <a:ext cx="1381125" cy="1000125"/>
          </a:xfrm>
          <a:custGeom>
            <a:avLst/>
            <a:gdLst/>
            <a:ahLst/>
            <a:cxnLst/>
            <a:rect l="l" t="t" r="r" b="b"/>
            <a:pathLst>
              <a:path w="1381125" h="1000125">
                <a:moveTo>
                  <a:pt x="13811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1381125" y="995362"/>
                </a:lnTo>
                <a:lnTo>
                  <a:pt x="1381125" y="1000125"/>
                </a:lnTo>
                <a:close/>
              </a:path>
              <a:path w="13811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10001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1000125">
                <a:moveTo>
                  <a:pt x="1371600" y="9953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990600"/>
                </a:lnTo>
                <a:lnTo>
                  <a:pt x="1376362" y="990600"/>
                </a:lnTo>
                <a:lnTo>
                  <a:pt x="1371600" y="995362"/>
                </a:lnTo>
                <a:close/>
              </a:path>
              <a:path w="1381125" h="10001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1381125" h="1000125">
                <a:moveTo>
                  <a:pt x="13716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1371600" y="990600"/>
                </a:lnTo>
                <a:lnTo>
                  <a:pt x="1371600" y="995362"/>
                </a:lnTo>
                <a:close/>
              </a:path>
              <a:path w="1381125" h="1000125">
                <a:moveTo>
                  <a:pt x="1381125" y="995362"/>
                </a:moveTo>
                <a:lnTo>
                  <a:pt x="1371600" y="995362"/>
                </a:lnTo>
                <a:lnTo>
                  <a:pt x="1376362" y="990600"/>
                </a:lnTo>
                <a:lnTo>
                  <a:pt x="1381125" y="990600"/>
                </a:lnTo>
                <a:lnTo>
                  <a:pt x="13811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253037" y="4719637"/>
            <a:ext cx="542925" cy="1000125"/>
          </a:xfrm>
          <a:custGeom>
            <a:avLst/>
            <a:gdLst/>
            <a:ahLst/>
            <a:cxnLst/>
            <a:rect l="l" t="t" r="r" b="b"/>
            <a:pathLst>
              <a:path w="542925" h="1000125">
                <a:moveTo>
                  <a:pt x="5429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542925" y="995362"/>
                </a:lnTo>
                <a:lnTo>
                  <a:pt x="542925" y="1000125"/>
                </a:lnTo>
                <a:close/>
              </a:path>
              <a:path w="5429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10001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1000125">
                <a:moveTo>
                  <a:pt x="533400" y="9953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990600"/>
                </a:lnTo>
                <a:lnTo>
                  <a:pt x="538162" y="990600"/>
                </a:lnTo>
                <a:lnTo>
                  <a:pt x="533400" y="995362"/>
                </a:lnTo>
                <a:close/>
              </a:path>
              <a:path w="542925" h="10001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542925" h="1000125">
                <a:moveTo>
                  <a:pt x="5334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533400" y="990600"/>
                </a:lnTo>
                <a:lnTo>
                  <a:pt x="533400" y="995362"/>
                </a:lnTo>
                <a:close/>
              </a:path>
              <a:path w="542925" h="1000125">
                <a:moveTo>
                  <a:pt x="542925" y="995362"/>
                </a:moveTo>
                <a:lnTo>
                  <a:pt x="533400" y="995362"/>
                </a:lnTo>
                <a:lnTo>
                  <a:pt x="538162" y="990600"/>
                </a:lnTo>
                <a:lnTo>
                  <a:pt x="542925" y="990600"/>
                </a:lnTo>
                <a:lnTo>
                  <a:pt x="5429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37972" y="5986271"/>
            <a:ext cx="443865" cy="358140"/>
          </a:xfrm>
          <a:custGeom>
            <a:avLst/>
            <a:gdLst/>
            <a:ahLst/>
            <a:cxnLst/>
            <a:rect l="l" t="t" r="r" b="b"/>
            <a:pathLst>
              <a:path w="443865" h="358139">
                <a:moveTo>
                  <a:pt x="384047" y="358139"/>
                </a:moveTo>
                <a:lnTo>
                  <a:pt x="59436" y="358139"/>
                </a:lnTo>
                <a:lnTo>
                  <a:pt x="36427" y="353010"/>
                </a:lnTo>
                <a:lnTo>
                  <a:pt x="17568" y="339952"/>
                </a:lnTo>
                <a:lnTo>
                  <a:pt x="4784" y="320747"/>
                </a:lnTo>
                <a:lnTo>
                  <a:pt x="0" y="297179"/>
                </a:lnTo>
                <a:lnTo>
                  <a:pt x="0" y="59436"/>
                </a:lnTo>
                <a:lnTo>
                  <a:pt x="4784" y="36427"/>
                </a:lnTo>
                <a:lnTo>
                  <a:pt x="17568" y="17568"/>
                </a:lnTo>
                <a:lnTo>
                  <a:pt x="36427" y="4784"/>
                </a:lnTo>
                <a:lnTo>
                  <a:pt x="59436" y="0"/>
                </a:lnTo>
                <a:lnTo>
                  <a:pt x="384047" y="0"/>
                </a:lnTo>
                <a:lnTo>
                  <a:pt x="406949" y="4784"/>
                </a:lnTo>
                <a:lnTo>
                  <a:pt x="425772" y="17568"/>
                </a:lnTo>
                <a:lnTo>
                  <a:pt x="438592" y="36427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592" y="320747"/>
                </a:lnTo>
                <a:lnTo>
                  <a:pt x="425772" y="339952"/>
                </a:lnTo>
                <a:lnTo>
                  <a:pt x="406949" y="353010"/>
                </a:lnTo>
                <a:lnTo>
                  <a:pt x="384047" y="358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3476" y="5981700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75" y="7620"/>
                </a:lnTo>
                <a:lnTo>
                  <a:pt x="418922" y="7620"/>
                </a:lnTo>
                <a:lnTo>
                  <a:pt x="421373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73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1" y="17779"/>
                </a:moveTo>
                <a:lnTo>
                  <a:pt x="18923" y="17779"/>
                </a:lnTo>
                <a:lnTo>
                  <a:pt x="23152" y="13970"/>
                </a:lnTo>
                <a:lnTo>
                  <a:pt x="23495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1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54" y="25400"/>
                </a:lnTo>
                <a:lnTo>
                  <a:pt x="21805" y="29210"/>
                </a:lnTo>
                <a:lnTo>
                  <a:pt x="22098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3" y="332739"/>
                </a:moveTo>
                <a:lnTo>
                  <a:pt x="7581" y="332739"/>
                </a:lnTo>
                <a:lnTo>
                  <a:pt x="5079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79" y="38100"/>
                </a:lnTo>
                <a:lnTo>
                  <a:pt x="7581" y="33020"/>
                </a:lnTo>
                <a:lnTo>
                  <a:pt x="18923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2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842" y="5715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50" y="318770"/>
                </a:lnTo>
                <a:lnTo>
                  <a:pt x="12237" y="318770"/>
                </a:lnTo>
                <a:lnTo>
                  <a:pt x="13842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3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2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50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2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05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3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8" y="336550"/>
                </a:lnTo>
                <a:lnTo>
                  <a:pt x="21805" y="336550"/>
                </a:lnTo>
                <a:lnTo>
                  <a:pt x="25654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1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5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22" y="358139"/>
                </a:moveTo>
                <a:lnTo>
                  <a:pt x="33375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73" y="356870"/>
                </a:lnTo>
                <a:lnTo>
                  <a:pt x="418922" y="358139"/>
                </a:lnTo>
                <a:close/>
              </a:path>
              <a:path w="452755" h="365760">
                <a:moveTo>
                  <a:pt x="421373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73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88962" y="6064250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1672" y="6055359"/>
            <a:ext cx="143205" cy="13825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70864" y="6104572"/>
            <a:ext cx="207962" cy="14477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36319" y="5986271"/>
            <a:ext cx="443865" cy="358140"/>
          </a:xfrm>
          <a:custGeom>
            <a:avLst/>
            <a:gdLst/>
            <a:ahLst/>
            <a:cxnLst/>
            <a:rect l="l" t="t" r="r" b="b"/>
            <a:pathLst>
              <a:path w="443865" h="358139">
                <a:moveTo>
                  <a:pt x="384048" y="358139"/>
                </a:moveTo>
                <a:lnTo>
                  <a:pt x="59436" y="358139"/>
                </a:lnTo>
                <a:lnTo>
                  <a:pt x="36499" y="353010"/>
                </a:lnTo>
                <a:lnTo>
                  <a:pt x="17664" y="339952"/>
                </a:lnTo>
                <a:lnTo>
                  <a:pt x="4855" y="320747"/>
                </a:lnTo>
                <a:lnTo>
                  <a:pt x="0" y="297179"/>
                </a:lnTo>
                <a:lnTo>
                  <a:pt x="0" y="59436"/>
                </a:lnTo>
                <a:lnTo>
                  <a:pt x="4855" y="36427"/>
                </a:lnTo>
                <a:lnTo>
                  <a:pt x="17664" y="17568"/>
                </a:lnTo>
                <a:lnTo>
                  <a:pt x="36499" y="4784"/>
                </a:lnTo>
                <a:lnTo>
                  <a:pt x="59436" y="0"/>
                </a:lnTo>
                <a:lnTo>
                  <a:pt x="384048" y="0"/>
                </a:lnTo>
                <a:lnTo>
                  <a:pt x="407020" y="4784"/>
                </a:lnTo>
                <a:lnTo>
                  <a:pt x="425867" y="17568"/>
                </a:lnTo>
                <a:lnTo>
                  <a:pt x="438663" y="36427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663" y="320747"/>
                </a:lnTo>
                <a:lnTo>
                  <a:pt x="425867" y="339952"/>
                </a:lnTo>
                <a:lnTo>
                  <a:pt x="407020" y="353010"/>
                </a:lnTo>
                <a:lnTo>
                  <a:pt x="384048" y="358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31951" y="5981700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75" y="7620"/>
                </a:lnTo>
                <a:lnTo>
                  <a:pt x="418909" y="7620"/>
                </a:lnTo>
                <a:lnTo>
                  <a:pt x="421366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66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0" y="17779"/>
                </a:moveTo>
                <a:lnTo>
                  <a:pt x="18922" y="17779"/>
                </a:lnTo>
                <a:lnTo>
                  <a:pt x="23152" y="13970"/>
                </a:lnTo>
                <a:lnTo>
                  <a:pt x="23494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0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7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2" y="332739"/>
                </a:moveTo>
                <a:lnTo>
                  <a:pt x="7581" y="332739"/>
                </a:lnTo>
                <a:lnTo>
                  <a:pt x="5080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80" y="38100"/>
                </a:lnTo>
                <a:lnTo>
                  <a:pt x="7581" y="33020"/>
                </a:lnTo>
                <a:lnTo>
                  <a:pt x="18922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3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715" y="5842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3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2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3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3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05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2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7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0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4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09" y="358139"/>
                </a:moveTo>
                <a:lnTo>
                  <a:pt x="33375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66" y="356870"/>
                </a:lnTo>
                <a:lnTo>
                  <a:pt x="418909" y="358139"/>
                </a:lnTo>
                <a:close/>
              </a:path>
              <a:path w="452755" h="365760">
                <a:moveTo>
                  <a:pt x="421366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66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87437" y="6064250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27772" y="6104572"/>
            <a:ext cx="143205" cy="13827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61122" y="6104572"/>
            <a:ext cx="216179" cy="14477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79347" y="6068567"/>
            <a:ext cx="257810" cy="210820"/>
          </a:xfrm>
          <a:custGeom>
            <a:avLst/>
            <a:gdLst/>
            <a:ahLst/>
            <a:cxnLst/>
            <a:rect l="l" t="t" r="r" b="b"/>
            <a:pathLst>
              <a:path w="257809" h="210820">
                <a:moveTo>
                  <a:pt x="67056" y="210312"/>
                </a:moveTo>
                <a:lnTo>
                  <a:pt x="67056" y="163068"/>
                </a:lnTo>
                <a:lnTo>
                  <a:pt x="0" y="163068"/>
                </a:lnTo>
                <a:lnTo>
                  <a:pt x="0" y="48768"/>
                </a:lnTo>
                <a:lnTo>
                  <a:pt x="67056" y="48768"/>
                </a:lnTo>
                <a:lnTo>
                  <a:pt x="67056" y="0"/>
                </a:lnTo>
                <a:lnTo>
                  <a:pt x="257556" y="105156"/>
                </a:lnTo>
                <a:lnTo>
                  <a:pt x="67056" y="210312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4712" y="6060960"/>
            <a:ext cx="272415" cy="226060"/>
          </a:xfrm>
          <a:custGeom>
            <a:avLst/>
            <a:gdLst/>
            <a:ahLst/>
            <a:cxnLst/>
            <a:rect l="l" t="t" r="r" b="b"/>
            <a:pathLst>
              <a:path w="272415" h="226060">
                <a:moveTo>
                  <a:pt x="66675" y="55676"/>
                </a:moveTo>
                <a:lnTo>
                  <a:pt x="66675" y="0"/>
                </a:lnTo>
                <a:lnTo>
                  <a:pt x="81314" y="8051"/>
                </a:lnTo>
                <a:lnTo>
                  <a:pt x="76200" y="8051"/>
                </a:lnTo>
                <a:lnTo>
                  <a:pt x="69138" y="12230"/>
                </a:lnTo>
                <a:lnTo>
                  <a:pt x="76200" y="16113"/>
                </a:lnTo>
                <a:lnTo>
                  <a:pt x="76200" y="50914"/>
                </a:lnTo>
                <a:lnTo>
                  <a:pt x="71437" y="50914"/>
                </a:lnTo>
                <a:lnTo>
                  <a:pt x="66675" y="55676"/>
                </a:lnTo>
                <a:close/>
              </a:path>
              <a:path w="272415" h="226060">
                <a:moveTo>
                  <a:pt x="76200" y="16113"/>
                </a:moveTo>
                <a:lnTo>
                  <a:pt x="69138" y="12230"/>
                </a:lnTo>
                <a:lnTo>
                  <a:pt x="76200" y="8051"/>
                </a:lnTo>
                <a:lnTo>
                  <a:pt x="76200" y="16113"/>
                </a:lnTo>
                <a:close/>
              </a:path>
              <a:path w="272415" h="226060">
                <a:moveTo>
                  <a:pt x="252041" y="112826"/>
                </a:moveTo>
                <a:lnTo>
                  <a:pt x="76200" y="16113"/>
                </a:lnTo>
                <a:lnTo>
                  <a:pt x="76200" y="8051"/>
                </a:lnTo>
                <a:lnTo>
                  <a:pt x="81314" y="8051"/>
                </a:lnTo>
                <a:lnTo>
                  <a:pt x="264221" y="108648"/>
                </a:lnTo>
                <a:lnTo>
                  <a:pt x="259638" y="108648"/>
                </a:lnTo>
                <a:lnTo>
                  <a:pt x="252041" y="112826"/>
                </a:lnTo>
                <a:close/>
              </a:path>
              <a:path w="272415" h="226060">
                <a:moveTo>
                  <a:pt x="66675" y="174739"/>
                </a:moveTo>
                <a:lnTo>
                  <a:pt x="0" y="174739"/>
                </a:lnTo>
                <a:lnTo>
                  <a:pt x="0" y="50914"/>
                </a:lnTo>
                <a:lnTo>
                  <a:pt x="66675" y="50914"/>
                </a:lnTo>
                <a:lnTo>
                  <a:pt x="66675" y="55676"/>
                </a:lnTo>
                <a:lnTo>
                  <a:pt x="9525" y="55676"/>
                </a:lnTo>
                <a:lnTo>
                  <a:pt x="4762" y="60439"/>
                </a:lnTo>
                <a:lnTo>
                  <a:pt x="9525" y="60439"/>
                </a:lnTo>
                <a:lnTo>
                  <a:pt x="9525" y="165214"/>
                </a:lnTo>
                <a:lnTo>
                  <a:pt x="4762" y="165214"/>
                </a:lnTo>
                <a:lnTo>
                  <a:pt x="9525" y="169976"/>
                </a:lnTo>
                <a:lnTo>
                  <a:pt x="66675" y="169976"/>
                </a:lnTo>
                <a:lnTo>
                  <a:pt x="66675" y="174739"/>
                </a:lnTo>
                <a:close/>
              </a:path>
              <a:path w="272415" h="226060">
                <a:moveTo>
                  <a:pt x="76200" y="60439"/>
                </a:moveTo>
                <a:lnTo>
                  <a:pt x="9525" y="60439"/>
                </a:lnTo>
                <a:lnTo>
                  <a:pt x="9525" y="55676"/>
                </a:lnTo>
                <a:lnTo>
                  <a:pt x="66675" y="55676"/>
                </a:lnTo>
                <a:lnTo>
                  <a:pt x="71437" y="50914"/>
                </a:lnTo>
                <a:lnTo>
                  <a:pt x="76200" y="50914"/>
                </a:lnTo>
                <a:lnTo>
                  <a:pt x="76200" y="60439"/>
                </a:lnTo>
                <a:close/>
              </a:path>
              <a:path w="272415" h="226060">
                <a:moveTo>
                  <a:pt x="9525" y="60439"/>
                </a:moveTo>
                <a:lnTo>
                  <a:pt x="4762" y="60439"/>
                </a:lnTo>
                <a:lnTo>
                  <a:pt x="9525" y="55676"/>
                </a:lnTo>
                <a:lnTo>
                  <a:pt x="9525" y="60439"/>
                </a:lnTo>
                <a:close/>
              </a:path>
              <a:path w="272415" h="226060">
                <a:moveTo>
                  <a:pt x="259638" y="117005"/>
                </a:moveTo>
                <a:lnTo>
                  <a:pt x="252041" y="112826"/>
                </a:lnTo>
                <a:lnTo>
                  <a:pt x="259638" y="108648"/>
                </a:lnTo>
                <a:lnTo>
                  <a:pt x="259638" y="117005"/>
                </a:lnTo>
                <a:close/>
              </a:path>
              <a:path w="272415" h="226060">
                <a:moveTo>
                  <a:pt x="264221" y="117005"/>
                </a:moveTo>
                <a:lnTo>
                  <a:pt x="259638" y="117005"/>
                </a:lnTo>
                <a:lnTo>
                  <a:pt x="259638" y="108648"/>
                </a:lnTo>
                <a:lnTo>
                  <a:pt x="264221" y="108648"/>
                </a:lnTo>
                <a:lnTo>
                  <a:pt x="271818" y="112826"/>
                </a:lnTo>
                <a:lnTo>
                  <a:pt x="264221" y="117005"/>
                </a:lnTo>
                <a:close/>
              </a:path>
              <a:path w="272415" h="226060">
                <a:moveTo>
                  <a:pt x="81314" y="217601"/>
                </a:moveTo>
                <a:lnTo>
                  <a:pt x="76200" y="217601"/>
                </a:lnTo>
                <a:lnTo>
                  <a:pt x="76200" y="209539"/>
                </a:lnTo>
                <a:lnTo>
                  <a:pt x="252041" y="112826"/>
                </a:lnTo>
                <a:lnTo>
                  <a:pt x="259638" y="117005"/>
                </a:lnTo>
                <a:lnTo>
                  <a:pt x="264221" y="117005"/>
                </a:lnTo>
                <a:lnTo>
                  <a:pt x="81314" y="217601"/>
                </a:lnTo>
                <a:close/>
              </a:path>
              <a:path w="272415" h="226060">
                <a:moveTo>
                  <a:pt x="9525" y="169976"/>
                </a:moveTo>
                <a:lnTo>
                  <a:pt x="4762" y="165214"/>
                </a:lnTo>
                <a:lnTo>
                  <a:pt x="9525" y="165214"/>
                </a:lnTo>
                <a:lnTo>
                  <a:pt x="9525" y="169976"/>
                </a:lnTo>
                <a:close/>
              </a:path>
              <a:path w="272415" h="226060">
                <a:moveTo>
                  <a:pt x="76200" y="174739"/>
                </a:moveTo>
                <a:lnTo>
                  <a:pt x="71437" y="174739"/>
                </a:lnTo>
                <a:lnTo>
                  <a:pt x="66675" y="169976"/>
                </a:lnTo>
                <a:lnTo>
                  <a:pt x="9525" y="169976"/>
                </a:lnTo>
                <a:lnTo>
                  <a:pt x="9525" y="165214"/>
                </a:lnTo>
                <a:lnTo>
                  <a:pt x="76200" y="165214"/>
                </a:lnTo>
                <a:lnTo>
                  <a:pt x="76200" y="174739"/>
                </a:lnTo>
                <a:close/>
              </a:path>
              <a:path w="272415" h="226060">
                <a:moveTo>
                  <a:pt x="66675" y="225653"/>
                </a:moveTo>
                <a:lnTo>
                  <a:pt x="66675" y="169976"/>
                </a:lnTo>
                <a:lnTo>
                  <a:pt x="71437" y="174739"/>
                </a:lnTo>
                <a:lnTo>
                  <a:pt x="76200" y="174739"/>
                </a:lnTo>
                <a:lnTo>
                  <a:pt x="76200" y="209539"/>
                </a:lnTo>
                <a:lnTo>
                  <a:pt x="69138" y="213423"/>
                </a:lnTo>
                <a:lnTo>
                  <a:pt x="76200" y="217601"/>
                </a:lnTo>
                <a:lnTo>
                  <a:pt x="81314" y="217601"/>
                </a:lnTo>
                <a:lnTo>
                  <a:pt x="66675" y="225653"/>
                </a:lnTo>
                <a:close/>
              </a:path>
              <a:path w="272415" h="226060">
                <a:moveTo>
                  <a:pt x="76200" y="217601"/>
                </a:moveTo>
                <a:lnTo>
                  <a:pt x="69138" y="213423"/>
                </a:lnTo>
                <a:lnTo>
                  <a:pt x="76200" y="209539"/>
                </a:lnTo>
                <a:lnTo>
                  <a:pt x="76200" y="2176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40409" y="983297"/>
            <a:ext cx="7688580" cy="53486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33400" y="5967984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7" y="356615"/>
                </a:moveTo>
                <a:lnTo>
                  <a:pt x="59436" y="356615"/>
                </a:lnTo>
                <a:lnTo>
                  <a:pt x="36320" y="351938"/>
                </a:lnTo>
                <a:lnTo>
                  <a:pt x="17425" y="339190"/>
                </a:lnTo>
                <a:lnTo>
                  <a:pt x="4677" y="320295"/>
                </a:lnTo>
                <a:lnTo>
                  <a:pt x="0" y="297179"/>
                </a:lnTo>
                <a:lnTo>
                  <a:pt x="0" y="59436"/>
                </a:lnTo>
                <a:lnTo>
                  <a:pt x="4677" y="35999"/>
                </a:lnTo>
                <a:lnTo>
                  <a:pt x="17425" y="16997"/>
                </a:lnTo>
                <a:lnTo>
                  <a:pt x="36320" y="4355"/>
                </a:lnTo>
                <a:lnTo>
                  <a:pt x="59436" y="0"/>
                </a:lnTo>
                <a:lnTo>
                  <a:pt x="384047" y="0"/>
                </a:lnTo>
                <a:lnTo>
                  <a:pt x="406841" y="4355"/>
                </a:lnTo>
                <a:lnTo>
                  <a:pt x="425629" y="16997"/>
                </a:lnTo>
                <a:lnTo>
                  <a:pt x="438485" y="35999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485" y="320295"/>
                </a:lnTo>
                <a:lnTo>
                  <a:pt x="425629" y="339190"/>
                </a:lnTo>
                <a:lnTo>
                  <a:pt x="406841" y="351938"/>
                </a:lnTo>
                <a:lnTo>
                  <a:pt x="384047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28713" y="5962650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62" y="7620"/>
                </a:lnTo>
                <a:lnTo>
                  <a:pt x="418922" y="7620"/>
                </a:lnTo>
                <a:lnTo>
                  <a:pt x="421373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73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1" y="17779"/>
                </a:moveTo>
                <a:lnTo>
                  <a:pt x="18923" y="17779"/>
                </a:lnTo>
                <a:lnTo>
                  <a:pt x="23152" y="13970"/>
                </a:lnTo>
                <a:lnTo>
                  <a:pt x="23495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1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8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3" y="332739"/>
                </a:moveTo>
                <a:lnTo>
                  <a:pt x="7581" y="332739"/>
                </a:lnTo>
                <a:lnTo>
                  <a:pt x="5079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79" y="38100"/>
                </a:lnTo>
                <a:lnTo>
                  <a:pt x="7581" y="33020"/>
                </a:lnTo>
                <a:lnTo>
                  <a:pt x="18923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2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842" y="5715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2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3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2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2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05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3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8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1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5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22" y="358139"/>
                </a:moveTo>
                <a:lnTo>
                  <a:pt x="33362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73" y="356870"/>
                </a:lnTo>
                <a:lnTo>
                  <a:pt x="418922" y="358139"/>
                </a:lnTo>
                <a:close/>
              </a:path>
              <a:path w="452755" h="365760">
                <a:moveTo>
                  <a:pt x="421373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73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84200" y="6045200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76910" y="6036309"/>
            <a:ext cx="143205" cy="13825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66102" y="6085522"/>
            <a:ext cx="207962" cy="14477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31747" y="5967984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8" y="356615"/>
                </a:moveTo>
                <a:lnTo>
                  <a:pt x="59436" y="356615"/>
                </a:lnTo>
                <a:lnTo>
                  <a:pt x="36392" y="351938"/>
                </a:lnTo>
                <a:lnTo>
                  <a:pt x="17521" y="339190"/>
                </a:lnTo>
                <a:lnTo>
                  <a:pt x="4748" y="320295"/>
                </a:lnTo>
                <a:lnTo>
                  <a:pt x="0" y="297179"/>
                </a:lnTo>
                <a:lnTo>
                  <a:pt x="0" y="59436"/>
                </a:lnTo>
                <a:lnTo>
                  <a:pt x="4748" y="35999"/>
                </a:lnTo>
                <a:lnTo>
                  <a:pt x="17521" y="16997"/>
                </a:lnTo>
                <a:lnTo>
                  <a:pt x="36392" y="4355"/>
                </a:lnTo>
                <a:lnTo>
                  <a:pt x="59436" y="0"/>
                </a:lnTo>
                <a:lnTo>
                  <a:pt x="384048" y="0"/>
                </a:lnTo>
                <a:lnTo>
                  <a:pt x="406913" y="4355"/>
                </a:lnTo>
                <a:lnTo>
                  <a:pt x="425724" y="16997"/>
                </a:lnTo>
                <a:lnTo>
                  <a:pt x="438556" y="35999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556" y="320295"/>
                </a:lnTo>
                <a:lnTo>
                  <a:pt x="425724" y="339190"/>
                </a:lnTo>
                <a:lnTo>
                  <a:pt x="406913" y="351938"/>
                </a:lnTo>
                <a:lnTo>
                  <a:pt x="384048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27188" y="5962650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75" y="7620"/>
                </a:lnTo>
                <a:lnTo>
                  <a:pt x="418922" y="7620"/>
                </a:lnTo>
                <a:lnTo>
                  <a:pt x="421373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73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0" y="17779"/>
                </a:moveTo>
                <a:lnTo>
                  <a:pt x="18922" y="17779"/>
                </a:lnTo>
                <a:lnTo>
                  <a:pt x="23152" y="13970"/>
                </a:lnTo>
                <a:lnTo>
                  <a:pt x="23494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0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50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7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2" y="332739"/>
                </a:moveTo>
                <a:lnTo>
                  <a:pt x="7581" y="332739"/>
                </a:lnTo>
                <a:lnTo>
                  <a:pt x="5080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80" y="38100"/>
                </a:lnTo>
                <a:lnTo>
                  <a:pt x="7581" y="33020"/>
                </a:lnTo>
                <a:lnTo>
                  <a:pt x="18922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3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715" y="5842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3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2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8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89" y="36829"/>
                </a:lnTo>
                <a:lnTo>
                  <a:pt x="447217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54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3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54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54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3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54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17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2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7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0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4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22" y="358139"/>
                </a:moveTo>
                <a:lnTo>
                  <a:pt x="33375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73" y="356870"/>
                </a:lnTo>
                <a:lnTo>
                  <a:pt x="418922" y="358139"/>
                </a:lnTo>
                <a:close/>
              </a:path>
              <a:path w="452755" h="365760">
                <a:moveTo>
                  <a:pt x="421373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73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82675" y="6045200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123010" y="6085522"/>
            <a:ext cx="143205" cy="13827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56360" y="6085522"/>
            <a:ext cx="216179" cy="14477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74775" y="6050279"/>
            <a:ext cx="257810" cy="208915"/>
          </a:xfrm>
          <a:custGeom>
            <a:avLst/>
            <a:gdLst/>
            <a:ahLst/>
            <a:cxnLst/>
            <a:rect l="l" t="t" r="r" b="b"/>
            <a:pathLst>
              <a:path w="257809" h="208914">
                <a:moveTo>
                  <a:pt x="67056" y="208787"/>
                </a:moveTo>
                <a:lnTo>
                  <a:pt x="67056" y="161544"/>
                </a:lnTo>
                <a:lnTo>
                  <a:pt x="0" y="161544"/>
                </a:lnTo>
                <a:lnTo>
                  <a:pt x="0" y="47244"/>
                </a:lnTo>
                <a:lnTo>
                  <a:pt x="67056" y="47244"/>
                </a:lnTo>
                <a:lnTo>
                  <a:pt x="67056" y="0"/>
                </a:lnTo>
                <a:lnTo>
                  <a:pt x="257556" y="105156"/>
                </a:lnTo>
                <a:lnTo>
                  <a:pt x="67056" y="208787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69950" y="6041910"/>
            <a:ext cx="272415" cy="226060"/>
          </a:xfrm>
          <a:custGeom>
            <a:avLst/>
            <a:gdLst/>
            <a:ahLst/>
            <a:cxnLst/>
            <a:rect l="l" t="t" r="r" b="b"/>
            <a:pathLst>
              <a:path w="272415" h="226060">
                <a:moveTo>
                  <a:pt x="66675" y="55676"/>
                </a:moveTo>
                <a:lnTo>
                  <a:pt x="66675" y="0"/>
                </a:lnTo>
                <a:lnTo>
                  <a:pt x="81314" y="8051"/>
                </a:lnTo>
                <a:lnTo>
                  <a:pt x="76200" y="8051"/>
                </a:lnTo>
                <a:lnTo>
                  <a:pt x="69138" y="12230"/>
                </a:lnTo>
                <a:lnTo>
                  <a:pt x="76200" y="16113"/>
                </a:lnTo>
                <a:lnTo>
                  <a:pt x="76200" y="50914"/>
                </a:lnTo>
                <a:lnTo>
                  <a:pt x="71437" y="50914"/>
                </a:lnTo>
                <a:lnTo>
                  <a:pt x="66675" y="55676"/>
                </a:lnTo>
                <a:close/>
              </a:path>
              <a:path w="272415" h="226060">
                <a:moveTo>
                  <a:pt x="76200" y="16113"/>
                </a:moveTo>
                <a:lnTo>
                  <a:pt x="69138" y="12230"/>
                </a:lnTo>
                <a:lnTo>
                  <a:pt x="76200" y="8051"/>
                </a:lnTo>
                <a:lnTo>
                  <a:pt x="76200" y="16113"/>
                </a:lnTo>
                <a:close/>
              </a:path>
              <a:path w="272415" h="226060">
                <a:moveTo>
                  <a:pt x="252041" y="112826"/>
                </a:moveTo>
                <a:lnTo>
                  <a:pt x="76200" y="16113"/>
                </a:lnTo>
                <a:lnTo>
                  <a:pt x="76200" y="8051"/>
                </a:lnTo>
                <a:lnTo>
                  <a:pt x="81314" y="8051"/>
                </a:lnTo>
                <a:lnTo>
                  <a:pt x="264221" y="108648"/>
                </a:lnTo>
                <a:lnTo>
                  <a:pt x="259638" y="108648"/>
                </a:lnTo>
                <a:lnTo>
                  <a:pt x="252041" y="112826"/>
                </a:lnTo>
                <a:close/>
              </a:path>
              <a:path w="272415" h="226060">
                <a:moveTo>
                  <a:pt x="66675" y="174739"/>
                </a:moveTo>
                <a:lnTo>
                  <a:pt x="0" y="174739"/>
                </a:lnTo>
                <a:lnTo>
                  <a:pt x="0" y="50914"/>
                </a:lnTo>
                <a:lnTo>
                  <a:pt x="66675" y="50914"/>
                </a:lnTo>
                <a:lnTo>
                  <a:pt x="66675" y="55676"/>
                </a:lnTo>
                <a:lnTo>
                  <a:pt x="9525" y="55676"/>
                </a:lnTo>
                <a:lnTo>
                  <a:pt x="4762" y="60439"/>
                </a:lnTo>
                <a:lnTo>
                  <a:pt x="9525" y="60439"/>
                </a:lnTo>
                <a:lnTo>
                  <a:pt x="9525" y="165214"/>
                </a:lnTo>
                <a:lnTo>
                  <a:pt x="4762" y="165214"/>
                </a:lnTo>
                <a:lnTo>
                  <a:pt x="9525" y="169976"/>
                </a:lnTo>
                <a:lnTo>
                  <a:pt x="66675" y="169976"/>
                </a:lnTo>
                <a:lnTo>
                  <a:pt x="66675" y="174739"/>
                </a:lnTo>
                <a:close/>
              </a:path>
              <a:path w="272415" h="226060">
                <a:moveTo>
                  <a:pt x="76200" y="60439"/>
                </a:moveTo>
                <a:lnTo>
                  <a:pt x="9525" y="60439"/>
                </a:lnTo>
                <a:lnTo>
                  <a:pt x="9525" y="55676"/>
                </a:lnTo>
                <a:lnTo>
                  <a:pt x="66675" y="55676"/>
                </a:lnTo>
                <a:lnTo>
                  <a:pt x="71437" y="50914"/>
                </a:lnTo>
                <a:lnTo>
                  <a:pt x="76200" y="50914"/>
                </a:lnTo>
                <a:lnTo>
                  <a:pt x="76200" y="60439"/>
                </a:lnTo>
                <a:close/>
              </a:path>
              <a:path w="272415" h="226060">
                <a:moveTo>
                  <a:pt x="9525" y="60439"/>
                </a:moveTo>
                <a:lnTo>
                  <a:pt x="4762" y="60439"/>
                </a:lnTo>
                <a:lnTo>
                  <a:pt x="9525" y="55676"/>
                </a:lnTo>
                <a:lnTo>
                  <a:pt x="9525" y="60439"/>
                </a:lnTo>
                <a:close/>
              </a:path>
              <a:path w="272415" h="226060">
                <a:moveTo>
                  <a:pt x="259638" y="117005"/>
                </a:moveTo>
                <a:lnTo>
                  <a:pt x="252041" y="112826"/>
                </a:lnTo>
                <a:lnTo>
                  <a:pt x="259638" y="108648"/>
                </a:lnTo>
                <a:lnTo>
                  <a:pt x="259638" y="117005"/>
                </a:lnTo>
                <a:close/>
              </a:path>
              <a:path w="272415" h="226060">
                <a:moveTo>
                  <a:pt x="264221" y="117005"/>
                </a:moveTo>
                <a:lnTo>
                  <a:pt x="259638" y="117005"/>
                </a:lnTo>
                <a:lnTo>
                  <a:pt x="259638" y="108648"/>
                </a:lnTo>
                <a:lnTo>
                  <a:pt x="264221" y="108648"/>
                </a:lnTo>
                <a:lnTo>
                  <a:pt x="271818" y="112826"/>
                </a:lnTo>
                <a:lnTo>
                  <a:pt x="264221" y="117005"/>
                </a:lnTo>
                <a:close/>
              </a:path>
              <a:path w="272415" h="226060">
                <a:moveTo>
                  <a:pt x="81314" y="217601"/>
                </a:moveTo>
                <a:lnTo>
                  <a:pt x="76200" y="217601"/>
                </a:lnTo>
                <a:lnTo>
                  <a:pt x="76200" y="209539"/>
                </a:lnTo>
                <a:lnTo>
                  <a:pt x="252041" y="112826"/>
                </a:lnTo>
                <a:lnTo>
                  <a:pt x="259638" y="117005"/>
                </a:lnTo>
                <a:lnTo>
                  <a:pt x="264221" y="117005"/>
                </a:lnTo>
                <a:lnTo>
                  <a:pt x="81314" y="217601"/>
                </a:lnTo>
                <a:close/>
              </a:path>
              <a:path w="272415" h="226060">
                <a:moveTo>
                  <a:pt x="9525" y="169976"/>
                </a:moveTo>
                <a:lnTo>
                  <a:pt x="4762" y="165214"/>
                </a:lnTo>
                <a:lnTo>
                  <a:pt x="9525" y="165214"/>
                </a:lnTo>
                <a:lnTo>
                  <a:pt x="9525" y="169976"/>
                </a:lnTo>
                <a:close/>
              </a:path>
              <a:path w="272415" h="226060">
                <a:moveTo>
                  <a:pt x="76200" y="174739"/>
                </a:moveTo>
                <a:lnTo>
                  <a:pt x="71437" y="174739"/>
                </a:lnTo>
                <a:lnTo>
                  <a:pt x="66675" y="169976"/>
                </a:lnTo>
                <a:lnTo>
                  <a:pt x="9525" y="169976"/>
                </a:lnTo>
                <a:lnTo>
                  <a:pt x="9525" y="165214"/>
                </a:lnTo>
                <a:lnTo>
                  <a:pt x="76200" y="165214"/>
                </a:lnTo>
                <a:lnTo>
                  <a:pt x="76200" y="174739"/>
                </a:lnTo>
                <a:close/>
              </a:path>
              <a:path w="272415" h="226060">
                <a:moveTo>
                  <a:pt x="66675" y="225653"/>
                </a:moveTo>
                <a:lnTo>
                  <a:pt x="66675" y="169976"/>
                </a:lnTo>
                <a:lnTo>
                  <a:pt x="71437" y="174739"/>
                </a:lnTo>
                <a:lnTo>
                  <a:pt x="76200" y="174739"/>
                </a:lnTo>
                <a:lnTo>
                  <a:pt x="76200" y="209539"/>
                </a:lnTo>
                <a:lnTo>
                  <a:pt x="69138" y="213423"/>
                </a:lnTo>
                <a:lnTo>
                  <a:pt x="76200" y="217601"/>
                </a:lnTo>
                <a:lnTo>
                  <a:pt x="81314" y="217601"/>
                </a:lnTo>
                <a:lnTo>
                  <a:pt x="66675" y="225653"/>
                </a:lnTo>
                <a:close/>
              </a:path>
              <a:path w="272415" h="226060">
                <a:moveTo>
                  <a:pt x="76200" y="217601"/>
                </a:moveTo>
                <a:lnTo>
                  <a:pt x="69138" y="213423"/>
                </a:lnTo>
                <a:lnTo>
                  <a:pt x="76200" y="209539"/>
                </a:lnTo>
                <a:lnTo>
                  <a:pt x="76200" y="2176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256597" y="4475797"/>
            <a:ext cx="5056505" cy="408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372510" y="4544085"/>
            <a:ext cx="1638769" cy="22398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56597" y="4780597"/>
            <a:ext cx="1094105" cy="408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47197" y="4780597"/>
            <a:ext cx="1285557" cy="408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390197" y="4780597"/>
            <a:ext cx="1017905" cy="408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304597" y="4780597"/>
            <a:ext cx="1475105" cy="4083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676197" y="4780597"/>
            <a:ext cx="636904" cy="4083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256597" y="5085397"/>
            <a:ext cx="1094105" cy="10941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323590" y="5099813"/>
            <a:ext cx="883285" cy="34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xi</a:t>
            </a:r>
            <a:r>
              <a:rPr sz="1800" spc="-330" dirty="0">
                <a:latin typeface="Arial Narrow"/>
                <a:cs typeface="Arial Narrow"/>
              </a:rPr>
              <a:t>c</a:t>
            </a:r>
            <a:r>
              <a:rPr sz="2700" spc="-982" baseline="-20061" dirty="0">
                <a:latin typeface="Arial Narrow"/>
                <a:cs typeface="Arial Narrow"/>
              </a:rPr>
              <a:t>A</a:t>
            </a:r>
            <a:r>
              <a:rPr sz="1800" spc="-170" dirty="0">
                <a:latin typeface="Arial Narrow"/>
                <a:cs typeface="Arial Narrow"/>
              </a:rPr>
              <a:t>o</a:t>
            </a:r>
            <a:r>
              <a:rPr sz="2700" spc="-7" baseline="-20061" dirty="0">
                <a:latin typeface="Arial Narrow"/>
                <a:cs typeface="Arial Narrow"/>
              </a:rPr>
              <a:t>LF</a:t>
            </a:r>
            <a:r>
              <a:rPr sz="2700" spc="-30" baseline="-20061" dirty="0">
                <a:latin typeface="Arial Narrow"/>
                <a:cs typeface="Arial Narrow"/>
              </a:rPr>
              <a:t>K</a:t>
            </a:r>
            <a:r>
              <a:rPr sz="1800" spc="-475" dirty="0">
                <a:latin typeface="Arial Narrow"/>
                <a:cs typeface="Arial Narrow"/>
              </a:rPr>
              <a:t>(</a:t>
            </a:r>
            <a:r>
              <a:rPr sz="2700" spc="82" baseline="-20061" dirty="0">
                <a:latin typeface="Arial Narrow"/>
                <a:cs typeface="Arial Narrow"/>
              </a:rPr>
              <a:t>I</a:t>
            </a:r>
            <a:r>
              <a:rPr sz="1800" spc="-5" dirty="0">
                <a:latin typeface="Arial Narrow"/>
                <a:cs typeface="Arial Narrow"/>
              </a:rPr>
              <a:t>5</a:t>
            </a:r>
            <a:r>
              <a:rPr sz="1800" dirty="0">
                <a:latin typeface="Arial Narrow"/>
                <a:cs typeface="Arial Narrow"/>
              </a:rPr>
              <a:t>)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247197" y="5085397"/>
            <a:ext cx="1273492" cy="10941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4258309" y="5099813"/>
            <a:ext cx="1142365" cy="34226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5"/>
              </a:spcBef>
            </a:pPr>
            <a:r>
              <a:rPr sz="2700" spc="-52" baseline="18518" dirty="0">
                <a:latin typeface="Arial Narrow"/>
                <a:cs typeface="Arial Narrow"/>
              </a:rPr>
              <a:t>5</a:t>
            </a:r>
            <a:r>
              <a:rPr sz="1800" spc="-955" dirty="0">
                <a:latin typeface="Arial Narrow"/>
                <a:cs typeface="Arial Narrow"/>
              </a:rPr>
              <a:t>A</a:t>
            </a:r>
            <a:r>
              <a:rPr sz="2700" spc="-7" baseline="18518" dirty="0">
                <a:latin typeface="Arial Narrow"/>
                <a:cs typeface="Arial Narrow"/>
              </a:rPr>
              <a:t>5</a:t>
            </a:r>
            <a:r>
              <a:rPr sz="2700" spc="-1035" baseline="18518" dirty="0">
                <a:latin typeface="Arial Narrow"/>
                <a:cs typeface="Arial Narrow"/>
              </a:rPr>
              <a:t>5</a:t>
            </a:r>
            <a:r>
              <a:rPr sz="1800" dirty="0">
                <a:latin typeface="Arial Narrow"/>
                <a:cs typeface="Arial Narrow"/>
              </a:rPr>
              <a:t>l</a:t>
            </a:r>
            <a:r>
              <a:rPr sz="1800" spc="-60" dirty="0">
                <a:latin typeface="Arial Narrow"/>
                <a:cs typeface="Arial Narrow"/>
              </a:rPr>
              <a:t>f</a:t>
            </a:r>
            <a:r>
              <a:rPr sz="2700" spc="-660" baseline="18518" dirty="0">
                <a:latin typeface="Arial Narrow"/>
                <a:cs typeface="Arial Narrow"/>
              </a:rPr>
              <a:t>-</a:t>
            </a:r>
            <a:r>
              <a:rPr sz="1800" spc="-60" dirty="0">
                <a:latin typeface="Arial Narrow"/>
                <a:cs typeface="Arial Narrow"/>
              </a:rPr>
              <a:t>r</a:t>
            </a:r>
            <a:r>
              <a:rPr sz="2700" spc="-1155" baseline="18518" dirty="0">
                <a:latin typeface="Arial Narrow"/>
                <a:cs typeface="Arial Narrow"/>
              </a:rPr>
              <a:t>3</a:t>
            </a:r>
            <a:r>
              <a:rPr sz="1800" spc="-60" dirty="0">
                <a:latin typeface="Arial Narrow"/>
                <a:cs typeface="Arial Narrow"/>
              </a:rPr>
              <a:t>e</a:t>
            </a:r>
            <a:r>
              <a:rPr sz="2700" spc="-1155" baseline="18518" dirty="0">
                <a:latin typeface="Arial Narrow"/>
                <a:cs typeface="Arial Narrow"/>
              </a:rPr>
              <a:t>9</a:t>
            </a:r>
            <a:r>
              <a:rPr sz="1800" spc="-60" dirty="0">
                <a:latin typeface="Arial Narrow"/>
                <a:cs typeface="Arial Narrow"/>
              </a:rPr>
              <a:t>d</a:t>
            </a:r>
            <a:r>
              <a:rPr sz="2700" spc="-1155" baseline="18518" dirty="0">
                <a:latin typeface="Arial Narrow"/>
                <a:cs typeface="Arial Narrow"/>
              </a:rPr>
              <a:t>3</a:t>
            </a:r>
            <a:r>
              <a:rPr sz="1800" spc="25" dirty="0">
                <a:latin typeface="Arial Narrow"/>
                <a:cs typeface="Arial Narrow"/>
              </a:rPr>
              <a:t>s</a:t>
            </a:r>
            <a:r>
              <a:rPr sz="2700" spc="-660" baseline="18518" dirty="0">
                <a:latin typeface="Arial Narrow"/>
                <a:cs typeface="Arial Narrow"/>
              </a:rPr>
              <a:t>2</a:t>
            </a:r>
            <a:r>
              <a:rPr sz="1800" spc="-5" dirty="0">
                <a:latin typeface="Arial Narrow"/>
                <a:cs typeface="Arial Narrow"/>
              </a:rPr>
              <a:t>Fu</a:t>
            </a:r>
            <a:r>
              <a:rPr sz="1800" dirty="0">
                <a:latin typeface="Arial Narrow"/>
                <a:cs typeface="Arial Narrow"/>
              </a:rPr>
              <a:t>…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390197" y="5085397"/>
            <a:ext cx="1017905" cy="109410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5469890" y="5099813"/>
            <a:ext cx="802640" cy="34226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5"/>
              </a:spcBef>
            </a:pPr>
            <a:r>
              <a:rPr sz="2700" spc="-922" baseline="18518" dirty="0">
                <a:latin typeface="Arial Narrow"/>
                <a:cs typeface="Arial Narrow"/>
              </a:rPr>
              <a:t>~</a:t>
            </a:r>
            <a:r>
              <a:rPr sz="1800" spc="-540" dirty="0">
                <a:latin typeface="Arial Narrow"/>
                <a:cs typeface="Arial Narrow"/>
              </a:rPr>
              <a:t>G</a:t>
            </a:r>
            <a:r>
              <a:rPr sz="2700" spc="-487" baseline="18518" dirty="0">
                <a:latin typeface="Arial Narrow"/>
                <a:cs typeface="Arial Narrow"/>
              </a:rPr>
              <a:t>~</a:t>
            </a:r>
            <a:r>
              <a:rPr sz="1800" spc="-5" dirty="0">
                <a:latin typeface="Arial Narrow"/>
                <a:cs typeface="Arial Narrow"/>
              </a:rPr>
              <a:t>er</a:t>
            </a:r>
            <a:r>
              <a:rPr sz="1800" dirty="0">
                <a:latin typeface="Arial Narrow"/>
                <a:cs typeface="Arial Narrow"/>
              </a:rPr>
              <a:t>m</a:t>
            </a:r>
            <a:r>
              <a:rPr sz="1800" spc="-5" dirty="0">
                <a:latin typeface="Arial Narrow"/>
                <a:cs typeface="Arial Narrow"/>
              </a:rPr>
              <a:t>an</a:t>
            </a:r>
            <a:r>
              <a:rPr sz="1800" dirty="0">
                <a:latin typeface="Arial Narrow"/>
                <a:cs typeface="Arial Narrow"/>
              </a:rPr>
              <a:t>y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304597" y="5085397"/>
            <a:ext cx="1475105" cy="10941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6416040" y="5179188"/>
            <a:ext cx="110426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030-007432</a:t>
            </a:r>
            <a:r>
              <a:rPr sz="1800" dirty="0">
                <a:latin typeface="Arial Narrow"/>
                <a:cs typeface="Arial Narrow"/>
              </a:rPr>
              <a:t>1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676197" y="5085397"/>
            <a:ext cx="636904" cy="109410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7799069" y="5179188"/>
            <a:ext cx="32829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~~</a:t>
            </a:r>
            <a:r>
              <a:rPr sz="1800" dirty="0">
                <a:latin typeface="Arial Narrow"/>
                <a:cs typeface="Arial Narrow"/>
              </a:rPr>
              <a:t>~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271837" y="5100637"/>
            <a:ext cx="1000125" cy="1000125"/>
          </a:xfrm>
          <a:custGeom>
            <a:avLst/>
            <a:gdLst/>
            <a:ahLst/>
            <a:cxnLst/>
            <a:rect l="l" t="t" r="r" b="b"/>
            <a:pathLst>
              <a:path w="1000125" h="1000125">
                <a:moveTo>
                  <a:pt x="10001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1000125" y="0"/>
                </a:lnTo>
                <a:lnTo>
                  <a:pt x="100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1000125" y="995362"/>
                </a:lnTo>
                <a:lnTo>
                  <a:pt x="1000125" y="1000125"/>
                </a:lnTo>
                <a:close/>
              </a:path>
              <a:path w="10001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00125" h="1000125">
                <a:moveTo>
                  <a:pt x="99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90600" y="4762"/>
                </a:lnTo>
                <a:lnTo>
                  <a:pt x="990600" y="9525"/>
                </a:lnTo>
                <a:close/>
              </a:path>
              <a:path w="1000125" h="1000125">
                <a:moveTo>
                  <a:pt x="990600" y="995362"/>
                </a:moveTo>
                <a:lnTo>
                  <a:pt x="990600" y="4762"/>
                </a:lnTo>
                <a:lnTo>
                  <a:pt x="995362" y="9525"/>
                </a:lnTo>
                <a:lnTo>
                  <a:pt x="1000125" y="9525"/>
                </a:lnTo>
                <a:lnTo>
                  <a:pt x="1000125" y="990600"/>
                </a:lnTo>
                <a:lnTo>
                  <a:pt x="995362" y="990600"/>
                </a:lnTo>
                <a:lnTo>
                  <a:pt x="990600" y="995362"/>
                </a:lnTo>
                <a:close/>
              </a:path>
              <a:path w="1000125" h="1000125">
                <a:moveTo>
                  <a:pt x="1000125" y="9525"/>
                </a:moveTo>
                <a:lnTo>
                  <a:pt x="995362" y="9525"/>
                </a:lnTo>
                <a:lnTo>
                  <a:pt x="990600" y="4762"/>
                </a:lnTo>
                <a:lnTo>
                  <a:pt x="1000125" y="4762"/>
                </a:lnTo>
                <a:lnTo>
                  <a:pt x="1000125" y="9525"/>
                </a:lnTo>
                <a:close/>
              </a:path>
              <a:path w="10001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1000125" h="1000125">
                <a:moveTo>
                  <a:pt x="9906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990600" y="990600"/>
                </a:lnTo>
                <a:lnTo>
                  <a:pt x="990600" y="995362"/>
                </a:lnTo>
                <a:close/>
              </a:path>
              <a:path w="1000125" h="1000125">
                <a:moveTo>
                  <a:pt x="1000125" y="995362"/>
                </a:moveTo>
                <a:lnTo>
                  <a:pt x="990600" y="995362"/>
                </a:lnTo>
                <a:lnTo>
                  <a:pt x="995362" y="990600"/>
                </a:lnTo>
                <a:lnTo>
                  <a:pt x="1000125" y="990600"/>
                </a:lnTo>
                <a:lnTo>
                  <a:pt x="10001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262437" y="5100637"/>
            <a:ext cx="1152525" cy="1000125"/>
          </a:xfrm>
          <a:custGeom>
            <a:avLst/>
            <a:gdLst/>
            <a:ahLst/>
            <a:cxnLst/>
            <a:rect l="l" t="t" r="r" b="b"/>
            <a:pathLst>
              <a:path w="1152525" h="1000125">
                <a:moveTo>
                  <a:pt x="11525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1152525" y="0"/>
                </a:lnTo>
                <a:lnTo>
                  <a:pt x="1152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1152525" y="995362"/>
                </a:lnTo>
                <a:lnTo>
                  <a:pt x="1152525" y="1000125"/>
                </a:lnTo>
                <a:close/>
              </a:path>
              <a:path w="11525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52525" h="1000125">
                <a:moveTo>
                  <a:pt x="1143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43000" y="4762"/>
                </a:lnTo>
                <a:lnTo>
                  <a:pt x="1143000" y="9525"/>
                </a:lnTo>
                <a:close/>
              </a:path>
              <a:path w="1152525" h="1000125">
                <a:moveTo>
                  <a:pt x="1143000" y="995362"/>
                </a:moveTo>
                <a:lnTo>
                  <a:pt x="1143000" y="4762"/>
                </a:lnTo>
                <a:lnTo>
                  <a:pt x="1147762" y="9525"/>
                </a:lnTo>
                <a:lnTo>
                  <a:pt x="1152525" y="9525"/>
                </a:lnTo>
                <a:lnTo>
                  <a:pt x="1152525" y="990600"/>
                </a:lnTo>
                <a:lnTo>
                  <a:pt x="1147762" y="990600"/>
                </a:lnTo>
                <a:lnTo>
                  <a:pt x="1143000" y="995362"/>
                </a:lnTo>
                <a:close/>
              </a:path>
              <a:path w="1152525" h="1000125">
                <a:moveTo>
                  <a:pt x="1152525" y="9525"/>
                </a:moveTo>
                <a:lnTo>
                  <a:pt x="1147762" y="9525"/>
                </a:lnTo>
                <a:lnTo>
                  <a:pt x="1143000" y="4762"/>
                </a:lnTo>
                <a:lnTo>
                  <a:pt x="1152525" y="4762"/>
                </a:lnTo>
                <a:lnTo>
                  <a:pt x="1152525" y="9525"/>
                </a:lnTo>
                <a:close/>
              </a:path>
              <a:path w="11525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1152525" h="1000125">
                <a:moveTo>
                  <a:pt x="11430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1143000" y="990600"/>
                </a:lnTo>
                <a:lnTo>
                  <a:pt x="1143000" y="995362"/>
                </a:lnTo>
                <a:close/>
              </a:path>
              <a:path w="1152525" h="1000125">
                <a:moveTo>
                  <a:pt x="1152525" y="995362"/>
                </a:moveTo>
                <a:lnTo>
                  <a:pt x="1143000" y="995362"/>
                </a:lnTo>
                <a:lnTo>
                  <a:pt x="1147762" y="990600"/>
                </a:lnTo>
                <a:lnTo>
                  <a:pt x="1152525" y="990600"/>
                </a:lnTo>
                <a:lnTo>
                  <a:pt x="11525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405437" y="5100637"/>
            <a:ext cx="923925" cy="1000125"/>
          </a:xfrm>
          <a:custGeom>
            <a:avLst/>
            <a:gdLst/>
            <a:ahLst/>
            <a:cxnLst/>
            <a:rect l="l" t="t" r="r" b="b"/>
            <a:pathLst>
              <a:path w="923925" h="1000125">
                <a:moveTo>
                  <a:pt x="9239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923925" y="0"/>
                </a:lnTo>
                <a:lnTo>
                  <a:pt x="923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923925" y="995362"/>
                </a:lnTo>
                <a:lnTo>
                  <a:pt x="923925" y="1000125"/>
                </a:lnTo>
                <a:close/>
              </a:path>
              <a:path w="9239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923925" h="1000125">
                <a:moveTo>
                  <a:pt x="914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14400" y="4762"/>
                </a:lnTo>
                <a:lnTo>
                  <a:pt x="914400" y="9525"/>
                </a:lnTo>
                <a:close/>
              </a:path>
              <a:path w="923925" h="1000125">
                <a:moveTo>
                  <a:pt x="914400" y="995362"/>
                </a:moveTo>
                <a:lnTo>
                  <a:pt x="914400" y="4762"/>
                </a:lnTo>
                <a:lnTo>
                  <a:pt x="919162" y="9525"/>
                </a:lnTo>
                <a:lnTo>
                  <a:pt x="923925" y="9525"/>
                </a:lnTo>
                <a:lnTo>
                  <a:pt x="923925" y="990600"/>
                </a:lnTo>
                <a:lnTo>
                  <a:pt x="919162" y="990600"/>
                </a:lnTo>
                <a:lnTo>
                  <a:pt x="914400" y="995362"/>
                </a:lnTo>
                <a:close/>
              </a:path>
              <a:path w="923925" h="1000125">
                <a:moveTo>
                  <a:pt x="923925" y="9525"/>
                </a:moveTo>
                <a:lnTo>
                  <a:pt x="919162" y="9525"/>
                </a:lnTo>
                <a:lnTo>
                  <a:pt x="914400" y="4762"/>
                </a:lnTo>
                <a:lnTo>
                  <a:pt x="923925" y="4762"/>
                </a:lnTo>
                <a:lnTo>
                  <a:pt x="923925" y="9525"/>
                </a:lnTo>
                <a:close/>
              </a:path>
              <a:path w="9239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923925" h="1000125">
                <a:moveTo>
                  <a:pt x="9144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914400" y="990600"/>
                </a:lnTo>
                <a:lnTo>
                  <a:pt x="914400" y="995362"/>
                </a:lnTo>
                <a:close/>
              </a:path>
              <a:path w="923925" h="1000125">
                <a:moveTo>
                  <a:pt x="923925" y="995362"/>
                </a:moveTo>
                <a:lnTo>
                  <a:pt x="914400" y="995362"/>
                </a:lnTo>
                <a:lnTo>
                  <a:pt x="919162" y="990600"/>
                </a:lnTo>
                <a:lnTo>
                  <a:pt x="923925" y="990600"/>
                </a:lnTo>
                <a:lnTo>
                  <a:pt x="9239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319837" y="5100637"/>
            <a:ext cx="1381125" cy="1000125"/>
          </a:xfrm>
          <a:custGeom>
            <a:avLst/>
            <a:gdLst/>
            <a:ahLst/>
            <a:cxnLst/>
            <a:rect l="l" t="t" r="r" b="b"/>
            <a:pathLst>
              <a:path w="1381125" h="1000125">
                <a:moveTo>
                  <a:pt x="13811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1381125" y="995362"/>
                </a:lnTo>
                <a:lnTo>
                  <a:pt x="1381125" y="1000125"/>
                </a:lnTo>
                <a:close/>
              </a:path>
              <a:path w="13811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10001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1000125">
                <a:moveTo>
                  <a:pt x="1371600" y="9953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990600"/>
                </a:lnTo>
                <a:lnTo>
                  <a:pt x="1376362" y="990600"/>
                </a:lnTo>
                <a:lnTo>
                  <a:pt x="1371600" y="995362"/>
                </a:lnTo>
                <a:close/>
              </a:path>
              <a:path w="1381125" h="10001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1381125" h="1000125">
                <a:moveTo>
                  <a:pt x="13716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1371600" y="990600"/>
                </a:lnTo>
                <a:lnTo>
                  <a:pt x="1371600" y="995362"/>
                </a:lnTo>
                <a:close/>
              </a:path>
              <a:path w="1381125" h="1000125">
                <a:moveTo>
                  <a:pt x="1381125" y="995362"/>
                </a:moveTo>
                <a:lnTo>
                  <a:pt x="1371600" y="995362"/>
                </a:lnTo>
                <a:lnTo>
                  <a:pt x="1376362" y="990600"/>
                </a:lnTo>
                <a:lnTo>
                  <a:pt x="1381125" y="990600"/>
                </a:lnTo>
                <a:lnTo>
                  <a:pt x="13811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691437" y="5100637"/>
            <a:ext cx="542925" cy="1000125"/>
          </a:xfrm>
          <a:custGeom>
            <a:avLst/>
            <a:gdLst/>
            <a:ahLst/>
            <a:cxnLst/>
            <a:rect l="l" t="t" r="r" b="b"/>
            <a:pathLst>
              <a:path w="542925" h="1000125">
                <a:moveTo>
                  <a:pt x="5429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542925" y="995362"/>
                </a:lnTo>
                <a:lnTo>
                  <a:pt x="542925" y="1000125"/>
                </a:lnTo>
                <a:close/>
              </a:path>
              <a:path w="5429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10001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1000125">
                <a:moveTo>
                  <a:pt x="533400" y="9953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990600"/>
                </a:lnTo>
                <a:lnTo>
                  <a:pt x="538162" y="990600"/>
                </a:lnTo>
                <a:lnTo>
                  <a:pt x="533400" y="995362"/>
                </a:lnTo>
                <a:close/>
              </a:path>
              <a:path w="542925" h="10001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542925" h="1000125">
                <a:moveTo>
                  <a:pt x="5334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533400" y="990600"/>
                </a:lnTo>
                <a:lnTo>
                  <a:pt x="533400" y="995362"/>
                </a:lnTo>
                <a:close/>
              </a:path>
              <a:path w="542925" h="1000125">
                <a:moveTo>
                  <a:pt x="542925" y="995362"/>
                </a:moveTo>
                <a:lnTo>
                  <a:pt x="533400" y="995362"/>
                </a:lnTo>
                <a:lnTo>
                  <a:pt x="538162" y="990600"/>
                </a:lnTo>
                <a:lnTo>
                  <a:pt x="542925" y="990600"/>
                </a:lnTo>
                <a:lnTo>
                  <a:pt x="5429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408997" y="2342197"/>
            <a:ext cx="5056505" cy="40830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524910" y="2410485"/>
            <a:ext cx="1224749" cy="22398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408997" y="2646997"/>
            <a:ext cx="1094105" cy="40830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399597" y="2646997"/>
            <a:ext cx="1285557" cy="40830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542597" y="2646997"/>
            <a:ext cx="1017905" cy="4083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456997" y="2646997"/>
            <a:ext cx="1475105" cy="408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828597" y="2646997"/>
            <a:ext cx="636904" cy="40830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408997" y="2951797"/>
            <a:ext cx="1094105" cy="109410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3663950" y="3045588"/>
            <a:ext cx="521334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A</a:t>
            </a:r>
            <a:r>
              <a:rPr sz="1800" spc="-5" dirty="0">
                <a:latin typeface="Arial Narrow"/>
                <a:cs typeface="Arial Narrow"/>
              </a:rPr>
              <a:t>LF</a:t>
            </a:r>
            <a:r>
              <a:rPr sz="1800" dirty="0">
                <a:latin typeface="Arial Narrow"/>
                <a:cs typeface="Arial Narrow"/>
              </a:rPr>
              <a:t>KI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4399597" y="2951797"/>
            <a:ext cx="1273492" cy="1094105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4511040" y="3045588"/>
            <a:ext cx="104203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Alfreds</a:t>
            </a:r>
            <a:r>
              <a:rPr sz="1800" spc="-7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Fu…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5542597" y="2951797"/>
            <a:ext cx="1017905" cy="1094105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5654040" y="3045588"/>
            <a:ext cx="770890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G</a:t>
            </a:r>
            <a:r>
              <a:rPr sz="1800" spc="-5" dirty="0">
                <a:latin typeface="Arial Narrow"/>
                <a:cs typeface="Arial Narrow"/>
              </a:rPr>
              <a:t>er</a:t>
            </a:r>
            <a:r>
              <a:rPr sz="1800" dirty="0">
                <a:latin typeface="Arial Narrow"/>
                <a:cs typeface="Arial Narrow"/>
              </a:rPr>
              <a:t>m</a:t>
            </a:r>
            <a:r>
              <a:rPr sz="1800" spc="-5" dirty="0">
                <a:latin typeface="Arial Narrow"/>
                <a:cs typeface="Arial Narrow"/>
              </a:rPr>
              <a:t>an</a:t>
            </a:r>
            <a:r>
              <a:rPr sz="1800" dirty="0">
                <a:latin typeface="Arial Narrow"/>
                <a:cs typeface="Arial Narrow"/>
              </a:rPr>
              <a:t>y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6456997" y="2951797"/>
            <a:ext cx="1475105" cy="109410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6568440" y="3045588"/>
            <a:ext cx="110426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030-007432</a:t>
            </a:r>
            <a:r>
              <a:rPr sz="1800" dirty="0">
                <a:latin typeface="Arial Narrow"/>
                <a:cs typeface="Arial Narrow"/>
              </a:rPr>
              <a:t>1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7828597" y="2951797"/>
            <a:ext cx="636904" cy="1094105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7951469" y="3045588"/>
            <a:ext cx="32829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~~</a:t>
            </a:r>
            <a:r>
              <a:rPr sz="1800" dirty="0">
                <a:latin typeface="Arial Narrow"/>
                <a:cs typeface="Arial Narrow"/>
              </a:rPr>
              <a:t>~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3424237" y="2967037"/>
            <a:ext cx="1000125" cy="1000125"/>
          </a:xfrm>
          <a:custGeom>
            <a:avLst/>
            <a:gdLst/>
            <a:ahLst/>
            <a:cxnLst/>
            <a:rect l="l" t="t" r="r" b="b"/>
            <a:pathLst>
              <a:path w="1000125" h="1000125">
                <a:moveTo>
                  <a:pt x="10001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1000125" y="0"/>
                </a:lnTo>
                <a:lnTo>
                  <a:pt x="100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1000125" y="995362"/>
                </a:lnTo>
                <a:lnTo>
                  <a:pt x="1000125" y="1000125"/>
                </a:lnTo>
                <a:close/>
              </a:path>
              <a:path w="10001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00125" h="1000125">
                <a:moveTo>
                  <a:pt x="99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90600" y="4762"/>
                </a:lnTo>
                <a:lnTo>
                  <a:pt x="990600" y="9525"/>
                </a:lnTo>
                <a:close/>
              </a:path>
              <a:path w="1000125" h="1000125">
                <a:moveTo>
                  <a:pt x="990600" y="995362"/>
                </a:moveTo>
                <a:lnTo>
                  <a:pt x="990600" y="4762"/>
                </a:lnTo>
                <a:lnTo>
                  <a:pt x="995362" y="9525"/>
                </a:lnTo>
                <a:lnTo>
                  <a:pt x="1000125" y="9525"/>
                </a:lnTo>
                <a:lnTo>
                  <a:pt x="1000125" y="990600"/>
                </a:lnTo>
                <a:lnTo>
                  <a:pt x="995362" y="990600"/>
                </a:lnTo>
                <a:lnTo>
                  <a:pt x="990600" y="995362"/>
                </a:lnTo>
                <a:close/>
              </a:path>
              <a:path w="1000125" h="1000125">
                <a:moveTo>
                  <a:pt x="1000125" y="9525"/>
                </a:moveTo>
                <a:lnTo>
                  <a:pt x="995362" y="9525"/>
                </a:lnTo>
                <a:lnTo>
                  <a:pt x="990600" y="4762"/>
                </a:lnTo>
                <a:lnTo>
                  <a:pt x="1000125" y="4762"/>
                </a:lnTo>
                <a:lnTo>
                  <a:pt x="1000125" y="9525"/>
                </a:lnTo>
                <a:close/>
              </a:path>
              <a:path w="10001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1000125" h="1000125">
                <a:moveTo>
                  <a:pt x="9906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990600" y="990600"/>
                </a:lnTo>
                <a:lnTo>
                  <a:pt x="990600" y="995362"/>
                </a:lnTo>
                <a:close/>
              </a:path>
              <a:path w="1000125" h="1000125">
                <a:moveTo>
                  <a:pt x="1000125" y="995362"/>
                </a:moveTo>
                <a:lnTo>
                  <a:pt x="990600" y="995362"/>
                </a:lnTo>
                <a:lnTo>
                  <a:pt x="995362" y="990600"/>
                </a:lnTo>
                <a:lnTo>
                  <a:pt x="1000125" y="990600"/>
                </a:lnTo>
                <a:lnTo>
                  <a:pt x="10001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414837" y="2967037"/>
            <a:ext cx="1152525" cy="1000125"/>
          </a:xfrm>
          <a:custGeom>
            <a:avLst/>
            <a:gdLst/>
            <a:ahLst/>
            <a:cxnLst/>
            <a:rect l="l" t="t" r="r" b="b"/>
            <a:pathLst>
              <a:path w="1152525" h="1000125">
                <a:moveTo>
                  <a:pt x="11525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1152525" y="0"/>
                </a:lnTo>
                <a:lnTo>
                  <a:pt x="1152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1152525" y="995362"/>
                </a:lnTo>
                <a:lnTo>
                  <a:pt x="1152525" y="1000125"/>
                </a:lnTo>
                <a:close/>
              </a:path>
              <a:path w="11525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52525" h="1000125">
                <a:moveTo>
                  <a:pt x="1143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43000" y="4762"/>
                </a:lnTo>
                <a:lnTo>
                  <a:pt x="1143000" y="9525"/>
                </a:lnTo>
                <a:close/>
              </a:path>
              <a:path w="1152525" h="1000125">
                <a:moveTo>
                  <a:pt x="1143000" y="995362"/>
                </a:moveTo>
                <a:lnTo>
                  <a:pt x="1143000" y="4762"/>
                </a:lnTo>
                <a:lnTo>
                  <a:pt x="1147762" y="9525"/>
                </a:lnTo>
                <a:lnTo>
                  <a:pt x="1152525" y="9525"/>
                </a:lnTo>
                <a:lnTo>
                  <a:pt x="1152525" y="990600"/>
                </a:lnTo>
                <a:lnTo>
                  <a:pt x="1147762" y="990600"/>
                </a:lnTo>
                <a:lnTo>
                  <a:pt x="1143000" y="995362"/>
                </a:lnTo>
                <a:close/>
              </a:path>
              <a:path w="1152525" h="1000125">
                <a:moveTo>
                  <a:pt x="1152525" y="9525"/>
                </a:moveTo>
                <a:lnTo>
                  <a:pt x="1147762" y="9525"/>
                </a:lnTo>
                <a:lnTo>
                  <a:pt x="1143000" y="4762"/>
                </a:lnTo>
                <a:lnTo>
                  <a:pt x="1152525" y="4762"/>
                </a:lnTo>
                <a:lnTo>
                  <a:pt x="1152525" y="9525"/>
                </a:lnTo>
                <a:close/>
              </a:path>
              <a:path w="11525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1152525" h="1000125">
                <a:moveTo>
                  <a:pt x="11430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1143000" y="990600"/>
                </a:lnTo>
                <a:lnTo>
                  <a:pt x="1143000" y="995362"/>
                </a:lnTo>
                <a:close/>
              </a:path>
              <a:path w="1152525" h="1000125">
                <a:moveTo>
                  <a:pt x="1152525" y="995362"/>
                </a:moveTo>
                <a:lnTo>
                  <a:pt x="1143000" y="995362"/>
                </a:lnTo>
                <a:lnTo>
                  <a:pt x="1147762" y="990600"/>
                </a:lnTo>
                <a:lnTo>
                  <a:pt x="1152525" y="990600"/>
                </a:lnTo>
                <a:lnTo>
                  <a:pt x="11525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557837" y="2967037"/>
            <a:ext cx="923925" cy="1000125"/>
          </a:xfrm>
          <a:custGeom>
            <a:avLst/>
            <a:gdLst/>
            <a:ahLst/>
            <a:cxnLst/>
            <a:rect l="l" t="t" r="r" b="b"/>
            <a:pathLst>
              <a:path w="923925" h="1000125">
                <a:moveTo>
                  <a:pt x="9239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923925" y="0"/>
                </a:lnTo>
                <a:lnTo>
                  <a:pt x="923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923925" y="995362"/>
                </a:lnTo>
                <a:lnTo>
                  <a:pt x="923925" y="1000125"/>
                </a:lnTo>
                <a:close/>
              </a:path>
              <a:path w="9239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923925" h="1000125">
                <a:moveTo>
                  <a:pt x="914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14400" y="4762"/>
                </a:lnTo>
                <a:lnTo>
                  <a:pt x="914400" y="9525"/>
                </a:lnTo>
                <a:close/>
              </a:path>
              <a:path w="923925" h="1000125">
                <a:moveTo>
                  <a:pt x="914400" y="995362"/>
                </a:moveTo>
                <a:lnTo>
                  <a:pt x="914400" y="4762"/>
                </a:lnTo>
                <a:lnTo>
                  <a:pt x="919162" y="9525"/>
                </a:lnTo>
                <a:lnTo>
                  <a:pt x="923925" y="9525"/>
                </a:lnTo>
                <a:lnTo>
                  <a:pt x="923925" y="990600"/>
                </a:lnTo>
                <a:lnTo>
                  <a:pt x="919162" y="990600"/>
                </a:lnTo>
                <a:lnTo>
                  <a:pt x="914400" y="995362"/>
                </a:lnTo>
                <a:close/>
              </a:path>
              <a:path w="923925" h="1000125">
                <a:moveTo>
                  <a:pt x="923925" y="9525"/>
                </a:moveTo>
                <a:lnTo>
                  <a:pt x="919162" y="9525"/>
                </a:lnTo>
                <a:lnTo>
                  <a:pt x="914400" y="4762"/>
                </a:lnTo>
                <a:lnTo>
                  <a:pt x="923925" y="4762"/>
                </a:lnTo>
                <a:lnTo>
                  <a:pt x="923925" y="9525"/>
                </a:lnTo>
                <a:close/>
              </a:path>
              <a:path w="9239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923925" h="1000125">
                <a:moveTo>
                  <a:pt x="9144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914400" y="990600"/>
                </a:lnTo>
                <a:lnTo>
                  <a:pt x="914400" y="995362"/>
                </a:lnTo>
                <a:close/>
              </a:path>
              <a:path w="923925" h="1000125">
                <a:moveTo>
                  <a:pt x="923925" y="995362"/>
                </a:moveTo>
                <a:lnTo>
                  <a:pt x="914400" y="995362"/>
                </a:lnTo>
                <a:lnTo>
                  <a:pt x="919162" y="990600"/>
                </a:lnTo>
                <a:lnTo>
                  <a:pt x="923925" y="990600"/>
                </a:lnTo>
                <a:lnTo>
                  <a:pt x="9239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472237" y="2967037"/>
            <a:ext cx="1381125" cy="1000125"/>
          </a:xfrm>
          <a:custGeom>
            <a:avLst/>
            <a:gdLst/>
            <a:ahLst/>
            <a:cxnLst/>
            <a:rect l="l" t="t" r="r" b="b"/>
            <a:pathLst>
              <a:path w="1381125" h="1000125">
                <a:moveTo>
                  <a:pt x="13811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1381125" y="995362"/>
                </a:lnTo>
                <a:lnTo>
                  <a:pt x="1381125" y="1000125"/>
                </a:lnTo>
                <a:close/>
              </a:path>
              <a:path w="13811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10001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1000125">
                <a:moveTo>
                  <a:pt x="1371600" y="9953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990600"/>
                </a:lnTo>
                <a:lnTo>
                  <a:pt x="1376362" y="990600"/>
                </a:lnTo>
                <a:lnTo>
                  <a:pt x="1371600" y="995362"/>
                </a:lnTo>
                <a:close/>
              </a:path>
              <a:path w="1381125" h="10001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1381125" h="1000125">
                <a:moveTo>
                  <a:pt x="13716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1371600" y="990600"/>
                </a:lnTo>
                <a:lnTo>
                  <a:pt x="1371600" y="995362"/>
                </a:lnTo>
                <a:close/>
              </a:path>
              <a:path w="1381125" h="1000125">
                <a:moveTo>
                  <a:pt x="1381125" y="995362"/>
                </a:moveTo>
                <a:lnTo>
                  <a:pt x="1371600" y="995362"/>
                </a:lnTo>
                <a:lnTo>
                  <a:pt x="1376362" y="990600"/>
                </a:lnTo>
                <a:lnTo>
                  <a:pt x="1381125" y="990600"/>
                </a:lnTo>
                <a:lnTo>
                  <a:pt x="13811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843837" y="2967037"/>
            <a:ext cx="542925" cy="1000125"/>
          </a:xfrm>
          <a:custGeom>
            <a:avLst/>
            <a:gdLst/>
            <a:ahLst/>
            <a:cxnLst/>
            <a:rect l="l" t="t" r="r" b="b"/>
            <a:pathLst>
              <a:path w="542925" h="1000125">
                <a:moveTo>
                  <a:pt x="542925" y="1000125"/>
                </a:moveTo>
                <a:lnTo>
                  <a:pt x="0" y="10001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0600"/>
                </a:lnTo>
                <a:lnTo>
                  <a:pt x="4762" y="990600"/>
                </a:lnTo>
                <a:lnTo>
                  <a:pt x="9525" y="995362"/>
                </a:lnTo>
                <a:lnTo>
                  <a:pt x="542925" y="995362"/>
                </a:lnTo>
                <a:lnTo>
                  <a:pt x="542925" y="1000125"/>
                </a:lnTo>
                <a:close/>
              </a:path>
              <a:path w="542925" h="1000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10001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1000125">
                <a:moveTo>
                  <a:pt x="533400" y="9953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990600"/>
                </a:lnTo>
                <a:lnTo>
                  <a:pt x="538162" y="990600"/>
                </a:lnTo>
                <a:lnTo>
                  <a:pt x="533400" y="995362"/>
                </a:lnTo>
                <a:close/>
              </a:path>
              <a:path w="542925" h="10001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1000125">
                <a:moveTo>
                  <a:pt x="9525" y="995362"/>
                </a:moveTo>
                <a:lnTo>
                  <a:pt x="4762" y="990600"/>
                </a:lnTo>
                <a:lnTo>
                  <a:pt x="9525" y="990600"/>
                </a:lnTo>
                <a:lnTo>
                  <a:pt x="9525" y="995362"/>
                </a:lnTo>
                <a:close/>
              </a:path>
              <a:path w="542925" h="1000125">
                <a:moveTo>
                  <a:pt x="533400" y="995362"/>
                </a:moveTo>
                <a:lnTo>
                  <a:pt x="9525" y="995362"/>
                </a:lnTo>
                <a:lnTo>
                  <a:pt x="9525" y="990600"/>
                </a:lnTo>
                <a:lnTo>
                  <a:pt x="533400" y="990600"/>
                </a:lnTo>
                <a:lnTo>
                  <a:pt x="533400" y="995362"/>
                </a:lnTo>
                <a:close/>
              </a:path>
              <a:path w="542925" h="1000125">
                <a:moveTo>
                  <a:pt x="542925" y="995362"/>
                </a:moveTo>
                <a:lnTo>
                  <a:pt x="533400" y="995362"/>
                </a:lnTo>
                <a:lnTo>
                  <a:pt x="538162" y="990600"/>
                </a:lnTo>
                <a:lnTo>
                  <a:pt x="542925" y="990600"/>
                </a:lnTo>
                <a:lnTo>
                  <a:pt x="542925" y="995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157651" y="3183940"/>
            <a:ext cx="573176" cy="1469097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456997" y="2951797"/>
            <a:ext cx="1424292" cy="43370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89000" y="1123887"/>
            <a:ext cx="7390765" cy="4921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>
              <a:lnSpc>
                <a:spcPts val="2095"/>
              </a:lnSpc>
            </a:pPr>
            <a:r>
              <a:rPr sz="1900" b="1" spc="-5" dirty="0">
                <a:latin typeface="Arial"/>
                <a:cs typeface="Arial"/>
              </a:rPr>
              <a:t>Create a </a:t>
            </a:r>
            <a:r>
              <a:rPr sz="1900" b="1" spc="-15" dirty="0">
                <a:latin typeface="Arial"/>
                <a:cs typeface="Arial"/>
              </a:rPr>
              <a:t>View </a:t>
            </a:r>
            <a:r>
              <a:rPr sz="1900" b="1" spc="-5" dirty="0">
                <a:latin typeface="Arial"/>
                <a:cs typeface="Arial"/>
              </a:rPr>
              <a:t>That Combines </a:t>
            </a:r>
            <a:r>
              <a:rPr sz="1900" b="1" spc="-50" dirty="0">
                <a:latin typeface="Arial"/>
                <a:cs typeface="Arial"/>
              </a:rPr>
              <a:t>Two </a:t>
            </a:r>
            <a:r>
              <a:rPr sz="1900" b="1" spc="-5" dirty="0">
                <a:latin typeface="Arial"/>
                <a:cs typeface="Arial"/>
              </a:rPr>
              <a:t>or More</a:t>
            </a:r>
            <a:r>
              <a:rPr sz="1900" b="1" spc="95" dirty="0">
                <a:latin typeface="Arial"/>
                <a:cs typeface="Arial"/>
              </a:rPr>
              <a:t> </a:t>
            </a:r>
            <a:r>
              <a:rPr sz="1900" b="1" spc="-30" dirty="0">
                <a:latin typeface="Arial"/>
                <a:cs typeface="Arial"/>
              </a:rPr>
              <a:t>Tables</a:t>
            </a:r>
            <a:endParaRPr sz="1900">
              <a:latin typeface="Arial"/>
              <a:cs typeface="Arial"/>
            </a:endParaRPr>
          </a:p>
          <a:p>
            <a:pPr marL="116839">
              <a:lnSpc>
                <a:spcPts val="1850"/>
              </a:lnSpc>
              <a:spcBef>
                <a:spcPts val="1320"/>
              </a:spcBef>
            </a:pPr>
            <a:r>
              <a:rPr sz="1900" b="1" spc="-500" dirty="0">
                <a:latin typeface="Arial"/>
                <a:cs typeface="Arial"/>
              </a:rPr>
              <a:t>U</a:t>
            </a:r>
            <a:r>
              <a:rPr sz="2400" spc="-750" baseline="17361" dirty="0">
                <a:latin typeface="Lucida Sans Typewriter"/>
                <a:cs typeface="Lucida Sans Typewriter"/>
              </a:rPr>
              <a:t>C</a:t>
            </a:r>
            <a:r>
              <a:rPr sz="1900" b="1" spc="-500" dirty="0">
                <a:latin typeface="Arial"/>
                <a:cs typeface="Arial"/>
              </a:rPr>
              <a:t>P</a:t>
            </a:r>
            <a:r>
              <a:rPr sz="2400" spc="-750" baseline="17361" dirty="0">
                <a:latin typeface="Lucida Sans Typewriter"/>
                <a:cs typeface="Lucida Sans Typewriter"/>
              </a:rPr>
              <a:t>R</a:t>
            </a:r>
            <a:r>
              <a:rPr sz="1900" b="1" spc="-500" dirty="0">
                <a:latin typeface="Arial"/>
                <a:cs typeface="Arial"/>
              </a:rPr>
              <a:t>D</a:t>
            </a:r>
            <a:r>
              <a:rPr sz="2400" spc="-750" baseline="17361" dirty="0">
                <a:latin typeface="Lucida Sans Typewriter"/>
                <a:cs typeface="Lucida Sans Typewriter"/>
              </a:rPr>
              <a:t>E</a:t>
            </a:r>
            <a:r>
              <a:rPr sz="1900" b="1" spc="-500" dirty="0">
                <a:latin typeface="Arial"/>
                <a:cs typeface="Arial"/>
              </a:rPr>
              <a:t>A</a:t>
            </a:r>
            <a:r>
              <a:rPr sz="2400" spc="-750" baseline="17361" dirty="0">
                <a:latin typeface="Lucida Sans Typewriter"/>
                <a:cs typeface="Lucida Sans Typewriter"/>
              </a:rPr>
              <a:t>AT</a:t>
            </a:r>
            <a:r>
              <a:rPr sz="1900" b="1" spc="-500" dirty="0">
                <a:latin typeface="Arial"/>
                <a:cs typeface="Arial"/>
              </a:rPr>
              <a:t>T</a:t>
            </a:r>
            <a:r>
              <a:rPr sz="2400" spc="-750" baseline="17361" dirty="0">
                <a:latin typeface="Lucida Sans Typewriter"/>
                <a:cs typeface="Lucida Sans Typewriter"/>
              </a:rPr>
              <a:t>E</a:t>
            </a:r>
            <a:r>
              <a:rPr sz="1900" b="1" spc="-500" dirty="0">
                <a:latin typeface="Arial"/>
                <a:cs typeface="Arial"/>
              </a:rPr>
              <a:t>E</a:t>
            </a:r>
            <a:r>
              <a:rPr sz="1900" b="1" spc="-495" dirty="0">
                <a:latin typeface="Arial"/>
                <a:cs typeface="Arial"/>
              </a:rPr>
              <a:t> </a:t>
            </a:r>
            <a:r>
              <a:rPr sz="2400" spc="-472" baseline="17361" dirty="0">
                <a:latin typeface="Lucida Sans Typewriter"/>
                <a:cs typeface="Lucida Sans Typewriter"/>
              </a:rPr>
              <a:t>V</a:t>
            </a:r>
            <a:r>
              <a:rPr sz="1900" b="1" spc="-315" dirty="0">
                <a:latin typeface="Arial"/>
                <a:cs typeface="Arial"/>
              </a:rPr>
              <a:t>is</a:t>
            </a:r>
            <a:r>
              <a:rPr sz="2400" spc="-472" baseline="17361" dirty="0">
                <a:latin typeface="Lucida Sans Typewriter"/>
                <a:cs typeface="Lucida Sans Typewriter"/>
              </a:rPr>
              <a:t>IE</a:t>
            </a:r>
            <a:r>
              <a:rPr sz="1900" b="1" spc="-315" dirty="0">
                <a:latin typeface="Arial"/>
                <a:cs typeface="Arial"/>
              </a:rPr>
              <a:t>M</a:t>
            </a:r>
            <a:r>
              <a:rPr sz="2400" spc="-472" baseline="17361" dirty="0">
                <a:latin typeface="Lucida Sans Typewriter"/>
                <a:cs typeface="Lucida Sans Typewriter"/>
              </a:rPr>
              <a:t>W</a:t>
            </a:r>
            <a:r>
              <a:rPr sz="1900" b="1" spc="-315" dirty="0">
                <a:latin typeface="Arial"/>
                <a:cs typeface="Arial"/>
              </a:rPr>
              <a:t>ade</a:t>
            </a:r>
            <a:endParaRPr sz="1900">
              <a:latin typeface="Arial"/>
              <a:cs typeface="Arial"/>
            </a:endParaRPr>
          </a:p>
          <a:p>
            <a:pPr marL="116839">
              <a:lnSpc>
                <a:spcPts val="1820"/>
              </a:lnSpc>
            </a:pPr>
            <a:r>
              <a:rPr sz="2850" b="1" spc="-652" baseline="-24853" dirty="0">
                <a:latin typeface="Arial"/>
                <a:cs typeface="Arial"/>
              </a:rPr>
              <a:t>to</a:t>
            </a:r>
            <a:r>
              <a:rPr sz="1600" spc="-434" dirty="0">
                <a:latin typeface="Lucida Sans Typewriter"/>
                <a:cs typeface="Lucida Sans Typewriter"/>
              </a:rPr>
              <a:t>Cu</a:t>
            </a:r>
            <a:r>
              <a:rPr sz="2850" b="1" spc="-652" baseline="-24853" dirty="0">
                <a:latin typeface="Arial"/>
                <a:cs typeface="Arial"/>
              </a:rPr>
              <a:t>th</a:t>
            </a:r>
            <a:r>
              <a:rPr sz="1600" spc="-434" dirty="0">
                <a:latin typeface="Lucida Sans Typewriter"/>
                <a:cs typeface="Lucida Sans Typewriter"/>
              </a:rPr>
              <a:t>st</a:t>
            </a:r>
            <a:r>
              <a:rPr sz="2850" b="1" spc="-652" baseline="-24853" dirty="0">
                <a:latin typeface="Arial"/>
                <a:cs typeface="Arial"/>
              </a:rPr>
              <a:t>e</a:t>
            </a:r>
            <a:r>
              <a:rPr sz="1600" spc="-434" dirty="0">
                <a:latin typeface="Lucida Sans Typewriter"/>
                <a:cs typeface="Lucida Sans Typewriter"/>
              </a:rPr>
              <a:t>o</a:t>
            </a:r>
            <a:r>
              <a:rPr sz="2850" b="1" spc="-652" baseline="-24853" dirty="0">
                <a:latin typeface="Arial"/>
                <a:cs typeface="Arial"/>
              </a:rPr>
              <a:t>V</a:t>
            </a:r>
            <a:r>
              <a:rPr sz="1600" spc="-434" dirty="0">
                <a:latin typeface="Lucida Sans Typewriter"/>
                <a:cs typeface="Lucida Sans Typewriter"/>
              </a:rPr>
              <a:t>m</a:t>
            </a:r>
            <a:r>
              <a:rPr sz="2850" b="1" spc="-652" baseline="-24853" dirty="0">
                <a:latin typeface="Arial"/>
                <a:cs typeface="Arial"/>
              </a:rPr>
              <a:t>i</a:t>
            </a:r>
            <a:r>
              <a:rPr sz="1600" spc="-434" dirty="0">
                <a:latin typeface="Lucida Sans Typewriter"/>
                <a:cs typeface="Lucida Sans Typewriter"/>
              </a:rPr>
              <a:t>e</a:t>
            </a:r>
            <a:r>
              <a:rPr sz="2850" b="1" spc="-652" baseline="-24853" dirty="0">
                <a:latin typeface="Arial"/>
                <a:cs typeface="Arial"/>
              </a:rPr>
              <a:t>e</a:t>
            </a:r>
            <a:r>
              <a:rPr sz="1600" spc="-434" dirty="0">
                <a:latin typeface="Lucida Sans Typewriter"/>
                <a:cs typeface="Lucida Sans Typewriter"/>
              </a:rPr>
              <a:t>r</a:t>
            </a:r>
            <a:r>
              <a:rPr sz="2850" b="1" spc="-652" baseline="-24853" dirty="0">
                <a:latin typeface="Arial"/>
                <a:cs typeface="Arial"/>
              </a:rPr>
              <a:t>w</a:t>
            </a:r>
            <a:r>
              <a:rPr sz="1600" spc="-434" dirty="0">
                <a:latin typeface="Lucida Sans Typewriter"/>
                <a:cs typeface="Lucida Sans Typewriter"/>
              </a:rPr>
              <a:t>s</a:t>
            </a:r>
            <a:r>
              <a:rPr sz="1600" spc="-5" dirty="0">
                <a:latin typeface="Lucida Sans Typewriter"/>
                <a:cs typeface="Lucida Sans Typewriter"/>
              </a:rPr>
              <a:t> AS</a:t>
            </a:r>
            <a:endParaRPr sz="1600">
              <a:latin typeface="Lucida Sans Typewriter"/>
              <a:cs typeface="Lucida Sans Typewriter"/>
            </a:endParaRPr>
          </a:p>
          <a:p>
            <a:pPr marL="267335">
              <a:lnSpc>
                <a:spcPts val="1889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SELECT *</a:t>
            </a:r>
            <a:endParaRPr sz="1600">
              <a:latin typeface="Lucida Sans Typewriter"/>
              <a:cs typeface="Lucida Sans Typewriter"/>
            </a:endParaRPr>
          </a:p>
          <a:p>
            <a:pPr marL="390525">
              <a:lnSpc>
                <a:spcPts val="178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FROM CustomersMex</a:t>
            </a:r>
            <a:endParaRPr sz="1600">
              <a:latin typeface="Lucida Sans Typewriter"/>
              <a:cs typeface="Lucida Sans Typewriter"/>
            </a:endParaRPr>
          </a:p>
          <a:p>
            <a:pPr marL="116839">
              <a:lnSpc>
                <a:spcPts val="1705"/>
              </a:lnSpc>
            </a:pPr>
            <a:r>
              <a:rPr sz="1900" b="1" spc="-409" dirty="0">
                <a:latin typeface="Arial"/>
                <a:cs typeface="Arial"/>
              </a:rPr>
              <a:t>IN</a:t>
            </a:r>
            <a:r>
              <a:rPr sz="1600" spc="-409" dirty="0">
                <a:latin typeface="Lucida Sans Typewriter"/>
                <a:cs typeface="Lucida Sans Typewriter"/>
              </a:rPr>
              <a:t>U</a:t>
            </a:r>
            <a:r>
              <a:rPr sz="1900" b="1" spc="-409" dirty="0">
                <a:latin typeface="Arial"/>
                <a:cs typeface="Arial"/>
              </a:rPr>
              <a:t>S</a:t>
            </a:r>
            <a:r>
              <a:rPr sz="1600" spc="-409" dirty="0">
                <a:latin typeface="Lucida Sans Typewriter"/>
                <a:cs typeface="Lucida Sans Typewriter"/>
              </a:rPr>
              <a:t>NI</a:t>
            </a:r>
            <a:r>
              <a:rPr sz="1900" b="1" spc="-409" dirty="0">
                <a:latin typeface="Arial"/>
                <a:cs typeface="Arial"/>
              </a:rPr>
              <a:t>T</a:t>
            </a:r>
            <a:r>
              <a:rPr sz="1600" spc="-409" dirty="0">
                <a:latin typeface="Lucida Sans Typewriter"/>
                <a:cs typeface="Lucida Sans Typewriter"/>
              </a:rPr>
              <a:t>O</a:t>
            </a:r>
            <a:r>
              <a:rPr sz="1900" b="1" spc="-409" dirty="0">
                <a:latin typeface="Arial"/>
                <a:cs typeface="Arial"/>
              </a:rPr>
              <a:t>E</a:t>
            </a:r>
            <a:r>
              <a:rPr sz="1600" spc="-409" dirty="0">
                <a:latin typeface="Lucida Sans Typewriter"/>
                <a:cs typeface="Lucida Sans Typewriter"/>
              </a:rPr>
              <a:t>N</a:t>
            </a:r>
            <a:r>
              <a:rPr sz="1900" b="1" spc="-409" dirty="0">
                <a:latin typeface="Arial"/>
                <a:cs typeface="Arial"/>
              </a:rPr>
              <a:t>AD</a:t>
            </a:r>
            <a:r>
              <a:rPr sz="1900" b="1" spc="-355" dirty="0">
                <a:latin typeface="Arial"/>
                <a:cs typeface="Arial"/>
              </a:rPr>
              <a:t> </a:t>
            </a:r>
            <a:r>
              <a:rPr sz="1900" b="1" spc="-5" dirty="0">
                <a:latin typeface="Arial"/>
                <a:cs typeface="Arial"/>
              </a:rPr>
              <a:t>OF</a:t>
            </a:r>
            <a:endParaRPr sz="1900">
              <a:latin typeface="Arial"/>
              <a:cs typeface="Arial"/>
            </a:endParaRPr>
          </a:p>
          <a:p>
            <a:pPr marL="116839">
              <a:lnSpc>
                <a:spcPts val="1845"/>
              </a:lnSpc>
              <a:tabLst>
                <a:tab pos="2590165" algn="l"/>
                <a:tab pos="4838700" algn="l"/>
                <a:tab pos="6031865" algn="l"/>
                <a:tab pos="7142480" algn="l"/>
              </a:tabLst>
            </a:pPr>
            <a:r>
              <a:rPr sz="2850" b="1" spc="-450" baseline="-24853" dirty="0">
                <a:latin typeface="Arial"/>
                <a:cs typeface="Arial"/>
              </a:rPr>
              <a:t>tr</a:t>
            </a:r>
            <a:r>
              <a:rPr sz="2400" spc="-450" baseline="-17361" dirty="0">
                <a:latin typeface="Lucida Sans Typewriter"/>
                <a:cs typeface="Lucida Sans Typewriter"/>
              </a:rPr>
              <a:t>S</a:t>
            </a:r>
            <a:r>
              <a:rPr sz="2850" b="1" spc="-450" baseline="-24853" dirty="0">
                <a:latin typeface="Arial"/>
                <a:cs typeface="Arial"/>
              </a:rPr>
              <a:t>ig</a:t>
            </a:r>
            <a:r>
              <a:rPr sz="2400" spc="-450" baseline="-17361" dirty="0">
                <a:latin typeface="Lucida Sans Typewriter"/>
                <a:cs typeface="Lucida Sans Typewriter"/>
              </a:rPr>
              <a:t>E</a:t>
            </a:r>
            <a:r>
              <a:rPr sz="2850" b="1" spc="-450" baseline="-24853" dirty="0">
                <a:latin typeface="Arial"/>
                <a:cs typeface="Arial"/>
              </a:rPr>
              <a:t>g</a:t>
            </a:r>
            <a:r>
              <a:rPr sz="2400" spc="-450" baseline="-17361" dirty="0">
                <a:latin typeface="Lucida Sans Typewriter"/>
                <a:cs typeface="Lucida Sans Typewriter"/>
              </a:rPr>
              <a:t>LE</a:t>
            </a:r>
            <a:r>
              <a:rPr sz="2850" b="1" spc="-450" baseline="-24853" dirty="0">
                <a:latin typeface="Arial"/>
                <a:cs typeface="Arial"/>
              </a:rPr>
              <a:t>e</a:t>
            </a:r>
            <a:r>
              <a:rPr sz="2400" spc="-450" baseline="-17361" dirty="0">
                <a:latin typeface="Lucida Sans Typewriter"/>
                <a:cs typeface="Lucida Sans Typewriter"/>
              </a:rPr>
              <a:t>C</a:t>
            </a:r>
            <a:r>
              <a:rPr sz="2850" b="1" spc="-450" baseline="-24853" dirty="0">
                <a:latin typeface="Arial"/>
                <a:cs typeface="Arial"/>
              </a:rPr>
              <a:t>r</a:t>
            </a:r>
            <a:r>
              <a:rPr sz="2400" spc="-450" baseline="-17361" dirty="0">
                <a:latin typeface="Lucida Sans Typewriter"/>
                <a:cs typeface="Lucida Sans Typewriter"/>
              </a:rPr>
              <a:t>T</a:t>
            </a:r>
            <a:r>
              <a:rPr sz="2850" b="1" spc="-450" baseline="-24853" dirty="0">
                <a:latin typeface="Arial"/>
                <a:cs typeface="Arial"/>
              </a:rPr>
              <a:t>di</a:t>
            </a:r>
            <a:r>
              <a:rPr sz="2400" spc="-450" baseline="-17361" dirty="0">
                <a:latin typeface="Lucida Sans Typewriter"/>
                <a:cs typeface="Lucida Sans Typewriter"/>
              </a:rPr>
              <a:t>*</a:t>
            </a:r>
            <a:r>
              <a:rPr sz="2850" b="1" spc="-450" baseline="-24853" dirty="0">
                <a:latin typeface="Arial"/>
                <a:cs typeface="Arial"/>
              </a:rPr>
              <a:t>rects </a:t>
            </a:r>
            <a:r>
              <a:rPr sz="2850" b="1" spc="-330" baseline="-24853" dirty="0">
                <a:latin typeface="Arial"/>
                <a:cs typeface="Arial"/>
              </a:rPr>
              <a:t> </a:t>
            </a:r>
            <a:r>
              <a:rPr sz="2850" b="1" spc="-7" baseline="-24853" dirty="0">
                <a:latin typeface="Arial"/>
                <a:cs typeface="Arial"/>
              </a:rPr>
              <a:t>the	</a:t>
            </a:r>
            <a:r>
              <a:rPr sz="1600" i="1" spc="-5" dirty="0">
                <a:latin typeface="Arial Narrow"/>
                <a:cs typeface="Arial Narrow"/>
              </a:rPr>
              <a:t>CustomerID</a:t>
            </a:r>
            <a:r>
              <a:rPr sz="1600" i="1" spc="-10" dirty="0">
                <a:latin typeface="Arial Narrow"/>
                <a:cs typeface="Arial Narrow"/>
              </a:rPr>
              <a:t> </a:t>
            </a:r>
            <a:r>
              <a:rPr sz="1600" i="1" spc="-5" dirty="0">
                <a:latin typeface="Arial Narrow"/>
                <a:cs typeface="Arial Narrow"/>
              </a:rPr>
              <a:t>CompanyName	Country	Phone	…</a:t>
            </a:r>
            <a:endParaRPr sz="1600">
              <a:latin typeface="Arial Narrow"/>
              <a:cs typeface="Arial Narrow"/>
            </a:endParaRPr>
          </a:p>
          <a:p>
            <a:pPr marL="116839">
              <a:lnSpc>
                <a:spcPct val="100000"/>
              </a:lnSpc>
              <a:spcBef>
                <a:spcPts val="565"/>
              </a:spcBef>
              <a:tabLst>
                <a:tab pos="2774315" algn="l"/>
                <a:tab pos="3621404" algn="l"/>
                <a:tab pos="5678805" algn="l"/>
                <a:tab pos="7061834" algn="l"/>
              </a:tabLst>
            </a:pPr>
            <a:r>
              <a:rPr sz="2850" b="1" spc="-7" baseline="-8771" dirty="0">
                <a:latin typeface="Arial"/>
                <a:cs typeface="Arial"/>
              </a:rPr>
              <a:t>u</a:t>
            </a:r>
            <a:r>
              <a:rPr sz="2850" b="1" spc="-254" baseline="-8771" dirty="0">
                <a:latin typeface="Arial"/>
                <a:cs typeface="Arial"/>
              </a:rPr>
              <a:t>p</a:t>
            </a:r>
            <a:r>
              <a:rPr sz="2400" spc="-1207" baseline="15625" dirty="0">
                <a:latin typeface="Lucida Sans Typewriter"/>
                <a:cs typeface="Lucida Sans Typewriter"/>
              </a:rPr>
              <a:t>F</a:t>
            </a:r>
            <a:r>
              <a:rPr sz="2850" b="1" spc="-547" baseline="-8771" dirty="0">
                <a:latin typeface="Arial"/>
                <a:cs typeface="Arial"/>
              </a:rPr>
              <a:t>d</a:t>
            </a:r>
            <a:r>
              <a:rPr sz="2400" spc="-914" baseline="15625" dirty="0">
                <a:latin typeface="Lucida Sans Typewriter"/>
                <a:cs typeface="Lucida Sans Typewriter"/>
              </a:rPr>
              <a:t>R</a:t>
            </a:r>
            <a:r>
              <a:rPr sz="2850" b="1" spc="-682" baseline="-8771" dirty="0">
                <a:latin typeface="Arial"/>
                <a:cs typeface="Arial"/>
              </a:rPr>
              <a:t>a</a:t>
            </a:r>
            <a:r>
              <a:rPr sz="2400" spc="-780" baseline="15625" dirty="0">
                <a:latin typeface="Lucida Sans Typewriter"/>
                <a:cs typeface="Lucida Sans Typewriter"/>
              </a:rPr>
              <a:t>O</a:t>
            </a:r>
            <a:r>
              <a:rPr sz="2850" b="1" spc="-187" baseline="-8771" dirty="0">
                <a:latin typeface="Arial"/>
                <a:cs typeface="Arial"/>
              </a:rPr>
              <a:t>t</a:t>
            </a:r>
            <a:r>
              <a:rPr sz="2400" spc="-1275" baseline="15625" dirty="0">
                <a:latin typeface="Lucida Sans Typewriter"/>
                <a:cs typeface="Lucida Sans Typewriter"/>
              </a:rPr>
              <a:t>M</a:t>
            </a:r>
            <a:r>
              <a:rPr sz="2850" b="1" spc="-7" baseline="-8771" dirty="0">
                <a:latin typeface="Arial"/>
                <a:cs typeface="Arial"/>
              </a:rPr>
              <a:t>e</a:t>
            </a:r>
            <a:r>
              <a:rPr sz="2850" b="1" baseline="-8771" dirty="0">
                <a:latin typeface="Arial"/>
                <a:cs typeface="Arial"/>
              </a:rPr>
              <a:t> </a:t>
            </a:r>
            <a:r>
              <a:rPr sz="2850" b="1" spc="-622" baseline="-8771" dirty="0">
                <a:latin typeface="Arial"/>
                <a:cs typeface="Arial"/>
              </a:rPr>
              <a:t>t</a:t>
            </a:r>
            <a:r>
              <a:rPr sz="2400" spc="-839" baseline="15625" dirty="0">
                <a:latin typeface="Lucida Sans Typewriter"/>
                <a:cs typeface="Lucida Sans Typewriter"/>
              </a:rPr>
              <a:t>C</a:t>
            </a:r>
            <a:r>
              <a:rPr sz="2850" b="1" spc="-914" baseline="-8771" dirty="0">
                <a:latin typeface="Arial"/>
                <a:cs typeface="Arial"/>
              </a:rPr>
              <a:t>o</a:t>
            </a:r>
            <a:r>
              <a:rPr sz="2400" spc="-7" baseline="15625" dirty="0">
                <a:latin typeface="Lucida Sans Typewriter"/>
                <a:cs typeface="Lucida Sans Typewriter"/>
              </a:rPr>
              <a:t>u</a:t>
            </a:r>
            <a:r>
              <a:rPr sz="2400" spc="-1200" baseline="15625" dirty="0">
                <a:latin typeface="Lucida Sans Typewriter"/>
                <a:cs typeface="Lucida Sans Typewriter"/>
              </a:rPr>
              <a:t>s</a:t>
            </a:r>
            <a:r>
              <a:rPr sz="2850" b="1" spc="-7" baseline="-8771" dirty="0">
                <a:latin typeface="Arial"/>
                <a:cs typeface="Arial"/>
              </a:rPr>
              <a:t>t</a:t>
            </a:r>
            <a:r>
              <a:rPr sz="2850" b="1" spc="-1507" baseline="-8771" dirty="0">
                <a:latin typeface="Arial"/>
                <a:cs typeface="Arial"/>
              </a:rPr>
              <a:t>h</a:t>
            </a:r>
            <a:r>
              <a:rPr sz="2400" spc="-7" baseline="15625" dirty="0">
                <a:latin typeface="Lucida Sans Typewriter"/>
                <a:cs typeface="Lucida Sans Typewriter"/>
              </a:rPr>
              <a:t>t</a:t>
            </a:r>
            <a:r>
              <a:rPr sz="2400" spc="-1402" baseline="15625" dirty="0">
                <a:latin typeface="Lucida Sans Typewriter"/>
                <a:cs typeface="Lucida Sans Typewriter"/>
              </a:rPr>
              <a:t>o</a:t>
            </a:r>
            <a:r>
              <a:rPr sz="2850" b="1" spc="-195" baseline="-8771" dirty="0">
                <a:latin typeface="Arial"/>
                <a:cs typeface="Arial"/>
              </a:rPr>
              <a:t>e</a:t>
            </a:r>
            <a:r>
              <a:rPr sz="2400" spc="-472" baseline="15625" dirty="0">
                <a:latin typeface="Lucida Sans Typewriter"/>
                <a:cs typeface="Lucida Sans Typewriter"/>
              </a:rPr>
              <a:t>m</a:t>
            </a:r>
            <a:r>
              <a:rPr sz="2850" b="1" spc="-1282" baseline="-8771" dirty="0">
                <a:latin typeface="Arial"/>
                <a:cs typeface="Arial"/>
              </a:rPr>
              <a:t>b</a:t>
            </a:r>
            <a:r>
              <a:rPr sz="2400" spc="-179" baseline="15625" dirty="0">
                <a:latin typeface="Lucida Sans Typewriter"/>
                <a:cs typeface="Lucida Sans Typewriter"/>
              </a:rPr>
              <a:t>e</a:t>
            </a:r>
            <a:r>
              <a:rPr sz="2850" b="1" spc="-1417" baseline="-8771" dirty="0">
                <a:latin typeface="Arial"/>
                <a:cs typeface="Arial"/>
              </a:rPr>
              <a:t>a</a:t>
            </a:r>
            <a:r>
              <a:rPr sz="2400" spc="-44" baseline="15625" dirty="0">
                <a:latin typeface="Lucida Sans Typewriter"/>
                <a:cs typeface="Lucida Sans Typewriter"/>
              </a:rPr>
              <a:t>r</a:t>
            </a:r>
            <a:r>
              <a:rPr sz="2850" b="1" spc="-1552" baseline="-8771" dirty="0">
                <a:latin typeface="Arial"/>
                <a:cs typeface="Arial"/>
              </a:rPr>
              <a:t>s</a:t>
            </a:r>
            <a:r>
              <a:rPr sz="2400" spc="-7" baseline="15625" dirty="0">
                <a:latin typeface="Lucida Sans Typewriter"/>
                <a:cs typeface="Lucida Sans Typewriter"/>
              </a:rPr>
              <a:t>s</a:t>
            </a:r>
            <a:r>
              <a:rPr sz="2400" spc="-1357" baseline="15625" dirty="0">
                <a:latin typeface="Lucida Sans Typewriter"/>
                <a:cs typeface="Lucida Sans Typewriter"/>
              </a:rPr>
              <a:t>G</a:t>
            </a:r>
            <a:r>
              <a:rPr sz="2850" b="1" spc="-240" baseline="-8771" dirty="0">
                <a:latin typeface="Arial"/>
                <a:cs typeface="Arial"/>
              </a:rPr>
              <a:t>e</a:t>
            </a:r>
            <a:r>
              <a:rPr sz="2400" spc="-7" baseline="15625" dirty="0">
                <a:latin typeface="Lucida Sans Typewriter"/>
                <a:cs typeface="Lucida Sans Typewriter"/>
              </a:rPr>
              <a:t>er</a:t>
            </a:r>
            <a:r>
              <a:rPr sz="2400" baseline="15625" dirty="0">
                <a:latin typeface="Lucida Sans Typewriter"/>
                <a:cs typeface="Lucida Sans Typewriter"/>
              </a:rPr>
              <a:t>	</a:t>
            </a:r>
            <a:r>
              <a:rPr sz="1800" dirty="0">
                <a:latin typeface="Arial Narrow"/>
                <a:cs typeface="Arial Narrow"/>
              </a:rPr>
              <a:t>A</a:t>
            </a:r>
            <a:r>
              <a:rPr sz="1800" spc="-5" dirty="0">
                <a:latin typeface="Arial Narrow"/>
                <a:cs typeface="Arial Narrow"/>
              </a:rPr>
              <a:t>LF</a:t>
            </a:r>
            <a:r>
              <a:rPr sz="1800" dirty="0">
                <a:latin typeface="Arial Narrow"/>
                <a:cs typeface="Arial Narrow"/>
              </a:rPr>
              <a:t>KI	</a:t>
            </a:r>
            <a:r>
              <a:rPr sz="2700" baseline="1543" dirty="0">
                <a:latin typeface="Arial Narrow"/>
                <a:cs typeface="Arial Narrow"/>
              </a:rPr>
              <a:t>Al</a:t>
            </a:r>
            <a:r>
              <a:rPr sz="2700" spc="-7" baseline="1543" dirty="0">
                <a:latin typeface="Arial Narrow"/>
                <a:cs typeface="Arial Narrow"/>
              </a:rPr>
              <a:t>fred</a:t>
            </a:r>
            <a:r>
              <a:rPr sz="2700" baseline="1543" dirty="0">
                <a:latin typeface="Arial Narrow"/>
                <a:cs typeface="Arial Narrow"/>
              </a:rPr>
              <a:t>s </a:t>
            </a:r>
            <a:r>
              <a:rPr sz="2700" spc="-7" baseline="1543" dirty="0">
                <a:latin typeface="Arial Narrow"/>
                <a:cs typeface="Arial Narrow"/>
              </a:rPr>
              <a:t>Fu</a:t>
            </a:r>
            <a:r>
              <a:rPr sz="2700" baseline="1543" dirty="0">
                <a:latin typeface="Arial Narrow"/>
                <a:cs typeface="Arial Narrow"/>
              </a:rPr>
              <a:t>… </a:t>
            </a:r>
            <a:r>
              <a:rPr sz="2700" spc="-37" baseline="1543" dirty="0">
                <a:latin typeface="Arial Narrow"/>
                <a:cs typeface="Arial Narrow"/>
              </a:rPr>
              <a:t> </a:t>
            </a:r>
            <a:r>
              <a:rPr sz="2700" baseline="1543" dirty="0">
                <a:latin typeface="Arial Narrow"/>
                <a:cs typeface="Arial Narrow"/>
              </a:rPr>
              <a:t>G</a:t>
            </a:r>
            <a:r>
              <a:rPr sz="2700" spc="-7" baseline="1543" dirty="0">
                <a:latin typeface="Arial Narrow"/>
                <a:cs typeface="Arial Narrow"/>
              </a:rPr>
              <a:t>er</a:t>
            </a:r>
            <a:r>
              <a:rPr sz="2700" baseline="1543" dirty="0">
                <a:latin typeface="Arial Narrow"/>
                <a:cs typeface="Arial Narrow"/>
              </a:rPr>
              <a:t>m</a:t>
            </a:r>
            <a:r>
              <a:rPr sz="2700" spc="-7" baseline="1543" dirty="0">
                <a:latin typeface="Arial Narrow"/>
                <a:cs typeface="Arial Narrow"/>
              </a:rPr>
              <a:t>an</a:t>
            </a:r>
            <a:r>
              <a:rPr sz="2700" baseline="1543" dirty="0">
                <a:latin typeface="Arial Narrow"/>
                <a:cs typeface="Arial Narrow"/>
              </a:rPr>
              <a:t>y	</a:t>
            </a:r>
            <a:r>
              <a:rPr sz="1800" spc="-5" dirty="0">
                <a:latin typeface="Arial Narrow"/>
                <a:cs typeface="Arial Narrow"/>
              </a:rPr>
              <a:t>030-007432</a:t>
            </a:r>
            <a:r>
              <a:rPr sz="1800" dirty="0">
                <a:latin typeface="Arial Narrow"/>
                <a:cs typeface="Arial Narrow"/>
              </a:rPr>
              <a:t>1	</a:t>
            </a:r>
            <a:r>
              <a:rPr sz="1800" spc="-5" dirty="0">
                <a:latin typeface="Arial Narrow"/>
                <a:cs typeface="Arial Narrow"/>
              </a:rPr>
              <a:t>~~</a:t>
            </a:r>
            <a:r>
              <a:rPr sz="1800" dirty="0">
                <a:latin typeface="Arial Narrow"/>
                <a:cs typeface="Arial Narrow"/>
              </a:rPr>
              <a:t>~</a:t>
            </a:r>
            <a:endParaRPr sz="1800">
              <a:latin typeface="Arial Narrow"/>
              <a:cs typeface="Arial Narrow"/>
            </a:endParaRPr>
          </a:p>
          <a:p>
            <a:pPr marL="2708910" indent="-2592070">
              <a:lnSpc>
                <a:spcPts val="2380"/>
              </a:lnSpc>
              <a:spcBef>
                <a:spcPts val="135"/>
              </a:spcBef>
              <a:tabLst>
                <a:tab pos="2724150" algn="l"/>
                <a:tab pos="3621404" algn="l"/>
                <a:tab pos="4764405" algn="l"/>
                <a:tab pos="5678805" algn="l"/>
                <a:tab pos="7061834" algn="l"/>
              </a:tabLst>
            </a:pPr>
            <a:r>
              <a:rPr sz="2850" b="1" spc="-7" baseline="-4385" dirty="0">
                <a:latin typeface="Arial"/>
                <a:cs typeface="Arial"/>
              </a:rPr>
              <a:t>table		</a:t>
            </a:r>
            <a:r>
              <a:rPr sz="1800" spc="-5" dirty="0">
                <a:latin typeface="Arial Narrow"/>
                <a:cs typeface="Arial Narrow"/>
              </a:rPr>
              <a:t>AN</a:t>
            </a:r>
            <a:r>
              <a:rPr sz="1800" spc="-110" dirty="0">
                <a:latin typeface="Arial Narrow"/>
                <a:cs typeface="Arial Narrow"/>
              </a:rPr>
              <a:t>A</a:t>
            </a:r>
            <a:r>
              <a:rPr sz="1800" spc="-5" dirty="0">
                <a:latin typeface="Arial Narrow"/>
                <a:cs typeface="Arial Narrow"/>
              </a:rPr>
              <a:t>T</a:t>
            </a:r>
            <a:r>
              <a:rPr sz="1800" dirty="0">
                <a:latin typeface="Arial Narrow"/>
                <a:cs typeface="Arial Narrow"/>
              </a:rPr>
              <a:t>R	A</a:t>
            </a:r>
            <a:r>
              <a:rPr sz="1800" spc="-5" dirty="0">
                <a:latin typeface="Arial Narrow"/>
                <a:cs typeface="Arial Narrow"/>
              </a:rPr>
              <a:t>n</a:t>
            </a:r>
            <a:r>
              <a:rPr sz="1800" dirty="0">
                <a:latin typeface="Arial Narrow"/>
                <a:cs typeface="Arial Narrow"/>
              </a:rPr>
              <a:t>a</a:t>
            </a:r>
            <a:r>
              <a:rPr sz="1800" spc="-35" dirty="0">
                <a:latin typeface="Arial Narrow"/>
                <a:cs typeface="Arial Narrow"/>
              </a:rPr>
              <a:t> </a:t>
            </a:r>
            <a:r>
              <a:rPr sz="1800" spc="-60" dirty="0">
                <a:latin typeface="Arial Narrow"/>
                <a:cs typeface="Arial Narrow"/>
              </a:rPr>
              <a:t>T</a:t>
            </a:r>
            <a:r>
              <a:rPr sz="1800" spc="-5" dirty="0">
                <a:latin typeface="Arial Narrow"/>
                <a:cs typeface="Arial Narrow"/>
              </a:rPr>
              <a:t>ru</a:t>
            </a:r>
            <a:r>
              <a:rPr sz="1800" dirty="0">
                <a:latin typeface="Arial Narrow"/>
                <a:cs typeface="Arial Narrow"/>
              </a:rPr>
              <a:t>jill…	M</a:t>
            </a:r>
            <a:r>
              <a:rPr sz="1800" spc="-5" dirty="0">
                <a:latin typeface="Arial Narrow"/>
                <a:cs typeface="Arial Narrow"/>
              </a:rPr>
              <a:t>e</a:t>
            </a:r>
            <a:r>
              <a:rPr sz="1800" dirty="0">
                <a:latin typeface="Arial Narrow"/>
                <a:cs typeface="Arial Narrow"/>
              </a:rPr>
              <a:t>xico	</a:t>
            </a:r>
            <a:r>
              <a:rPr sz="1800" spc="-5" dirty="0">
                <a:latin typeface="Arial Narrow"/>
                <a:cs typeface="Arial Narrow"/>
              </a:rPr>
              <a:t>(5</a:t>
            </a:r>
            <a:r>
              <a:rPr sz="1800" dirty="0">
                <a:latin typeface="Arial Narrow"/>
                <a:cs typeface="Arial Narrow"/>
              </a:rPr>
              <a:t>)</a:t>
            </a:r>
            <a:r>
              <a:rPr sz="1800" spc="-5" dirty="0">
                <a:latin typeface="Arial Narrow"/>
                <a:cs typeface="Arial Narrow"/>
              </a:rPr>
              <a:t> 555-472</a:t>
            </a:r>
            <a:r>
              <a:rPr sz="1800" dirty="0">
                <a:latin typeface="Arial Narrow"/>
                <a:cs typeface="Arial Narrow"/>
              </a:rPr>
              <a:t>9	</a:t>
            </a:r>
            <a:r>
              <a:rPr sz="1800" spc="-5" dirty="0">
                <a:latin typeface="Arial Narrow"/>
                <a:cs typeface="Arial Narrow"/>
              </a:rPr>
              <a:t>~~</a:t>
            </a:r>
            <a:r>
              <a:rPr sz="1800" dirty="0">
                <a:latin typeface="Arial Narrow"/>
                <a:cs typeface="Arial Narrow"/>
              </a:rPr>
              <a:t>~  A</a:t>
            </a:r>
            <a:r>
              <a:rPr sz="1800" spc="-5" dirty="0">
                <a:latin typeface="Arial Narrow"/>
                <a:cs typeface="Arial Narrow"/>
              </a:rPr>
              <a:t>N</a:t>
            </a:r>
            <a:r>
              <a:rPr sz="1800" spc="-35" dirty="0">
                <a:latin typeface="Arial Narrow"/>
                <a:cs typeface="Arial Narrow"/>
              </a:rPr>
              <a:t>T</a:t>
            </a:r>
            <a:r>
              <a:rPr sz="1800" dirty="0">
                <a:latin typeface="Arial Narrow"/>
                <a:cs typeface="Arial Narrow"/>
              </a:rPr>
              <a:t>ON	A</a:t>
            </a:r>
            <a:r>
              <a:rPr sz="1800" spc="-5" dirty="0">
                <a:latin typeface="Arial Narrow"/>
                <a:cs typeface="Arial Narrow"/>
              </a:rPr>
              <a:t>nton</a:t>
            </a:r>
            <a:r>
              <a:rPr sz="1800" dirty="0">
                <a:latin typeface="Arial Narrow"/>
                <a:cs typeface="Arial Narrow"/>
              </a:rPr>
              <a:t>io</a:t>
            </a:r>
            <a:r>
              <a:rPr sz="1800" spc="-5" dirty="0">
                <a:latin typeface="Arial Narrow"/>
                <a:cs typeface="Arial Narrow"/>
              </a:rPr>
              <a:t> </a:t>
            </a:r>
            <a:r>
              <a:rPr sz="1800" dirty="0">
                <a:latin typeface="Arial Narrow"/>
                <a:cs typeface="Arial Narrow"/>
              </a:rPr>
              <a:t>M… </a:t>
            </a:r>
            <a:r>
              <a:rPr sz="1800" spc="55" dirty="0">
                <a:latin typeface="Arial Narrow"/>
                <a:cs typeface="Arial Narrow"/>
              </a:rPr>
              <a:t> </a:t>
            </a:r>
            <a:r>
              <a:rPr sz="1800" dirty="0">
                <a:latin typeface="Arial Narrow"/>
                <a:cs typeface="Arial Narrow"/>
              </a:rPr>
              <a:t>M</a:t>
            </a:r>
            <a:r>
              <a:rPr sz="1800" spc="-5" dirty="0">
                <a:latin typeface="Arial Narrow"/>
                <a:cs typeface="Arial Narrow"/>
              </a:rPr>
              <a:t>e</a:t>
            </a:r>
            <a:r>
              <a:rPr sz="1800" dirty="0">
                <a:latin typeface="Arial Narrow"/>
                <a:cs typeface="Arial Narrow"/>
              </a:rPr>
              <a:t>xico	</a:t>
            </a:r>
            <a:r>
              <a:rPr sz="1800" spc="-5" dirty="0">
                <a:latin typeface="Arial Narrow"/>
                <a:cs typeface="Arial Narrow"/>
              </a:rPr>
              <a:t>(5</a:t>
            </a:r>
            <a:r>
              <a:rPr sz="1800" dirty="0">
                <a:latin typeface="Arial Narrow"/>
                <a:cs typeface="Arial Narrow"/>
              </a:rPr>
              <a:t>)</a:t>
            </a:r>
            <a:r>
              <a:rPr sz="1800" spc="-5" dirty="0">
                <a:latin typeface="Arial Narrow"/>
                <a:cs typeface="Arial Narrow"/>
              </a:rPr>
              <a:t> 555-393</a:t>
            </a:r>
            <a:r>
              <a:rPr sz="1800" dirty="0">
                <a:latin typeface="Arial Narrow"/>
                <a:cs typeface="Arial Narrow"/>
              </a:rPr>
              <a:t>2	</a:t>
            </a:r>
            <a:r>
              <a:rPr sz="1800" spc="-5" dirty="0">
                <a:latin typeface="Arial Narrow"/>
                <a:cs typeface="Arial Narrow"/>
              </a:rPr>
              <a:t>~~</a:t>
            </a:r>
            <a:r>
              <a:rPr sz="1800" dirty="0">
                <a:latin typeface="Arial Narrow"/>
                <a:cs typeface="Arial Narrow"/>
              </a:rPr>
              <a:t>~</a:t>
            </a:r>
            <a:endParaRPr sz="1800">
              <a:latin typeface="Arial Narrow"/>
              <a:cs typeface="Arial Narrow"/>
            </a:endParaRPr>
          </a:p>
          <a:p>
            <a:pPr marL="116839">
              <a:lnSpc>
                <a:spcPts val="1425"/>
              </a:lnSpc>
            </a:pPr>
            <a:r>
              <a:rPr sz="1900" b="1" spc="-5" dirty="0">
                <a:latin typeface="Arial"/>
                <a:cs typeface="Arial"/>
              </a:rPr>
              <a:t>Original Insert</a:t>
            </a:r>
            <a:r>
              <a:rPr sz="1900" b="1" spc="10" dirty="0">
                <a:latin typeface="Arial"/>
                <a:cs typeface="Arial"/>
              </a:rPr>
              <a:t> </a:t>
            </a:r>
            <a:r>
              <a:rPr sz="1900" b="1" spc="-5" dirty="0">
                <a:latin typeface="Arial"/>
                <a:cs typeface="Arial"/>
              </a:rPr>
              <a:t>to</a:t>
            </a:r>
            <a:endParaRPr sz="1900">
              <a:latin typeface="Arial"/>
              <a:cs typeface="Arial"/>
            </a:endParaRPr>
          </a:p>
          <a:p>
            <a:pPr marL="116839">
              <a:lnSpc>
                <a:spcPct val="100000"/>
              </a:lnSpc>
            </a:pPr>
            <a:r>
              <a:rPr sz="1900" b="1" spc="-5" dirty="0">
                <a:latin typeface="Arial"/>
                <a:cs typeface="Arial"/>
              </a:rPr>
              <a:t>the Customers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tabLst>
                <a:tab pos="2247900" algn="l"/>
                <a:tab pos="3441065" algn="l"/>
                <a:tab pos="4551680" algn="l"/>
              </a:tabLst>
            </a:pPr>
            <a:r>
              <a:rPr sz="1600" i="1" spc="-375" dirty="0">
                <a:latin typeface="Arial Narrow"/>
                <a:cs typeface="Arial Narrow"/>
              </a:rPr>
              <a:t>C</a:t>
            </a:r>
            <a:r>
              <a:rPr sz="2850" b="1" spc="-562" baseline="1461" dirty="0">
                <a:latin typeface="Arial"/>
                <a:cs typeface="Arial"/>
              </a:rPr>
              <a:t>V</a:t>
            </a:r>
            <a:r>
              <a:rPr sz="1600" i="1" spc="-375" dirty="0">
                <a:latin typeface="Arial Narrow"/>
                <a:cs typeface="Arial Narrow"/>
              </a:rPr>
              <a:t>us</a:t>
            </a:r>
            <a:r>
              <a:rPr sz="2850" b="1" spc="-562" baseline="1461" dirty="0">
                <a:latin typeface="Arial"/>
                <a:cs typeface="Arial"/>
              </a:rPr>
              <a:t>i</a:t>
            </a:r>
            <a:r>
              <a:rPr sz="1600" i="1" spc="-375" dirty="0">
                <a:latin typeface="Arial Narrow"/>
                <a:cs typeface="Arial Narrow"/>
              </a:rPr>
              <a:t>t</a:t>
            </a:r>
            <a:r>
              <a:rPr sz="2850" b="1" spc="-562" baseline="1461" dirty="0">
                <a:latin typeface="Arial"/>
                <a:cs typeface="Arial"/>
              </a:rPr>
              <a:t>e</a:t>
            </a:r>
            <a:r>
              <a:rPr sz="1600" i="1" spc="-375" dirty="0">
                <a:latin typeface="Arial Narrow"/>
                <a:cs typeface="Arial Narrow"/>
              </a:rPr>
              <a:t>om</a:t>
            </a:r>
            <a:r>
              <a:rPr sz="2850" b="1" spc="-562" baseline="1461" dirty="0">
                <a:latin typeface="Arial"/>
                <a:cs typeface="Arial"/>
              </a:rPr>
              <a:t>w</a:t>
            </a:r>
            <a:r>
              <a:rPr sz="1600" i="1" spc="-375" dirty="0">
                <a:latin typeface="Arial Narrow"/>
                <a:cs typeface="Arial Narrow"/>
              </a:rPr>
              <a:t>erI</a:t>
            </a:r>
            <a:r>
              <a:rPr sz="2850" b="1" spc="-562" baseline="1461" dirty="0">
                <a:latin typeface="Arial"/>
                <a:cs typeface="Arial"/>
              </a:rPr>
              <a:t>D</a:t>
            </a:r>
            <a:r>
              <a:rPr sz="1600" i="1" spc="-375" dirty="0">
                <a:latin typeface="Arial Narrow"/>
                <a:cs typeface="Arial Narrow"/>
              </a:rPr>
              <a:t>D</a:t>
            </a:r>
            <a:r>
              <a:rPr sz="2850" b="1" spc="-562" baseline="1461" dirty="0">
                <a:latin typeface="Arial"/>
                <a:cs typeface="Arial"/>
              </a:rPr>
              <a:t>o</a:t>
            </a:r>
            <a:r>
              <a:rPr sz="1600" i="1" spc="-375" dirty="0">
                <a:latin typeface="Arial Narrow"/>
                <a:cs typeface="Arial Narrow"/>
              </a:rPr>
              <a:t>C</a:t>
            </a:r>
            <a:r>
              <a:rPr sz="2850" b="1" spc="-562" baseline="1461" dirty="0">
                <a:latin typeface="Arial"/>
                <a:cs typeface="Arial"/>
              </a:rPr>
              <a:t>e</a:t>
            </a:r>
            <a:r>
              <a:rPr sz="1600" i="1" spc="-375" dirty="0">
                <a:latin typeface="Arial Narrow"/>
                <a:cs typeface="Arial Narrow"/>
              </a:rPr>
              <a:t>om</a:t>
            </a:r>
            <a:r>
              <a:rPr sz="2850" b="1" spc="-562" baseline="1461" dirty="0">
                <a:latin typeface="Arial"/>
                <a:cs typeface="Arial"/>
              </a:rPr>
              <a:t>s</a:t>
            </a:r>
            <a:r>
              <a:rPr sz="1600" i="1" spc="-375" dirty="0">
                <a:latin typeface="Arial Narrow"/>
                <a:cs typeface="Arial Narrow"/>
              </a:rPr>
              <a:t>pa</a:t>
            </a:r>
            <a:r>
              <a:rPr sz="2850" b="1" spc="-562" baseline="1461" dirty="0">
                <a:latin typeface="Arial"/>
                <a:cs typeface="Arial"/>
              </a:rPr>
              <a:t>N</a:t>
            </a:r>
            <a:r>
              <a:rPr sz="1600" i="1" spc="-375" dirty="0">
                <a:latin typeface="Arial Narrow"/>
                <a:cs typeface="Arial Narrow"/>
              </a:rPr>
              <a:t>n</a:t>
            </a:r>
            <a:r>
              <a:rPr sz="2850" b="1" spc="-562" baseline="1461" dirty="0">
                <a:latin typeface="Arial"/>
                <a:cs typeface="Arial"/>
              </a:rPr>
              <a:t>o</a:t>
            </a:r>
            <a:r>
              <a:rPr sz="1600" i="1" spc="-375" dirty="0">
                <a:latin typeface="Arial Narrow"/>
                <a:cs typeface="Arial Narrow"/>
              </a:rPr>
              <a:t>yN</a:t>
            </a:r>
            <a:r>
              <a:rPr sz="2850" b="1" spc="-562" baseline="1461" dirty="0">
                <a:latin typeface="Arial"/>
                <a:cs typeface="Arial"/>
              </a:rPr>
              <a:t>t</a:t>
            </a:r>
            <a:r>
              <a:rPr sz="1600" i="1" spc="-375" dirty="0">
                <a:latin typeface="Arial Narrow"/>
                <a:cs typeface="Arial Narrow"/>
              </a:rPr>
              <a:t>ame	</a:t>
            </a:r>
            <a:r>
              <a:rPr sz="1600" i="1" spc="-5" dirty="0">
                <a:latin typeface="Arial Narrow"/>
                <a:cs typeface="Arial Narrow"/>
              </a:rPr>
              <a:t>Country	Phone	…</a:t>
            </a:r>
            <a:endParaRPr sz="1600">
              <a:latin typeface="Arial Narrow"/>
              <a:cs typeface="Arial Narrow"/>
            </a:endParaRPr>
          </a:p>
          <a:p>
            <a:pPr marL="117475" indent="-1270">
              <a:lnSpc>
                <a:spcPct val="100000"/>
              </a:lnSpc>
              <a:spcBef>
                <a:spcPts val="610"/>
              </a:spcBef>
              <a:tabLst>
                <a:tab pos="1030605" algn="l"/>
                <a:tab pos="2173605" algn="l"/>
                <a:tab pos="5879465" algn="l"/>
                <a:tab pos="6990080" algn="l"/>
              </a:tabLst>
            </a:pPr>
            <a:r>
              <a:rPr sz="2850" b="1" spc="-757" baseline="20467" dirty="0">
                <a:latin typeface="Arial"/>
                <a:cs typeface="Arial"/>
              </a:rPr>
              <a:t>O</a:t>
            </a:r>
            <a:r>
              <a:rPr sz="1800" spc="-505" dirty="0">
                <a:latin typeface="Arial Narrow"/>
                <a:cs typeface="Arial Narrow"/>
              </a:rPr>
              <a:t>AN</a:t>
            </a:r>
            <a:r>
              <a:rPr sz="2850" b="1" spc="-757" baseline="20467" dirty="0">
                <a:latin typeface="Arial"/>
                <a:cs typeface="Arial"/>
              </a:rPr>
              <a:t>c</a:t>
            </a:r>
            <a:r>
              <a:rPr sz="1800" spc="-505" dirty="0">
                <a:latin typeface="Arial Narrow"/>
                <a:cs typeface="Arial Narrow"/>
              </a:rPr>
              <a:t>A</a:t>
            </a:r>
            <a:r>
              <a:rPr sz="2850" b="1" spc="-757" baseline="20467" dirty="0">
                <a:latin typeface="Arial"/>
                <a:cs typeface="Arial"/>
              </a:rPr>
              <a:t>c</a:t>
            </a:r>
            <a:r>
              <a:rPr sz="1800" spc="-505" dirty="0">
                <a:latin typeface="Arial Narrow"/>
                <a:cs typeface="Arial Narrow"/>
              </a:rPr>
              <a:t>T</a:t>
            </a:r>
            <a:r>
              <a:rPr sz="2850" b="1" spc="-757" baseline="20467" dirty="0">
                <a:latin typeface="Arial"/>
                <a:cs typeface="Arial"/>
              </a:rPr>
              <a:t>u</a:t>
            </a:r>
            <a:r>
              <a:rPr sz="1800" spc="-505" dirty="0">
                <a:latin typeface="Arial Narrow"/>
                <a:cs typeface="Arial Narrow"/>
              </a:rPr>
              <a:t>R</a:t>
            </a:r>
            <a:r>
              <a:rPr sz="2850" b="1" spc="-757" baseline="20467" dirty="0">
                <a:latin typeface="Arial"/>
                <a:cs typeface="Arial"/>
              </a:rPr>
              <a:t>r	</a:t>
            </a:r>
            <a:r>
              <a:rPr sz="1800" spc="-5" dirty="0">
                <a:latin typeface="Arial Narrow"/>
                <a:cs typeface="Arial Narrow"/>
              </a:rPr>
              <a:t>Ana</a:t>
            </a:r>
            <a:r>
              <a:rPr sz="1800" spc="-30" dirty="0">
                <a:latin typeface="Arial Narrow"/>
                <a:cs typeface="Arial Narrow"/>
              </a:rPr>
              <a:t> </a:t>
            </a:r>
            <a:r>
              <a:rPr sz="1800" spc="-10" dirty="0">
                <a:latin typeface="Arial Narrow"/>
                <a:cs typeface="Arial Narrow"/>
              </a:rPr>
              <a:t>Trujill…	</a:t>
            </a:r>
            <a:r>
              <a:rPr sz="1800" spc="-240" dirty="0">
                <a:latin typeface="Arial Narrow"/>
                <a:cs typeface="Arial Narrow"/>
              </a:rPr>
              <a:t>Mex</a:t>
            </a:r>
            <a:r>
              <a:rPr sz="2400" i="1" spc="-359" baseline="-3472" dirty="0">
                <a:latin typeface="Arial Narrow"/>
                <a:cs typeface="Arial Narrow"/>
              </a:rPr>
              <a:t>C</a:t>
            </a:r>
            <a:r>
              <a:rPr sz="1800" spc="-240" dirty="0">
                <a:latin typeface="Arial Narrow"/>
                <a:cs typeface="Arial Narrow"/>
              </a:rPr>
              <a:t>i</a:t>
            </a:r>
            <a:r>
              <a:rPr sz="2400" i="1" spc="-359" baseline="-3472" dirty="0">
                <a:latin typeface="Arial Narrow"/>
                <a:cs typeface="Arial Narrow"/>
              </a:rPr>
              <a:t>u</a:t>
            </a:r>
            <a:r>
              <a:rPr sz="1800" spc="-240" dirty="0">
                <a:latin typeface="Arial Narrow"/>
                <a:cs typeface="Arial Narrow"/>
              </a:rPr>
              <a:t>c</a:t>
            </a:r>
            <a:r>
              <a:rPr sz="2400" i="1" spc="-359" baseline="-3472" dirty="0">
                <a:latin typeface="Arial Narrow"/>
                <a:cs typeface="Arial Narrow"/>
              </a:rPr>
              <a:t>s</a:t>
            </a:r>
            <a:r>
              <a:rPr sz="1800" spc="-240" dirty="0">
                <a:latin typeface="Arial Narrow"/>
                <a:cs typeface="Arial Narrow"/>
              </a:rPr>
              <a:t>o</a:t>
            </a:r>
            <a:r>
              <a:rPr sz="2400" i="1" spc="-359" baseline="-3472" dirty="0">
                <a:latin typeface="Arial Narrow"/>
                <a:cs typeface="Arial Narrow"/>
              </a:rPr>
              <a:t>tome</a:t>
            </a:r>
            <a:r>
              <a:rPr sz="1800" spc="-240" dirty="0">
                <a:latin typeface="Arial Narrow"/>
                <a:cs typeface="Arial Narrow"/>
              </a:rPr>
              <a:t>(</a:t>
            </a:r>
            <a:r>
              <a:rPr sz="2400" i="1" spc="-359" baseline="-3472" dirty="0">
                <a:latin typeface="Arial Narrow"/>
                <a:cs typeface="Arial Narrow"/>
              </a:rPr>
              <a:t>r</a:t>
            </a:r>
            <a:r>
              <a:rPr sz="1800" spc="-240" dirty="0">
                <a:latin typeface="Arial Narrow"/>
                <a:cs typeface="Arial Narrow"/>
              </a:rPr>
              <a:t>5</a:t>
            </a:r>
            <a:r>
              <a:rPr sz="2400" i="1" spc="-359" baseline="-3472" dirty="0">
                <a:latin typeface="Arial Narrow"/>
                <a:cs typeface="Arial Narrow"/>
              </a:rPr>
              <a:t>ID</a:t>
            </a:r>
            <a:r>
              <a:rPr sz="1800" spc="-240" dirty="0">
                <a:latin typeface="Arial Narrow"/>
                <a:cs typeface="Arial Narrow"/>
              </a:rPr>
              <a:t>) </a:t>
            </a:r>
            <a:r>
              <a:rPr sz="1800" spc="-160" dirty="0">
                <a:latin typeface="Arial Narrow"/>
                <a:cs typeface="Arial Narrow"/>
              </a:rPr>
              <a:t> </a:t>
            </a:r>
            <a:r>
              <a:rPr sz="1800" spc="-265" dirty="0">
                <a:latin typeface="Arial Narrow"/>
                <a:cs typeface="Arial Narrow"/>
              </a:rPr>
              <a:t>5</a:t>
            </a:r>
            <a:r>
              <a:rPr sz="2400" i="1" spc="-397" baseline="-3472" dirty="0">
                <a:latin typeface="Arial Narrow"/>
                <a:cs typeface="Arial Narrow"/>
              </a:rPr>
              <a:t>C</a:t>
            </a:r>
            <a:r>
              <a:rPr sz="1800" spc="-265" dirty="0">
                <a:latin typeface="Arial Narrow"/>
                <a:cs typeface="Arial Narrow"/>
              </a:rPr>
              <a:t>5</a:t>
            </a:r>
            <a:r>
              <a:rPr sz="2400" i="1" spc="-397" baseline="-3472" dirty="0">
                <a:latin typeface="Arial Narrow"/>
                <a:cs typeface="Arial Narrow"/>
              </a:rPr>
              <a:t>o</a:t>
            </a:r>
            <a:r>
              <a:rPr sz="1800" spc="-265" dirty="0">
                <a:latin typeface="Arial Narrow"/>
                <a:cs typeface="Arial Narrow"/>
              </a:rPr>
              <a:t>5</a:t>
            </a:r>
            <a:r>
              <a:rPr sz="2400" i="1" spc="-397" baseline="-3472" dirty="0">
                <a:latin typeface="Arial Narrow"/>
                <a:cs typeface="Arial Narrow"/>
              </a:rPr>
              <a:t>m</a:t>
            </a:r>
            <a:r>
              <a:rPr sz="1800" spc="-265" dirty="0">
                <a:latin typeface="Arial Narrow"/>
                <a:cs typeface="Arial Narrow"/>
              </a:rPr>
              <a:t>-</a:t>
            </a:r>
            <a:r>
              <a:rPr sz="2400" i="1" spc="-397" baseline="-3472" dirty="0">
                <a:latin typeface="Arial Narrow"/>
                <a:cs typeface="Arial Narrow"/>
              </a:rPr>
              <a:t>p</a:t>
            </a:r>
            <a:r>
              <a:rPr sz="1800" spc="-265" dirty="0">
                <a:latin typeface="Arial Narrow"/>
                <a:cs typeface="Arial Narrow"/>
              </a:rPr>
              <a:t>4</a:t>
            </a:r>
            <a:r>
              <a:rPr sz="2400" i="1" spc="-397" baseline="-3472" dirty="0">
                <a:latin typeface="Arial Narrow"/>
                <a:cs typeface="Arial Narrow"/>
              </a:rPr>
              <a:t>a</a:t>
            </a:r>
            <a:r>
              <a:rPr sz="1800" spc="-265" dirty="0">
                <a:latin typeface="Arial Narrow"/>
                <a:cs typeface="Arial Narrow"/>
              </a:rPr>
              <a:t>7</a:t>
            </a:r>
            <a:r>
              <a:rPr sz="2400" i="1" spc="-397" baseline="-3472" dirty="0">
                <a:latin typeface="Arial Narrow"/>
                <a:cs typeface="Arial Narrow"/>
              </a:rPr>
              <a:t>n</a:t>
            </a:r>
            <a:r>
              <a:rPr sz="1800" spc="-265" dirty="0">
                <a:latin typeface="Arial Narrow"/>
                <a:cs typeface="Arial Narrow"/>
              </a:rPr>
              <a:t>2</a:t>
            </a:r>
            <a:r>
              <a:rPr sz="2400" i="1" spc="-397" baseline="-3472" dirty="0">
                <a:latin typeface="Arial Narrow"/>
                <a:cs typeface="Arial Narrow"/>
              </a:rPr>
              <a:t>y</a:t>
            </a:r>
            <a:r>
              <a:rPr sz="1800" spc="-265" dirty="0">
                <a:latin typeface="Arial Narrow"/>
                <a:cs typeface="Arial Narrow"/>
              </a:rPr>
              <a:t>9</a:t>
            </a:r>
            <a:r>
              <a:rPr sz="2400" i="1" spc="-397" baseline="-3472" dirty="0">
                <a:latin typeface="Arial Narrow"/>
                <a:cs typeface="Arial Narrow"/>
              </a:rPr>
              <a:t>Name</a:t>
            </a:r>
            <a:r>
              <a:rPr sz="1800" spc="-265" dirty="0">
                <a:latin typeface="Arial Narrow"/>
                <a:cs typeface="Arial Narrow"/>
              </a:rPr>
              <a:t>~~</a:t>
            </a:r>
            <a:r>
              <a:rPr sz="2400" i="1" spc="-397" baseline="-3472" dirty="0">
                <a:latin typeface="Arial Narrow"/>
                <a:cs typeface="Arial Narrow"/>
              </a:rPr>
              <a:t>C</a:t>
            </a:r>
            <a:r>
              <a:rPr sz="1800" spc="-265" dirty="0">
                <a:latin typeface="Arial Narrow"/>
                <a:cs typeface="Arial Narrow"/>
              </a:rPr>
              <a:t>~</a:t>
            </a:r>
            <a:r>
              <a:rPr sz="2400" i="1" spc="-397" baseline="-3472" dirty="0">
                <a:latin typeface="Arial Narrow"/>
                <a:cs typeface="Arial Narrow"/>
              </a:rPr>
              <a:t>ountry	</a:t>
            </a:r>
            <a:r>
              <a:rPr sz="2400" i="1" spc="-7" baseline="-3472" dirty="0">
                <a:latin typeface="Arial Narrow"/>
                <a:cs typeface="Arial Narrow"/>
              </a:rPr>
              <a:t>Phone	…</a:t>
            </a:r>
            <a:endParaRPr sz="2400" baseline="-3472">
              <a:latin typeface="Arial Narrow"/>
              <a:cs typeface="Arial Narrow"/>
            </a:endParaRPr>
          </a:p>
          <a:p>
            <a:pPr marL="121285" marR="144780" indent="-3810">
              <a:lnSpc>
                <a:spcPts val="1800"/>
              </a:lnSpc>
              <a:spcBef>
                <a:spcPts val="1135"/>
              </a:spcBef>
              <a:tabLst>
                <a:tab pos="1030605" algn="l"/>
                <a:tab pos="2621915" algn="l"/>
                <a:tab pos="3469004" algn="l"/>
                <a:tab pos="5526405" algn="l"/>
                <a:tab pos="6909434" algn="l"/>
              </a:tabLst>
            </a:pPr>
            <a:r>
              <a:rPr sz="2700" baseline="18518" dirty="0">
                <a:latin typeface="Arial Narrow"/>
                <a:cs typeface="Arial Narrow"/>
              </a:rPr>
              <a:t>A</a:t>
            </a:r>
            <a:r>
              <a:rPr sz="2700" spc="-7" baseline="18518" dirty="0">
                <a:latin typeface="Arial Narrow"/>
                <a:cs typeface="Arial Narrow"/>
              </a:rPr>
              <a:t>N</a:t>
            </a:r>
            <a:r>
              <a:rPr sz="2700" spc="-52" baseline="18518" dirty="0">
                <a:latin typeface="Arial Narrow"/>
                <a:cs typeface="Arial Narrow"/>
              </a:rPr>
              <a:t>T</a:t>
            </a:r>
            <a:r>
              <a:rPr sz="2700" baseline="18518" dirty="0">
                <a:latin typeface="Arial Narrow"/>
                <a:cs typeface="Arial Narrow"/>
              </a:rPr>
              <a:t>ON	A</a:t>
            </a:r>
            <a:r>
              <a:rPr sz="2700" spc="-7" baseline="18518" dirty="0">
                <a:latin typeface="Arial Narrow"/>
                <a:cs typeface="Arial Narrow"/>
              </a:rPr>
              <a:t>nton</a:t>
            </a:r>
            <a:r>
              <a:rPr sz="2700" baseline="18518" dirty="0">
                <a:latin typeface="Arial Narrow"/>
                <a:cs typeface="Arial Narrow"/>
              </a:rPr>
              <a:t>io</a:t>
            </a:r>
            <a:r>
              <a:rPr sz="2700" spc="-7" baseline="18518" dirty="0">
                <a:latin typeface="Arial Narrow"/>
                <a:cs typeface="Arial Narrow"/>
              </a:rPr>
              <a:t> </a:t>
            </a:r>
            <a:r>
              <a:rPr sz="2700" baseline="18518" dirty="0">
                <a:latin typeface="Arial Narrow"/>
                <a:cs typeface="Arial Narrow"/>
              </a:rPr>
              <a:t>M… </a:t>
            </a:r>
            <a:r>
              <a:rPr sz="2700" spc="82" baseline="18518" dirty="0">
                <a:latin typeface="Arial Narrow"/>
                <a:cs typeface="Arial Narrow"/>
              </a:rPr>
              <a:t> </a:t>
            </a:r>
            <a:r>
              <a:rPr sz="2700" baseline="18518" dirty="0">
                <a:latin typeface="Arial Narrow"/>
                <a:cs typeface="Arial Narrow"/>
              </a:rPr>
              <a:t>Me	</a:t>
            </a:r>
            <a:r>
              <a:rPr sz="1800" dirty="0">
                <a:latin typeface="Arial Narrow"/>
                <a:cs typeface="Arial Narrow"/>
              </a:rPr>
              <a:t>A</a:t>
            </a:r>
            <a:r>
              <a:rPr sz="1800" spc="-5" dirty="0">
                <a:latin typeface="Arial Narrow"/>
                <a:cs typeface="Arial Narrow"/>
              </a:rPr>
              <a:t>LF</a:t>
            </a:r>
            <a:r>
              <a:rPr sz="1800" dirty="0">
                <a:latin typeface="Arial Narrow"/>
                <a:cs typeface="Arial Narrow"/>
              </a:rPr>
              <a:t>KI	</a:t>
            </a:r>
            <a:r>
              <a:rPr sz="2700" baseline="1543" dirty="0">
                <a:latin typeface="Arial Narrow"/>
                <a:cs typeface="Arial Narrow"/>
              </a:rPr>
              <a:t>Al</a:t>
            </a:r>
            <a:r>
              <a:rPr sz="2700" spc="-7" baseline="1543" dirty="0">
                <a:latin typeface="Arial Narrow"/>
                <a:cs typeface="Arial Narrow"/>
              </a:rPr>
              <a:t>fred</a:t>
            </a:r>
            <a:r>
              <a:rPr sz="2700" baseline="1543" dirty="0">
                <a:latin typeface="Arial Narrow"/>
                <a:cs typeface="Arial Narrow"/>
              </a:rPr>
              <a:t>s </a:t>
            </a:r>
            <a:r>
              <a:rPr sz="2700" spc="-7" baseline="1543" dirty="0">
                <a:latin typeface="Arial Narrow"/>
                <a:cs typeface="Arial Narrow"/>
              </a:rPr>
              <a:t>Fu</a:t>
            </a:r>
            <a:r>
              <a:rPr sz="2700" spc="-472" baseline="1543" dirty="0">
                <a:latin typeface="Arial Narrow"/>
                <a:cs typeface="Arial Narrow"/>
              </a:rPr>
              <a:t>…</a:t>
            </a:r>
            <a:r>
              <a:rPr sz="2700" baseline="18518" dirty="0">
                <a:latin typeface="Arial Narrow"/>
                <a:cs typeface="Arial Narrow"/>
              </a:rPr>
              <a:t>~</a:t>
            </a:r>
            <a:r>
              <a:rPr sz="2700" spc="-247" baseline="18518" dirty="0">
                <a:latin typeface="Arial Narrow"/>
                <a:cs typeface="Arial Narrow"/>
              </a:rPr>
              <a:t> </a:t>
            </a:r>
            <a:r>
              <a:rPr sz="2700" baseline="1543" dirty="0">
                <a:latin typeface="Arial Narrow"/>
                <a:cs typeface="Arial Narrow"/>
              </a:rPr>
              <a:t>G</a:t>
            </a:r>
            <a:r>
              <a:rPr sz="2700" spc="-7" baseline="1543" dirty="0">
                <a:latin typeface="Arial Narrow"/>
                <a:cs typeface="Arial Narrow"/>
              </a:rPr>
              <a:t>er</a:t>
            </a:r>
            <a:r>
              <a:rPr sz="2700" baseline="1543" dirty="0">
                <a:latin typeface="Arial Narrow"/>
                <a:cs typeface="Arial Narrow"/>
              </a:rPr>
              <a:t>m</a:t>
            </a:r>
            <a:r>
              <a:rPr sz="2700" spc="-7" baseline="1543" dirty="0">
                <a:latin typeface="Arial Narrow"/>
                <a:cs typeface="Arial Narrow"/>
              </a:rPr>
              <a:t>an</a:t>
            </a:r>
            <a:r>
              <a:rPr sz="2700" baseline="1543" dirty="0">
                <a:latin typeface="Arial Narrow"/>
                <a:cs typeface="Arial Narrow"/>
              </a:rPr>
              <a:t>y	</a:t>
            </a:r>
            <a:r>
              <a:rPr sz="1800" spc="-5" dirty="0">
                <a:latin typeface="Arial Narrow"/>
                <a:cs typeface="Arial Narrow"/>
              </a:rPr>
              <a:t>030-007432</a:t>
            </a:r>
            <a:r>
              <a:rPr sz="1800" dirty="0">
                <a:latin typeface="Arial Narrow"/>
                <a:cs typeface="Arial Narrow"/>
              </a:rPr>
              <a:t>1	</a:t>
            </a:r>
            <a:r>
              <a:rPr sz="1800" spc="-5" dirty="0">
                <a:latin typeface="Arial Narrow"/>
                <a:cs typeface="Arial Narrow"/>
              </a:rPr>
              <a:t>~~</a:t>
            </a:r>
            <a:r>
              <a:rPr sz="1800" dirty="0">
                <a:latin typeface="Arial Narrow"/>
                <a:cs typeface="Arial Narrow"/>
              </a:rPr>
              <a:t>~  </a:t>
            </a:r>
            <a:r>
              <a:rPr sz="1800" spc="-5" dirty="0">
                <a:latin typeface="Arial Narrow"/>
                <a:cs typeface="Arial Narrow"/>
              </a:rPr>
              <a:t>C</a:t>
            </a:r>
            <a:r>
              <a:rPr sz="1800" dirty="0">
                <a:latin typeface="Arial Narrow"/>
                <a:cs typeface="Arial Narrow"/>
              </a:rPr>
              <a:t>E</a:t>
            </a:r>
            <a:r>
              <a:rPr sz="1800" spc="-5" dirty="0">
                <a:latin typeface="Arial Narrow"/>
                <a:cs typeface="Arial Narrow"/>
              </a:rPr>
              <a:t>NT</a:t>
            </a:r>
            <a:r>
              <a:rPr sz="1800" dirty="0">
                <a:latin typeface="Arial Narrow"/>
                <a:cs typeface="Arial Narrow"/>
              </a:rPr>
              <a:t>C	</a:t>
            </a:r>
            <a:r>
              <a:rPr sz="1800" spc="-5" dirty="0">
                <a:latin typeface="Arial Narrow"/>
                <a:cs typeface="Arial Narrow"/>
              </a:rPr>
              <a:t>Centr</a:t>
            </a:r>
            <a:r>
              <a:rPr sz="1800" dirty="0">
                <a:latin typeface="Arial Narrow"/>
                <a:cs typeface="Arial Narrow"/>
              </a:rPr>
              <a:t>o</a:t>
            </a:r>
            <a:r>
              <a:rPr sz="1800" spc="-5" dirty="0">
                <a:latin typeface="Arial Narrow"/>
                <a:cs typeface="Arial Narrow"/>
              </a:rPr>
              <a:t> Co</a:t>
            </a:r>
            <a:r>
              <a:rPr sz="1800" dirty="0">
                <a:latin typeface="Arial Narrow"/>
                <a:cs typeface="Arial Narrow"/>
              </a:rPr>
              <a:t>… </a:t>
            </a:r>
            <a:r>
              <a:rPr sz="1800" spc="-20" dirty="0">
                <a:latin typeface="Arial Narrow"/>
                <a:cs typeface="Arial Narrow"/>
              </a:rPr>
              <a:t> </a:t>
            </a:r>
            <a:r>
              <a:rPr sz="1800" dirty="0">
                <a:latin typeface="Arial Narrow"/>
                <a:cs typeface="Arial Narrow"/>
              </a:rPr>
              <a:t>M</a:t>
            </a:r>
            <a:r>
              <a:rPr sz="1800" spc="-5" dirty="0">
                <a:latin typeface="Arial Narrow"/>
                <a:cs typeface="Arial Narrow"/>
              </a:rPr>
              <a:t>e</a:t>
            </a:r>
            <a:r>
              <a:rPr sz="1800" dirty="0">
                <a:latin typeface="Arial Narrow"/>
                <a:cs typeface="Arial Narrow"/>
              </a:rPr>
              <a:t>xi</a:t>
            </a:r>
            <a:r>
              <a:rPr sz="1800" spc="-700" dirty="0">
                <a:latin typeface="Arial Narrow"/>
                <a:cs typeface="Arial Narrow"/>
              </a:rPr>
              <a:t>c</a:t>
            </a:r>
            <a:r>
              <a:rPr sz="2700" spc="-427" baseline="-20061" dirty="0">
                <a:latin typeface="Arial Narrow"/>
                <a:cs typeface="Arial Narrow"/>
              </a:rPr>
              <a:t>B</a:t>
            </a:r>
            <a:r>
              <a:rPr sz="1800" spc="-540" dirty="0">
                <a:latin typeface="Arial Narrow"/>
                <a:cs typeface="Arial Narrow"/>
              </a:rPr>
              <a:t>o</a:t>
            </a:r>
            <a:r>
              <a:rPr sz="2700" spc="-7" baseline="-20061" dirty="0">
                <a:latin typeface="Arial Narrow"/>
                <a:cs typeface="Arial Narrow"/>
              </a:rPr>
              <a:t>L</a:t>
            </a:r>
            <a:r>
              <a:rPr sz="2700" baseline="-20061" dirty="0">
                <a:latin typeface="Arial Narrow"/>
                <a:cs typeface="Arial Narrow"/>
              </a:rPr>
              <a:t>A</a:t>
            </a:r>
            <a:r>
              <a:rPr sz="2700" spc="-7" baseline="-20061" dirty="0">
                <a:latin typeface="Arial Narrow"/>
                <a:cs typeface="Arial Narrow"/>
              </a:rPr>
              <a:t>U</a:t>
            </a:r>
            <a:r>
              <a:rPr sz="2700" spc="-1200" baseline="-20061" dirty="0">
                <a:latin typeface="Arial Narrow"/>
                <a:cs typeface="Arial Narrow"/>
              </a:rPr>
              <a:t>S</a:t>
            </a:r>
            <a:r>
              <a:rPr sz="1800" spc="-5" dirty="0">
                <a:latin typeface="Arial Narrow"/>
                <a:cs typeface="Arial Narrow"/>
              </a:rPr>
              <a:t>(5</a:t>
            </a:r>
            <a:r>
              <a:rPr sz="1800" dirty="0">
                <a:latin typeface="Arial Narrow"/>
                <a:cs typeface="Arial Narrow"/>
              </a:rPr>
              <a:t>)</a:t>
            </a:r>
            <a:r>
              <a:rPr sz="1800" spc="-5" dirty="0">
                <a:latin typeface="Arial Narrow"/>
                <a:cs typeface="Arial Narrow"/>
              </a:rPr>
              <a:t> </a:t>
            </a:r>
            <a:r>
              <a:rPr sz="1800" spc="-35" dirty="0">
                <a:latin typeface="Arial Narrow"/>
                <a:cs typeface="Arial Narrow"/>
              </a:rPr>
              <a:t>5</a:t>
            </a:r>
            <a:r>
              <a:rPr sz="2700" spc="-1432" baseline="-20061" dirty="0">
                <a:latin typeface="Arial Narrow"/>
                <a:cs typeface="Arial Narrow"/>
              </a:rPr>
              <a:t>B</a:t>
            </a:r>
            <a:r>
              <a:rPr sz="1800" spc="-5" dirty="0">
                <a:latin typeface="Arial Narrow"/>
                <a:cs typeface="Arial Narrow"/>
              </a:rPr>
              <a:t>5</a:t>
            </a:r>
            <a:r>
              <a:rPr sz="1800" spc="-690" dirty="0">
                <a:latin typeface="Arial Narrow"/>
                <a:cs typeface="Arial Narrow"/>
              </a:rPr>
              <a:t>5</a:t>
            </a:r>
            <a:r>
              <a:rPr sz="2700" baseline="-20061" dirty="0">
                <a:latin typeface="Arial Narrow"/>
                <a:cs typeface="Arial Narrow"/>
              </a:rPr>
              <a:t>l</a:t>
            </a:r>
            <a:r>
              <a:rPr sz="2700" spc="-705" baseline="-20061" dirty="0">
                <a:latin typeface="Arial Narrow"/>
                <a:cs typeface="Arial Narrow"/>
              </a:rPr>
              <a:t>a</a:t>
            </a:r>
            <a:r>
              <a:rPr sz="1800" spc="-30" dirty="0">
                <a:latin typeface="Arial Narrow"/>
                <a:cs typeface="Arial Narrow"/>
              </a:rPr>
              <a:t>-</a:t>
            </a:r>
            <a:r>
              <a:rPr sz="2700" spc="-1200" baseline="-20061" dirty="0">
                <a:latin typeface="Arial Narrow"/>
                <a:cs typeface="Arial Narrow"/>
              </a:rPr>
              <a:t>u</a:t>
            </a:r>
            <a:r>
              <a:rPr sz="1800" spc="-30" dirty="0">
                <a:latin typeface="Arial Narrow"/>
                <a:cs typeface="Arial Narrow"/>
              </a:rPr>
              <a:t>3</a:t>
            </a:r>
            <a:r>
              <a:rPr sz="2700" spc="-1200" baseline="-20061" dirty="0">
                <a:latin typeface="Arial Narrow"/>
                <a:cs typeface="Arial Narrow"/>
              </a:rPr>
              <a:t>e</a:t>
            </a:r>
            <a:r>
              <a:rPr sz="1800" spc="-30" dirty="0">
                <a:latin typeface="Arial Narrow"/>
                <a:cs typeface="Arial Narrow"/>
              </a:rPr>
              <a:t>3</a:t>
            </a:r>
            <a:r>
              <a:rPr sz="2700" spc="-705" baseline="-20061" dirty="0">
                <a:latin typeface="Arial Narrow"/>
                <a:cs typeface="Arial Narrow"/>
              </a:rPr>
              <a:t>r</a:t>
            </a:r>
            <a:r>
              <a:rPr sz="1800" spc="-5" dirty="0">
                <a:latin typeface="Arial Narrow"/>
                <a:cs typeface="Arial Narrow"/>
              </a:rPr>
              <a:t>9</a:t>
            </a:r>
            <a:r>
              <a:rPr sz="1800" spc="-770" dirty="0">
                <a:latin typeface="Arial Narrow"/>
                <a:cs typeface="Arial Narrow"/>
              </a:rPr>
              <a:t>2</a:t>
            </a:r>
            <a:r>
              <a:rPr sz="2700" baseline="-20061" dirty="0">
                <a:latin typeface="Arial Narrow"/>
                <a:cs typeface="Arial Narrow"/>
              </a:rPr>
              <a:t>S</a:t>
            </a:r>
            <a:r>
              <a:rPr sz="2700" spc="-7" baseline="-20061" dirty="0">
                <a:latin typeface="Arial Narrow"/>
                <a:cs typeface="Arial Narrow"/>
              </a:rPr>
              <a:t>e</a:t>
            </a:r>
            <a:r>
              <a:rPr sz="2700" spc="-104" baseline="-20061" dirty="0">
                <a:latin typeface="Arial Narrow"/>
                <a:cs typeface="Arial Narrow"/>
              </a:rPr>
              <a:t>…</a:t>
            </a:r>
            <a:r>
              <a:rPr sz="1800" spc="-5" dirty="0">
                <a:latin typeface="Arial Narrow"/>
                <a:cs typeface="Arial Narrow"/>
              </a:rPr>
              <a:t>~</a:t>
            </a:r>
            <a:r>
              <a:rPr sz="1800" spc="-615" dirty="0">
                <a:latin typeface="Arial Narrow"/>
                <a:cs typeface="Arial Narrow"/>
              </a:rPr>
              <a:t>~</a:t>
            </a:r>
            <a:r>
              <a:rPr sz="2700" spc="-810" baseline="-20061" dirty="0">
                <a:latin typeface="Arial Narrow"/>
                <a:cs typeface="Arial Narrow"/>
              </a:rPr>
              <a:t>G</a:t>
            </a:r>
            <a:r>
              <a:rPr sz="1800" spc="-325" dirty="0">
                <a:latin typeface="Arial Narrow"/>
                <a:cs typeface="Arial Narrow"/>
              </a:rPr>
              <a:t>~</a:t>
            </a:r>
            <a:r>
              <a:rPr sz="2700" spc="-7" baseline="-20061" dirty="0">
                <a:latin typeface="Arial Narrow"/>
                <a:cs typeface="Arial Narrow"/>
              </a:rPr>
              <a:t>er</a:t>
            </a:r>
            <a:r>
              <a:rPr sz="2700" baseline="-20061" dirty="0">
                <a:latin typeface="Arial Narrow"/>
                <a:cs typeface="Arial Narrow"/>
              </a:rPr>
              <a:t>m</a:t>
            </a:r>
            <a:r>
              <a:rPr sz="2700" spc="-7" baseline="-20061" dirty="0">
                <a:latin typeface="Arial Narrow"/>
                <a:cs typeface="Arial Narrow"/>
              </a:rPr>
              <a:t>an</a:t>
            </a:r>
            <a:r>
              <a:rPr sz="2700" baseline="-20061" dirty="0">
                <a:latin typeface="Arial Narrow"/>
                <a:cs typeface="Arial Narrow"/>
              </a:rPr>
              <a:t>y	</a:t>
            </a:r>
            <a:r>
              <a:rPr sz="2700" spc="-7" baseline="-20061" dirty="0">
                <a:latin typeface="Arial Narrow"/>
                <a:cs typeface="Arial Narrow"/>
              </a:rPr>
              <a:t>0621-0846</a:t>
            </a:r>
            <a:r>
              <a:rPr sz="2700" baseline="-20061" dirty="0">
                <a:latin typeface="Arial Narrow"/>
                <a:cs typeface="Arial Narrow"/>
              </a:rPr>
              <a:t>0	</a:t>
            </a:r>
            <a:r>
              <a:rPr sz="2700" spc="-7" baseline="-20061" dirty="0">
                <a:latin typeface="Arial Narrow"/>
                <a:cs typeface="Arial Narrow"/>
              </a:rPr>
              <a:t>~~</a:t>
            </a:r>
            <a:r>
              <a:rPr sz="2700" baseline="-20061" dirty="0">
                <a:latin typeface="Arial Narrow"/>
                <a:cs typeface="Arial Narrow"/>
              </a:rPr>
              <a:t>~</a:t>
            </a:r>
            <a:endParaRPr sz="2700" baseline="-20061">
              <a:latin typeface="Arial Narrow"/>
              <a:cs typeface="Arial Narrow"/>
            </a:endParaRPr>
          </a:p>
          <a:p>
            <a:pPr marL="2549525">
              <a:lnSpc>
                <a:spcPct val="100000"/>
              </a:lnSpc>
              <a:spcBef>
                <a:spcPts val="835"/>
              </a:spcBef>
              <a:tabLst>
                <a:tab pos="3469004" algn="l"/>
                <a:tab pos="4612005" algn="l"/>
                <a:tab pos="5526405" algn="l"/>
                <a:tab pos="6909434" algn="l"/>
              </a:tabLst>
            </a:pPr>
            <a:r>
              <a:rPr sz="1800" spc="-5" dirty="0">
                <a:latin typeface="Arial Narrow"/>
                <a:cs typeface="Arial Narrow"/>
              </a:rPr>
              <a:t>DRACD	Drachenb…	Germany	0241-039123	~~~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6304597" y="5085397"/>
            <a:ext cx="1424292" cy="433705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28600" y="1086611"/>
            <a:ext cx="8458200" cy="5410200"/>
          </a:xfrm>
          <a:custGeom>
            <a:avLst/>
            <a:gdLst/>
            <a:ahLst/>
            <a:cxnLst/>
            <a:rect l="l" t="t" r="r" b="b"/>
            <a:pathLst>
              <a:path w="8458200" h="5410200">
                <a:moveTo>
                  <a:pt x="0" y="0"/>
                </a:moveTo>
                <a:lnTo>
                  <a:pt x="8458200" y="0"/>
                </a:lnTo>
                <a:lnTo>
                  <a:pt x="8458200" y="5410200"/>
                </a:lnTo>
                <a:lnTo>
                  <a:pt x="0" y="5410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35647" y="988060"/>
            <a:ext cx="7688580" cy="53486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33400" y="5990844"/>
            <a:ext cx="443865" cy="358140"/>
          </a:xfrm>
          <a:custGeom>
            <a:avLst/>
            <a:gdLst/>
            <a:ahLst/>
            <a:cxnLst/>
            <a:rect l="l" t="t" r="r" b="b"/>
            <a:pathLst>
              <a:path w="443865" h="358139">
                <a:moveTo>
                  <a:pt x="384047" y="358139"/>
                </a:moveTo>
                <a:lnTo>
                  <a:pt x="59436" y="358139"/>
                </a:lnTo>
                <a:lnTo>
                  <a:pt x="36320" y="353141"/>
                </a:lnTo>
                <a:lnTo>
                  <a:pt x="17425" y="340285"/>
                </a:lnTo>
                <a:lnTo>
                  <a:pt x="4677" y="321497"/>
                </a:lnTo>
                <a:lnTo>
                  <a:pt x="0" y="298703"/>
                </a:lnTo>
                <a:lnTo>
                  <a:pt x="0" y="59435"/>
                </a:lnTo>
                <a:lnTo>
                  <a:pt x="4677" y="36534"/>
                </a:lnTo>
                <a:lnTo>
                  <a:pt x="17425" y="17711"/>
                </a:lnTo>
                <a:lnTo>
                  <a:pt x="36320" y="4891"/>
                </a:lnTo>
                <a:lnTo>
                  <a:pt x="59436" y="0"/>
                </a:lnTo>
                <a:lnTo>
                  <a:pt x="384047" y="0"/>
                </a:lnTo>
                <a:lnTo>
                  <a:pt x="406841" y="4891"/>
                </a:lnTo>
                <a:lnTo>
                  <a:pt x="425629" y="17711"/>
                </a:lnTo>
                <a:lnTo>
                  <a:pt x="438485" y="36534"/>
                </a:lnTo>
                <a:lnTo>
                  <a:pt x="443484" y="59435"/>
                </a:lnTo>
                <a:lnTo>
                  <a:pt x="443484" y="298703"/>
                </a:lnTo>
                <a:lnTo>
                  <a:pt x="438485" y="321497"/>
                </a:lnTo>
                <a:lnTo>
                  <a:pt x="425629" y="340285"/>
                </a:lnTo>
                <a:lnTo>
                  <a:pt x="406841" y="353141"/>
                </a:lnTo>
                <a:lnTo>
                  <a:pt x="384047" y="358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28713" y="5986462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75" y="7620"/>
                </a:lnTo>
                <a:lnTo>
                  <a:pt x="418909" y="7620"/>
                </a:lnTo>
                <a:lnTo>
                  <a:pt x="421366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66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1" y="17779"/>
                </a:moveTo>
                <a:lnTo>
                  <a:pt x="18923" y="17779"/>
                </a:lnTo>
                <a:lnTo>
                  <a:pt x="23152" y="13970"/>
                </a:lnTo>
                <a:lnTo>
                  <a:pt x="23495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1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8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3" y="332739"/>
                </a:moveTo>
                <a:lnTo>
                  <a:pt x="7581" y="332739"/>
                </a:lnTo>
                <a:lnTo>
                  <a:pt x="5079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79" y="38100"/>
                </a:lnTo>
                <a:lnTo>
                  <a:pt x="7581" y="33020"/>
                </a:lnTo>
                <a:lnTo>
                  <a:pt x="18923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2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842" y="5715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2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3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2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2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05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3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8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1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5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09" y="358139"/>
                </a:moveTo>
                <a:lnTo>
                  <a:pt x="33375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66" y="356870"/>
                </a:lnTo>
                <a:lnTo>
                  <a:pt x="418909" y="358139"/>
                </a:lnTo>
                <a:close/>
              </a:path>
              <a:path w="452755" h="365760">
                <a:moveTo>
                  <a:pt x="421366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66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88263" y="6073140"/>
            <a:ext cx="332740" cy="192405"/>
          </a:xfrm>
          <a:custGeom>
            <a:avLst/>
            <a:gdLst/>
            <a:ahLst/>
            <a:cxnLst/>
            <a:rect l="l" t="t" r="r" b="b"/>
            <a:pathLst>
              <a:path w="332740" h="192404">
                <a:moveTo>
                  <a:pt x="0" y="0"/>
                </a:moveTo>
                <a:lnTo>
                  <a:pt x="332232" y="0"/>
                </a:lnTo>
                <a:lnTo>
                  <a:pt x="332232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84200" y="6069012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76910" y="6060122"/>
            <a:ext cx="143205" cy="13825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66102" y="6109334"/>
            <a:ext cx="207962" cy="144779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031747" y="5990844"/>
            <a:ext cx="443865" cy="358140"/>
          </a:xfrm>
          <a:custGeom>
            <a:avLst/>
            <a:gdLst/>
            <a:ahLst/>
            <a:cxnLst/>
            <a:rect l="l" t="t" r="r" b="b"/>
            <a:pathLst>
              <a:path w="443865" h="358139">
                <a:moveTo>
                  <a:pt x="384048" y="358139"/>
                </a:moveTo>
                <a:lnTo>
                  <a:pt x="59436" y="358139"/>
                </a:lnTo>
                <a:lnTo>
                  <a:pt x="36392" y="353141"/>
                </a:lnTo>
                <a:lnTo>
                  <a:pt x="17521" y="340285"/>
                </a:lnTo>
                <a:lnTo>
                  <a:pt x="4748" y="321497"/>
                </a:lnTo>
                <a:lnTo>
                  <a:pt x="0" y="298703"/>
                </a:lnTo>
                <a:lnTo>
                  <a:pt x="0" y="59435"/>
                </a:lnTo>
                <a:lnTo>
                  <a:pt x="4748" y="36534"/>
                </a:lnTo>
                <a:lnTo>
                  <a:pt x="17521" y="17711"/>
                </a:lnTo>
                <a:lnTo>
                  <a:pt x="36392" y="4891"/>
                </a:lnTo>
                <a:lnTo>
                  <a:pt x="59436" y="0"/>
                </a:lnTo>
                <a:lnTo>
                  <a:pt x="384048" y="0"/>
                </a:lnTo>
                <a:lnTo>
                  <a:pt x="406913" y="4891"/>
                </a:lnTo>
                <a:lnTo>
                  <a:pt x="425724" y="17711"/>
                </a:lnTo>
                <a:lnTo>
                  <a:pt x="438556" y="36534"/>
                </a:lnTo>
                <a:lnTo>
                  <a:pt x="443484" y="59435"/>
                </a:lnTo>
                <a:lnTo>
                  <a:pt x="443484" y="298703"/>
                </a:lnTo>
                <a:lnTo>
                  <a:pt x="438556" y="321497"/>
                </a:lnTo>
                <a:lnTo>
                  <a:pt x="425724" y="340285"/>
                </a:lnTo>
                <a:lnTo>
                  <a:pt x="406913" y="353141"/>
                </a:lnTo>
                <a:lnTo>
                  <a:pt x="384048" y="358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027188" y="5986462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62" y="7620"/>
                </a:lnTo>
                <a:lnTo>
                  <a:pt x="418909" y="7620"/>
                </a:lnTo>
                <a:lnTo>
                  <a:pt x="421366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66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0" y="17779"/>
                </a:moveTo>
                <a:lnTo>
                  <a:pt x="18922" y="17779"/>
                </a:lnTo>
                <a:lnTo>
                  <a:pt x="23152" y="13970"/>
                </a:lnTo>
                <a:lnTo>
                  <a:pt x="23494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0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7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2" y="332739"/>
                </a:moveTo>
                <a:lnTo>
                  <a:pt x="7581" y="332739"/>
                </a:lnTo>
                <a:lnTo>
                  <a:pt x="5080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80" y="38100"/>
                </a:lnTo>
                <a:lnTo>
                  <a:pt x="7581" y="33020"/>
                </a:lnTo>
                <a:lnTo>
                  <a:pt x="18922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3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715" y="5842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3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2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3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3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05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2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7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0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4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09" y="358139"/>
                </a:moveTo>
                <a:lnTo>
                  <a:pt x="33362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66" y="356870"/>
                </a:lnTo>
                <a:lnTo>
                  <a:pt x="418909" y="358139"/>
                </a:lnTo>
                <a:close/>
              </a:path>
              <a:path w="452755" h="365760">
                <a:moveTo>
                  <a:pt x="421366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66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088136" y="6073140"/>
            <a:ext cx="330835" cy="192405"/>
          </a:xfrm>
          <a:custGeom>
            <a:avLst/>
            <a:gdLst/>
            <a:ahLst/>
            <a:cxnLst/>
            <a:rect l="l" t="t" r="r" b="b"/>
            <a:pathLst>
              <a:path w="330834" h="192404">
                <a:moveTo>
                  <a:pt x="0" y="0"/>
                </a:moveTo>
                <a:lnTo>
                  <a:pt x="330707" y="0"/>
                </a:lnTo>
                <a:lnTo>
                  <a:pt x="330707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082675" y="6069012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123010" y="6109334"/>
            <a:ext cx="143205" cy="138277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156360" y="6109334"/>
            <a:ext cx="216179" cy="144779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74775" y="6073140"/>
            <a:ext cx="257810" cy="210820"/>
          </a:xfrm>
          <a:custGeom>
            <a:avLst/>
            <a:gdLst/>
            <a:ahLst/>
            <a:cxnLst/>
            <a:rect l="l" t="t" r="r" b="b"/>
            <a:pathLst>
              <a:path w="257809" h="210820">
                <a:moveTo>
                  <a:pt x="67056" y="210312"/>
                </a:moveTo>
                <a:lnTo>
                  <a:pt x="67056" y="163068"/>
                </a:lnTo>
                <a:lnTo>
                  <a:pt x="0" y="163068"/>
                </a:lnTo>
                <a:lnTo>
                  <a:pt x="0" y="48768"/>
                </a:lnTo>
                <a:lnTo>
                  <a:pt x="67056" y="48768"/>
                </a:lnTo>
                <a:lnTo>
                  <a:pt x="67056" y="0"/>
                </a:lnTo>
                <a:lnTo>
                  <a:pt x="257556" y="105156"/>
                </a:lnTo>
                <a:lnTo>
                  <a:pt x="67056" y="210312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869950" y="6065723"/>
            <a:ext cx="272415" cy="226060"/>
          </a:xfrm>
          <a:custGeom>
            <a:avLst/>
            <a:gdLst/>
            <a:ahLst/>
            <a:cxnLst/>
            <a:rect l="l" t="t" r="r" b="b"/>
            <a:pathLst>
              <a:path w="272415" h="226060">
                <a:moveTo>
                  <a:pt x="66675" y="55676"/>
                </a:moveTo>
                <a:lnTo>
                  <a:pt x="66675" y="0"/>
                </a:lnTo>
                <a:lnTo>
                  <a:pt x="81314" y="8051"/>
                </a:lnTo>
                <a:lnTo>
                  <a:pt x="76200" y="8051"/>
                </a:lnTo>
                <a:lnTo>
                  <a:pt x="69138" y="12230"/>
                </a:lnTo>
                <a:lnTo>
                  <a:pt x="76200" y="16113"/>
                </a:lnTo>
                <a:lnTo>
                  <a:pt x="76200" y="50914"/>
                </a:lnTo>
                <a:lnTo>
                  <a:pt x="71437" y="50914"/>
                </a:lnTo>
                <a:lnTo>
                  <a:pt x="66675" y="55676"/>
                </a:lnTo>
                <a:close/>
              </a:path>
              <a:path w="272415" h="226060">
                <a:moveTo>
                  <a:pt x="76200" y="16113"/>
                </a:moveTo>
                <a:lnTo>
                  <a:pt x="69138" y="12230"/>
                </a:lnTo>
                <a:lnTo>
                  <a:pt x="76200" y="8051"/>
                </a:lnTo>
                <a:lnTo>
                  <a:pt x="76200" y="16113"/>
                </a:lnTo>
                <a:close/>
              </a:path>
              <a:path w="272415" h="226060">
                <a:moveTo>
                  <a:pt x="252041" y="112826"/>
                </a:moveTo>
                <a:lnTo>
                  <a:pt x="76200" y="16113"/>
                </a:lnTo>
                <a:lnTo>
                  <a:pt x="76200" y="8051"/>
                </a:lnTo>
                <a:lnTo>
                  <a:pt x="81314" y="8051"/>
                </a:lnTo>
                <a:lnTo>
                  <a:pt x="264221" y="108648"/>
                </a:lnTo>
                <a:lnTo>
                  <a:pt x="259638" y="108648"/>
                </a:lnTo>
                <a:lnTo>
                  <a:pt x="252041" y="112826"/>
                </a:lnTo>
                <a:close/>
              </a:path>
              <a:path w="272415" h="226060">
                <a:moveTo>
                  <a:pt x="66675" y="174739"/>
                </a:moveTo>
                <a:lnTo>
                  <a:pt x="0" y="174739"/>
                </a:lnTo>
                <a:lnTo>
                  <a:pt x="0" y="50914"/>
                </a:lnTo>
                <a:lnTo>
                  <a:pt x="66675" y="50914"/>
                </a:lnTo>
                <a:lnTo>
                  <a:pt x="66675" y="55676"/>
                </a:lnTo>
                <a:lnTo>
                  <a:pt x="9525" y="55676"/>
                </a:lnTo>
                <a:lnTo>
                  <a:pt x="4762" y="60439"/>
                </a:lnTo>
                <a:lnTo>
                  <a:pt x="9525" y="60439"/>
                </a:lnTo>
                <a:lnTo>
                  <a:pt x="9525" y="165214"/>
                </a:lnTo>
                <a:lnTo>
                  <a:pt x="4762" y="165214"/>
                </a:lnTo>
                <a:lnTo>
                  <a:pt x="9525" y="169976"/>
                </a:lnTo>
                <a:lnTo>
                  <a:pt x="66675" y="169976"/>
                </a:lnTo>
                <a:lnTo>
                  <a:pt x="66675" y="174739"/>
                </a:lnTo>
                <a:close/>
              </a:path>
              <a:path w="272415" h="226060">
                <a:moveTo>
                  <a:pt x="76200" y="60439"/>
                </a:moveTo>
                <a:lnTo>
                  <a:pt x="9525" y="60439"/>
                </a:lnTo>
                <a:lnTo>
                  <a:pt x="9525" y="55676"/>
                </a:lnTo>
                <a:lnTo>
                  <a:pt x="66675" y="55676"/>
                </a:lnTo>
                <a:lnTo>
                  <a:pt x="71437" y="50914"/>
                </a:lnTo>
                <a:lnTo>
                  <a:pt x="76200" y="50914"/>
                </a:lnTo>
                <a:lnTo>
                  <a:pt x="76200" y="60439"/>
                </a:lnTo>
                <a:close/>
              </a:path>
              <a:path w="272415" h="226060">
                <a:moveTo>
                  <a:pt x="9525" y="60439"/>
                </a:moveTo>
                <a:lnTo>
                  <a:pt x="4762" y="60439"/>
                </a:lnTo>
                <a:lnTo>
                  <a:pt x="9525" y="55676"/>
                </a:lnTo>
                <a:lnTo>
                  <a:pt x="9525" y="60439"/>
                </a:lnTo>
                <a:close/>
              </a:path>
              <a:path w="272415" h="226060">
                <a:moveTo>
                  <a:pt x="259638" y="117005"/>
                </a:moveTo>
                <a:lnTo>
                  <a:pt x="252041" y="112826"/>
                </a:lnTo>
                <a:lnTo>
                  <a:pt x="259638" y="108648"/>
                </a:lnTo>
                <a:lnTo>
                  <a:pt x="259638" y="117005"/>
                </a:lnTo>
                <a:close/>
              </a:path>
              <a:path w="272415" h="226060">
                <a:moveTo>
                  <a:pt x="264221" y="117005"/>
                </a:moveTo>
                <a:lnTo>
                  <a:pt x="259638" y="117005"/>
                </a:lnTo>
                <a:lnTo>
                  <a:pt x="259638" y="108648"/>
                </a:lnTo>
                <a:lnTo>
                  <a:pt x="264221" y="108648"/>
                </a:lnTo>
                <a:lnTo>
                  <a:pt x="271818" y="112826"/>
                </a:lnTo>
                <a:lnTo>
                  <a:pt x="264221" y="117005"/>
                </a:lnTo>
                <a:close/>
              </a:path>
              <a:path w="272415" h="226060">
                <a:moveTo>
                  <a:pt x="81314" y="217601"/>
                </a:moveTo>
                <a:lnTo>
                  <a:pt x="76200" y="217601"/>
                </a:lnTo>
                <a:lnTo>
                  <a:pt x="76200" y="209539"/>
                </a:lnTo>
                <a:lnTo>
                  <a:pt x="252041" y="112826"/>
                </a:lnTo>
                <a:lnTo>
                  <a:pt x="259638" y="117005"/>
                </a:lnTo>
                <a:lnTo>
                  <a:pt x="264221" y="117005"/>
                </a:lnTo>
                <a:lnTo>
                  <a:pt x="81314" y="217601"/>
                </a:lnTo>
                <a:close/>
              </a:path>
              <a:path w="272415" h="226060">
                <a:moveTo>
                  <a:pt x="9525" y="169976"/>
                </a:moveTo>
                <a:lnTo>
                  <a:pt x="4762" y="165214"/>
                </a:lnTo>
                <a:lnTo>
                  <a:pt x="9525" y="165214"/>
                </a:lnTo>
                <a:lnTo>
                  <a:pt x="9525" y="169976"/>
                </a:lnTo>
                <a:close/>
              </a:path>
              <a:path w="272415" h="226060">
                <a:moveTo>
                  <a:pt x="76200" y="174739"/>
                </a:moveTo>
                <a:lnTo>
                  <a:pt x="71437" y="174739"/>
                </a:lnTo>
                <a:lnTo>
                  <a:pt x="66675" y="169976"/>
                </a:lnTo>
                <a:lnTo>
                  <a:pt x="9525" y="169976"/>
                </a:lnTo>
                <a:lnTo>
                  <a:pt x="9525" y="165214"/>
                </a:lnTo>
                <a:lnTo>
                  <a:pt x="76200" y="165214"/>
                </a:lnTo>
                <a:lnTo>
                  <a:pt x="76200" y="174739"/>
                </a:lnTo>
                <a:close/>
              </a:path>
              <a:path w="272415" h="226060">
                <a:moveTo>
                  <a:pt x="66675" y="225653"/>
                </a:moveTo>
                <a:lnTo>
                  <a:pt x="66675" y="169976"/>
                </a:lnTo>
                <a:lnTo>
                  <a:pt x="71437" y="174739"/>
                </a:lnTo>
                <a:lnTo>
                  <a:pt x="76200" y="174739"/>
                </a:lnTo>
                <a:lnTo>
                  <a:pt x="76200" y="209539"/>
                </a:lnTo>
                <a:lnTo>
                  <a:pt x="69138" y="213423"/>
                </a:lnTo>
                <a:lnTo>
                  <a:pt x="76200" y="217601"/>
                </a:lnTo>
                <a:lnTo>
                  <a:pt x="81314" y="217601"/>
                </a:lnTo>
                <a:lnTo>
                  <a:pt x="66675" y="225653"/>
                </a:lnTo>
                <a:close/>
              </a:path>
              <a:path w="272415" h="226060">
                <a:moveTo>
                  <a:pt x="76200" y="217601"/>
                </a:moveTo>
                <a:lnTo>
                  <a:pt x="69138" y="213423"/>
                </a:lnTo>
                <a:lnTo>
                  <a:pt x="76200" y="209539"/>
                </a:lnTo>
                <a:lnTo>
                  <a:pt x="76200" y="2176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1755139" y="1803400"/>
            <a:ext cx="634174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 Narrow"/>
                <a:cs typeface="Arial Narrow"/>
              </a:rPr>
              <a:t>INSTEAD OF </a:t>
            </a:r>
            <a:r>
              <a:rPr sz="2400" b="1" spc="-20" dirty="0">
                <a:latin typeface="Arial Narrow"/>
                <a:cs typeface="Arial Narrow"/>
              </a:rPr>
              <a:t>Trigger </a:t>
            </a:r>
            <a:r>
              <a:rPr sz="2400" b="1" spc="-5" dirty="0">
                <a:latin typeface="Arial Narrow"/>
                <a:cs typeface="Arial Narrow"/>
              </a:rPr>
              <a:t>Can Be on </a:t>
            </a:r>
            <a:r>
              <a:rPr sz="2400" b="1" dirty="0">
                <a:latin typeface="Arial Narrow"/>
                <a:cs typeface="Arial Narrow"/>
              </a:rPr>
              <a:t>a </a:t>
            </a:r>
            <a:r>
              <a:rPr sz="2400" b="1" spc="-35" dirty="0">
                <a:latin typeface="Arial Narrow"/>
                <a:cs typeface="Arial Narrow"/>
              </a:rPr>
              <a:t>Table </a:t>
            </a:r>
            <a:r>
              <a:rPr sz="2400" b="1" spc="-5" dirty="0">
                <a:latin typeface="Arial Narrow"/>
                <a:cs typeface="Arial Narrow"/>
              </a:rPr>
              <a:t>or</a:t>
            </a:r>
            <a:r>
              <a:rPr sz="2400" b="1" spc="15" dirty="0">
                <a:latin typeface="Arial Narrow"/>
                <a:cs typeface="Arial Narrow"/>
              </a:rPr>
              <a:t> </a:t>
            </a:r>
            <a:r>
              <a:rPr sz="2400" b="1" spc="-10" dirty="0">
                <a:latin typeface="Arial Narrow"/>
                <a:cs typeface="Arial Narrow"/>
              </a:rPr>
              <a:t>View</a:t>
            </a:r>
            <a:endParaRPr sz="2400">
              <a:latin typeface="Arial Narrow"/>
              <a:cs typeface="Arial Narrow"/>
            </a:endParaRPr>
          </a:p>
          <a:p>
            <a:pPr marL="12700" marR="5080">
              <a:lnSpc>
                <a:spcPct val="300000"/>
              </a:lnSpc>
            </a:pPr>
            <a:r>
              <a:rPr sz="2400" b="1" spc="-5" dirty="0">
                <a:latin typeface="Arial Narrow"/>
                <a:cs typeface="Arial Narrow"/>
              </a:rPr>
              <a:t>The Action That Initiates the </a:t>
            </a:r>
            <a:r>
              <a:rPr sz="2400" b="1" spc="-20" dirty="0">
                <a:latin typeface="Arial Narrow"/>
                <a:cs typeface="Arial Narrow"/>
              </a:rPr>
              <a:t>Trigger </a:t>
            </a:r>
            <a:r>
              <a:rPr sz="2400" b="1" spc="-5" dirty="0">
                <a:latin typeface="Arial Narrow"/>
                <a:cs typeface="Arial Narrow"/>
              </a:rPr>
              <a:t>Does NOT Occur  Allows Updates to </a:t>
            </a:r>
            <a:r>
              <a:rPr sz="2400" b="1" spc="-10" dirty="0">
                <a:latin typeface="Arial Narrow"/>
                <a:cs typeface="Arial Narrow"/>
              </a:rPr>
              <a:t>Views </a:t>
            </a:r>
            <a:r>
              <a:rPr sz="2400" b="1" spc="-5" dirty="0">
                <a:latin typeface="Arial Narrow"/>
                <a:cs typeface="Arial Narrow"/>
              </a:rPr>
              <a:t>Not Previously</a:t>
            </a:r>
            <a:r>
              <a:rPr sz="2400" b="1" spc="-1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Updateable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1273810" y="1807210"/>
            <a:ext cx="414654" cy="414654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392555" y="1886572"/>
            <a:ext cx="125564" cy="218909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273810" y="2874010"/>
            <a:ext cx="414654" cy="414654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380489" y="2953372"/>
            <a:ext cx="163664" cy="218909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273810" y="3940809"/>
            <a:ext cx="414654" cy="414655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383664" y="4020172"/>
            <a:ext cx="161124" cy="222084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0794" y="240982"/>
            <a:ext cx="65824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How Nested </a:t>
            </a:r>
            <a:r>
              <a:rPr spc="-55" dirty="0"/>
              <a:t>Triggers</a:t>
            </a:r>
            <a:r>
              <a:rPr spc="-50" dirty="0"/>
              <a:t> </a:t>
            </a:r>
            <a:r>
              <a:rPr spc="-45" dirty="0"/>
              <a:t>Work</a:t>
            </a:r>
          </a:p>
        </p:txBody>
      </p:sp>
      <p:sp>
        <p:nvSpPr>
          <p:cNvPr id="3" name="object 3"/>
          <p:cNvSpPr/>
          <p:nvPr/>
        </p:nvSpPr>
        <p:spPr>
          <a:xfrm>
            <a:off x="2971800" y="3505200"/>
            <a:ext cx="2667000" cy="1981200"/>
          </a:xfrm>
          <a:custGeom>
            <a:avLst/>
            <a:gdLst/>
            <a:ahLst/>
            <a:cxnLst/>
            <a:rect l="l" t="t" r="r" b="b"/>
            <a:pathLst>
              <a:path w="2667000" h="1981200">
                <a:moveTo>
                  <a:pt x="0" y="0"/>
                </a:moveTo>
                <a:lnTo>
                  <a:pt x="2667000" y="0"/>
                </a:lnTo>
                <a:lnTo>
                  <a:pt x="26670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71600" y="5867400"/>
            <a:ext cx="4114800" cy="60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66837" y="5862637"/>
            <a:ext cx="4124325" cy="619125"/>
          </a:xfrm>
          <a:custGeom>
            <a:avLst/>
            <a:gdLst/>
            <a:ahLst/>
            <a:cxnLst/>
            <a:rect l="l" t="t" r="r" b="b"/>
            <a:pathLst>
              <a:path w="4124325" h="619125">
                <a:moveTo>
                  <a:pt x="4124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4124325" y="0"/>
                </a:lnTo>
                <a:lnTo>
                  <a:pt x="4124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4124325" y="614362"/>
                </a:lnTo>
                <a:lnTo>
                  <a:pt x="4124325" y="619125"/>
                </a:lnTo>
                <a:close/>
              </a:path>
              <a:path w="4124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124325" h="619125">
                <a:moveTo>
                  <a:pt x="4114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114800" y="4762"/>
                </a:lnTo>
                <a:lnTo>
                  <a:pt x="4114800" y="9525"/>
                </a:lnTo>
                <a:close/>
              </a:path>
              <a:path w="4124325" h="619125">
                <a:moveTo>
                  <a:pt x="4114800" y="614362"/>
                </a:moveTo>
                <a:lnTo>
                  <a:pt x="4114800" y="4762"/>
                </a:lnTo>
                <a:lnTo>
                  <a:pt x="4119562" y="9525"/>
                </a:lnTo>
                <a:lnTo>
                  <a:pt x="4124325" y="9525"/>
                </a:lnTo>
                <a:lnTo>
                  <a:pt x="4124325" y="609600"/>
                </a:lnTo>
                <a:lnTo>
                  <a:pt x="4119562" y="609600"/>
                </a:lnTo>
                <a:lnTo>
                  <a:pt x="4114800" y="614362"/>
                </a:lnTo>
                <a:close/>
              </a:path>
              <a:path w="4124325" h="619125">
                <a:moveTo>
                  <a:pt x="4124325" y="9525"/>
                </a:moveTo>
                <a:lnTo>
                  <a:pt x="4119562" y="9525"/>
                </a:lnTo>
                <a:lnTo>
                  <a:pt x="4114800" y="4762"/>
                </a:lnTo>
                <a:lnTo>
                  <a:pt x="4124325" y="4762"/>
                </a:lnTo>
                <a:lnTo>
                  <a:pt x="4124325" y="9525"/>
                </a:lnTo>
                <a:close/>
              </a:path>
              <a:path w="4124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4124325" h="619125">
                <a:moveTo>
                  <a:pt x="4114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4114800" y="609600"/>
                </a:lnTo>
                <a:lnTo>
                  <a:pt x="4114800" y="614362"/>
                </a:lnTo>
                <a:close/>
              </a:path>
              <a:path w="4124325" h="619125">
                <a:moveTo>
                  <a:pt x="4124325" y="614362"/>
                </a:moveTo>
                <a:lnTo>
                  <a:pt x="4114800" y="614362"/>
                </a:lnTo>
                <a:lnTo>
                  <a:pt x="4119562" y="609600"/>
                </a:lnTo>
                <a:lnTo>
                  <a:pt x="4124325" y="609600"/>
                </a:lnTo>
                <a:lnTo>
                  <a:pt x="4124325" y="614362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17675" y="5874384"/>
            <a:ext cx="3423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22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UnitsInStock </a:t>
            </a:r>
            <a:r>
              <a:rPr sz="1800" dirty="0">
                <a:latin typeface="Arial"/>
                <a:cs typeface="Arial"/>
              </a:rPr>
              <a:t>+ </a:t>
            </a:r>
            <a:r>
              <a:rPr sz="1800" spc="-5" dirty="0">
                <a:latin typeface="Arial"/>
                <a:cs typeface="Arial"/>
              </a:rPr>
              <a:t>UnitsOnOrder  </a:t>
            </a:r>
            <a:r>
              <a:rPr sz="1800" dirty="0">
                <a:latin typeface="Arial"/>
                <a:cs typeface="Arial"/>
              </a:rPr>
              <a:t>is &lt; </a:t>
            </a:r>
            <a:r>
              <a:rPr sz="1800" spc="-5" dirty="0">
                <a:latin typeface="Arial"/>
                <a:cs typeface="Arial"/>
              </a:rPr>
              <a:t>ReorderLevel for ProductID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8009" y="1045210"/>
            <a:ext cx="2075179" cy="5559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3130" y="1156335"/>
            <a:ext cx="137350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OrDe_Update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7540" y="3032759"/>
            <a:ext cx="2349500" cy="172338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spc="-5" dirty="0">
                <a:latin typeface="Arial Narrow"/>
                <a:cs typeface="Arial Narrow"/>
              </a:rPr>
              <a:t>Placing an order causes the  OrDe_Update trigger to  execute</a:t>
            </a:r>
            <a:endParaRPr sz="1800">
              <a:latin typeface="Arial Narrow"/>
              <a:cs typeface="Arial Narrow"/>
            </a:endParaRPr>
          </a:p>
          <a:p>
            <a:pPr marL="12700" marR="140970">
              <a:lnSpc>
                <a:spcPts val="1939"/>
              </a:lnSpc>
              <a:spcBef>
                <a:spcPts val="1510"/>
              </a:spcBef>
            </a:pPr>
            <a:r>
              <a:rPr sz="1800" spc="-5" dirty="0">
                <a:latin typeface="Arial Narrow"/>
                <a:cs typeface="Arial Narrow"/>
              </a:rPr>
              <a:t>Executes an </a:t>
            </a:r>
            <a:r>
              <a:rPr sz="1800" spc="-25" dirty="0">
                <a:latin typeface="Arial Narrow"/>
                <a:cs typeface="Arial Narrow"/>
              </a:rPr>
              <a:t>UPDATE  </a:t>
            </a:r>
            <a:r>
              <a:rPr sz="1800" spc="-5" dirty="0">
                <a:latin typeface="Arial Narrow"/>
                <a:cs typeface="Arial Narrow"/>
              </a:rPr>
              <a:t>statement on the Products  table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8009" y="3483609"/>
            <a:ext cx="2173604" cy="5511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78509" y="3592829"/>
            <a:ext cx="174117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InStock_Update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75597" y="3408997"/>
            <a:ext cx="2770505" cy="4083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79445" y="3480460"/>
            <a:ext cx="1033614" cy="2208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75597" y="3713797"/>
            <a:ext cx="941705" cy="4083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13797" y="3713797"/>
            <a:ext cx="1098232" cy="4083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04397" y="3713797"/>
            <a:ext cx="408304" cy="4083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09197" y="3713797"/>
            <a:ext cx="636904" cy="4083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75597" y="4018597"/>
            <a:ext cx="941705" cy="14751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262629" y="4660900"/>
            <a:ext cx="117475" cy="6286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Arial Narrow"/>
                <a:cs typeface="Arial Narrow"/>
              </a:rPr>
              <a:t>3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Arial Narrow"/>
                <a:cs typeface="Arial Narrow"/>
              </a:rPr>
              <a:t>4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13797" y="4018597"/>
            <a:ext cx="1094105" cy="14751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944495" y="3660787"/>
            <a:ext cx="2355215" cy="72390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65"/>
              </a:spcBef>
              <a:tabLst>
                <a:tab pos="2175510" algn="l"/>
              </a:tabLst>
            </a:pPr>
            <a:r>
              <a:rPr sz="1600" i="1" spc="-5" dirty="0">
                <a:latin typeface="Arial Narrow"/>
                <a:cs typeface="Arial Narrow"/>
              </a:rPr>
              <a:t>P</a:t>
            </a:r>
            <a:r>
              <a:rPr sz="1600" i="1" spc="-10" dirty="0">
                <a:latin typeface="Arial Narrow"/>
                <a:cs typeface="Arial Narrow"/>
              </a:rPr>
              <a:t>r</a:t>
            </a:r>
            <a:r>
              <a:rPr sz="1600" i="1" spc="-5" dirty="0">
                <a:latin typeface="Arial Narrow"/>
                <a:cs typeface="Arial Narrow"/>
              </a:rPr>
              <a:t>oductID</a:t>
            </a:r>
            <a:r>
              <a:rPr sz="1600" i="1" dirty="0">
                <a:latin typeface="Arial Narrow"/>
                <a:cs typeface="Arial Narrow"/>
              </a:rPr>
              <a:t> </a:t>
            </a:r>
            <a:r>
              <a:rPr sz="1600" i="1" spc="-125" dirty="0">
                <a:latin typeface="Arial Narrow"/>
                <a:cs typeface="Arial Narrow"/>
              </a:rPr>
              <a:t> </a:t>
            </a:r>
            <a:r>
              <a:rPr sz="1600" i="1" spc="-5" dirty="0">
                <a:latin typeface="Arial Narrow"/>
                <a:cs typeface="Arial Narrow"/>
              </a:rPr>
              <a:t>Un</a:t>
            </a:r>
            <a:r>
              <a:rPr sz="1600" i="1" spc="-10" dirty="0">
                <a:latin typeface="Arial Narrow"/>
                <a:cs typeface="Arial Narrow"/>
              </a:rPr>
              <a:t>i</a:t>
            </a:r>
            <a:r>
              <a:rPr sz="1600" i="1" spc="-5" dirty="0">
                <a:latin typeface="Arial Narrow"/>
                <a:cs typeface="Arial Narrow"/>
              </a:rPr>
              <a:t>tsInStock</a:t>
            </a:r>
            <a:r>
              <a:rPr sz="1600" i="1" dirty="0">
                <a:latin typeface="Arial Narrow"/>
                <a:cs typeface="Arial Narrow"/>
              </a:rPr>
              <a:t>  </a:t>
            </a:r>
            <a:r>
              <a:rPr sz="1600" i="1" spc="-155" dirty="0">
                <a:latin typeface="Arial Narrow"/>
                <a:cs typeface="Arial Narrow"/>
              </a:rPr>
              <a:t> </a:t>
            </a:r>
            <a:r>
              <a:rPr sz="1600" b="1" i="1" spc="-5" dirty="0">
                <a:latin typeface="Arial Narrow"/>
                <a:cs typeface="Arial Narrow"/>
              </a:rPr>
              <a:t>…</a:t>
            </a:r>
            <a:r>
              <a:rPr sz="1600" b="1" i="1" dirty="0">
                <a:latin typeface="Arial Narrow"/>
                <a:cs typeface="Arial Narrow"/>
              </a:rPr>
              <a:t>	</a:t>
            </a:r>
            <a:r>
              <a:rPr sz="1600" b="1" i="1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  <a:p>
            <a:pPr marL="317500">
              <a:lnSpc>
                <a:spcPct val="100000"/>
              </a:lnSpc>
              <a:spcBef>
                <a:spcPts val="755"/>
              </a:spcBef>
              <a:tabLst>
                <a:tab pos="1179830" algn="l"/>
              </a:tabLst>
            </a:pPr>
            <a:r>
              <a:rPr sz="1800" dirty="0">
                <a:latin typeface="Arial Narrow"/>
                <a:cs typeface="Arial Narrow"/>
              </a:rPr>
              <a:t>1	</a:t>
            </a:r>
            <a:r>
              <a:rPr sz="1800" spc="-5" dirty="0">
                <a:latin typeface="Arial Narrow"/>
                <a:cs typeface="Arial Narrow"/>
              </a:rPr>
              <a:t>15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24959" y="4414013"/>
            <a:ext cx="20891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1</a:t>
            </a:r>
            <a:r>
              <a:rPr sz="1800" dirty="0">
                <a:latin typeface="Arial Narrow"/>
                <a:cs typeface="Arial Narrow"/>
              </a:rPr>
              <a:t>0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24959" y="4660900"/>
            <a:ext cx="221615" cy="6286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 Narrow"/>
                <a:cs typeface="Arial Narrow"/>
              </a:rPr>
              <a:t>6</a:t>
            </a:r>
            <a:r>
              <a:rPr sz="1800" dirty="0">
                <a:latin typeface="Arial Narrow"/>
                <a:cs typeface="Arial Narrow"/>
              </a:rPr>
              <a:t>5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r>
              <a:rPr sz="1800" spc="-5" dirty="0">
                <a:latin typeface="Arial Narrow"/>
                <a:cs typeface="Arial Narrow"/>
              </a:rPr>
              <a:t>2</a:t>
            </a:r>
            <a:r>
              <a:rPr sz="1800" dirty="0">
                <a:latin typeface="Arial Narrow"/>
                <a:cs typeface="Arial Narrow"/>
              </a:rPr>
              <a:t>0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704397" y="4018597"/>
            <a:ext cx="408304" cy="14751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09197" y="4018597"/>
            <a:ext cx="636904" cy="14751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00172" y="4419600"/>
            <a:ext cx="833755" cy="228600"/>
          </a:xfrm>
          <a:custGeom>
            <a:avLst/>
            <a:gdLst/>
            <a:ahLst/>
            <a:cxnLst/>
            <a:rect l="l" t="t" r="r" b="b"/>
            <a:pathLst>
              <a:path w="833754" h="228600">
                <a:moveTo>
                  <a:pt x="0" y="0"/>
                </a:moveTo>
                <a:lnTo>
                  <a:pt x="833627" y="0"/>
                </a:lnTo>
                <a:lnTo>
                  <a:pt x="833627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733800" y="4419600"/>
            <a:ext cx="990600" cy="228600"/>
          </a:xfrm>
          <a:custGeom>
            <a:avLst/>
            <a:gdLst/>
            <a:ahLst/>
            <a:cxnLst/>
            <a:rect l="l" t="t" r="r" b="b"/>
            <a:pathLst>
              <a:path w="990600" h="228600">
                <a:moveTo>
                  <a:pt x="0" y="0"/>
                </a:moveTo>
                <a:lnTo>
                  <a:pt x="990600" y="0"/>
                </a:lnTo>
                <a:lnTo>
                  <a:pt x="990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971800" y="4375150"/>
            <a:ext cx="1752600" cy="299720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12700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100"/>
              </a:spcBef>
              <a:tabLst>
                <a:tab pos="1152525" algn="l"/>
              </a:tabLst>
            </a:pPr>
            <a:r>
              <a:rPr sz="1800" dirty="0">
                <a:latin typeface="Arial Narrow"/>
                <a:cs typeface="Arial Narrow"/>
              </a:rPr>
              <a:t>2	</a:t>
            </a:r>
            <a:r>
              <a:rPr sz="1800" spc="-5" dirty="0">
                <a:latin typeface="Arial Narrow"/>
                <a:cs typeface="Arial Narrow"/>
              </a:rPr>
              <a:t>15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724400" y="441960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0" y="0"/>
                </a:moveTo>
                <a:lnTo>
                  <a:pt x="838200" y="0"/>
                </a:lnTo>
                <a:lnTo>
                  <a:pt x="8382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90837" y="4033837"/>
            <a:ext cx="847725" cy="1381125"/>
          </a:xfrm>
          <a:custGeom>
            <a:avLst/>
            <a:gdLst/>
            <a:ahLst/>
            <a:cxnLst/>
            <a:rect l="l" t="t" r="r" b="b"/>
            <a:pathLst>
              <a:path w="847725" h="1381125">
                <a:moveTo>
                  <a:pt x="8477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847725" y="0"/>
                </a:lnTo>
                <a:lnTo>
                  <a:pt x="847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847725" y="1376362"/>
                </a:lnTo>
                <a:lnTo>
                  <a:pt x="847725" y="1381125"/>
                </a:lnTo>
                <a:close/>
              </a:path>
              <a:path w="8477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47725" h="1381125">
                <a:moveTo>
                  <a:pt x="838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38200" y="4762"/>
                </a:lnTo>
                <a:lnTo>
                  <a:pt x="838200" y="9525"/>
                </a:lnTo>
                <a:close/>
              </a:path>
              <a:path w="847725" h="1381125">
                <a:moveTo>
                  <a:pt x="838200" y="1376362"/>
                </a:moveTo>
                <a:lnTo>
                  <a:pt x="838200" y="4762"/>
                </a:lnTo>
                <a:lnTo>
                  <a:pt x="842962" y="9525"/>
                </a:lnTo>
                <a:lnTo>
                  <a:pt x="847725" y="9525"/>
                </a:lnTo>
                <a:lnTo>
                  <a:pt x="847725" y="1371600"/>
                </a:lnTo>
                <a:lnTo>
                  <a:pt x="842962" y="1371600"/>
                </a:lnTo>
                <a:lnTo>
                  <a:pt x="838200" y="1376362"/>
                </a:lnTo>
                <a:close/>
              </a:path>
              <a:path w="847725" h="1381125">
                <a:moveTo>
                  <a:pt x="847725" y="9525"/>
                </a:moveTo>
                <a:lnTo>
                  <a:pt x="842962" y="9525"/>
                </a:lnTo>
                <a:lnTo>
                  <a:pt x="838200" y="4762"/>
                </a:lnTo>
                <a:lnTo>
                  <a:pt x="847725" y="4762"/>
                </a:lnTo>
                <a:lnTo>
                  <a:pt x="847725" y="9525"/>
                </a:lnTo>
                <a:close/>
              </a:path>
              <a:path w="8477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847725" h="1381125">
                <a:moveTo>
                  <a:pt x="8382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838200" y="1371600"/>
                </a:lnTo>
                <a:lnTo>
                  <a:pt x="838200" y="1376362"/>
                </a:lnTo>
                <a:close/>
              </a:path>
              <a:path w="847725" h="1381125">
                <a:moveTo>
                  <a:pt x="847725" y="1376362"/>
                </a:moveTo>
                <a:lnTo>
                  <a:pt x="838200" y="1376362"/>
                </a:lnTo>
                <a:lnTo>
                  <a:pt x="842962" y="1371600"/>
                </a:lnTo>
                <a:lnTo>
                  <a:pt x="847725" y="1371600"/>
                </a:lnTo>
                <a:lnTo>
                  <a:pt x="8477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729037" y="4033837"/>
            <a:ext cx="1000125" cy="1381125"/>
          </a:xfrm>
          <a:custGeom>
            <a:avLst/>
            <a:gdLst/>
            <a:ahLst/>
            <a:cxnLst/>
            <a:rect l="l" t="t" r="r" b="b"/>
            <a:pathLst>
              <a:path w="1000125" h="1381125">
                <a:moveTo>
                  <a:pt x="10001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000125" y="0"/>
                </a:lnTo>
                <a:lnTo>
                  <a:pt x="100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000125" y="1376362"/>
                </a:lnTo>
                <a:lnTo>
                  <a:pt x="1000125" y="1381125"/>
                </a:lnTo>
                <a:close/>
              </a:path>
              <a:path w="10001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00125" h="1381125">
                <a:moveTo>
                  <a:pt x="99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90600" y="4762"/>
                </a:lnTo>
                <a:lnTo>
                  <a:pt x="990600" y="9525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90600" y="4762"/>
                </a:lnTo>
                <a:lnTo>
                  <a:pt x="995362" y="9525"/>
                </a:lnTo>
                <a:lnTo>
                  <a:pt x="1000125" y="9525"/>
                </a:lnTo>
                <a:lnTo>
                  <a:pt x="1000125" y="1371600"/>
                </a:lnTo>
                <a:lnTo>
                  <a:pt x="995362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9525"/>
                </a:moveTo>
                <a:lnTo>
                  <a:pt x="995362" y="9525"/>
                </a:lnTo>
                <a:lnTo>
                  <a:pt x="990600" y="4762"/>
                </a:lnTo>
                <a:lnTo>
                  <a:pt x="1000125" y="4762"/>
                </a:lnTo>
                <a:lnTo>
                  <a:pt x="1000125" y="9525"/>
                </a:lnTo>
                <a:close/>
              </a:path>
              <a:path w="10001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990600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1376362"/>
                </a:moveTo>
                <a:lnTo>
                  <a:pt x="990600" y="1376362"/>
                </a:lnTo>
                <a:lnTo>
                  <a:pt x="995362" y="1371600"/>
                </a:lnTo>
                <a:lnTo>
                  <a:pt x="1000125" y="1371600"/>
                </a:lnTo>
                <a:lnTo>
                  <a:pt x="10001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024437" y="4033837"/>
            <a:ext cx="542925" cy="1381125"/>
          </a:xfrm>
          <a:custGeom>
            <a:avLst/>
            <a:gdLst/>
            <a:ahLst/>
            <a:cxnLst/>
            <a:rect l="l" t="t" r="r" b="b"/>
            <a:pathLst>
              <a:path w="542925" h="1381125">
                <a:moveTo>
                  <a:pt x="542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542925" y="1376362"/>
                </a:lnTo>
                <a:lnTo>
                  <a:pt x="542925" y="1381125"/>
                </a:lnTo>
                <a:close/>
              </a:path>
              <a:path w="542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13811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1381125">
                <a:moveTo>
                  <a:pt x="533400" y="13763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1371600"/>
                </a:lnTo>
                <a:lnTo>
                  <a:pt x="538162" y="1371600"/>
                </a:lnTo>
                <a:lnTo>
                  <a:pt x="533400" y="1376362"/>
                </a:lnTo>
                <a:close/>
              </a:path>
              <a:path w="542925" h="13811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542925" h="1381125">
                <a:moveTo>
                  <a:pt x="533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533400" y="1371600"/>
                </a:lnTo>
                <a:lnTo>
                  <a:pt x="533400" y="1376362"/>
                </a:lnTo>
                <a:close/>
              </a:path>
              <a:path w="542925" h="1381125">
                <a:moveTo>
                  <a:pt x="542925" y="1376362"/>
                </a:moveTo>
                <a:lnTo>
                  <a:pt x="533400" y="1376362"/>
                </a:lnTo>
                <a:lnTo>
                  <a:pt x="538162" y="1371600"/>
                </a:lnTo>
                <a:lnTo>
                  <a:pt x="542925" y="1371600"/>
                </a:lnTo>
                <a:lnTo>
                  <a:pt x="542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719637" y="4033837"/>
            <a:ext cx="314325" cy="1381125"/>
          </a:xfrm>
          <a:custGeom>
            <a:avLst/>
            <a:gdLst/>
            <a:ahLst/>
            <a:cxnLst/>
            <a:rect l="l" t="t" r="r" b="b"/>
            <a:pathLst>
              <a:path w="314325" h="1381125">
                <a:moveTo>
                  <a:pt x="3143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314325" y="0"/>
                </a:lnTo>
                <a:lnTo>
                  <a:pt x="314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314325" y="1376362"/>
                </a:lnTo>
                <a:lnTo>
                  <a:pt x="314325" y="1381125"/>
                </a:lnTo>
                <a:close/>
              </a:path>
              <a:path w="3143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14325" h="1381125">
                <a:moveTo>
                  <a:pt x="304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04800" y="4762"/>
                </a:lnTo>
                <a:lnTo>
                  <a:pt x="304800" y="9525"/>
                </a:lnTo>
                <a:close/>
              </a:path>
              <a:path w="314325" h="1381125">
                <a:moveTo>
                  <a:pt x="304800" y="1376362"/>
                </a:moveTo>
                <a:lnTo>
                  <a:pt x="304800" y="4762"/>
                </a:lnTo>
                <a:lnTo>
                  <a:pt x="309562" y="9525"/>
                </a:lnTo>
                <a:lnTo>
                  <a:pt x="314325" y="9525"/>
                </a:lnTo>
                <a:lnTo>
                  <a:pt x="314325" y="1371600"/>
                </a:lnTo>
                <a:lnTo>
                  <a:pt x="309562" y="1371600"/>
                </a:lnTo>
                <a:lnTo>
                  <a:pt x="304800" y="1376362"/>
                </a:lnTo>
                <a:close/>
              </a:path>
              <a:path w="314325" h="1381125">
                <a:moveTo>
                  <a:pt x="314325" y="9525"/>
                </a:moveTo>
                <a:lnTo>
                  <a:pt x="309562" y="9525"/>
                </a:lnTo>
                <a:lnTo>
                  <a:pt x="304800" y="4762"/>
                </a:lnTo>
                <a:lnTo>
                  <a:pt x="314325" y="4762"/>
                </a:lnTo>
                <a:lnTo>
                  <a:pt x="314325" y="9525"/>
                </a:lnTo>
                <a:close/>
              </a:path>
              <a:path w="3143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314325" h="1381125">
                <a:moveTo>
                  <a:pt x="3048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304800" y="1371600"/>
                </a:lnTo>
                <a:lnTo>
                  <a:pt x="304800" y="1376362"/>
                </a:lnTo>
                <a:close/>
              </a:path>
              <a:path w="314325" h="1381125">
                <a:moveTo>
                  <a:pt x="314325" y="1376362"/>
                </a:moveTo>
                <a:lnTo>
                  <a:pt x="304800" y="1376362"/>
                </a:lnTo>
                <a:lnTo>
                  <a:pt x="309562" y="1371600"/>
                </a:lnTo>
                <a:lnTo>
                  <a:pt x="314325" y="1371600"/>
                </a:lnTo>
                <a:lnTo>
                  <a:pt x="3143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717540" y="5258434"/>
            <a:ext cx="1942464" cy="92964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spc="-5" dirty="0">
                <a:latin typeface="Arial Narrow"/>
                <a:cs typeface="Arial Narrow"/>
              </a:rPr>
              <a:t>InStock_Update trigger  executes</a:t>
            </a:r>
            <a:endParaRPr sz="18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800" spc="-5" dirty="0">
                <a:latin typeface="Arial Narrow"/>
                <a:cs typeface="Arial Narrow"/>
              </a:rPr>
              <a:t>Sends</a:t>
            </a:r>
            <a:r>
              <a:rPr sz="1800" spc="-10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message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724400" y="5410200"/>
            <a:ext cx="579120" cy="6096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712601" y="5403850"/>
            <a:ext cx="603250" cy="628015"/>
          </a:xfrm>
          <a:custGeom>
            <a:avLst/>
            <a:gdLst/>
            <a:ahLst/>
            <a:cxnLst/>
            <a:rect l="l" t="t" r="r" b="b"/>
            <a:pathLst>
              <a:path w="603250" h="628014">
                <a:moveTo>
                  <a:pt x="149910" y="177177"/>
                </a:moveTo>
                <a:lnTo>
                  <a:pt x="149910" y="0"/>
                </a:lnTo>
                <a:lnTo>
                  <a:pt x="453123" y="0"/>
                </a:lnTo>
                <a:lnTo>
                  <a:pt x="453123" y="6350"/>
                </a:lnTo>
                <a:lnTo>
                  <a:pt x="162610" y="6350"/>
                </a:lnTo>
                <a:lnTo>
                  <a:pt x="156260" y="12700"/>
                </a:lnTo>
                <a:lnTo>
                  <a:pt x="162610" y="12700"/>
                </a:lnTo>
                <a:lnTo>
                  <a:pt x="162610" y="170827"/>
                </a:lnTo>
                <a:lnTo>
                  <a:pt x="156260" y="170827"/>
                </a:lnTo>
                <a:lnTo>
                  <a:pt x="149910" y="177177"/>
                </a:lnTo>
                <a:close/>
              </a:path>
              <a:path w="603250" h="628014">
                <a:moveTo>
                  <a:pt x="162610" y="12700"/>
                </a:moveTo>
                <a:lnTo>
                  <a:pt x="156260" y="12700"/>
                </a:lnTo>
                <a:lnTo>
                  <a:pt x="162610" y="6350"/>
                </a:lnTo>
                <a:lnTo>
                  <a:pt x="162610" y="12700"/>
                </a:lnTo>
                <a:close/>
              </a:path>
              <a:path w="603250" h="628014">
                <a:moveTo>
                  <a:pt x="440423" y="12700"/>
                </a:moveTo>
                <a:lnTo>
                  <a:pt x="162610" y="12700"/>
                </a:lnTo>
                <a:lnTo>
                  <a:pt x="162610" y="6350"/>
                </a:lnTo>
                <a:lnTo>
                  <a:pt x="440423" y="6350"/>
                </a:lnTo>
                <a:lnTo>
                  <a:pt x="440423" y="12700"/>
                </a:lnTo>
                <a:close/>
              </a:path>
              <a:path w="603250" h="628014">
                <a:moveTo>
                  <a:pt x="579432" y="183527"/>
                </a:moveTo>
                <a:lnTo>
                  <a:pt x="440423" y="183527"/>
                </a:lnTo>
                <a:lnTo>
                  <a:pt x="440423" y="6350"/>
                </a:lnTo>
                <a:lnTo>
                  <a:pt x="446773" y="12700"/>
                </a:lnTo>
                <a:lnTo>
                  <a:pt x="453123" y="12700"/>
                </a:lnTo>
                <a:lnTo>
                  <a:pt x="453123" y="170827"/>
                </a:lnTo>
                <a:lnTo>
                  <a:pt x="446773" y="170827"/>
                </a:lnTo>
                <a:lnTo>
                  <a:pt x="453123" y="177177"/>
                </a:lnTo>
                <a:lnTo>
                  <a:pt x="583625" y="177177"/>
                </a:lnTo>
                <a:lnTo>
                  <a:pt x="579432" y="183527"/>
                </a:lnTo>
                <a:close/>
              </a:path>
              <a:path w="603250" h="628014">
                <a:moveTo>
                  <a:pt x="453123" y="12700"/>
                </a:moveTo>
                <a:lnTo>
                  <a:pt x="446773" y="12700"/>
                </a:lnTo>
                <a:lnTo>
                  <a:pt x="440423" y="6350"/>
                </a:lnTo>
                <a:lnTo>
                  <a:pt x="453123" y="6350"/>
                </a:lnTo>
                <a:lnTo>
                  <a:pt x="453123" y="12700"/>
                </a:lnTo>
                <a:close/>
              </a:path>
              <a:path w="603250" h="628014">
                <a:moveTo>
                  <a:pt x="301510" y="627468"/>
                </a:moveTo>
                <a:lnTo>
                  <a:pt x="0" y="170827"/>
                </a:lnTo>
                <a:lnTo>
                  <a:pt x="149910" y="170827"/>
                </a:lnTo>
                <a:lnTo>
                  <a:pt x="149910" y="173672"/>
                </a:lnTo>
                <a:lnTo>
                  <a:pt x="17094" y="173672"/>
                </a:lnTo>
                <a:lnTo>
                  <a:pt x="11798" y="183527"/>
                </a:lnTo>
                <a:lnTo>
                  <a:pt x="23601" y="183527"/>
                </a:lnTo>
                <a:lnTo>
                  <a:pt x="301517" y="604414"/>
                </a:lnTo>
                <a:lnTo>
                  <a:pt x="296214" y="612444"/>
                </a:lnTo>
                <a:lnTo>
                  <a:pt x="311431" y="612444"/>
                </a:lnTo>
                <a:lnTo>
                  <a:pt x="301510" y="627468"/>
                </a:lnTo>
                <a:close/>
              </a:path>
              <a:path w="603250" h="628014">
                <a:moveTo>
                  <a:pt x="162610" y="177177"/>
                </a:moveTo>
                <a:lnTo>
                  <a:pt x="149910" y="177177"/>
                </a:lnTo>
                <a:lnTo>
                  <a:pt x="156260" y="170827"/>
                </a:lnTo>
                <a:lnTo>
                  <a:pt x="162610" y="170827"/>
                </a:lnTo>
                <a:lnTo>
                  <a:pt x="162610" y="177177"/>
                </a:lnTo>
                <a:close/>
              </a:path>
              <a:path w="603250" h="628014">
                <a:moveTo>
                  <a:pt x="453123" y="177177"/>
                </a:moveTo>
                <a:lnTo>
                  <a:pt x="446773" y="170827"/>
                </a:lnTo>
                <a:lnTo>
                  <a:pt x="453123" y="170827"/>
                </a:lnTo>
                <a:lnTo>
                  <a:pt x="453123" y="177177"/>
                </a:lnTo>
                <a:close/>
              </a:path>
              <a:path w="603250" h="628014">
                <a:moveTo>
                  <a:pt x="583625" y="177177"/>
                </a:moveTo>
                <a:lnTo>
                  <a:pt x="453123" y="177177"/>
                </a:lnTo>
                <a:lnTo>
                  <a:pt x="453123" y="170827"/>
                </a:lnTo>
                <a:lnTo>
                  <a:pt x="603034" y="170827"/>
                </a:lnTo>
                <a:lnTo>
                  <a:pt x="601155" y="173672"/>
                </a:lnTo>
                <a:lnTo>
                  <a:pt x="585939" y="173672"/>
                </a:lnTo>
                <a:lnTo>
                  <a:pt x="583625" y="177177"/>
                </a:lnTo>
                <a:close/>
              </a:path>
              <a:path w="603250" h="628014">
                <a:moveTo>
                  <a:pt x="23601" y="183527"/>
                </a:moveTo>
                <a:lnTo>
                  <a:pt x="11798" y="183527"/>
                </a:lnTo>
                <a:lnTo>
                  <a:pt x="17094" y="173672"/>
                </a:lnTo>
                <a:lnTo>
                  <a:pt x="23601" y="183527"/>
                </a:lnTo>
                <a:close/>
              </a:path>
              <a:path w="603250" h="628014">
                <a:moveTo>
                  <a:pt x="162610" y="183527"/>
                </a:moveTo>
                <a:lnTo>
                  <a:pt x="23601" y="183527"/>
                </a:lnTo>
                <a:lnTo>
                  <a:pt x="17094" y="173672"/>
                </a:lnTo>
                <a:lnTo>
                  <a:pt x="149910" y="173672"/>
                </a:lnTo>
                <a:lnTo>
                  <a:pt x="149910" y="177177"/>
                </a:lnTo>
                <a:lnTo>
                  <a:pt x="162610" y="177177"/>
                </a:lnTo>
                <a:lnTo>
                  <a:pt x="162610" y="183527"/>
                </a:lnTo>
                <a:close/>
              </a:path>
              <a:path w="603250" h="628014">
                <a:moveTo>
                  <a:pt x="311431" y="612444"/>
                </a:moveTo>
                <a:lnTo>
                  <a:pt x="306819" y="612444"/>
                </a:lnTo>
                <a:lnTo>
                  <a:pt x="301517" y="604414"/>
                </a:lnTo>
                <a:lnTo>
                  <a:pt x="585939" y="173672"/>
                </a:lnTo>
                <a:lnTo>
                  <a:pt x="591235" y="183527"/>
                </a:lnTo>
                <a:lnTo>
                  <a:pt x="594648" y="183527"/>
                </a:lnTo>
                <a:lnTo>
                  <a:pt x="311431" y="612444"/>
                </a:lnTo>
                <a:close/>
              </a:path>
              <a:path w="603250" h="628014">
                <a:moveTo>
                  <a:pt x="594648" y="183527"/>
                </a:moveTo>
                <a:lnTo>
                  <a:pt x="591235" y="183527"/>
                </a:lnTo>
                <a:lnTo>
                  <a:pt x="585939" y="173672"/>
                </a:lnTo>
                <a:lnTo>
                  <a:pt x="601155" y="173672"/>
                </a:lnTo>
                <a:lnTo>
                  <a:pt x="594648" y="183527"/>
                </a:lnTo>
                <a:close/>
              </a:path>
              <a:path w="603250" h="628014">
                <a:moveTo>
                  <a:pt x="306819" y="612444"/>
                </a:moveTo>
                <a:lnTo>
                  <a:pt x="296214" y="612444"/>
                </a:lnTo>
                <a:lnTo>
                  <a:pt x="301517" y="604414"/>
                </a:lnTo>
                <a:lnTo>
                  <a:pt x="306819" y="612444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875597" y="970597"/>
            <a:ext cx="3640455" cy="4083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89605" y="1038885"/>
            <a:ext cx="1531454" cy="26589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890837" y="1595437"/>
            <a:ext cx="668655" cy="1381125"/>
          </a:xfrm>
          <a:custGeom>
            <a:avLst/>
            <a:gdLst/>
            <a:ahLst/>
            <a:cxnLst/>
            <a:rect l="l" t="t" r="r" b="b"/>
            <a:pathLst>
              <a:path w="668654" h="1381125">
                <a:moveTo>
                  <a:pt x="668337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668337" y="0"/>
                </a:lnTo>
                <a:lnTo>
                  <a:pt x="6683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668337" y="1376362"/>
                </a:lnTo>
                <a:lnTo>
                  <a:pt x="668337" y="1381125"/>
                </a:lnTo>
                <a:close/>
              </a:path>
              <a:path w="668654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68654" h="1381125">
                <a:moveTo>
                  <a:pt x="6588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58812" y="4762"/>
                </a:lnTo>
                <a:lnTo>
                  <a:pt x="658812" y="9525"/>
                </a:lnTo>
                <a:close/>
              </a:path>
              <a:path w="668654" h="1381125">
                <a:moveTo>
                  <a:pt x="658812" y="1376362"/>
                </a:moveTo>
                <a:lnTo>
                  <a:pt x="658812" y="4762"/>
                </a:lnTo>
                <a:lnTo>
                  <a:pt x="663575" y="9525"/>
                </a:lnTo>
                <a:lnTo>
                  <a:pt x="668337" y="9525"/>
                </a:lnTo>
                <a:lnTo>
                  <a:pt x="668337" y="1371600"/>
                </a:lnTo>
                <a:lnTo>
                  <a:pt x="663575" y="1371600"/>
                </a:lnTo>
                <a:lnTo>
                  <a:pt x="658812" y="1376362"/>
                </a:lnTo>
                <a:close/>
              </a:path>
              <a:path w="668654" h="1381125">
                <a:moveTo>
                  <a:pt x="668337" y="9525"/>
                </a:moveTo>
                <a:lnTo>
                  <a:pt x="663575" y="9525"/>
                </a:lnTo>
                <a:lnTo>
                  <a:pt x="658812" y="4762"/>
                </a:lnTo>
                <a:lnTo>
                  <a:pt x="668337" y="4762"/>
                </a:lnTo>
                <a:lnTo>
                  <a:pt x="668337" y="9525"/>
                </a:lnTo>
                <a:close/>
              </a:path>
              <a:path w="668654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668654" h="1381125">
                <a:moveTo>
                  <a:pt x="658812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658812" y="1371600"/>
                </a:lnTo>
                <a:lnTo>
                  <a:pt x="658812" y="1376362"/>
                </a:lnTo>
                <a:close/>
              </a:path>
              <a:path w="668654" h="1381125">
                <a:moveTo>
                  <a:pt x="668337" y="1376362"/>
                </a:moveTo>
                <a:lnTo>
                  <a:pt x="658812" y="1376362"/>
                </a:lnTo>
                <a:lnTo>
                  <a:pt x="663575" y="1371600"/>
                </a:lnTo>
                <a:lnTo>
                  <a:pt x="668337" y="1371600"/>
                </a:lnTo>
                <a:lnTo>
                  <a:pt x="668337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10237" y="1595437"/>
            <a:ext cx="695325" cy="1381125"/>
          </a:xfrm>
          <a:custGeom>
            <a:avLst/>
            <a:gdLst/>
            <a:ahLst/>
            <a:cxnLst/>
            <a:rect l="l" t="t" r="r" b="b"/>
            <a:pathLst>
              <a:path w="695325" h="1381125">
                <a:moveTo>
                  <a:pt x="6953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695325" y="1376362"/>
                </a:lnTo>
                <a:lnTo>
                  <a:pt x="695325" y="1381125"/>
                </a:lnTo>
                <a:close/>
              </a:path>
              <a:path w="6953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1381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1381125">
                <a:moveTo>
                  <a:pt x="685800" y="1376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1371600"/>
                </a:lnTo>
                <a:lnTo>
                  <a:pt x="690562" y="1371600"/>
                </a:lnTo>
                <a:lnTo>
                  <a:pt x="685800" y="1376362"/>
                </a:lnTo>
                <a:close/>
              </a:path>
              <a:path w="695325" h="1381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695325" h="1381125">
                <a:moveTo>
                  <a:pt x="6858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685800" y="1371600"/>
                </a:lnTo>
                <a:lnTo>
                  <a:pt x="685800" y="1376362"/>
                </a:lnTo>
                <a:close/>
              </a:path>
              <a:path w="695325" h="1381125">
                <a:moveTo>
                  <a:pt x="695325" y="1376362"/>
                </a:moveTo>
                <a:lnTo>
                  <a:pt x="685800" y="1376362"/>
                </a:lnTo>
                <a:lnTo>
                  <a:pt x="690562" y="1371600"/>
                </a:lnTo>
                <a:lnTo>
                  <a:pt x="695325" y="1371600"/>
                </a:lnTo>
                <a:lnTo>
                  <a:pt x="6953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875597" y="1275397"/>
            <a:ext cx="762317" cy="4083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875597" y="1580197"/>
            <a:ext cx="762317" cy="14751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516947" y="1275397"/>
            <a:ext cx="893762" cy="4083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16947" y="1580197"/>
            <a:ext cx="879792" cy="14751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302759" y="1275397"/>
            <a:ext cx="828992" cy="40830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302759" y="1580197"/>
            <a:ext cx="816292" cy="14751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025072" y="1275397"/>
            <a:ext cx="789304" cy="40830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025072" y="1580197"/>
            <a:ext cx="789304" cy="14751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710872" y="1275397"/>
            <a:ext cx="810577" cy="40830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710872" y="1580197"/>
            <a:ext cx="806767" cy="14751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318000" y="1595437"/>
            <a:ext cx="722630" cy="1381125"/>
          </a:xfrm>
          <a:custGeom>
            <a:avLst/>
            <a:gdLst/>
            <a:ahLst/>
            <a:cxnLst/>
            <a:rect l="l" t="t" r="r" b="b"/>
            <a:pathLst>
              <a:path w="722629" h="1381125">
                <a:moveTo>
                  <a:pt x="722312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722312" y="0"/>
                </a:lnTo>
                <a:lnTo>
                  <a:pt x="722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722312" y="1376362"/>
                </a:lnTo>
                <a:lnTo>
                  <a:pt x="722312" y="1381125"/>
                </a:lnTo>
                <a:close/>
              </a:path>
              <a:path w="722629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22629" h="1381125">
                <a:moveTo>
                  <a:pt x="712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12787" y="4762"/>
                </a:lnTo>
                <a:lnTo>
                  <a:pt x="712787" y="9525"/>
                </a:lnTo>
                <a:close/>
              </a:path>
              <a:path w="722629" h="1381125">
                <a:moveTo>
                  <a:pt x="712787" y="1376362"/>
                </a:moveTo>
                <a:lnTo>
                  <a:pt x="712787" y="4762"/>
                </a:lnTo>
                <a:lnTo>
                  <a:pt x="717550" y="9525"/>
                </a:lnTo>
                <a:lnTo>
                  <a:pt x="722312" y="9525"/>
                </a:lnTo>
                <a:lnTo>
                  <a:pt x="722312" y="1371600"/>
                </a:lnTo>
                <a:lnTo>
                  <a:pt x="717550" y="1371600"/>
                </a:lnTo>
                <a:lnTo>
                  <a:pt x="712787" y="1376362"/>
                </a:lnTo>
                <a:close/>
              </a:path>
              <a:path w="722629" h="1381125">
                <a:moveTo>
                  <a:pt x="722312" y="9525"/>
                </a:moveTo>
                <a:lnTo>
                  <a:pt x="717550" y="9525"/>
                </a:lnTo>
                <a:lnTo>
                  <a:pt x="712787" y="4762"/>
                </a:lnTo>
                <a:lnTo>
                  <a:pt x="722312" y="4762"/>
                </a:lnTo>
                <a:lnTo>
                  <a:pt x="722312" y="9525"/>
                </a:lnTo>
                <a:close/>
              </a:path>
              <a:path w="722629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722629" h="1381125">
                <a:moveTo>
                  <a:pt x="712787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712787" y="1371600"/>
                </a:lnTo>
                <a:lnTo>
                  <a:pt x="712787" y="1376362"/>
                </a:lnTo>
                <a:close/>
              </a:path>
              <a:path w="722629" h="1381125">
                <a:moveTo>
                  <a:pt x="722312" y="1376362"/>
                </a:moveTo>
                <a:lnTo>
                  <a:pt x="712787" y="1376362"/>
                </a:lnTo>
                <a:lnTo>
                  <a:pt x="717550" y="1371600"/>
                </a:lnTo>
                <a:lnTo>
                  <a:pt x="722312" y="1371600"/>
                </a:lnTo>
                <a:lnTo>
                  <a:pt x="722312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726112" y="1595437"/>
            <a:ext cx="713105" cy="1381125"/>
          </a:xfrm>
          <a:custGeom>
            <a:avLst/>
            <a:gdLst/>
            <a:ahLst/>
            <a:cxnLst/>
            <a:rect l="l" t="t" r="r" b="b"/>
            <a:pathLst>
              <a:path w="713104" h="1381125">
                <a:moveTo>
                  <a:pt x="712787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712787" y="0"/>
                </a:lnTo>
                <a:lnTo>
                  <a:pt x="71278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712787" y="1376362"/>
                </a:lnTo>
                <a:lnTo>
                  <a:pt x="712787" y="1381125"/>
                </a:lnTo>
                <a:close/>
              </a:path>
              <a:path w="713104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13104" h="1381125">
                <a:moveTo>
                  <a:pt x="70326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03262" y="4762"/>
                </a:lnTo>
                <a:lnTo>
                  <a:pt x="703262" y="9525"/>
                </a:lnTo>
                <a:close/>
              </a:path>
              <a:path w="713104" h="1381125">
                <a:moveTo>
                  <a:pt x="703262" y="1376362"/>
                </a:moveTo>
                <a:lnTo>
                  <a:pt x="703262" y="4762"/>
                </a:lnTo>
                <a:lnTo>
                  <a:pt x="708025" y="9525"/>
                </a:lnTo>
                <a:lnTo>
                  <a:pt x="712787" y="9525"/>
                </a:lnTo>
                <a:lnTo>
                  <a:pt x="712787" y="1371600"/>
                </a:lnTo>
                <a:lnTo>
                  <a:pt x="708025" y="1371600"/>
                </a:lnTo>
                <a:lnTo>
                  <a:pt x="703262" y="1376362"/>
                </a:lnTo>
                <a:close/>
              </a:path>
              <a:path w="713104" h="1381125">
                <a:moveTo>
                  <a:pt x="712787" y="9525"/>
                </a:moveTo>
                <a:lnTo>
                  <a:pt x="708025" y="9525"/>
                </a:lnTo>
                <a:lnTo>
                  <a:pt x="703262" y="4762"/>
                </a:lnTo>
                <a:lnTo>
                  <a:pt x="712787" y="4762"/>
                </a:lnTo>
                <a:lnTo>
                  <a:pt x="712787" y="9525"/>
                </a:lnTo>
                <a:close/>
              </a:path>
              <a:path w="713104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713104" h="1381125">
                <a:moveTo>
                  <a:pt x="703262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703262" y="1371600"/>
                </a:lnTo>
                <a:lnTo>
                  <a:pt x="703262" y="1376362"/>
                </a:lnTo>
                <a:close/>
              </a:path>
              <a:path w="713104" h="1381125">
                <a:moveTo>
                  <a:pt x="712787" y="1376362"/>
                </a:moveTo>
                <a:lnTo>
                  <a:pt x="703262" y="1376362"/>
                </a:lnTo>
                <a:lnTo>
                  <a:pt x="708025" y="1371600"/>
                </a:lnTo>
                <a:lnTo>
                  <a:pt x="712787" y="1371600"/>
                </a:lnTo>
                <a:lnTo>
                  <a:pt x="712787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892425" y="1595437"/>
            <a:ext cx="659130" cy="1381125"/>
          </a:xfrm>
          <a:custGeom>
            <a:avLst/>
            <a:gdLst/>
            <a:ahLst/>
            <a:cxnLst/>
            <a:rect l="l" t="t" r="r" b="b"/>
            <a:pathLst>
              <a:path w="659129" h="1381125">
                <a:moveTo>
                  <a:pt x="658812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658812" y="0"/>
                </a:lnTo>
                <a:lnTo>
                  <a:pt x="6588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658812" y="1376362"/>
                </a:lnTo>
                <a:lnTo>
                  <a:pt x="658812" y="1381125"/>
                </a:lnTo>
                <a:close/>
              </a:path>
              <a:path w="659129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59129" h="1381125">
                <a:moveTo>
                  <a:pt x="6492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49287" y="4762"/>
                </a:lnTo>
                <a:lnTo>
                  <a:pt x="649287" y="9525"/>
                </a:lnTo>
                <a:close/>
              </a:path>
              <a:path w="659129" h="1381125">
                <a:moveTo>
                  <a:pt x="649287" y="1376362"/>
                </a:moveTo>
                <a:lnTo>
                  <a:pt x="649287" y="4762"/>
                </a:lnTo>
                <a:lnTo>
                  <a:pt x="654050" y="9525"/>
                </a:lnTo>
                <a:lnTo>
                  <a:pt x="658812" y="9525"/>
                </a:lnTo>
                <a:lnTo>
                  <a:pt x="658812" y="1371600"/>
                </a:lnTo>
                <a:lnTo>
                  <a:pt x="654050" y="1371600"/>
                </a:lnTo>
                <a:lnTo>
                  <a:pt x="649287" y="1376362"/>
                </a:lnTo>
                <a:close/>
              </a:path>
              <a:path w="659129" h="1381125">
                <a:moveTo>
                  <a:pt x="658812" y="9525"/>
                </a:moveTo>
                <a:lnTo>
                  <a:pt x="654050" y="9525"/>
                </a:lnTo>
                <a:lnTo>
                  <a:pt x="649287" y="4762"/>
                </a:lnTo>
                <a:lnTo>
                  <a:pt x="658812" y="4762"/>
                </a:lnTo>
                <a:lnTo>
                  <a:pt x="658812" y="9525"/>
                </a:lnTo>
                <a:close/>
              </a:path>
              <a:path w="659129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659129" h="1381125">
                <a:moveTo>
                  <a:pt x="649287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649287" y="1371600"/>
                </a:lnTo>
                <a:lnTo>
                  <a:pt x="649287" y="1376362"/>
                </a:lnTo>
                <a:close/>
              </a:path>
              <a:path w="659129" h="1381125">
                <a:moveTo>
                  <a:pt x="658812" y="1376362"/>
                </a:moveTo>
                <a:lnTo>
                  <a:pt x="649287" y="1376362"/>
                </a:lnTo>
                <a:lnTo>
                  <a:pt x="654050" y="1371600"/>
                </a:lnTo>
                <a:lnTo>
                  <a:pt x="658812" y="1371600"/>
                </a:lnTo>
                <a:lnTo>
                  <a:pt x="658812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897123" y="2590800"/>
            <a:ext cx="640080" cy="228600"/>
          </a:xfrm>
          <a:custGeom>
            <a:avLst/>
            <a:gdLst/>
            <a:ahLst/>
            <a:cxnLst/>
            <a:rect l="l" t="t" r="r" b="b"/>
            <a:pathLst>
              <a:path w="640079" h="228600">
                <a:moveTo>
                  <a:pt x="0" y="228600"/>
                </a:moveTo>
                <a:lnTo>
                  <a:pt x="640079" y="228600"/>
                </a:lnTo>
                <a:lnTo>
                  <a:pt x="640079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312920" y="2590800"/>
            <a:ext cx="728980" cy="228600"/>
          </a:xfrm>
          <a:custGeom>
            <a:avLst/>
            <a:gdLst/>
            <a:ahLst/>
            <a:cxnLst/>
            <a:rect l="l" t="t" r="r" b="b"/>
            <a:pathLst>
              <a:path w="728979" h="228600">
                <a:moveTo>
                  <a:pt x="0" y="228600"/>
                </a:moveTo>
                <a:lnTo>
                  <a:pt x="728472" y="228600"/>
                </a:lnTo>
                <a:lnTo>
                  <a:pt x="728472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537203" y="2590800"/>
            <a:ext cx="775970" cy="228600"/>
          </a:xfrm>
          <a:custGeom>
            <a:avLst/>
            <a:gdLst/>
            <a:ahLst/>
            <a:cxnLst/>
            <a:rect l="l" t="t" r="r" b="b"/>
            <a:pathLst>
              <a:path w="775970" h="228600">
                <a:moveTo>
                  <a:pt x="0" y="0"/>
                </a:moveTo>
                <a:lnTo>
                  <a:pt x="775715" y="0"/>
                </a:lnTo>
                <a:lnTo>
                  <a:pt x="77571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724144" y="2590800"/>
            <a:ext cx="711835" cy="228600"/>
          </a:xfrm>
          <a:custGeom>
            <a:avLst/>
            <a:gdLst/>
            <a:ahLst/>
            <a:cxnLst/>
            <a:rect l="l" t="t" r="r" b="b"/>
            <a:pathLst>
              <a:path w="711835" h="228600">
                <a:moveTo>
                  <a:pt x="0" y="228600"/>
                </a:moveTo>
                <a:lnTo>
                  <a:pt x="711707" y="228600"/>
                </a:lnTo>
                <a:lnTo>
                  <a:pt x="711707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049011" y="2590800"/>
            <a:ext cx="675640" cy="228600"/>
          </a:xfrm>
          <a:custGeom>
            <a:avLst/>
            <a:gdLst/>
            <a:ahLst/>
            <a:cxnLst/>
            <a:rect l="l" t="t" r="r" b="b"/>
            <a:pathLst>
              <a:path w="675639" h="228600">
                <a:moveTo>
                  <a:pt x="0" y="0"/>
                </a:moveTo>
                <a:lnTo>
                  <a:pt x="675132" y="0"/>
                </a:lnTo>
                <a:lnTo>
                  <a:pt x="67513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2897123" y="1066800"/>
          <a:ext cx="3660140" cy="1981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1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207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115">
                        <a:lnSpc>
                          <a:spcPct val="100000"/>
                        </a:lnSpc>
                      </a:pPr>
                      <a:r>
                        <a:rPr sz="1600" i="1" spc="-5" dirty="0">
                          <a:latin typeface="Arial Narrow"/>
                          <a:cs typeface="Arial Narrow"/>
                        </a:rPr>
                        <a:t>OrderID ProductID UnitPrice Quantity</a:t>
                      </a:r>
                      <a:r>
                        <a:rPr sz="1600" i="1" spc="13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600" i="1" spc="-5" dirty="0">
                          <a:latin typeface="Arial Narrow"/>
                          <a:cs typeface="Arial Narrow"/>
                        </a:rPr>
                        <a:t>Discount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2540" marB="0">
                    <a:solidFill>
                      <a:srgbClr val="B1B1B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10522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0005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0005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31.00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0005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7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0005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R="10541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0.2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0005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10523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445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41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445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9.65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445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9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445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R="10541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0.15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445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2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10524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445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7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445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30.00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445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24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445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R="10541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0.0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445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2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204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10525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ts val="2045"/>
                        </a:lnSpc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2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ts val="204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19.00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45"/>
                        </a:lnSpc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5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ts val="211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0.2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object 60"/>
          <p:cNvSpPr/>
          <p:nvPr/>
        </p:nvSpPr>
        <p:spPr>
          <a:xfrm>
            <a:off x="4724400" y="2971800"/>
            <a:ext cx="579120" cy="6096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712601" y="2965450"/>
            <a:ext cx="603250" cy="628015"/>
          </a:xfrm>
          <a:custGeom>
            <a:avLst/>
            <a:gdLst/>
            <a:ahLst/>
            <a:cxnLst/>
            <a:rect l="l" t="t" r="r" b="b"/>
            <a:pathLst>
              <a:path w="603250" h="628014">
                <a:moveTo>
                  <a:pt x="149910" y="177177"/>
                </a:moveTo>
                <a:lnTo>
                  <a:pt x="149910" y="0"/>
                </a:lnTo>
                <a:lnTo>
                  <a:pt x="453123" y="0"/>
                </a:lnTo>
                <a:lnTo>
                  <a:pt x="453123" y="6350"/>
                </a:lnTo>
                <a:lnTo>
                  <a:pt x="162610" y="6350"/>
                </a:lnTo>
                <a:lnTo>
                  <a:pt x="156260" y="12700"/>
                </a:lnTo>
                <a:lnTo>
                  <a:pt x="162610" y="12700"/>
                </a:lnTo>
                <a:lnTo>
                  <a:pt x="162610" y="170827"/>
                </a:lnTo>
                <a:lnTo>
                  <a:pt x="156260" y="170827"/>
                </a:lnTo>
                <a:lnTo>
                  <a:pt x="149910" y="177177"/>
                </a:lnTo>
                <a:close/>
              </a:path>
              <a:path w="603250" h="628014">
                <a:moveTo>
                  <a:pt x="162610" y="12700"/>
                </a:moveTo>
                <a:lnTo>
                  <a:pt x="156260" y="12700"/>
                </a:lnTo>
                <a:lnTo>
                  <a:pt x="162610" y="6350"/>
                </a:lnTo>
                <a:lnTo>
                  <a:pt x="162610" y="12700"/>
                </a:lnTo>
                <a:close/>
              </a:path>
              <a:path w="603250" h="628014">
                <a:moveTo>
                  <a:pt x="440423" y="12700"/>
                </a:moveTo>
                <a:lnTo>
                  <a:pt x="162610" y="12700"/>
                </a:lnTo>
                <a:lnTo>
                  <a:pt x="162610" y="6350"/>
                </a:lnTo>
                <a:lnTo>
                  <a:pt x="440423" y="6350"/>
                </a:lnTo>
                <a:lnTo>
                  <a:pt x="440423" y="12700"/>
                </a:lnTo>
                <a:close/>
              </a:path>
              <a:path w="603250" h="628014">
                <a:moveTo>
                  <a:pt x="579432" y="183527"/>
                </a:moveTo>
                <a:lnTo>
                  <a:pt x="440423" y="183527"/>
                </a:lnTo>
                <a:lnTo>
                  <a:pt x="440423" y="6350"/>
                </a:lnTo>
                <a:lnTo>
                  <a:pt x="446773" y="12700"/>
                </a:lnTo>
                <a:lnTo>
                  <a:pt x="453123" y="12700"/>
                </a:lnTo>
                <a:lnTo>
                  <a:pt x="453123" y="170827"/>
                </a:lnTo>
                <a:lnTo>
                  <a:pt x="446773" y="170827"/>
                </a:lnTo>
                <a:lnTo>
                  <a:pt x="453123" y="177177"/>
                </a:lnTo>
                <a:lnTo>
                  <a:pt x="583625" y="177177"/>
                </a:lnTo>
                <a:lnTo>
                  <a:pt x="579432" y="183527"/>
                </a:lnTo>
                <a:close/>
              </a:path>
              <a:path w="603250" h="628014">
                <a:moveTo>
                  <a:pt x="453123" y="12700"/>
                </a:moveTo>
                <a:lnTo>
                  <a:pt x="446773" y="12700"/>
                </a:lnTo>
                <a:lnTo>
                  <a:pt x="440423" y="6350"/>
                </a:lnTo>
                <a:lnTo>
                  <a:pt x="453123" y="6350"/>
                </a:lnTo>
                <a:lnTo>
                  <a:pt x="453123" y="12700"/>
                </a:lnTo>
                <a:close/>
              </a:path>
              <a:path w="603250" h="628014">
                <a:moveTo>
                  <a:pt x="301510" y="627468"/>
                </a:moveTo>
                <a:lnTo>
                  <a:pt x="0" y="170827"/>
                </a:lnTo>
                <a:lnTo>
                  <a:pt x="149910" y="170827"/>
                </a:lnTo>
                <a:lnTo>
                  <a:pt x="149910" y="173672"/>
                </a:lnTo>
                <a:lnTo>
                  <a:pt x="17094" y="173672"/>
                </a:lnTo>
                <a:lnTo>
                  <a:pt x="11798" y="183527"/>
                </a:lnTo>
                <a:lnTo>
                  <a:pt x="23601" y="183527"/>
                </a:lnTo>
                <a:lnTo>
                  <a:pt x="301517" y="604414"/>
                </a:lnTo>
                <a:lnTo>
                  <a:pt x="296214" y="612444"/>
                </a:lnTo>
                <a:lnTo>
                  <a:pt x="311431" y="612444"/>
                </a:lnTo>
                <a:lnTo>
                  <a:pt x="301510" y="627468"/>
                </a:lnTo>
                <a:close/>
              </a:path>
              <a:path w="603250" h="628014">
                <a:moveTo>
                  <a:pt x="162610" y="177177"/>
                </a:moveTo>
                <a:lnTo>
                  <a:pt x="149910" y="177177"/>
                </a:lnTo>
                <a:lnTo>
                  <a:pt x="156260" y="170827"/>
                </a:lnTo>
                <a:lnTo>
                  <a:pt x="162610" y="170827"/>
                </a:lnTo>
                <a:lnTo>
                  <a:pt x="162610" y="177177"/>
                </a:lnTo>
                <a:close/>
              </a:path>
              <a:path w="603250" h="628014">
                <a:moveTo>
                  <a:pt x="453123" y="177177"/>
                </a:moveTo>
                <a:lnTo>
                  <a:pt x="446773" y="170827"/>
                </a:lnTo>
                <a:lnTo>
                  <a:pt x="453123" y="170827"/>
                </a:lnTo>
                <a:lnTo>
                  <a:pt x="453123" y="177177"/>
                </a:lnTo>
                <a:close/>
              </a:path>
              <a:path w="603250" h="628014">
                <a:moveTo>
                  <a:pt x="583625" y="177177"/>
                </a:moveTo>
                <a:lnTo>
                  <a:pt x="453123" y="177177"/>
                </a:lnTo>
                <a:lnTo>
                  <a:pt x="453123" y="170827"/>
                </a:lnTo>
                <a:lnTo>
                  <a:pt x="603034" y="170827"/>
                </a:lnTo>
                <a:lnTo>
                  <a:pt x="601155" y="173672"/>
                </a:lnTo>
                <a:lnTo>
                  <a:pt x="585939" y="173672"/>
                </a:lnTo>
                <a:lnTo>
                  <a:pt x="583625" y="177177"/>
                </a:lnTo>
                <a:close/>
              </a:path>
              <a:path w="603250" h="628014">
                <a:moveTo>
                  <a:pt x="23601" y="183527"/>
                </a:moveTo>
                <a:lnTo>
                  <a:pt x="11798" y="183527"/>
                </a:lnTo>
                <a:lnTo>
                  <a:pt x="17094" y="173672"/>
                </a:lnTo>
                <a:lnTo>
                  <a:pt x="23601" y="183527"/>
                </a:lnTo>
                <a:close/>
              </a:path>
              <a:path w="603250" h="628014">
                <a:moveTo>
                  <a:pt x="162610" y="183527"/>
                </a:moveTo>
                <a:lnTo>
                  <a:pt x="23601" y="183527"/>
                </a:lnTo>
                <a:lnTo>
                  <a:pt x="17094" y="173672"/>
                </a:lnTo>
                <a:lnTo>
                  <a:pt x="149910" y="173672"/>
                </a:lnTo>
                <a:lnTo>
                  <a:pt x="149910" y="177177"/>
                </a:lnTo>
                <a:lnTo>
                  <a:pt x="162610" y="177177"/>
                </a:lnTo>
                <a:lnTo>
                  <a:pt x="162610" y="183527"/>
                </a:lnTo>
                <a:close/>
              </a:path>
              <a:path w="603250" h="628014">
                <a:moveTo>
                  <a:pt x="311431" y="612444"/>
                </a:moveTo>
                <a:lnTo>
                  <a:pt x="306819" y="612444"/>
                </a:lnTo>
                <a:lnTo>
                  <a:pt x="301517" y="604414"/>
                </a:lnTo>
                <a:lnTo>
                  <a:pt x="585939" y="173672"/>
                </a:lnTo>
                <a:lnTo>
                  <a:pt x="591235" y="183527"/>
                </a:lnTo>
                <a:lnTo>
                  <a:pt x="594648" y="183527"/>
                </a:lnTo>
                <a:lnTo>
                  <a:pt x="311431" y="612444"/>
                </a:lnTo>
                <a:close/>
              </a:path>
              <a:path w="603250" h="628014">
                <a:moveTo>
                  <a:pt x="594648" y="183527"/>
                </a:moveTo>
                <a:lnTo>
                  <a:pt x="591235" y="183527"/>
                </a:lnTo>
                <a:lnTo>
                  <a:pt x="585939" y="173672"/>
                </a:lnTo>
                <a:lnTo>
                  <a:pt x="601155" y="173672"/>
                </a:lnTo>
                <a:lnTo>
                  <a:pt x="594648" y="183527"/>
                </a:lnTo>
                <a:close/>
              </a:path>
              <a:path w="603250" h="628014">
                <a:moveTo>
                  <a:pt x="306819" y="612444"/>
                </a:moveTo>
                <a:lnTo>
                  <a:pt x="296214" y="612444"/>
                </a:lnTo>
                <a:lnTo>
                  <a:pt x="301517" y="604414"/>
                </a:lnTo>
                <a:lnTo>
                  <a:pt x="306819" y="612444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1478" y="369508"/>
            <a:ext cx="583247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Recursive</a:t>
            </a:r>
            <a:r>
              <a:rPr lang="zh-CN" altLang="en-US" spc="-85" dirty="0"/>
              <a:t>递归</a:t>
            </a:r>
            <a:r>
              <a:rPr spc="-55" dirty="0"/>
              <a:t>Triggers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32305"/>
            <a:ext cx="7532370" cy="1343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ts val="3675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Activating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45" dirty="0">
                <a:latin typeface="Tahoma"/>
                <a:cs typeface="Tahoma"/>
              </a:rPr>
              <a:t>Trigger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Recursively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ts val="3440"/>
              </a:lnSpc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Types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spc="-15" dirty="0">
                <a:latin typeface="Tahoma"/>
                <a:cs typeface="Tahoma"/>
              </a:rPr>
              <a:t>Recursive</a:t>
            </a:r>
            <a:r>
              <a:rPr sz="3200" spc="50" dirty="0">
                <a:latin typeface="Tahoma"/>
                <a:cs typeface="Tahoma"/>
              </a:rPr>
              <a:t> </a:t>
            </a:r>
            <a:r>
              <a:rPr sz="3200" spc="-40" dirty="0">
                <a:latin typeface="Tahoma"/>
                <a:cs typeface="Tahoma"/>
              </a:rPr>
              <a:t>Triggers</a:t>
            </a:r>
            <a:endParaRPr sz="3200" dirty="0">
              <a:latin typeface="Tahoma"/>
              <a:cs typeface="Tahoma"/>
            </a:endParaRPr>
          </a:p>
          <a:p>
            <a:pPr marL="732155" lvl="1" indent="-262890">
              <a:lnSpc>
                <a:spcPts val="3250"/>
              </a:lnSpc>
              <a:buClr>
                <a:srgbClr val="CC00CC"/>
              </a:buClr>
              <a:buSzPct val="96551"/>
              <a:buFont typeface="Wingdings"/>
              <a:buChar char=""/>
              <a:tabLst>
                <a:tab pos="732790" algn="l"/>
                <a:tab pos="3524250" algn="l"/>
              </a:tabLst>
            </a:pPr>
            <a:r>
              <a:rPr lang="en-US" altLang="zh-CN" sz="2800" b="0" i="0" u="none" strike="noStrike" baseline="0" dirty="0">
                <a:latin typeface="Tahoma" panose="020B0604030504040204" pitchFamily="34" charset="0"/>
              </a:rPr>
              <a:t>Direct recursion occurs </a:t>
            </a:r>
            <a:r>
              <a:rPr sz="2800" spc="-5" dirty="0">
                <a:latin typeface="Tahoma"/>
                <a:cs typeface="Tahoma"/>
              </a:rPr>
              <a:t>when a trigger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fires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7489" y="3119119"/>
            <a:ext cx="618045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and </a:t>
            </a:r>
            <a:r>
              <a:rPr sz="2800" spc="-10" dirty="0">
                <a:latin typeface="Tahoma"/>
                <a:cs typeface="Tahoma"/>
              </a:rPr>
              <a:t>performs </a:t>
            </a:r>
            <a:r>
              <a:rPr sz="2800" spc="-5" dirty="0">
                <a:latin typeface="Tahoma"/>
                <a:cs typeface="Tahoma"/>
              </a:rPr>
              <a:t>an action that causes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the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764540" y="3373253"/>
            <a:ext cx="7383780" cy="2946961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755650">
              <a:lnSpc>
                <a:spcPct val="100000"/>
              </a:lnSpc>
              <a:spcBef>
                <a:spcPts val="440"/>
              </a:spcBef>
            </a:pPr>
            <a:r>
              <a:rPr spc="-5" dirty="0"/>
              <a:t>same trigger to </a:t>
            </a:r>
            <a:r>
              <a:rPr spc="-10" dirty="0"/>
              <a:t>fire</a:t>
            </a:r>
            <a:r>
              <a:rPr spc="10" dirty="0"/>
              <a:t> </a:t>
            </a:r>
            <a:r>
              <a:rPr spc="-5" dirty="0"/>
              <a:t>again</a:t>
            </a:r>
          </a:p>
          <a:p>
            <a:pPr marL="755650" marR="5080" indent="-285750">
              <a:lnSpc>
                <a:spcPts val="3360"/>
              </a:lnSpc>
              <a:spcBef>
                <a:spcPts val="615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09295" algn="l"/>
              </a:tabLst>
            </a:pPr>
            <a:r>
              <a:rPr lang="en-US" altLang="zh-CN" b="0" i="0" u="none" strike="noStrike" baseline="0" dirty="0">
                <a:latin typeface="Tahoma" panose="020B0604030504040204" pitchFamily="34" charset="0"/>
              </a:rPr>
              <a:t>Indirect recursion</a:t>
            </a:r>
            <a:r>
              <a:rPr sz="4000" spc="-695" dirty="0"/>
              <a:t> </a:t>
            </a:r>
            <a:r>
              <a:rPr spc="-5" dirty="0"/>
              <a:t>when a trigger  fires and </a:t>
            </a:r>
            <a:r>
              <a:rPr spc="-10" dirty="0"/>
              <a:t>performs </a:t>
            </a:r>
            <a:r>
              <a:rPr spc="-5" dirty="0"/>
              <a:t>an action that causes a  trigger on another table to</a:t>
            </a:r>
            <a:r>
              <a:rPr spc="15" dirty="0"/>
              <a:t> </a:t>
            </a:r>
            <a:r>
              <a:rPr spc="-10" dirty="0"/>
              <a:t>fire</a:t>
            </a:r>
            <a:endParaRPr sz="2900" dirty="0">
              <a:latin typeface="Tahoma"/>
              <a:cs typeface="Tahoma"/>
            </a:endParaRPr>
          </a:p>
          <a:p>
            <a:pPr marL="355600" marR="6350" indent="-342900">
              <a:lnSpc>
                <a:spcPct val="100000"/>
              </a:lnSpc>
              <a:spcBef>
                <a:spcPts val="65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/>
              <a:t>Determining Whether to Use </a:t>
            </a:r>
            <a:r>
              <a:rPr sz="3200" spc="-15" dirty="0"/>
              <a:t>Recursive  </a:t>
            </a:r>
            <a:r>
              <a:rPr sz="3200" spc="-40" dirty="0"/>
              <a:t>Triggers</a:t>
            </a:r>
            <a:endParaRPr sz="3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828039"/>
            <a:ext cx="6835140" cy="230383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92910" indent="-901065">
              <a:lnSpc>
                <a:spcPct val="100000"/>
              </a:lnSpc>
              <a:spcBef>
                <a:spcPts val="105"/>
              </a:spcBef>
              <a:buFont typeface="Wingdings"/>
              <a:buChar char=""/>
              <a:tabLst>
                <a:tab pos="1692275" algn="l"/>
                <a:tab pos="1692910" algn="l"/>
              </a:tabLst>
            </a:pPr>
            <a:r>
              <a:rPr sz="4400" spc="-5" dirty="0">
                <a:latin typeface="Tahoma"/>
                <a:cs typeface="Tahoma"/>
              </a:rPr>
              <a:t>Examples of</a:t>
            </a:r>
            <a:r>
              <a:rPr sz="4400" spc="-55" dirty="0">
                <a:latin typeface="Tahoma"/>
                <a:cs typeface="Tahoma"/>
              </a:rPr>
              <a:t> Triggers</a:t>
            </a:r>
            <a:endParaRPr sz="44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405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Enforcing </a:t>
            </a:r>
            <a:r>
              <a:rPr sz="3200" spc="-5" dirty="0">
                <a:latin typeface="Tahoma"/>
                <a:cs typeface="Tahoma"/>
              </a:rPr>
              <a:t>Data </a:t>
            </a:r>
            <a:r>
              <a:rPr sz="3200" spc="-10" dirty="0">
                <a:latin typeface="Tahoma"/>
                <a:cs typeface="Tahoma"/>
              </a:rPr>
              <a:t>Integrity</a:t>
            </a:r>
            <a:r>
              <a:rPr lang="zh-CN" altLang="en-US" sz="3200" spc="-10" dirty="0">
                <a:latin typeface="Tahoma"/>
                <a:cs typeface="Tahoma"/>
              </a:rPr>
              <a:t>完整性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Enforcing </a:t>
            </a:r>
            <a:r>
              <a:rPr sz="3200" spc="-5" dirty="0">
                <a:latin typeface="Tahoma"/>
                <a:cs typeface="Tahoma"/>
              </a:rPr>
              <a:t>Business </a:t>
            </a:r>
            <a:r>
              <a:rPr sz="3200" spc="-10" dirty="0">
                <a:latin typeface="Tahoma"/>
                <a:cs typeface="Tahoma"/>
              </a:rPr>
              <a:t>Rules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3842" y="301624"/>
            <a:ext cx="5927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Enforcing </a:t>
            </a:r>
            <a:r>
              <a:rPr spc="-5" dirty="0"/>
              <a:t>Data</a:t>
            </a:r>
            <a:r>
              <a:rPr spc="-80" dirty="0"/>
              <a:t> </a:t>
            </a:r>
            <a:r>
              <a:rPr spc="-10" dirty="0"/>
              <a:t>Integrity</a:t>
            </a:r>
          </a:p>
        </p:txBody>
      </p:sp>
      <p:sp>
        <p:nvSpPr>
          <p:cNvPr id="3" name="object 3"/>
          <p:cNvSpPr/>
          <p:nvPr/>
        </p:nvSpPr>
        <p:spPr>
          <a:xfrm>
            <a:off x="3601211" y="1066800"/>
            <a:ext cx="4724399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67400" y="4191000"/>
            <a:ext cx="2667000" cy="1981200"/>
          </a:xfrm>
          <a:custGeom>
            <a:avLst/>
            <a:gdLst/>
            <a:ahLst/>
            <a:cxnLst/>
            <a:rect l="l" t="t" r="r" b="b"/>
            <a:pathLst>
              <a:path w="2667000" h="1981200">
                <a:moveTo>
                  <a:pt x="0" y="0"/>
                </a:moveTo>
                <a:lnTo>
                  <a:pt x="2667000" y="0"/>
                </a:lnTo>
                <a:lnTo>
                  <a:pt x="26670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4400" y="4191000"/>
            <a:ext cx="2667000" cy="1981200"/>
          </a:xfrm>
          <a:custGeom>
            <a:avLst/>
            <a:gdLst/>
            <a:ahLst/>
            <a:cxnLst/>
            <a:rect l="l" t="t" r="r" b="b"/>
            <a:pathLst>
              <a:path w="2667000" h="1981200">
                <a:moveTo>
                  <a:pt x="0" y="0"/>
                </a:moveTo>
                <a:lnTo>
                  <a:pt x="2667000" y="0"/>
                </a:lnTo>
                <a:lnTo>
                  <a:pt x="26670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4209" y="1197610"/>
            <a:ext cx="6901180" cy="28054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3269" y="1249680"/>
            <a:ext cx="6153150" cy="260540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71805" marR="1844039" indent="-459105">
              <a:lnSpc>
                <a:spcPts val="1839"/>
              </a:lnSpc>
              <a:spcBef>
                <a:spcPts val="22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CREATE TRIGGER BackOrderList_Delete  ON Products FOR</a:t>
            </a:r>
            <a:r>
              <a:rPr sz="1600" spc="-1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UPDATE</a:t>
            </a:r>
            <a:endParaRPr sz="1600">
              <a:latin typeface="Lucida Sans Typewriter"/>
              <a:cs typeface="Lucida Sans Typewriter"/>
            </a:endParaRPr>
          </a:p>
          <a:p>
            <a:pPr marL="12700">
              <a:lnSpc>
                <a:spcPts val="175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AS</a:t>
            </a:r>
            <a:endParaRPr sz="1600">
              <a:latin typeface="Lucida Sans Typewriter"/>
              <a:cs typeface="Lucida Sans Typewriter"/>
            </a:endParaRPr>
          </a:p>
          <a:p>
            <a:pPr marL="471805" marR="5080" indent="-459105">
              <a:lnSpc>
                <a:spcPts val="1839"/>
              </a:lnSpc>
              <a:spcBef>
                <a:spcPts val="9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IF (SELECT BO.ProductID FROM BackOrders AS BO JOIN  Inserted AS I ON BO.ProductID =</a:t>
            </a:r>
            <a:r>
              <a:rPr sz="1600" spc="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I.Product_ID</a:t>
            </a:r>
            <a:endParaRPr sz="1600">
              <a:latin typeface="Lucida Sans Typewriter"/>
              <a:cs typeface="Lucida Sans Typewriter"/>
            </a:endParaRPr>
          </a:p>
          <a:p>
            <a:pPr marL="471805">
              <a:lnSpc>
                <a:spcPts val="175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) &gt;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0</a:t>
            </a:r>
            <a:endParaRPr sz="1600">
              <a:latin typeface="Lucida Sans Typewriter"/>
              <a:cs typeface="Lucida Sans Typewriter"/>
            </a:endParaRPr>
          </a:p>
          <a:p>
            <a:pPr marL="12700">
              <a:lnSpc>
                <a:spcPts val="1839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BEGIN</a:t>
            </a:r>
            <a:endParaRPr sz="1600">
              <a:latin typeface="Lucida Sans Typewriter"/>
              <a:cs typeface="Lucida Sans Typewriter"/>
            </a:endParaRPr>
          </a:p>
          <a:p>
            <a:pPr marL="471805" marR="1874520">
              <a:lnSpc>
                <a:spcPts val="1839"/>
              </a:lnSpc>
              <a:spcBef>
                <a:spcPts val="8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DELETE BO FROM BackOrders AS BO  INNER JOIN Inserted AS</a:t>
            </a:r>
            <a:r>
              <a:rPr sz="1600" spc="-1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I</a:t>
            </a:r>
            <a:endParaRPr sz="1600">
              <a:latin typeface="Lucida Sans Typewriter"/>
              <a:cs typeface="Lucida Sans Typewriter"/>
            </a:endParaRPr>
          </a:p>
          <a:p>
            <a:pPr marL="471805">
              <a:lnSpc>
                <a:spcPts val="1755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ON BO.ProductID =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I.ProductID</a:t>
            </a:r>
            <a:endParaRPr sz="1600">
              <a:latin typeface="Lucida Sans Typewriter"/>
              <a:cs typeface="Lucida Sans Typewriter"/>
            </a:endParaRPr>
          </a:p>
          <a:p>
            <a:pPr marL="12700">
              <a:lnSpc>
                <a:spcPts val="1885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END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8197" y="4094797"/>
            <a:ext cx="2770504" cy="4083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2045" y="4166260"/>
            <a:ext cx="1033614" cy="2208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8197" y="4399597"/>
            <a:ext cx="941704" cy="4083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56397" y="4399597"/>
            <a:ext cx="1098232" cy="4083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46997" y="4399597"/>
            <a:ext cx="408305" cy="4083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51797" y="4399597"/>
            <a:ext cx="636904" cy="4083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87094" y="4431664"/>
            <a:ext cx="235521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175510" algn="l"/>
              </a:tabLst>
            </a:pPr>
            <a:r>
              <a:rPr sz="1600" i="1" spc="-5" dirty="0">
                <a:latin typeface="Arial Narrow"/>
                <a:cs typeface="Arial Narrow"/>
              </a:rPr>
              <a:t>P</a:t>
            </a:r>
            <a:r>
              <a:rPr sz="1600" i="1" spc="-10" dirty="0">
                <a:latin typeface="Arial Narrow"/>
                <a:cs typeface="Arial Narrow"/>
              </a:rPr>
              <a:t>r</a:t>
            </a:r>
            <a:r>
              <a:rPr sz="1600" i="1" spc="-5" dirty="0">
                <a:latin typeface="Arial Narrow"/>
                <a:cs typeface="Arial Narrow"/>
              </a:rPr>
              <a:t>oductID</a:t>
            </a:r>
            <a:r>
              <a:rPr sz="1600" i="1" dirty="0">
                <a:latin typeface="Arial Narrow"/>
                <a:cs typeface="Arial Narrow"/>
              </a:rPr>
              <a:t> </a:t>
            </a:r>
            <a:r>
              <a:rPr sz="1600" i="1" spc="-125" dirty="0">
                <a:latin typeface="Arial Narrow"/>
                <a:cs typeface="Arial Narrow"/>
              </a:rPr>
              <a:t> </a:t>
            </a:r>
            <a:r>
              <a:rPr sz="1600" i="1" spc="-5" dirty="0">
                <a:latin typeface="Arial Narrow"/>
                <a:cs typeface="Arial Narrow"/>
              </a:rPr>
              <a:t>Un</a:t>
            </a:r>
            <a:r>
              <a:rPr sz="1600" i="1" spc="-10" dirty="0">
                <a:latin typeface="Arial Narrow"/>
                <a:cs typeface="Arial Narrow"/>
              </a:rPr>
              <a:t>i</a:t>
            </a:r>
            <a:r>
              <a:rPr sz="1600" i="1" spc="-5" dirty="0">
                <a:latin typeface="Arial Narrow"/>
                <a:cs typeface="Arial Narrow"/>
              </a:rPr>
              <a:t>tsInStock</a:t>
            </a:r>
            <a:r>
              <a:rPr sz="1600" i="1" dirty="0">
                <a:latin typeface="Arial Narrow"/>
                <a:cs typeface="Arial Narrow"/>
              </a:rPr>
              <a:t>  </a:t>
            </a:r>
            <a:r>
              <a:rPr sz="1600" i="1" spc="-155" dirty="0">
                <a:latin typeface="Arial Narrow"/>
                <a:cs typeface="Arial Narrow"/>
              </a:rPr>
              <a:t> </a:t>
            </a:r>
            <a:r>
              <a:rPr sz="1600" b="1" i="1" spc="-5" dirty="0">
                <a:latin typeface="Arial Narrow"/>
                <a:cs typeface="Arial Narrow"/>
              </a:rPr>
              <a:t>…</a:t>
            </a:r>
            <a:r>
              <a:rPr sz="1600" b="1" i="1" dirty="0">
                <a:latin typeface="Arial Narrow"/>
                <a:cs typeface="Arial Narrow"/>
              </a:rPr>
              <a:t>	</a:t>
            </a:r>
            <a:r>
              <a:rPr sz="1600" b="1" i="1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18197" y="4704397"/>
            <a:ext cx="941704" cy="14751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05230" y="5346700"/>
            <a:ext cx="117475" cy="6286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Arial Narrow"/>
                <a:cs typeface="Arial Narrow"/>
              </a:rPr>
              <a:t>3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Arial Narrow"/>
                <a:cs typeface="Arial Narrow"/>
              </a:rPr>
              <a:t>4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656397" y="4704397"/>
            <a:ext cx="1094105" cy="14751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205230" y="4770754"/>
            <a:ext cx="1083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861694" algn="l"/>
              </a:tabLst>
            </a:pPr>
            <a:r>
              <a:rPr sz="1800" dirty="0">
                <a:latin typeface="Arial Narrow"/>
                <a:cs typeface="Arial Narrow"/>
              </a:rPr>
              <a:t>1	</a:t>
            </a:r>
            <a:r>
              <a:rPr sz="1800" spc="-5" dirty="0">
                <a:latin typeface="Arial Narrow"/>
                <a:cs typeface="Arial Narrow"/>
              </a:rPr>
              <a:t>1</a:t>
            </a:r>
            <a:r>
              <a:rPr sz="1800" dirty="0">
                <a:latin typeface="Arial Narrow"/>
                <a:cs typeface="Arial Narrow"/>
              </a:rPr>
              <a:t>5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67560" y="5099813"/>
            <a:ext cx="20891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1</a:t>
            </a:r>
            <a:r>
              <a:rPr sz="1800" dirty="0">
                <a:latin typeface="Arial Narrow"/>
                <a:cs typeface="Arial Narrow"/>
              </a:rPr>
              <a:t>0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67560" y="5346700"/>
            <a:ext cx="221615" cy="6286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 Narrow"/>
                <a:cs typeface="Arial Narrow"/>
              </a:rPr>
              <a:t>6</a:t>
            </a:r>
            <a:r>
              <a:rPr sz="1800" dirty="0">
                <a:latin typeface="Arial Narrow"/>
                <a:cs typeface="Arial Narrow"/>
              </a:rPr>
              <a:t>5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r>
              <a:rPr sz="1800" spc="-5" dirty="0">
                <a:latin typeface="Arial Narrow"/>
                <a:cs typeface="Arial Narrow"/>
              </a:rPr>
              <a:t>2</a:t>
            </a:r>
            <a:r>
              <a:rPr sz="1800" dirty="0">
                <a:latin typeface="Arial Narrow"/>
                <a:cs typeface="Arial Narrow"/>
              </a:rPr>
              <a:t>0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646997" y="4704397"/>
            <a:ext cx="408305" cy="14751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51797" y="4704397"/>
            <a:ext cx="636904" cy="14751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42772" y="5105400"/>
            <a:ext cx="833755" cy="228600"/>
          </a:xfrm>
          <a:custGeom>
            <a:avLst/>
            <a:gdLst/>
            <a:ahLst/>
            <a:cxnLst/>
            <a:rect l="l" t="t" r="r" b="b"/>
            <a:pathLst>
              <a:path w="833755" h="228600">
                <a:moveTo>
                  <a:pt x="0" y="0"/>
                </a:moveTo>
                <a:lnTo>
                  <a:pt x="833628" y="0"/>
                </a:lnTo>
                <a:lnTo>
                  <a:pt x="833628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76400" y="5105400"/>
            <a:ext cx="990600" cy="228600"/>
          </a:xfrm>
          <a:custGeom>
            <a:avLst/>
            <a:gdLst/>
            <a:ahLst/>
            <a:cxnLst/>
            <a:rect l="l" t="t" r="r" b="b"/>
            <a:pathLst>
              <a:path w="990600" h="228600">
                <a:moveTo>
                  <a:pt x="0" y="0"/>
                </a:moveTo>
                <a:lnTo>
                  <a:pt x="990600" y="0"/>
                </a:lnTo>
                <a:lnTo>
                  <a:pt x="990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14400" y="5060950"/>
            <a:ext cx="1752600" cy="299720"/>
          </a:xfrm>
          <a:prstGeom prst="rect">
            <a:avLst/>
          </a:prstGeom>
          <a:solidFill>
            <a:srgbClr val="FFCCFF"/>
          </a:solidFill>
        </p:spPr>
        <p:txBody>
          <a:bodyPr vert="horz" wrap="square" lIns="0" tIns="12700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100"/>
              </a:spcBef>
              <a:tabLst>
                <a:tab pos="1152525" algn="l"/>
              </a:tabLst>
            </a:pPr>
            <a:r>
              <a:rPr sz="1800" dirty="0">
                <a:latin typeface="Arial Narrow"/>
                <a:cs typeface="Arial Narrow"/>
              </a:rPr>
              <a:t>2	</a:t>
            </a:r>
            <a:r>
              <a:rPr sz="1800" spc="-5" dirty="0">
                <a:latin typeface="Arial Narrow"/>
                <a:cs typeface="Arial Narrow"/>
              </a:rPr>
              <a:t>15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667000" y="510540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0" y="0"/>
                </a:moveTo>
                <a:lnTo>
                  <a:pt x="838200" y="0"/>
                </a:lnTo>
                <a:lnTo>
                  <a:pt x="8382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33437" y="4719637"/>
            <a:ext cx="847725" cy="1381125"/>
          </a:xfrm>
          <a:custGeom>
            <a:avLst/>
            <a:gdLst/>
            <a:ahLst/>
            <a:cxnLst/>
            <a:rect l="l" t="t" r="r" b="b"/>
            <a:pathLst>
              <a:path w="847725" h="1381125">
                <a:moveTo>
                  <a:pt x="8477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847725" y="0"/>
                </a:lnTo>
                <a:lnTo>
                  <a:pt x="847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847725" y="1376362"/>
                </a:lnTo>
                <a:lnTo>
                  <a:pt x="847725" y="1381125"/>
                </a:lnTo>
                <a:close/>
              </a:path>
              <a:path w="8477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47725" h="1381125">
                <a:moveTo>
                  <a:pt x="838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38200" y="4762"/>
                </a:lnTo>
                <a:lnTo>
                  <a:pt x="838200" y="9525"/>
                </a:lnTo>
                <a:close/>
              </a:path>
              <a:path w="847725" h="1381125">
                <a:moveTo>
                  <a:pt x="838200" y="1376362"/>
                </a:moveTo>
                <a:lnTo>
                  <a:pt x="838200" y="4762"/>
                </a:lnTo>
                <a:lnTo>
                  <a:pt x="842962" y="9525"/>
                </a:lnTo>
                <a:lnTo>
                  <a:pt x="847725" y="9525"/>
                </a:lnTo>
                <a:lnTo>
                  <a:pt x="847725" y="1371600"/>
                </a:lnTo>
                <a:lnTo>
                  <a:pt x="842962" y="1371600"/>
                </a:lnTo>
                <a:lnTo>
                  <a:pt x="838200" y="1376362"/>
                </a:lnTo>
                <a:close/>
              </a:path>
              <a:path w="847725" h="1381125">
                <a:moveTo>
                  <a:pt x="847725" y="9525"/>
                </a:moveTo>
                <a:lnTo>
                  <a:pt x="842962" y="9525"/>
                </a:lnTo>
                <a:lnTo>
                  <a:pt x="838200" y="4762"/>
                </a:lnTo>
                <a:lnTo>
                  <a:pt x="847725" y="4762"/>
                </a:lnTo>
                <a:lnTo>
                  <a:pt x="847725" y="9525"/>
                </a:lnTo>
                <a:close/>
              </a:path>
              <a:path w="8477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847725" h="1381125">
                <a:moveTo>
                  <a:pt x="8382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838200" y="1371600"/>
                </a:lnTo>
                <a:lnTo>
                  <a:pt x="838200" y="1376362"/>
                </a:lnTo>
                <a:close/>
              </a:path>
              <a:path w="847725" h="1381125">
                <a:moveTo>
                  <a:pt x="847725" y="1376362"/>
                </a:moveTo>
                <a:lnTo>
                  <a:pt x="838200" y="1376362"/>
                </a:lnTo>
                <a:lnTo>
                  <a:pt x="842962" y="1371600"/>
                </a:lnTo>
                <a:lnTo>
                  <a:pt x="847725" y="1371600"/>
                </a:lnTo>
                <a:lnTo>
                  <a:pt x="8477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71637" y="4719637"/>
            <a:ext cx="1000125" cy="1381125"/>
          </a:xfrm>
          <a:custGeom>
            <a:avLst/>
            <a:gdLst/>
            <a:ahLst/>
            <a:cxnLst/>
            <a:rect l="l" t="t" r="r" b="b"/>
            <a:pathLst>
              <a:path w="1000125" h="1381125">
                <a:moveTo>
                  <a:pt x="10001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000125" y="0"/>
                </a:lnTo>
                <a:lnTo>
                  <a:pt x="100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000125" y="1376362"/>
                </a:lnTo>
                <a:lnTo>
                  <a:pt x="1000125" y="1381125"/>
                </a:lnTo>
                <a:close/>
              </a:path>
              <a:path w="10001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00125" h="1381125">
                <a:moveTo>
                  <a:pt x="99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90600" y="4762"/>
                </a:lnTo>
                <a:lnTo>
                  <a:pt x="990600" y="9525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90600" y="4762"/>
                </a:lnTo>
                <a:lnTo>
                  <a:pt x="995362" y="9525"/>
                </a:lnTo>
                <a:lnTo>
                  <a:pt x="1000125" y="9525"/>
                </a:lnTo>
                <a:lnTo>
                  <a:pt x="1000125" y="1371600"/>
                </a:lnTo>
                <a:lnTo>
                  <a:pt x="995362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9525"/>
                </a:moveTo>
                <a:lnTo>
                  <a:pt x="995362" y="9525"/>
                </a:lnTo>
                <a:lnTo>
                  <a:pt x="990600" y="4762"/>
                </a:lnTo>
                <a:lnTo>
                  <a:pt x="1000125" y="4762"/>
                </a:lnTo>
                <a:lnTo>
                  <a:pt x="1000125" y="9525"/>
                </a:lnTo>
                <a:close/>
              </a:path>
              <a:path w="10001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990600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1376362"/>
                </a:moveTo>
                <a:lnTo>
                  <a:pt x="990600" y="1376362"/>
                </a:lnTo>
                <a:lnTo>
                  <a:pt x="995362" y="1371600"/>
                </a:lnTo>
                <a:lnTo>
                  <a:pt x="1000125" y="1371600"/>
                </a:lnTo>
                <a:lnTo>
                  <a:pt x="10001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67037" y="4719637"/>
            <a:ext cx="542925" cy="1381125"/>
          </a:xfrm>
          <a:custGeom>
            <a:avLst/>
            <a:gdLst/>
            <a:ahLst/>
            <a:cxnLst/>
            <a:rect l="l" t="t" r="r" b="b"/>
            <a:pathLst>
              <a:path w="542925" h="1381125">
                <a:moveTo>
                  <a:pt x="542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542925" y="1376362"/>
                </a:lnTo>
                <a:lnTo>
                  <a:pt x="542925" y="1381125"/>
                </a:lnTo>
                <a:close/>
              </a:path>
              <a:path w="542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13811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1381125">
                <a:moveTo>
                  <a:pt x="533400" y="13763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1371600"/>
                </a:lnTo>
                <a:lnTo>
                  <a:pt x="538162" y="1371600"/>
                </a:lnTo>
                <a:lnTo>
                  <a:pt x="533400" y="1376362"/>
                </a:lnTo>
                <a:close/>
              </a:path>
              <a:path w="542925" h="13811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542925" h="1381125">
                <a:moveTo>
                  <a:pt x="533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533400" y="1371600"/>
                </a:lnTo>
                <a:lnTo>
                  <a:pt x="533400" y="1376362"/>
                </a:lnTo>
                <a:close/>
              </a:path>
              <a:path w="542925" h="1381125">
                <a:moveTo>
                  <a:pt x="542925" y="1376362"/>
                </a:moveTo>
                <a:lnTo>
                  <a:pt x="533400" y="1376362"/>
                </a:lnTo>
                <a:lnTo>
                  <a:pt x="538162" y="1371600"/>
                </a:lnTo>
                <a:lnTo>
                  <a:pt x="542925" y="1371600"/>
                </a:lnTo>
                <a:lnTo>
                  <a:pt x="542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662237" y="4719637"/>
            <a:ext cx="314325" cy="1381125"/>
          </a:xfrm>
          <a:custGeom>
            <a:avLst/>
            <a:gdLst/>
            <a:ahLst/>
            <a:cxnLst/>
            <a:rect l="l" t="t" r="r" b="b"/>
            <a:pathLst>
              <a:path w="314325" h="1381125">
                <a:moveTo>
                  <a:pt x="3143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314325" y="0"/>
                </a:lnTo>
                <a:lnTo>
                  <a:pt x="314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314325" y="1376362"/>
                </a:lnTo>
                <a:lnTo>
                  <a:pt x="314325" y="1381125"/>
                </a:lnTo>
                <a:close/>
              </a:path>
              <a:path w="3143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14325" h="1381125">
                <a:moveTo>
                  <a:pt x="304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04800" y="4762"/>
                </a:lnTo>
                <a:lnTo>
                  <a:pt x="304800" y="9525"/>
                </a:lnTo>
                <a:close/>
              </a:path>
              <a:path w="314325" h="1381125">
                <a:moveTo>
                  <a:pt x="304800" y="1376362"/>
                </a:moveTo>
                <a:lnTo>
                  <a:pt x="304800" y="4762"/>
                </a:lnTo>
                <a:lnTo>
                  <a:pt x="309562" y="9525"/>
                </a:lnTo>
                <a:lnTo>
                  <a:pt x="314325" y="9525"/>
                </a:lnTo>
                <a:lnTo>
                  <a:pt x="314325" y="1371600"/>
                </a:lnTo>
                <a:lnTo>
                  <a:pt x="309562" y="1371600"/>
                </a:lnTo>
                <a:lnTo>
                  <a:pt x="304800" y="1376362"/>
                </a:lnTo>
                <a:close/>
              </a:path>
              <a:path w="314325" h="1381125">
                <a:moveTo>
                  <a:pt x="314325" y="9525"/>
                </a:moveTo>
                <a:lnTo>
                  <a:pt x="309562" y="9525"/>
                </a:lnTo>
                <a:lnTo>
                  <a:pt x="304800" y="4762"/>
                </a:lnTo>
                <a:lnTo>
                  <a:pt x="314325" y="4762"/>
                </a:lnTo>
                <a:lnTo>
                  <a:pt x="314325" y="9525"/>
                </a:lnTo>
                <a:close/>
              </a:path>
              <a:path w="3143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314325" h="1381125">
                <a:moveTo>
                  <a:pt x="3048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304800" y="1371600"/>
                </a:lnTo>
                <a:lnTo>
                  <a:pt x="304800" y="1376362"/>
                </a:lnTo>
                <a:close/>
              </a:path>
              <a:path w="314325" h="1381125">
                <a:moveTo>
                  <a:pt x="314325" y="1376362"/>
                </a:moveTo>
                <a:lnTo>
                  <a:pt x="304800" y="1376362"/>
                </a:lnTo>
                <a:lnTo>
                  <a:pt x="309562" y="1371600"/>
                </a:lnTo>
                <a:lnTo>
                  <a:pt x="314325" y="1371600"/>
                </a:lnTo>
                <a:lnTo>
                  <a:pt x="3143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796768" y="4851323"/>
            <a:ext cx="1541233" cy="71135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667000" y="5038090"/>
            <a:ext cx="138557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0705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808080"/>
                </a:solidFill>
                <a:latin typeface="Arial"/>
                <a:cs typeface="Arial"/>
              </a:rPr>
              <a:t>Updated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771197" y="4094797"/>
            <a:ext cx="2770505" cy="4083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875045" y="4163085"/>
            <a:ext cx="1338414" cy="22398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771197" y="4399597"/>
            <a:ext cx="941705" cy="4083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609397" y="4399597"/>
            <a:ext cx="1398904" cy="4083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904797" y="4399597"/>
            <a:ext cx="636904" cy="4083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771197" y="4704397"/>
            <a:ext cx="941705" cy="14751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609397" y="4704397"/>
            <a:ext cx="1398904" cy="14751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840095" y="4346587"/>
            <a:ext cx="2355215" cy="132715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65"/>
              </a:spcBef>
              <a:tabLst>
                <a:tab pos="922655" algn="l"/>
                <a:tab pos="2175510" algn="l"/>
              </a:tabLst>
            </a:pPr>
            <a:r>
              <a:rPr sz="1600" i="1" spc="-5" dirty="0">
                <a:latin typeface="Arial Narrow"/>
                <a:cs typeface="Arial Narrow"/>
              </a:rPr>
              <a:t>P</a:t>
            </a:r>
            <a:r>
              <a:rPr sz="1600" i="1" spc="-10" dirty="0">
                <a:latin typeface="Arial Narrow"/>
                <a:cs typeface="Arial Narrow"/>
              </a:rPr>
              <a:t>r</a:t>
            </a:r>
            <a:r>
              <a:rPr sz="1600" i="1" spc="-5" dirty="0">
                <a:latin typeface="Arial Narrow"/>
                <a:cs typeface="Arial Narrow"/>
              </a:rPr>
              <a:t>oductID</a:t>
            </a:r>
            <a:r>
              <a:rPr sz="1600" i="1" dirty="0">
                <a:latin typeface="Arial Narrow"/>
                <a:cs typeface="Arial Narrow"/>
              </a:rPr>
              <a:t>	</a:t>
            </a:r>
            <a:r>
              <a:rPr sz="1600" i="1" spc="-5" dirty="0">
                <a:latin typeface="Arial Narrow"/>
                <a:cs typeface="Arial Narrow"/>
              </a:rPr>
              <a:t>Un</a:t>
            </a:r>
            <a:r>
              <a:rPr sz="1600" i="1" spc="-10" dirty="0">
                <a:latin typeface="Arial Narrow"/>
                <a:cs typeface="Arial Narrow"/>
              </a:rPr>
              <a:t>i</a:t>
            </a:r>
            <a:r>
              <a:rPr sz="1600" i="1" spc="-5" dirty="0">
                <a:latin typeface="Arial Narrow"/>
                <a:cs typeface="Arial Narrow"/>
              </a:rPr>
              <a:t>tsOnO</a:t>
            </a:r>
            <a:r>
              <a:rPr sz="1600" i="1" spc="-10" dirty="0">
                <a:latin typeface="Arial Narrow"/>
                <a:cs typeface="Arial Narrow"/>
              </a:rPr>
              <a:t>r</a:t>
            </a:r>
            <a:r>
              <a:rPr sz="1600" i="1" spc="-5" dirty="0">
                <a:latin typeface="Arial Narrow"/>
                <a:cs typeface="Arial Narrow"/>
              </a:rPr>
              <a:t>der</a:t>
            </a:r>
            <a:r>
              <a:rPr sz="1600" i="1" dirty="0">
                <a:latin typeface="Arial Narrow"/>
                <a:cs typeface="Arial Narrow"/>
              </a:rPr>
              <a:t>	</a:t>
            </a:r>
            <a:r>
              <a:rPr sz="1600" b="1" i="1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  <a:p>
            <a:pPr marL="317500">
              <a:lnSpc>
                <a:spcPct val="100000"/>
              </a:lnSpc>
              <a:spcBef>
                <a:spcPts val="755"/>
              </a:spcBef>
              <a:tabLst>
                <a:tab pos="1332230" algn="l"/>
              </a:tabLst>
            </a:pPr>
            <a:r>
              <a:rPr sz="1800" dirty="0">
                <a:latin typeface="Arial Narrow"/>
                <a:cs typeface="Arial Narrow"/>
              </a:rPr>
              <a:t>1	</a:t>
            </a:r>
            <a:r>
              <a:rPr sz="1800" spc="-5" dirty="0">
                <a:latin typeface="Arial Narrow"/>
                <a:cs typeface="Arial Narrow"/>
              </a:rPr>
              <a:t>15</a:t>
            </a:r>
            <a:endParaRPr sz="1800">
              <a:latin typeface="Arial Narrow"/>
              <a:cs typeface="Arial Narrow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  <a:tabLst>
                <a:tab pos="1332230" algn="l"/>
              </a:tabLst>
            </a:pPr>
            <a:r>
              <a:rPr sz="1800" spc="-5" dirty="0">
                <a:latin typeface="Arial Narrow"/>
                <a:cs typeface="Arial Narrow"/>
              </a:rPr>
              <a:t>12	10</a:t>
            </a:r>
            <a:endParaRPr sz="1800">
              <a:latin typeface="Arial Narrow"/>
              <a:cs typeface="Arial Narrow"/>
            </a:endParaRPr>
          </a:p>
          <a:p>
            <a:pPr marL="317500">
              <a:lnSpc>
                <a:spcPct val="100000"/>
              </a:lnSpc>
              <a:spcBef>
                <a:spcPts val="215"/>
              </a:spcBef>
              <a:tabLst>
                <a:tab pos="1332230" algn="l"/>
              </a:tabLst>
            </a:pPr>
            <a:r>
              <a:rPr sz="1800" dirty="0">
                <a:latin typeface="Arial Narrow"/>
                <a:cs typeface="Arial Narrow"/>
              </a:rPr>
              <a:t>3	</a:t>
            </a:r>
            <a:r>
              <a:rPr sz="1800" spc="-5" dirty="0">
                <a:latin typeface="Arial Narrow"/>
                <a:cs typeface="Arial Narrow"/>
              </a:rPr>
              <a:t>65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904797" y="4704397"/>
            <a:ext cx="636904" cy="147510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795771" y="5715000"/>
            <a:ext cx="833755" cy="228600"/>
          </a:xfrm>
          <a:custGeom>
            <a:avLst/>
            <a:gdLst/>
            <a:ahLst/>
            <a:cxnLst/>
            <a:rect l="l" t="t" r="r" b="b"/>
            <a:pathLst>
              <a:path w="833754" h="228600">
                <a:moveTo>
                  <a:pt x="0" y="0"/>
                </a:moveTo>
                <a:lnTo>
                  <a:pt x="833627" y="0"/>
                </a:lnTo>
                <a:lnTo>
                  <a:pt x="833627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867400" y="5670550"/>
            <a:ext cx="762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Narrow"/>
                <a:cs typeface="Arial Narrow"/>
              </a:rPr>
              <a:t>2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629400" y="5715000"/>
            <a:ext cx="1295400" cy="228600"/>
          </a:xfrm>
          <a:custGeom>
            <a:avLst/>
            <a:gdLst/>
            <a:ahLst/>
            <a:cxnLst/>
            <a:rect l="l" t="t" r="r" b="b"/>
            <a:pathLst>
              <a:path w="1295400" h="228600">
                <a:moveTo>
                  <a:pt x="0" y="0"/>
                </a:moveTo>
                <a:lnTo>
                  <a:pt x="1295400" y="0"/>
                </a:lnTo>
                <a:lnTo>
                  <a:pt x="12954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629400" y="5670550"/>
            <a:ext cx="1295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Narrow"/>
                <a:cs typeface="Arial Narrow"/>
              </a:rPr>
              <a:t>15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924800" y="571500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0"/>
                </a:moveTo>
                <a:lnTo>
                  <a:pt x="533400" y="0"/>
                </a:lnTo>
                <a:lnTo>
                  <a:pt x="5334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786437" y="4719637"/>
            <a:ext cx="847725" cy="1381125"/>
          </a:xfrm>
          <a:custGeom>
            <a:avLst/>
            <a:gdLst/>
            <a:ahLst/>
            <a:cxnLst/>
            <a:rect l="l" t="t" r="r" b="b"/>
            <a:pathLst>
              <a:path w="847725" h="1381125">
                <a:moveTo>
                  <a:pt x="8477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847725" y="0"/>
                </a:lnTo>
                <a:lnTo>
                  <a:pt x="847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847725" y="1376362"/>
                </a:lnTo>
                <a:lnTo>
                  <a:pt x="847725" y="1381125"/>
                </a:lnTo>
                <a:close/>
              </a:path>
              <a:path w="8477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47725" h="1381125">
                <a:moveTo>
                  <a:pt x="838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38200" y="4762"/>
                </a:lnTo>
                <a:lnTo>
                  <a:pt x="838200" y="9525"/>
                </a:lnTo>
                <a:close/>
              </a:path>
              <a:path w="847725" h="1381125">
                <a:moveTo>
                  <a:pt x="838200" y="1376362"/>
                </a:moveTo>
                <a:lnTo>
                  <a:pt x="838200" y="4762"/>
                </a:lnTo>
                <a:lnTo>
                  <a:pt x="842962" y="9525"/>
                </a:lnTo>
                <a:lnTo>
                  <a:pt x="847725" y="9525"/>
                </a:lnTo>
                <a:lnTo>
                  <a:pt x="847725" y="1371600"/>
                </a:lnTo>
                <a:lnTo>
                  <a:pt x="842962" y="1371600"/>
                </a:lnTo>
                <a:lnTo>
                  <a:pt x="838200" y="1376362"/>
                </a:lnTo>
                <a:close/>
              </a:path>
              <a:path w="847725" h="1381125">
                <a:moveTo>
                  <a:pt x="847725" y="9525"/>
                </a:moveTo>
                <a:lnTo>
                  <a:pt x="842962" y="9525"/>
                </a:lnTo>
                <a:lnTo>
                  <a:pt x="838200" y="4762"/>
                </a:lnTo>
                <a:lnTo>
                  <a:pt x="847725" y="4762"/>
                </a:lnTo>
                <a:lnTo>
                  <a:pt x="847725" y="9525"/>
                </a:lnTo>
                <a:close/>
              </a:path>
              <a:path w="8477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847725" h="1381125">
                <a:moveTo>
                  <a:pt x="8382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838200" y="1371600"/>
                </a:lnTo>
                <a:lnTo>
                  <a:pt x="838200" y="1376362"/>
                </a:lnTo>
                <a:close/>
              </a:path>
              <a:path w="847725" h="1381125">
                <a:moveTo>
                  <a:pt x="847725" y="1376362"/>
                </a:moveTo>
                <a:lnTo>
                  <a:pt x="838200" y="1376362"/>
                </a:lnTo>
                <a:lnTo>
                  <a:pt x="842962" y="1371600"/>
                </a:lnTo>
                <a:lnTo>
                  <a:pt x="847725" y="1371600"/>
                </a:lnTo>
                <a:lnTo>
                  <a:pt x="8477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624637" y="4719637"/>
            <a:ext cx="1304925" cy="1381125"/>
          </a:xfrm>
          <a:custGeom>
            <a:avLst/>
            <a:gdLst/>
            <a:ahLst/>
            <a:cxnLst/>
            <a:rect l="l" t="t" r="r" b="b"/>
            <a:pathLst>
              <a:path w="1304925" h="1381125">
                <a:moveTo>
                  <a:pt x="1304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304925" y="1376362"/>
                </a:lnTo>
                <a:lnTo>
                  <a:pt x="1304925" y="1381125"/>
                </a:lnTo>
                <a:close/>
              </a:path>
              <a:path w="1304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13811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1371600"/>
                </a:lnTo>
                <a:lnTo>
                  <a:pt x="1300162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1295400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1376362"/>
                </a:moveTo>
                <a:lnTo>
                  <a:pt x="1295400" y="1376362"/>
                </a:lnTo>
                <a:lnTo>
                  <a:pt x="1300162" y="1371600"/>
                </a:lnTo>
                <a:lnTo>
                  <a:pt x="1304925" y="1371600"/>
                </a:lnTo>
                <a:lnTo>
                  <a:pt x="1304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920037" y="4719637"/>
            <a:ext cx="542925" cy="1381125"/>
          </a:xfrm>
          <a:custGeom>
            <a:avLst/>
            <a:gdLst/>
            <a:ahLst/>
            <a:cxnLst/>
            <a:rect l="l" t="t" r="r" b="b"/>
            <a:pathLst>
              <a:path w="542925" h="1381125">
                <a:moveTo>
                  <a:pt x="542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542925" y="1376362"/>
                </a:lnTo>
                <a:lnTo>
                  <a:pt x="542925" y="1381125"/>
                </a:lnTo>
                <a:close/>
              </a:path>
              <a:path w="542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13811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1381125">
                <a:moveTo>
                  <a:pt x="533400" y="13763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1371600"/>
                </a:lnTo>
                <a:lnTo>
                  <a:pt x="538162" y="1371600"/>
                </a:lnTo>
                <a:lnTo>
                  <a:pt x="533400" y="1376362"/>
                </a:lnTo>
                <a:close/>
              </a:path>
              <a:path w="542925" h="13811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542925" h="1381125">
                <a:moveTo>
                  <a:pt x="533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533400" y="1371600"/>
                </a:lnTo>
                <a:lnTo>
                  <a:pt x="533400" y="1376362"/>
                </a:lnTo>
                <a:close/>
              </a:path>
              <a:path w="542925" h="1381125">
                <a:moveTo>
                  <a:pt x="542925" y="1376362"/>
                </a:moveTo>
                <a:lnTo>
                  <a:pt x="533400" y="1376362"/>
                </a:lnTo>
                <a:lnTo>
                  <a:pt x="538162" y="1371600"/>
                </a:lnTo>
                <a:lnTo>
                  <a:pt x="542925" y="1371600"/>
                </a:lnTo>
                <a:lnTo>
                  <a:pt x="542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789997" y="5461571"/>
            <a:ext cx="2303729" cy="71004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823334" y="5647347"/>
            <a:ext cx="197866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latin typeface="Arial"/>
                <a:cs typeface="Arial"/>
              </a:rPr>
              <a:t>Trigger </a:t>
            </a:r>
            <a:r>
              <a:rPr sz="1600" b="1" spc="-5" dirty="0">
                <a:latin typeface="Arial"/>
                <a:cs typeface="Arial"/>
              </a:rPr>
              <a:t>Deletes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Row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8197" y="3561397"/>
            <a:ext cx="2783204" cy="408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2045" y="3632860"/>
            <a:ext cx="1033614" cy="2208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8197" y="3866197"/>
            <a:ext cx="941704" cy="4083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6397" y="3866197"/>
            <a:ext cx="1098232" cy="4083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46997" y="3866197"/>
            <a:ext cx="408305" cy="4083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51797" y="3866197"/>
            <a:ext cx="636904" cy="4083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8197" y="4170997"/>
            <a:ext cx="941704" cy="14751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05230" y="4566413"/>
            <a:ext cx="10477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2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56397" y="4170997"/>
            <a:ext cx="1094105" cy="14751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67560" y="4566413"/>
            <a:ext cx="20891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1</a:t>
            </a:r>
            <a:r>
              <a:rPr sz="1800" dirty="0">
                <a:latin typeface="Arial Narrow"/>
                <a:cs typeface="Arial Narrow"/>
              </a:rPr>
              <a:t>0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46997" y="4170997"/>
            <a:ext cx="408305" cy="14751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51797" y="4170997"/>
            <a:ext cx="636904" cy="14751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430019" y="222885"/>
            <a:ext cx="61321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Enforcing </a:t>
            </a:r>
            <a:r>
              <a:rPr dirty="0"/>
              <a:t>Business</a:t>
            </a:r>
            <a:r>
              <a:rPr spc="-80" dirty="0"/>
              <a:t> </a:t>
            </a:r>
            <a:r>
              <a:rPr spc="-10" dirty="0"/>
              <a:t>Rules</a:t>
            </a:r>
          </a:p>
        </p:txBody>
      </p:sp>
      <p:sp>
        <p:nvSpPr>
          <p:cNvPr id="15" name="object 15"/>
          <p:cNvSpPr/>
          <p:nvPr/>
        </p:nvSpPr>
        <p:spPr>
          <a:xfrm>
            <a:off x="2664618" y="45720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38104" y="45720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3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50010" y="1454785"/>
            <a:ext cx="6609080" cy="15386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83664" y="1014729"/>
            <a:ext cx="6393815" cy="178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 Narrow"/>
                <a:cs typeface="Arial Narrow"/>
              </a:rPr>
              <a:t>Products with Outstanding Orders Cannot Be</a:t>
            </a:r>
            <a:r>
              <a:rPr sz="2400" b="1" spc="-2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Deleted</a:t>
            </a:r>
            <a:endParaRPr sz="2400">
              <a:latin typeface="Arial Narrow"/>
              <a:cs typeface="Arial Narrow"/>
            </a:endParaRPr>
          </a:p>
          <a:p>
            <a:pPr marL="169545">
              <a:lnSpc>
                <a:spcPct val="100000"/>
              </a:lnSpc>
              <a:spcBef>
                <a:spcPts val="138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IF (Select Count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(*)</a:t>
            </a:r>
            <a:endParaRPr sz="1600">
              <a:latin typeface="Lucida Sans Typewriter"/>
              <a:cs typeface="Lucida Sans Typewriter"/>
            </a:endParaRPr>
          </a:p>
          <a:p>
            <a:pPr marL="415290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FROM [Order Details] INNER JOIN</a:t>
            </a:r>
            <a:r>
              <a:rPr sz="1600" spc="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deleted</a:t>
            </a:r>
            <a:endParaRPr sz="1600">
              <a:latin typeface="Lucida Sans Typewriter"/>
              <a:cs typeface="Lucida Sans Typewriter"/>
            </a:endParaRPr>
          </a:p>
          <a:p>
            <a:pPr marL="415290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ON [Order Details].ProductID =</a:t>
            </a:r>
            <a:r>
              <a:rPr sz="1600" spc="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deleted.ProductID</a:t>
            </a:r>
            <a:endParaRPr sz="1600">
              <a:latin typeface="Lucida Sans Typewriter"/>
              <a:cs typeface="Lucida Sans Typewriter"/>
            </a:endParaRPr>
          </a:p>
          <a:p>
            <a:pPr marL="53784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) &gt;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0</a:t>
            </a:r>
            <a:endParaRPr sz="1600">
              <a:latin typeface="Lucida Sans Typewriter"/>
              <a:cs typeface="Lucida Sans Typewriter"/>
            </a:endParaRPr>
          </a:p>
          <a:p>
            <a:pPr marL="16954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ROLLBACK TRANSACTION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2964" y="2975609"/>
            <a:ext cx="2703195" cy="54610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spc="-5" dirty="0">
                <a:latin typeface="Arial Narrow"/>
                <a:cs typeface="Arial Narrow"/>
              </a:rPr>
              <a:t>DELETE statement executed on  Product</a:t>
            </a:r>
            <a:r>
              <a:rPr sz="1800" spc="-10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table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33400" y="5967984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7" y="356615"/>
                </a:moveTo>
                <a:lnTo>
                  <a:pt x="59436" y="356615"/>
                </a:lnTo>
                <a:lnTo>
                  <a:pt x="36320" y="351938"/>
                </a:lnTo>
                <a:lnTo>
                  <a:pt x="17425" y="339190"/>
                </a:lnTo>
                <a:lnTo>
                  <a:pt x="4677" y="320295"/>
                </a:lnTo>
                <a:lnTo>
                  <a:pt x="0" y="297179"/>
                </a:lnTo>
                <a:lnTo>
                  <a:pt x="0" y="59436"/>
                </a:lnTo>
                <a:lnTo>
                  <a:pt x="4677" y="35999"/>
                </a:lnTo>
                <a:lnTo>
                  <a:pt x="17425" y="16997"/>
                </a:lnTo>
                <a:lnTo>
                  <a:pt x="36320" y="4355"/>
                </a:lnTo>
                <a:lnTo>
                  <a:pt x="59436" y="0"/>
                </a:lnTo>
                <a:lnTo>
                  <a:pt x="384047" y="0"/>
                </a:lnTo>
                <a:lnTo>
                  <a:pt x="406841" y="4355"/>
                </a:lnTo>
                <a:lnTo>
                  <a:pt x="425629" y="16997"/>
                </a:lnTo>
                <a:lnTo>
                  <a:pt x="438485" y="35999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485" y="320295"/>
                </a:lnTo>
                <a:lnTo>
                  <a:pt x="425629" y="339190"/>
                </a:lnTo>
                <a:lnTo>
                  <a:pt x="406841" y="351938"/>
                </a:lnTo>
                <a:lnTo>
                  <a:pt x="384047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28713" y="5962650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62" y="7620"/>
                </a:lnTo>
                <a:lnTo>
                  <a:pt x="418922" y="7620"/>
                </a:lnTo>
                <a:lnTo>
                  <a:pt x="421373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73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1" y="17779"/>
                </a:moveTo>
                <a:lnTo>
                  <a:pt x="18923" y="17779"/>
                </a:lnTo>
                <a:lnTo>
                  <a:pt x="23152" y="13970"/>
                </a:lnTo>
                <a:lnTo>
                  <a:pt x="23495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1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8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3" y="332739"/>
                </a:moveTo>
                <a:lnTo>
                  <a:pt x="7581" y="332739"/>
                </a:lnTo>
                <a:lnTo>
                  <a:pt x="5079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79" y="38100"/>
                </a:lnTo>
                <a:lnTo>
                  <a:pt x="7581" y="33020"/>
                </a:lnTo>
                <a:lnTo>
                  <a:pt x="18923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2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842" y="5715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2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3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2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2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05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3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8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1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5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22" y="358139"/>
                </a:moveTo>
                <a:lnTo>
                  <a:pt x="33362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73" y="356870"/>
                </a:lnTo>
                <a:lnTo>
                  <a:pt x="418922" y="358139"/>
                </a:lnTo>
                <a:close/>
              </a:path>
              <a:path w="452755" h="365760">
                <a:moveTo>
                  <a:pt x="421373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73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8263" y="6050279"/>
            <a:ext cx="332740" cy="192405"/>
          </a:xfrm>
          <a:custGeom>
            <a:avLst/>
            <a:gdLst/>
            <a:ahLst/>
            <a:cxnLst/>
            <a:rect l="l" t="t" r="r" b="b"/>
            <a:pathLst>
              <a:path w="332740" h="192404">
                <a:moveTo>
                  <a:pt x="0" y="0"/>
                </a:moveTo>
                <a:lnTo>
                  <a:pt x="332232" y="0"/>
                </a:lnTo>
                <a:lnTo>
                  <a:pt x="332232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84200" y="6045200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6910" y="6036309"/>
            <a:ext cx="143205" cy="13825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66102" y="6085522"/>
            <a:ext cx="207962" cy="14477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31747" y="5967984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8" y="356615"/>
                </a:moveTo>
                <a:lnTo>
                  <a:pt x="59436" y="356615"/>
                </a:lnTo>
                <a:lnTo>
                  <a:pt x="36392" y="351938"/>
                </a:lnTo>
                <a:lnTo>
                  <a:pt x="17521" y="339190"/>
                </a:lnTo>
                <a:lnTo>
                  <a:pt x="4748" y="320295"/>
                </a:lnTo>
                <a:lnTo>
                  <a:pt x="0" y="297179"/>
                </a:lnTo>
                <a:lnTo>
                  <a:pt x="0" y="59436"/>
                </a:lnTo>
                <a:lnTo>
                  <a:pt x="4748" y="35999"/>
                </a:lnTo>
                <a:lnTo>
                  <a:pt x="17521" y="16997"/>
                </a:lnTo>
                <a:lnTo>
                  <a:pt x="36392" y="4355"/>
                </a:lnTo>
                <a:lnTo>
                  <a:pt x="59436" y="0"/>
                </a:lnTo>
                <a:lnTo>
                  <a:pt x="384048" y="0"/>
                </a:lnTo>
                <a:lnTo>
                  <a:pt x="406913" y="4355"/>
                </a:lnTo>
                <a:lnTo>
                  <a:pt x="425724" y="16997"/>
                </a:lnTo>
                <a:lnTo>
                  <a:pt x="438556" y="35999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556" y="320295"/>
                </a:lnTo>
                <a:lnTo>
                  <a:pt x="425724" y="339190"/>
                </a:lnTo>
                <a:lnTo>
                  <a:pt x="406913" y="351938"/>
                </a:lnTo>
                <a:lnTo>
                  <a:pt x="384048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27188" y="5962650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75" y="7620"/>
                </a:lnTo>
                <a:lnTo>
                  <a:pt x="418922" y="7620"/>
                </a:lnTo>
                <a:lnTo>
                  <a:pt x="421373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73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0" y="17779"/>
                </a:moveTo>
                <a:lnTo>
                  <a:pt x="18922" y="17779"/>
                </a:lnTo>
                <a:lnTo>
                  <a:pt x="23152" y="13970"/>
                </a:lnTo>
                <a:lnTo>
                  <a:pt x="23494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0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50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7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2" y="332739"/>
                </a:moveTo>
                <a:lnTo>
                  <a:pt x="7581" y="332739"/>
                </a:lnTo>
                <a:lnTo>
                  <a:pt x="5080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80" y="38100"/>
                </a:lnTo>
                <a:lnTo>
                  <a:pt x="7581" y="33020"/>
                </a:lnTo>
                <a:lnTo>
                  <a:pt x="18922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3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715" y="5842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3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2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8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89" y="36829"/>
                </a:lnTo>
                <a:lnTo>
                  <a:pt x="447217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54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3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54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54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3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54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17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2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7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0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4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22" y="358139"/>
                </a:moveTo>
                <a:lnTo>
                  <a:pt x="33375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73" y="356870"/>
                </a:lnTo>
                <a:lnTo>
                  <a:pt x="418922" y="358139"/>
                </a:lnTo>
                <a:close/>
              </a:path>
              <a:path w="452755" h="365760">
                <a:moveTo>
                  <a:pt x="421373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73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88136" y="6050279"/>
            <a:ext cx="330835" cy="192405"/>
          </a:xfrm>
          <a:custGeom>
            <a:avLst/>
            <a:gdLst/>
            <a:ahLst/>
            <a:cxnLst/>
            <a:rect l="l" t="t" r="r" b="b"/>
            <a:pathLst>
              <a:path w="330834" h="192404">
                <a:moveTo>
                  <a:pt x="0" y="0"/>
                </a:moveTo>
                <a:lnTo>
                  <a:pt x="330707" y="0"/>
                </a:lnTo>
                <a:lnTo>
                  <a:pt x="330707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82675" y="6045200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23010" y="6085522"/>
            <a:ext cx="143205" cy="13827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56360" y="6085522"/>
            <a:ext cx="216179" cy="14477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4775" y="6050279"/>
            <a:ext cx="257810" cy="208915"/>
          </a:xfrm>
          <a:custGeom>
            <a:avLst/>
            <a:gdLst/>
            <a:ahLst/>
            <a:cxnLst/>
            <a:rect l="l" t="t" r="r" b="b"/>
            <a:pathLst>
              <a:path w="257809" h="208914">
                <a:moveTo>
                  <a:pt x="67056" y="208787"/>
                </a:moveTo>
                <a:lnTo>
                  <a:pt x="67056" y="161544"/>
                </a:lnTo>
                <a:lnTo>
                  <a:pt x="0" y="161544"/>
                </a:lnTo>
                <a:lnTo>
                  <a:pt x="0" y="47244"/>
                </a:lnTo>
                <a:lnTo>
                  <a:pt x="67056" y="47244"/>
                </a:lnTo>
                <a:lnTo>
                  <a:pt x="67056" y="0"/>
                </a:lnTo>
                <a:lnTo>
                  <a:pt x="257556" y="105156"/>
                </a:lnTo>
                <a:lnTo>
                  <a:pt x="67056" y="208787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69950" y="6041910"/>
            <a:ext cx="272415" cy="226060"/>
          </a:xfrm>
          <a:custGeom>
            <a:avLst/>
            <a:gdLst/>
            <a:ahLst/>
            <a:cxnLst/>
            <a:rect l="l" t="t" r="r" b="b"/>
            <a:pathLst>
              <a:path w="272415" h="226060">
                <a:moveTo>
                  <a:pt x="66675" y="55676"/>
                </a:moveTo>
                <a:lnTo>
                  <a:pt x="66675" y="0"/>
                </a:lnTo>
                <a:lnTo>
                  <a:pt x="81314" y="8051"/>
                </a:lnTo>
                <a:lnTo>
                  <a:pt x="76200" y="8051"/>
                </a:lnTo>
                <a:lnTo>
                  <a:pt x="69138" y="12230"/>
                </a:lnTo>
                <a:lnTo>
                  <a:pt x="76200" y="16113"/>
                </a:lnTo>
                <a:lnTo>
                  <a:pt x="76200" y="50914"/>
                </a:lnTo>
                <a:lnTo>
                  <a:pt x="71437" y="50914"/>
                </a:lnTo>
                <a:lnTo>
                  <a:pt x="66675" y="55676"/>
                </a:lnTo>
                <a:close/>
              </a:path>
              <a:path w="272415" h="226060">
                <a:moveTo>
                  <a:pt x="76200" y="16113"/>
                </a:moveTo>
                <a:lnTo>
                  <a:pt x="69138" y="12230"/>
                </a:lnTo>
                <a:lnTo>
                  <a:pt x="76200" y="8051"/>
                </a:lnTo>
                <a:lnTo>
                  <a:pt x="76200" y="16113"/>
                </a:lnTo>
                <a:close/>
              </a:path>
              <a:path w="272415" h="226060">
                <a:moveTo>
                  <a:pt x="252041" y="112826"/>
                </a:moveTo>
                <a:lnTo>
                  <a:pt x="76200" y="16113"/>
                </a:lnTo>
                <a:lnTo>
                  <a:pt x="76200" y="8051"/>
                </a:lnTo>
                <a:lnTo>
                  <a:pt x="81314" y="8051"/>
                </a:lnTo>
                <a:lnTo>
                  <a:pt x="264221" y="108648"/>
                </a:lnTo>
                <a:lnTo>
                  <a:pt x="259638" y="108648"/>
                </a:lnTo>
                <a:lnTo>
                  <a:pt x="252041" y="112826"/>
                </a:lnTo>
                <a:close/>
              </a:path>
              <a:path w="272415" h="226060">
                <a:moveTo>
                  <a:pt x="66675" y="174739"/>
                </a:moveTo>
                <a:lnTo>
                  <a:pt x="0" y="174739"/>
                </a:lnTo>
                <a:lnTo>
                  <a:pt x="0" y="50914"/>
                </a:lnTo>
                <a:lnTo>
                  <a:pt x="66675" y="50914"/>
                </a:lnTo>
                <a:lnTo>
                  <a:pt x="66675" y="55676"/>
                </a:lnTo>
                <a:lnTo>
                  <a:pt x="9525" y="55676"/>
                </a:lnTo>
                <a:lnTo>
                  <a:pt x="4762" y="60439"/>
                </a:lnTo>
                <a:lnTo>
                  <a:pt x="9525" y="60439"/>
                </a:lnTo>
                <a:lnTo>
                  <a:pt x="9525" y="165214"/>
                </a:lnTo>
                <a:lnTo>
                  <a:pt x="4762" y="165214"/>
                </a:lnTo>
                <a:lnTo>
                  <a:pt x="9525" y="169976"/>
                </a:lnTo>
                <a:lnTo>
                  <a:pt x="66675" y="169976"/>
                </a:lnTo>
                <a:lnTo>
                  <a:pt x="66675" y="174739"/>
                </a:lnTo>
                <a:close/>
              </a:path>
              <a:path w="272415" h="226060">
                <a:moveTo>
                  <a:pt x="76200" y="60439"/>
                </a:moveTo>
                <a:lnTo>
                  <a:pt x="9525" y="60439"/>
                </a:lnTo>
                <a:lnTo>
                  <a:pt x="9525" y="55676"/>
                </a:lnTo>
                <a:lnTo>
                  <a:pt x="66675" y="55676"/>
                </a:lnTo>
                <a:lnTo>
                  <a:pt x="71437" y="50914"/>
                </a:lnTo>
                <a:lnTo>
                  <a:pt x="76200" y="50914"/>
                </a:lnTo>
                <a:lnTo>
                  <a:pt x="76200" y="60439"/>
                </a:lnTo>
                <a:close/>
              </a:path>
              <a:path w="272415" h="226060">
                <a:moveTo>
                  <a:pt x="9525" y="60439"/>
                </a:moveTo>
                <a:lnTo>
                  <a:pt x="4762" y="60439"/>
                </a:lnTo>
                <a:lnTo>
                  <a:pt x="9525" y="55676"/>
                </a:lnTo>
                <a:lnTo>
                  <a:pt x="9525" y="60439"/>
                </a:lnTo>
                <a:close/>
              </a:path>
              <a:path w="272415" h="226060">
                <a:moveTo>
                  <a:pt x="259638" y="117005"/>
                </a:moveTo>
                <a:lnTo>
                  <a:pt x="252041" y="112826"/>
                </a:lnTo>
                <a:lnTo>
                  <a:pt x="259638" y="108648"/>
                </a:lnTo>
                <a:lnTo>
                  <a:pt x="259638" y="117005"/>
                </a:lnTo>
                <a:close/>
              </a:path>
              <a:path w="272415" h="226060">
                <a:moveTo>
                  <a:pt x="264221" y="117005"/>
                </a:moveTo>
                <a:lnTo>
                  <a:pt x="259638" y="117005"/>
                </a:lnTo>
                <a:lnTo>
                  <a:pt x="259638" y="108648"/>
                </a:lnTo>
                <a:lnTo>
                  <a:pt x="264221" y="108648"/>
                </a:lnTo>
                <a:lnTo>
                  <a:pt x="271818" y="112826"/>
                </a:lnTo>
                <a:lnTo>
                  <a:pt x="264221" y="117005"/>
                </a:lnTo>
                <a:close/>
              </a:path>
              <a:path w="272415" h="226060">
                <a:moveTo>
                  <a:pt x="81314" y="217601"/>
                </a:moveTo>
                <a:lnTo>
                  <a:pt x="76200" y="217601"/>
                </a:lnTo>
                <a:lnTo>
                  <a:pt x="76200" y="209539"/>
                </a:lnTo>
                <a:lnTo>
                  <a:pt x="252041" y="112826"/>
                </a:lnTo>
                <a:lnTo>
                  <a:pt x="259638" y="117005"/>
                </a:lnTo>
                <a:lnTo>
                  <a:pt x="264221" y="117005"/>
                </a:lnTo>
                <a:lnTo>
                  <a:pt x="81314" y="217601"/>
                </a:lnTo>
                <a:close/>
              </a:path>
              <a:path w="272415" h="226060">
                <a:moveTo>
                  <a:pt x="9525" y="169976"/>
                </a:moveTo>
                <a:lnTo>
                  <a:pt x="4762" y="165214"/>
                </a:lnTo>
                <a:lnTo>
                  <a:pt x="9525" y="165214"/>
                </a:lnTo>
                <a:lnTo>
                  <a:pt x="9525" y="169976"/>
                </a:lnTo>
                <a:close/>
              </a:path>
              <a:path w="272415" h="226060">
                <a:moveTo>
                  <a:pt x="76200" y="174739"/>
                </a:moveTo>
                <a:lnTo>
                  <a:pt x="71437" y="174739"/>
                </a:lnTo>
                <a:lnTo>
                  <a:pt x="66675" y="169976"/>
                </a:lnTo>
                <a:lnTo>
                  <a:pt x="9525" y="169976"/>
                </a:lnTo>
                <a:lnTo>
                  <a:pt x="9525" y="165214"/>
                </a:lnTo>
                <a:lnTo>
                  <a:pt x="76200" y="165214"/>
                </a:lnTo>
                <a:lnTo>
                  <a:pt x="76200" y="174739"/>
                </a:lnTo>
                <a:close/>
              </a:path>
              <a:path w="272415" h="226060">
                <a:moveTo>
                  <a:pt x="66675" y="225653"/>
                </a:moveTo>
                <a:lnTo>
                  <a:pt x="66675" y="169976"/>
                </a:lnTo>
                <a:lnTo>
                  <a:pt x="71437" y="174739"/>
                </a:lnTo>
                <a:lnTo>
                  <a:pt x="76200" y="174739"/>
                </a:lnTo>
                <a:lnTo>
                  <a:pt x="76200" y="209539"/>
                </a:lnTo>
                <a:lnTo>
                  <a:pt x="69138" y="213423"/>
                </a:lnTo>
                <a:lnTo>
                  <a:pt x="76200" y="217601"/>
                </a:lnTo>
                <a:lnTo>
                  <a:pt x="81314" y="217601"/>
                </a:lnTo>
                <a:lnTo>
                  <a:pt x="66675" y="225653"/>
                </a:lnTo>
                <a:close/>
              </a:path>
              <a:path w="272415" h="226060">
                <a:moveTo>
                  <a:pt x="76200" y="217601"/>
                </a:moveTo>
                <a:lnTo>
                  <a:pt x="69138" y="213423"/>
                </a:lnTo>
                <a:lnTo>
                  <a:pt x="76200" y="209539"/>
                </a:lnTo>
                <a:lnTo>
                  <a:pt x="76200" y="2176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818890" y="2972434"/>
            <a:ext cx="2078355" cy="792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</a:pPr>
            <a:r>
              <a:rPr sz="1800" spc="-15" dirty="0">
                <a:latin typeface="Arial Narrow"/>
                <a:cs typeface="Arial Narrow"/>
              </a:rPr>
              <a:t>Trigger</a:t>
            </a:r>
            <a:r>
              <a:rPr sz="1800" spc="-10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code</a:t>
            </a:r>
            <a:endParaRPr sz="1800">
              <a:latin typeface="Arial Narrow"/>
              <a:cs typeface="Arial Narrow"/>
            </a:endParaRPr>
          </a:p>
          <a:p>
            <a:pPr marL="12700" marR="5080">
              <a:lnSpc>
                <a:spcPts val="1939"/>
              </a:lnSpc>
              <a:spcBef>
                <a:spcPts val="135"/>
              </a:spcBef>
            </a:pPr>
            <a:r>
              <a:rPr sz="1800" spc="-5" dirty="0">
                <a:latin typeface="Arial Narrow"/>
                <a:cs typeface="Arial Narrow"/>
              </a:rPr>
              <a:t>checks the Order Details  table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323397" y="3561397"/>
            <a:ext cx="3653155" cy="40830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437405" y="3629685"/>
            <a:ext cx="1467954" cy="22398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38637" y="4186237"/>
            <a:ext cx="668655" cy="1381125"/>
          </a:xfrm>
          <a:custGeom>
            <a:avLst/>
            <a:gdLst/>
            <a:ahLst/>
            <a:cxnLst/>
            <a:rect l="l" t="t" r="r" b="b"/>
            <a:pathLst>
              <a:path w="668654" h="1381125">
                <a:moveTo>
                  <a:pt x="668337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668337" y="0"/>
                </a:lnTo>
                <a:lnTo>
                  <a:pt x="6683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668337" y="1376362"/>
                </a:lnTo>
                <a:lnTo>
                  <a:pt x="668337" y="1381125"/>
                </a:lnTo>
                <a:close/>
              </a:path>
              <a:path w="668654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68654" h="1381125">
                <a:moveTo>
                  <a:pt x="6588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58812" y="4762"/>
                </a:lnTo>
                <a:lnTo>
                  <a:pt x="658812" y="9525"/>
                </a:lnTo>
                <a:close/>
              </a:path>
              <a:path w="668654" h="1381125">
                <a:moveTo>
                  <a:pt x="658812" y="1376362"/>
                </a:moveTo>
                <a:lnTo>
                  <a:pt x="658812" y="4762"/>
                </a:lnTo>
                <a:lnTo>
                  <a:pt x="663575" y="9525"/>
                </a:lnTo>
                <a:lnTo>
                  <a:pt x="668337" y="9525"/>
                </a:lnTo>
                <a:lnTo>
                  <a:pt x="668337" y="1371600"/>
                </a:lnTo>
                <a:lnTo>
                  <a:pt x="663575" y="1371600"/>
                </a:lnTo>
                <a:lnTo>
                  <a:pt x="658812" y="1376362"/>
                </a:lnTo>
                <a:close/>
              </a:path>
              <a:path w="668654" h="1381125">
                <a:moveTo>
                  <a:pt x="668337" y="9525"/>
                </a:moveTo>
                <a:lnTo>
                  <a:pt x="663575" y="9525"/>
                </a:lnTo>
                <a:lnTo>
                  <a:pt x="658812" y="4762"/>
                </a:lnTo>
                <a:lnTo>
                  <a:pt x="668337" y="4762"/>
                </a:lnTo>
                <a:lnTo>
                  <a:pt x="668337" y="9525"/>
                </a:lnTo>
                <a:close/>
              </a:path>
              <a:path w="668654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668654" h="1381125">
                <a:moveTo>
                  <a:pt x="658812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658812" y="1371600"/>
                </a:lnTo>
                <a:lnTo>
                  <a:pt x="658812" y="1376362"/>
                </a:lnTo>
                <a:close/>
              </a:path>
              <a:path w="668654" h="1381125">
                <a:moveTo>
                  <a:pt x="668337" y="1376362"/>
                </a:moveTo>
                <a:lnTo>
                  <a:pt x="658812" y="1376362"/>
                </a:lnTo>
                <a:lnTo>
                  <a:pt x="663575" y="1371600"/>
                </a:lnTo>
                <a:lnTo>
                  <a:pt x="668337" y="1371600"/>
                </a:lnTo>
                <a:lnTo>
                  <a:pt x="668337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158037" y="4186237"/>
            <a:ext cx="695325" cy="1381125"/>
          </a:xfrm>
          <a:custGeom>
            <a:avLst/>
            <a:gdLst/>
            <a:ahLst/>
            <a:cxnLst/>
            <a:rect l="l" t="t" r="r" b="b"/>
            <a:pathLst>
              <a:path w="695325" h="1381125">
                <a:moveTo>
                  <a:pt x="6953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695325" y="1376362"/>
                </a:lnTo>
                <a:lnTo>
                  <a:pt x="695325" y="1381125"/>
                </a:lnTo>
                <a:close/>
              </a:path>
              <a:path w="6953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1381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1381125">
                <a:moveTo>
                  <a:pt x="685800" y="1376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1371600"/>
                </a:lnTo>
                <a:lnTo>
                  <a:pt x="690562" y="1371600"/>
                </a:lnTo>
                <a:lnTo>
                  <a:pt x="685800" y="1376362"/>
                </a:lnTo>
                <a:close/>
              </a:path>
              <a:path w="695325" h="1381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695325" h="1381125">
                <a:moveTo>
                  <a:pt x="6858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685800" y="1371600"/>
                </a:lnTo>
                <a:lnTo>
                  <a:pt x="685800" y="1376362"/>
                </a:lnTo>
                <a:close/>
              </a:path>
              <a:path w="695325" h="1381125">
                <a:moveTo>
                  <a:pt x="695325" y="1376362"/>
                </a:moveTo>
                <a:lnTo>
                  <a:pt x="685800" y="1376362"/>
                </a:lnTo>
                <a:lnTo>
                  <a:pt x="690562" y="1371600"/>
                </a:lnTo>
                <a:lnTo>
                  <a:pt x="695325" y="1371600"/>
                </a:lnTo>
                <a:lnTo>
                  <a:pt x="6953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323397" y="3866197"/>
            <a:ext cx="762317" cy="4083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323397" y="4170997"/>
            <a:ext cx="762317" cy="14751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964747" y="3866197"/>
            <a:ext cx="893762" cy="4083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964747" y="4170997"/>
            <a:ext cx="879792" cy="147510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750559" y="3866197"/>
            <a:ext cx="828992" cy="4083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750559" y="4170997"/>
            <a:ext cx="816292" cy="14751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472872" y="3866197"/>
            <a:ext cx="789305" cy="408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472872" y="4170997"/>
            <a:ext cx="789305" cy="14751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783705" y="4566413"/>
            <a:ext cx="10477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dirty="0">
                <a:latin typeface="Arial Narrow"/>
                <a:cs typeface="Arial Narrow"/>
              </a:rPr>
              <a:t>9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158672" y="3866197"/>
            <a:ext cx="810577" cy="408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363720" y="3896359"/>
            <a:ext cx="350266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 Narrow"/>
                <a:cs typeface="Arial Narrow"/>
              </a:rPr>
              <a:t>OrderID ProductID UnitPrice Quantity</a:t>
            </a:r>
            <a:r>
              <a:rPr sz="1600" i="1" spc="130" dirty="0">
                <a:latin typeface="Arial Narrow"/>
                <a:cs typeface="Arial Narrow"/>
              </a:rPr>
              <a:t> </a:t>
            </a:r>
            <a:r>
              <a:rPr sz="1600" i="1" spc="-5" dirty="0">
                <a:latin typeface="Arial Narrow"/>
                <a:cs typeface="Arial Narrow"/>
              </a:rPr>
              <a:t>Discount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158672" y="4170997"/>
            <a:ext cx="806767" cy="14751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765800" y="4186237"/>
            <a:ext cx="722630" cy="1381125"/>
          </a:xfrm>
          <a:custGeom>
            <a:avLst/>
            <a:gdLst/>
            <a:ahLst/>
            <a:cxnLst/>
            <a:rect l="l" t="t" r="r" b="b"/>
            <a:pathLst>
              <a:path w="722629" h="1381125">
                <a:moveTo>
                  <a:pt x="722312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722312" y="0"/>
                </a:lnTo>
                <a:lnTo>
                  <a:pt x="722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722312" y="1376362"/>
                </a:lnTo>
                <a:lnTo>
                  <a:pt x="722312" y="1381125"/>
                </a:lnTo>
                <a:close/>
              </a:path>
              <a:path w="722629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22629" h="1381125">
                <a:moveTo>
                  <a:pt x="712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12787" y="4762"/>
                </a:lnTo>
                <a:lnTo>
                  <a:pt x="712787" y="9525"/>
                </a:lnTo>
                <a:close/>
              </a:path>
              <a:path w="722629" h="1381125">
                <a:moveTo>
                  <a:pt x="712787" y="1376362"/>
                </a:moveTo>
                <a:lnTo>
                  <a:pt x="712787" y="4762"/>
                </a:lnTo>
                <a:lnTo>
                  <a:pt x="717550" y="9525"/>
                </a:lnTo>
                <a:lnTo>
                  <a:pt x="722312" y="9525"/>
                </a:lnTo>
                <a:lnTo>
                  <a:pt x="722312" y="1371600"/>
                </a:lnTo>
                <a:lnTo>
                  <a:pt x="717550" y="1371600"/>
                </a:lnTo>
                <a:lnTo>
                  <a:pt x="712787" y="1376362"/>
                </a:lnTo>
                <a:close/>
              </a:path>
              <a:path w="722629" h="1381125">
                <a:moveTo>
                  <a:pt x="722312" y="9525"/>
                </a:moveTo>
                <a:lnTo>
                  <a:pt x="717550" y="9525"/>
                </a:lnTo>
                <a:lnTo>
                  <a:pt x="712787" y="4762"/>
                </a:lnTo>
                <a:lnTo>
                  <a:pt x="722312" y="4762"/>
                </a:lnTo>
                <a:lnTo>
                  <a:pt x="722312" y="9525"/>
                </a:lnTo>
                <a:close/>
              </a:path>
              <a:path w="722629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722629" h="1381125">
                <a:moveTo>
                  <a:pt x="712787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712787" y="1371600"/>
                </a:lnTo>
                <a:lnTo>
                  <a:pt x="712787" y="1376362"/>
                </a:lnTo>
                <a:close/>
              </a:path>
              <a:path w="722629" h="1381125">
                <a:moveTo>
                  <a:pt x="722312" y="1376362"/>
                </a:moveTo>
                <a:lnTo>
                  <a:pt x="712787" y="1376362"/>
                </a:lnTo>
                <a:lnTo>
                  <a:pt x="717550" y="1371600"/>
                </a:lnTo>
                <a:lnTo>
                  <a:pt x="722312" y="1371600"/>
                </a:lnTo>
                <a:lnTo>
                  <a:pt x="722312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173912" y="4186237"/>
            <a:ext cx="713105" cy="1381125"/>
          </a:xfrm>
          <a:custGeom>
            <a:avLst/>
            <a:gdLst/>
            <a:ahLst/>
            <a:cxnLst/>
            <a:rect l="l" t="t" r="r" b="b"/>
            <a:pathLst>
              <a:path w="713104" h="1381125">
                <a:moveTo>
                  <a:pt x="712787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712787" y="0"/>
                </a:lnTo>
                <a:lnTo>
                  <a:pt x="71278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712787" y="1376362"/>
                </a:lnTo>
                <a:lnTo>
                  <a:pt x="712787" y="1381125"/>
                </a:lnTo>
                <a:close/>
              </a:path>
              <a:path w="713104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13104" h="1381125">
                <a:moveTo>
                  <a:pt x="70326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03262" y="4762"/>
                </a:lnTo>
                <a:lnTo>
                  <a:pt x="703262" y="9525"/>
                </a:lnTo>
                <a:close/>
              </a:path>
              <a:path w="713104" h="1381125">
                <a:moveTo>
                  <a:pt x="703262" y="1376362"/>
                </a:moveTo>
                <a:lnTo>
                  <a:pt x="703262" y="4762"/>
                </a:lnTo>
                <a:lnTo>
                  <a:pt x="708025" y="9525"/>
                </a:lnTo>
                <a:lnTo>
                  <a:pt x="712787" y="9525"/>
                </a:lnTo>
                <a:lnTo>
                  <a:pt x="712787" y="1371600"/>
                </a:lnTo>
                <a:lnTo>
                  <a:pt x="708025" y="1371600"/>
                </a:lnTo>
                <a:lnTo>
                  <a:pt x="703262" y="1376362"/>
                </a:lnTo>
                <a:close/>
              </a:path>
              <a:path w="713104" h="1381125">
                <a:moveTo>
                  <a:pt x="712787" y="9525"/>
                </a:moveTo>
                <a:lnTo>
                  <a:pt x="708025" y="9525"/>
                </a:lnTo>
                <a:lnTo>
                  <a:pt x="703262" y="4762"/>
                </a:lnTo>
                <a:lnTo>
                  <a:pt x="712787" y="4762"/>
                </a:lnTo>
                <a:lnTo>
                  <a:pt x="712787" y="9525"/>
                </a:lnTo>
                <a:close/>
              </a:path>
              <a:path w="713104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713104" h="1381125">
                <a:moveTo>
                  <a:pt x="703262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703262" y="1371600"/>
                </a:lnTo>
                <a:lnTo>
                  <a:pt x="703262" y="1376362"/>
                </a:lnTo>
                <a:close/>
              </a:path>
              <a:path w="713104" h="1381125">
                <a:moveTo>
                  <a:pt x="712787" y="1376362"/>
                </a:moveTo>
                <a:lnTo>
                  <a:pt x="703262" y="1376362"/>
                </a:lnTo>
                <a:lnTo>
                  <a:pt x="708025" y="1371600"/>
                </a:lnTo>
                <a:lnTo>
                  <a:pt x="712787" y="1371600"/>
                </a:lnTo>
                <a:lnTo>
                  <a:pt x="712787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340225" y="4186237"/>
            <a:ext cx="659130" cy="1381125"/>
          </a:xfrm>
          <a:custGeom>
            <a:avLst/>
            <a:gdLst/>
            <a:ahLst/>
            <a:cxnLst/>
            <a:rect l="l" t="t" r="r" b="b"/>
            <a:pathLst>
              <a:path w="659129" h="1381125">
                <a:moveTo>
                  <a:pt x="658812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658812" y="0"/>
                </a:lnTo>
                <a:lnTo>
                  <a:pt x="6588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658812" y="1376362"/>
                </a:lnTo>
                <a:lnTo>
                  <a:pt x="658812" y="1381125"/>
                </a:lnTo>
                <a:close/>
              </a:path>
              <a:path w="659129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59129" h="1381125">
                <a:moveTo>
                  <a:pt x="6492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49287" y="4762"/>
                </a:lnTo>
                <a:lnTo>
                  <a:pt x="649287" y="9525"/>
                </a:lnTo>
                <a:close/>
              </a:path>
              <a:path w="659129" h="1381125">
                <a:moveTo>
                  <a:pt x="649287" y="1376362"/>
                </a:moveTo>
                <a:lnTo>
                  <a:pt x="649287" y="4762"/>
                </a:lnTo>
                <a:lnTo>
                  <a:pt x="654050" y="9525"/>
                </a:lnTo>
                <a:lnTo>
                  <a:pt x="658812" y="9525"/>
                </a:lnTo>
                <a:lnTo>
                  <a:pt x="658812" y="1371600"/>
                </a:lnTo>
                <a:lnTo>
                  <a:pt x="654050" y="1371600"/>
                </a:lnTo>
                <a:lnTo>
                  <a:pt x="649287" y="1376362"/>
                </a:lnTo>
                <a:close/>
              </a:path>
              <a:path w="659129" h="1381125">
                <a:moveTo>
                  <a:pt x="658812" y="9525"/>
                </a:moveTo>
                <a:lnTo>
                  <a:pt x="654050" y="9525"/>
                </a:lnTo>
                <a:lnTo>
                  <a:pt x="649287" y="4762"/>
                </a:lnTo>
                <a:lnTo>
                  <a:pt x="658812" y="4762"/>
                </a:lnTo>
                <a:lnTo>
                  <a:pt x="658812" y="9525"/>
                </a:lnTo>
                <a:close/>
              </a:path>
              <a:path w="659129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659129" h="1381125">
                <a:moveTo>
                  <a:pt x="649287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649287" y="1371600"/>
                </a:lnTo>
                <a:lnTo>
                  <a:pt x="649287" y="1376362"/>
                </a:lnTo>
                <a:close/>
              </a:path>
              <a:path w="659129" h="1381125">
                <a:moveTo>
                  <a:pt x="658812" y="1376362"/>
                </a:moveTo>
                <a:lnTo>
                  <a:pt x="649287" y="1376362"/>
                </a:lnTo>
                <a:lnTo>
                  <a:pt x="654050" y="1371600"/>
                </a:lnTo>
                <a:lnTo>
                  <a:pt x="658812" y="1371600"/>
                </a:lnTo>
                <a:lnTo>
                  <a:pt x="658812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525768" y="4521834"/>
            <a:ext cx="640079" cy="3575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245609" y="5693409"/>
            <a:ext cx="4350067" cy="80518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4436745" y="5794375"/>
            <a:ext cx="388874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Narrow"/>
                <a:cs typeface="Arial Narrow"/>
              </a:rPr>
              <a:t>'</a:t>
            </a:r>
            <a:r>
              <a:rPr sz="1600" spc="-5" dirty="0">
                <a:latin typeface="Lucida Sans Typewriter"/>
                <a:cs typeface="Lucida Sans Typewriter"/>
              </a:rPr>
              <a:t>Transaction cannot be processed</a:t>
            </a:r>
            <a:r>
              <a:rPr sz="1600" spc="-5" dirty="0">
                <a:latin typeface="Arial Narrow"/>
                <a:cs typeface="Arial Narrow"/>
              </a:rPr>
              <a:t>'  '</a:t>
            </a:r>
            <a:r>
              <a:rPr sz="1600" spc="-5" dirty="0">
                <a:latin typeface="Lucida Sans Typewriter"/>
                <a:cs typeface="Lucida Sans Typewriter"/>
              </a:rPr>
              <a:t>This product has order</a:t>
            </a:r>
            <a:r>
              <a:rPr sz="1600" spc="-2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history</a:t>
            </a:r>
            <a:r>
              <a:rPr sz="1600" spc="-5" dirty="0">
                <a:latin typeface="Arial Narrow"/>
                <a:cs typeface="Arial Narrow"/>
              </a:rPr>
              <a:t>'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750809" y="4550409"/>
            <a:ext cx="716229" cy="115755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254877" y="2956534"/>
            <a:ext cx="1183513" cy="540130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353300" y="2907792"/>
            <a:ext cx="1257300" cy="59740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348537" y="2903537"/>
            <a:ext cx="1266825" cy="606425"/>
          </a:xfrm>
          <a:custGeom>
            <a:avLst/>
            <a:gdLst/>
            <a:ahLst/>
            <a:cxnLst/>
            <a:rect l="l" t="t" r="r" b="b"/>
            <a:pathLst>
              <a:path w="1266825" h="606425">
                <a:moveTo>
                  <a:pt x="1266825" y="606425"/>
                </a:moveTo>
                <a:lnTo>
                  <a:pt x="0" y="606425"/>
                </a:lnTo>
                <a:lnTo>
                  <a:pt x="0" y="0"/>
                </a:lnTo>
                <a:lnTo>
                  <a:pt x="1266825" y="0"/>
                </a:lnTo>
                <a:lnTo>
                  <a:pt x="12668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96900"/>
                </a:lnTo>
                <a:lnTo>
                  <a:pt x="4762" y="596900"/>
                </a:lnTo>
                <a:lnTo>
                  <a:pt x="9525" y="601662"/>
                </a:lnTo>
                <a:lnTo>
                  <a:pt x="1266825" y="601662"/>
                </a:lnTo>
                <a:lnTo>
                  <a:pt x="1266825" y="606425"/>
                </a:lnTo>
                <a:close/>
              </a:path>
              <a:path w="1266825" h="6064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66825" h="606425">
                <a:moveTo>
                  <a:pt x="12573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57300" y="4762"/>
                </a:lnTo>
                <a:lnTo>
                  <a:pt x="1257300" y="9525"/>
                </a:lnTo>
                <a:close/>
              </a:path>
              <a:path w="1266825" h="606425">
                <a:moveTo>
                  <a:pt x="1257300" y="601662"/>
                </a:moveTo>
                <a:lnTo>
                  <a:pt x="1257300" y="4762"/>
                </a:lnTo>
                <a:lnTo>
                  <a:pt x="1262062" y="9525"/>
                </a:lnTo>
                <a:lnTo>
                  <a:pt x="1266825" y="9525"/>
                </a:lnTo>
                <a:lnTo>
                  <a:pt x="1266825" y="596900"/>
                </a:lnTo>
                <a:lnTo>
                  <a:pt x="1262062" y="596900"/>
                </a:lnTo>
                <a:lnTo>
                  <a:pt x="1257300" y="601662"/>
                </a:lnTo>
                <a:close/>
              </a:path>
              <a:path w="1266825" h="606425">
                <a:moveTo>
                  <a:pt x="1266825" y="9525"/>
                </a:moveTo>
                <a:lnTo>
                  <a:pt x="1262062" y="9525"/>
                </a:lnTo>
                <a:lnTo>
                  <a:pt x="1257300" y="4762"/>
                </a:lnTo>
                <a:lnTo>
                  <a:pt x="1266825" y="4762"/>
                </a:lnTo>
                <a:lnTo>
                  <a:pt x="1266825" y="9525"/>
                </a:lnTo>
                <a:close/>
              </a:path>
              <a:path w="1266825" h="606425">
                <a:moveTo>
                  <a:pt x="9525" y="601662"/>
                </a:moveTo>
                <a:lnTo>
                  <a:pt x="4762" y="596900"/>
                </a:lnTo>
                <a:lnTo>
                  <a:pt x="9525" y="596900"/>
                </a:lnTo>
                <a:lnTo>
                  <a:pt x="9525" y="601662"/>
                </a:lnTo>
                <a:close/>
              </a:path>
              <a:path w="1266825" h="606425">
                <a:moveTo>
                  <a:pt x="1257300" y="601662"/>
                </a:moveTo>
                <a:lnTo>
                  <a:pt x="9525" y="601662"/>
                </a:lnTo>
                <a:lnTo>
                  <a:pt x="9525" y="596900"/>
                </a:lnTo>
                <a:lnTo>
                  <a:pt x="1257300" y="596900"/>
                </a:lnTo>
                <a:lnTo>
                  <a:pt x="1257300" y="601662"/>
                </a:lnTo>
                <a:close/>
              </a:path>
              <a:path w="1266825" h="606425">
                <a:moveTo>
                  <a:pt x="1266825" y="601662"/>
                </a:moveTo>
                <a:lnTo>
                  <a:pt x="1257300" y="601662"/>
                </a:lnTo>
                <a:lnTo>
                  <a:pt x="1262062" y="596900"/>
                </a:lnTo>
                <a:lnTo>
                  <a:pt x="1266825" y="596900"/>
                </a:lnTo>
                <a:lnTo>
                  <a:pt x="1266825" y="601662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7353300" y="2910204"/>
            <a:ext cx="1257300" cy="54610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91440" marR="107314">
              <a:lnSpc>
                <a:spcPts val="1939"/>
              </a:lnSpc>
              <a:spcBef>
                <a:spcPts val="345"/>
              </a:spcBef>
            </a:pPr>
            <a:r>
              <a:rPr sz="1800" b="1" spc="-90" dirty="0">
                <a:latin typeface="Arial Narrow"/>
                <a:cs typeface="Arial Narrow"/>
              </a:rPr>
              <a:t>T</a:t>
            </a:r>
            <a:r>
              <a:rPr sz="1800" b="1" dirty="0">
                <a:latin typeface="Arial Narrow"/>
                <a:cs typeface="Arial Narrow"/>
              </a:rPr>
              <a:t>r</a:t>
            </a:r>
            <a:r>
              <a:rPr sz="1800" b="1" spc="-5" dirty="0">
                <a:latin typeface="Arial Narrow"/>
                <a:cs typeface="Arial Narrow"/>
              </a:rPr>
              <a:t>ansactio</a:t>
            </a:r>
            <a:r>
              <a:rPr sz="1800" b="1" dirty="0">
                <a:latin typeface="Arial Narrow"/>
                <a:cs typeface="Arial Narrow"/>
              </a:rPr>
              <a:t>n  </a:t>
            </a:r>
            <a:r>
              <a:rPr sz="1800" b="1" spc="-5" dirty="0">
                <a:latin typeface="Arial Narrow"/>
                <a:cs typeface="Arial Narrow"/>
              </a:rPr>
              <a:t>rolled</a:t>
            </a:r>
            <a:r>
              <a:rPr sz="1800" b="1" spc="-45" dirty="0">
                <a:latin typeface="Arial Narrow"/>
                <a:cs typeface="Arial Narrow"/>
              </a:rPr>
              <a:t> </a:t>
            </a:r>
            <a:r>
              <a:rPr sz="1800" b="1" spc="-5" dirty="0">
                <a:latin typeface="Arial Narrow"/>
                <a:cs typeface="Arial Narrow"/>
              </a:rPr>
              <a:t>back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407409" y="4471009"/>
            <a:ext cx="1183513" cy="540131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18197" y="3561397"/>
            <a:ext cx="2783204" cy="408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22045" y="3632860"/>
            <a:ext cx="1033614" cy="2208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18197" y="3866197"/>
            <a:ext cx="941704" cy="4083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656397" y="3866197"/>
            <a:ext cx="1098232" cy="4083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646997" y="3866197"/>
            <a:ext cx="408305" cy="4083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951797" y="3866197"/>
            <a:ext cx="636904" cy="4083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874394" y="3898264"/>
            <a:ext cx="236791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88210" algn="l"/>
              </a:tabLst>
            </a:pPr>
            <a:r>
              <a:rPr sz="1600" i="1" spc="-5" dirty="0">
                <a:latin typeface="Arial Narrow"/>
                <a:cs typeface="Arial Narrow"/>
              </a:rPr>
              <a:t>P</a:t>
            </a:r>
            <a:r>
              <a:rPr sz="1600" i="1" spc="-10" dirty="0">
                <a:latin typeface="Arial Narrow"/>
                <a:cs typeface="Arial Narrow"/>
              </a:rPr>
              <a:t>r</a:t>
            </a:r>
            <a:r>
              <a:rPr sz="1600" i="1" spc="-5" dirty="0">
                <a:latin typeface="Arial Narrow"/>
                <a:cs typeface="Arial Narrow"/>
              </a:rPr>
              <a:t>oductID</a:t>
            </a:r>
            <a:r>
              <a:rPr sz="1600" i="1" dirty="0">
                <a:latin typeface="Arial Narrow"/>
                <a:cs typeface="Arial Narrow"/>
              </a:rPr>
              <a:t> </a:t>
            </a:r>
            <a:r>
              <a:rPr sz="1600" i="1" spc="-125" dirty="0">
                <a:latin typeface="Arial Narrow"/>
                <a:cs typeface="Arial Narrow"/>
              </a:rPr>
              <a:t> </a:t>
            </a:r>
            <a:r>
              <a:rPr sz="1600" i="1" spc="-5" dirty="0">
                <a:latin typeface="Arial Narrow"/>
                <a:cs typeface="Arial Narrow"/>
              </a:rPr>
              <a:t>Un</a:t>
            </a:r>
            <a:r>
              <a:rPr sz="1600" i="1" spc="-10" dirty="0">
                <a:latin typeface="Arial Narrow"/>
                <a:cs typeface="Arial Narrow"/>
              </a:rPr>
              <a:t>i</a:t>
            </a:r>
            <a:r>
              <a:rPr sz="1600" i="1" spc="-5" dirty="0">
                <a:latin typeface="Arial Narrow"/>
                <a:cs typeface="Arial Narrow"/>
              </a:rPr>
              <a:t>tsInStock</a:t>
            </a:r>
            <a:r>
              <a:rPr sz="1600" i="1" dirty="0">
                <a:latin typeface="Arial Narrow"/>
                <a:cs typeface="Arial Narrow"/>
              </a:rPr>
              <a:t>  </a:t>
            </a:r>
            <a:r>
              <a:rPr sz="1600" i="1" spc="-155" dirty="0">
                <a:latin typeface="Arial Narrow"/>
                <a:cs typeface="Arial Narrow"/>
              </a:rPr>
              <a:t> </a:t>
            </a:r>
            <a:r>
              <a:rPr sz="1600" b="1" i="1" spc="-5" dirty="0">
                <a:latin typeface="Arial Narrow"/>
                <a:cs typeface="Arial Narrow"/>
              </a:rPr>
              <a:t>…</a:t>
            </a:r>
            <a:r>
              <a:rPr sz="1600" b="1" i="1" dirty="0">
                <a:latin typeface="Arial Narrow"/>
                <a:cs typeface="Arial Narrow"/>
              </a:rPr>
              <a:t>	</a:t>
            </a:r>
            <a:r>
              <a:rPr sz="1600" b="1" i="1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818197" y="4170997"/>
            <a:ext cx="941704" cy="14751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656397" y="4170997"/>
            <a:ext cx="1094105" cy="14751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2067560" y="4566413"/>
            <a:ext cx="208915" cy="26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" dirty="0">
                <a:latin typeface="Arial Narrow"/>
                <a:cs typeface="Arial Narrow"/>
              </a:rPr>
              <a:t>1</a:t>
            </a:r>
            <a:r>
              <a:rPr sz="1800" dirty="0">
                <a:latin typeface="Arial Narrow"/>
                <a:cs typeface="Arial Narrow"/>
              </a:rPr>
              <a:t>0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2646997" y="4170997"/>
            <a:ext cx="408305" cy="14751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951797" y="4170997"/>
            <a:ext cx="636904" cy="14751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42772" y="4572000"/>
            <a:ext cx="833755" cy="228600"/>
          </a:xfrm>
          <a:custGeom>
            <a:avLst/>
            <a:gdLst/>
            <a:ahLst/>
            <a:cxnLst/>
            <a:rect l="l" t="t" r="r" b="b"/>
            <a:pathLst>
              <a:path w="833755" h="228600">
                <a:moveTo>
                  <a:pt x="0" y="0"/>
                </a:moveTo>
                <a:lnTo>
                  <a:pt x="833628" y="0"/>
                </a:lnTo>
                <a:lnTo>
                  <a:pt x="833628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667000" y="457200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0" y="0"/>
                </a:moveTo>
                <a:lnTo>
                  <a:pt x="838200" y="0"/>
                </a:lnTo>
                <a:lnTo>
                  <a:pt x="8382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33437" y="4186237"/>
            <a:ext cx="847725" cy="1381125"/>
          </a:xfrm>
          <a:custGeom>
            <a:avLst/>
            <a:gdLst/>
            <a:ahLst/>
            <a:cxnLst/>
            <a:rect l="l" t="t" r="r" b="b"/>
            <a:pathLst>
              <a:path w="847725" h="1381125">
                <a:moveTo>
                  <a:pt x="8477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847725" y="0"/>
                </a:lnTo>
                <a:lnTo>
                  <a:pt x="847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847725" y="1376362"/>
                </a:lnTo>
                <a:lnTo>
                  <a:pt x="847725" y="1381125"/>
                </a:lnTo>
                <a:close/>
              </a:path>
              <a:path w="8477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47725" h="1381125">
                <a:moveTo>
                  <a:pt x="838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38200" y="4762"/>
                </a:lnTo>
                <a:lnTo>
                  <a:pt x="838200" y="9525"/>
                </a:lnTo>
                <a:close/>
              </a:path>
              <a:path w="847725" h="1381125">
                <a:moveTo>
                  <a:pt x="838200" y="1376362"/>
                </a:moveTo>
                <a:lnTo>
                  <a:pt x="838200" y="4762"/>
                </a:lnTo>
                <a:lnTo>
                  <a:pt x="842962" y="9525"/>
                </a:lnTo>
                <a:lnTo>
                  <a:pt x="847725" y="9525"/>
                </a:lnTo>
                <a:lnTo>
                  <a:pt x="847725" y="1371600"/>
                </a:lnTo>
                <a:lnTo>
                  <a:pt x="842962" y="1371600"/>
                </a:lnTo>
                <a:lnTo>
                  <a:pt x="838200" y="1376362"/>
                </a:lnTo>
                <a:close/>
              </a:path>
              <a:path w="847725" h="1381125">
                <a:moveTo>
                  <a:pt x="847725" y="9525"/>
                </a:moveTo>
                <a:lnTo>
                  <a:pt x="842962" y="9525"/>
                </a:lnTo>
                <a:lnTo>
                  <a:pt x="838200" y="4762"/>
                </a:lnTo>
                <a:lnTo>
                  <a:pt x="847725" y="4762"/>
                </a:lnTo>
                <a:lnTo>
                  <a:pt x="847725" y="9525"/>
                </a:lnTo>
                <a:close/>
              </a:path>
              <a:path w="8477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847725" h="1381125">
                <a:moveTo>
                  <a:pt x="8382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838200" y="1371600"/>
                </a:lnTo>
                <a:lnTo>
                  <a:pt x="838200" y="1376362"/>
                </a:lnTo>
                <a:close/>
              </a:path>
              <a:path w="847725" h="1381125">
                <a:moveTo>
                  <a:pt x="847725" y="1376362"/>
                </a:moveTo>
                <a:lnTo>
                  <a:pt x="838200" y="1376362"/>
                </a:lnTo>
                <a:lnTo>
                  <a:pt x="842962" y="1371600"/>
                </a:lnTo>
                <a:lnTo>
                  <a:pt x="847725" y="1371600"/>
                </a:lnTo>
                <a:lnTo>
                  <a:pt x="8477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671637" y="4186237"/>
            <a:ext cx="1000125" cy="1381125"/>
          </a:xfrm>
          <a:custGeom>
            <a:avLst/>
            <a:gdLst/>
            <a:ahLst/>
            <a:cxnLst/>
            <a:rect l="l" t="t" r="r" b="b"/>
            <a:pathLst>
              <a:path w="1000125" h="1381125">
                <a:moveTo>
                  <a:pt x="10001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000125" y="0"/>
                </a:lnTo>
                <a:lnTo>
                  <a:pt x="1000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000125" y="1376362"/>
                </a:lnTo>
                <a:lnTo>
                  <a:pt x="1000125" y="1381125"/>
                </a:lnTo>
                <a:close/>
              </a:path>
              <a:path w="10001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00125" h="1381125">
                <a:moveTo>
                  <a:pt x="990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90600" y="4762"/>
                </a:lnTo>
                <a:lnTo>
                  <a:pt x="990600" y="9525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90600" y="4762"/>
                </a:lnTo>
                <a:lnTo>
                  <a:pt x="995362" y="9525"/>
                </a:lnTo>
                <a:lnTo>
                  <a:pt x="1000125" y="9525"/>
                </a:lnTo>
                <a:lnTo>
                  <a:pt x="1000125" y="1371600"/>
                </a:lnTo>
                <a:lnTo>
                  <a:pt x="995362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9525"/>
                </a:moveTo>
                <a:lnTo>
                  <a:pt x="995362" y="9525"/>
                </a:lnTo>
                <a:lnTo>
                  <a:pt x="990600" y="4762"/>
                </a:lnTo>
                <a:lnTo>
                  <a:pt x="1000125" y="4762"/>
                </a:lnTo>
                <a:lnTo>
                  <a:pt x="1000125" y="9525"/>
                </a:lnTo>
                <a:close/>
              </a:path>
              <a:path w="10001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000125" h="1381125">
                <a:moveTo>
                  <a:pt x="9906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990600" y="1371600"/>
                </a:lnTo>
                <a:lnTo>
                  <a:pt x="990600" y="1376362"/>
                </a:lnTo>
                <a:close/>
              </a:path>
              <a:path w="1000125" h="1381125">
                <a:moveTo>
                  <a:pt x="1000125" y="1376362"/>
                </a:moveTo>
                <a:lnTo>
                  <a:pt x="990600" y="1376362"/>
                </a:lnTo>
                <a:lnTo>
                  <a:pt x="995362" y="1371600"/>
                </a:lnTo>
                <a:lnTo>
                  <a:pt x="1000125" y="1371600"/>
                </a:lnTo>
                <a:lnTo>
                  <a:pt x="10001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967037" y="4186237"/>
            <a:ext cx="542925" cy="1381125"/>
          </a:xfrm>
          <a:custGeom>
            <a:avLst/>
            <a:gdLst/>
            <a:ahLst/>
            <a:cxnLst/>
            <a:rect l="l" t="t" r="r" b="b"/>
            <a:pathLst>
              <a:path w="542925" h="1381125">
                <a:moveTo>
                  <a:pt x="542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542925" y="1376362"/>
                </a:lnTo>
                <a:lnTo>
                  <a:pt x="542925" y="1381125"/>
                </a:lnTo>
                <a:close/>
              </a:path>
              <a:path w="542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13811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1381125">
                <a:moveTo>
                  <a:pt x="533400" y="13763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1371600"/>
                </a:lnTo>
                <a:lnTo>
                  <a:pt x="538162" y="1371600"/>
                </a:lnTo>
                <a:lnTo>
                  <a:pt x="533400" y="1376362"/>
                </a:lnTo>
                <a:close/>
              </a:path>
              <a:path w="542925" h="13811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542925" h="1381125">
                <a:moveTo>
                  <a:pt x="533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533400" y="1371600"/>
                </a:lnTo>
                <a:lnTo>
                  <a:pt x="533400" y="1376362"/>
                </a:lnTo>
                <a:close/>
              </a:path>
              <a:path w="542925" h="1381125">
                <a:moveTo>
                  <a:pt x="542925" y="1376362"/>
                </a:moveTo>
                <a:lnTo>
                  <a:pt x="533400" y="1376362"/>
                </a:lnTo>
                <a:lnTo>
                  <a:pt x="538162" y="1371600"/>
                </a:lnTo>
                <a:lnTo>
                  <a:pt x="542925" y="1371600"/>
                </a:lnTo>
                <a:lnTo>
                  <a:pt x="542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662237" y="4186237"/>
            <a:ext cx="314325" cy="1381125"/>
          </a:xfrm>
          <a:custGeom>
            <a:avLst/>
            <a:gdLst/>
            <a:ahLst/>
            <a:cxnLst/>
            <a:rect l="l" t="t" r="r" b="b"/>
            <a:pathLst>
              <a:path w="314325" h="1381125">
                <a:moveTo>
                  <a:pt x="3143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314325" y="0"/>
                </a:lnTo>
                <a:lnTo>
                  <a:pt x="314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314325" y="1376362"/>
                </a:lnTo>
                <a:lnTo>
                  <a:pt x="314325" y="1381125"/>
                </a:lnTo>
                <a:close/>
              </a:path>
              <a:path w="3143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14325" h="1381125">
                <a:moveTo>
                  <a:pt x="304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04800" y="4762"/>
                </a:lnTo>
                <a:lnTo>
                  <a:pt x="304800" y="9525"/>
                </a:lnTo>
                <a:close/>
              </a:path>
              <a:path w="314325" h="1381125">
                <a:moveTo>
                  <a:pt x="304800" y="1376362"/>
                </a:moveTo>
                <a:lnTo>
                  <a:pt x="304800" y="4762"/>
                </a:lnTo>
                <a:lnTo>
                  <a:pt x="309562" y="9525"/>
                </a:lnTo>
                <a:lnTo>
                  <a:pt x="314325" y="9525"/>
                </a:lnTo>
                <a:lnTo>
                  <a:pt x="314325" y="1371600"/>
                </a:lnTo>
                <a:lnTo>
                  <a:pt x="309562" y="1371600"/>
                </a:lnTo>
                <a:lnTo>
                  <a:pt x="304800" y="1376362"/>
                </a:lnTo>
                <a:close/>
              </a:path>
              <a:path w="314325" h="1381125">
                <a:moveTo>
                  <a:pt x="314325" y="9525"/>
                </a:moveTo>
                <a:lnTo>
                  <a:pt x="309562" y="9525"/>
                </a:lnTo>
                <a:lnTo>
                  <a:pt x="304800" y="4762"/>
                </a:lnTo>
                <a:lnTo>
                  <a:pt x="314325" y="4762"/>
                </a:lnTo>
                <a:lnTo>
                  <a:pt x="314325" y="9525"/>
                </a:lnTo>
                <a:close/>
              </a:path>
              <a:path w="3143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314325" h="1381125">
                <a:moveTo>
                  <a:pt x="3048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304800" y="1371600"/>
                </a:lnTo>
                <a:lnTo>
                  <a:pt x="304800" y="1376362"/>
                </a:lnTo>
                <a:close/>
              </a:path>
              <a:path w="314325" h="1381125">
                <a:moveTo>
                  <a:pt x="314325" y="1376362"/>
                </a:moveTo>
                <a:lnTo>
                  <a:pt x="304800" y="1376362"/>
                </a:lnTo>
                <a:lnTo>
                  <a:pt x="309562" y="1371600"/>
                </a:lnTo>
                <a:lnTo>
                  <a:pt x="314325" y="1371600"/>
                </a:lnTo>
                <a:lnTo>
                  <a:pt x="3143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700783" y="4572000"/>
            <a:ext cx="960119" cy="228600"/>
          </a:xfrm>
          <a:custGeom>
            <a:avLst/>
            <a:gdLst/>
            <a:ahLst/>
            <a:cxnLst/>
            <a:rect l="l" t="t" r="r" b="b"/>
            <a:pathLst>
              <a:path w="960119" h="228600">
                <a:moveTo>
                  <a:pt x="0" y="0"/>
                </a:moveTo>
                <a:lnTo>
                  <a:pt x="960119" y="0"/>
                </a:lnTo>
                <a:lnTo>
                  <a:pt x="960119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2" name="object 82"/>
          <p:cNvGraphicFramePr>
            <a:graphicFrameLocks noGrp="1"/>
          </p:cNvGraphicFramePr>
          <p:nvPr/>
        </p:nvGraphicFramePr>
        <p:xfrm>
          <a:off x="838104" y="4264788"/>
          <a:ext cx="6906894" cy="11671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6252">
                <a:tc>
                  <a:txBody>
                    <a:bodyPr/>
                    <a:lstStyle/>
                    <a:p>
                      <a:pPr marR="383540" algn="r">
                        <a:lnSpc>
                          <a:spcPts val="2045"/>
                        </a:lnSpc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1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204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15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204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1052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2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0" algn="ctr">
                        <a:lnSpc>
                          <a:spcPts val="204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204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31.00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2045"/>
                        </a:lnSpc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7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2045"/>
                        </a:lnSpc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0.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2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62">
                <a:tc>
                  <a:txBody>
                    <a:bodyPr/>
                    <a:lstStyle/>
                    <a:p>
                      <a:pPr marR="381000" algn="r">
                        <a:lnSpc>
                          <a:spcPts val="2155"/>
                        </a:lnSpc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2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1052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3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2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19.00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9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0.1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5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101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402">
                <a:tc>
                  <a:txBody>
                    <a:bodyPr/>
                    <a:lstStyle/>
                    <a:p>
                      <a:pPr marR="383540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3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65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1052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4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41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9.65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24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0.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67">
                <a:tc>
                  <a:txBody>
                    <a:bodyPr/>
                    <a:lstStyle/>
                    <a:p>
                      <a:pPr marR="383540" algn="r">
                        <a:lnSpc>
                          <a:spcPts val="208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4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208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20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208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1052</a:t>
                      </a:r>
                      <a:r>
                        <a:rPr sz="1800" dirty="0">
                          <a:latin typeface="Arial Narrow"/>
                          <a:cs typeface="Arial Narrow"/>
                        </a:rPr>
                        <a:t>5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31750" algn="ctr">
                        <a:lnSpc>
                          <a:spcPts val="208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Arial Narrow"/>
                          <a:cs typeface="Arial Narrow"/>
                        </a:rPr>
                        <a:t>7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208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latin typeface="Arial Narrow"/>
                          <a:cs typeface="Arial Narrow"/>
                        </a:rPr>
                        <a:t>30.00</a:t>
                      </a:r>
                      <a:endParaRPr sz="1800">
                        <a:latin typeface="Arial Narrow"/>
                        <a:cs typeface="Arial Narrow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7439" y="954405"/>
            <a:ext cx="6928484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Deciding Which </a:t>
            </a:r>
            <a:r>
              <a:rPr sz="2800" spc="-10" dirty="0"/>
              <a:t>Enforcement </a:t>
            </a:r>
            <a:r>
              <a:rPr sz="2800" spc="-5" dirty="0"/>
              <a:t>Method to</a:t>
            </a:r>
            <a:r>
              <a:rPr sz="2800" spc="35" dirty="0"/>
              <a:t> </a:t>
            </a:r>
            <a:r>
              <a:rPr sz="2800" spc="-5" dirty="0"/>
              <a:t>Use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513397" y="1656397"/>
            <a:ext cx="2630804" cy="8782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6008" y="1793760"/>
            <a:ext cx="1653705" cy="2909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8873" y="2103005"/>
            <a:ext cx="1540675" cy="2833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3397" y="2418397"/>
            <a:ext cx="2630804" cy="9544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2140" y="2679064"/>
            <a:ext cx="13093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Constraints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3397" y="3256597"/>
            <a:ext cx="2630804" cy="9544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3397" y="4094797"/>
            <a:ext cx="2630804" cy="9544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2140" y="4355465"/>
            <a:ext cx="9467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80" dirty="0">
                <a:latin typeface="Arial"/>
                <a:cs typeface="Arial"/>
              </a:rPr>
              <a:t>T</a:t>
            </a:r>
            <a:r>
              <a:rPr sz="2000" spc="-5" dirty="0">
                <a:latin typeface="Arial"/>
                <a:cs typeface="Arial"/>
              </a:rPr>
              <a:t>ri</a:t>
            </a:r>
            <a:r>
              <a:rPr sz="2000" spc="-10" dirty="0">
                <a:latin typeface="Arial"/>
                <a:cs typeface="Arial"/>
              </a:rPr>
              <a:t>gge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75597" y="1656397"/>
            <a:ext cx="2021205" cy="878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88208" y="1793760"/>
            <a:ext cx="1610525" cy="29099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75597" y="2418397"/>
            <a:ext cx="2021205" cy="9544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974339" y="2679064"/>
            <a:ext cx="929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Med</a:t>
            </a:r>
            <a:r>
              <a:rPr sz="2000" spc="-5" dirty="0">
                <a:latin typeface="Arial"/>
                <a:cs typeface="Arial"/>
              </a:rPr>
              <a:t>i</a:t>
            </a:r>
            <a:r>
              <a:rPr sz="2000" spc="-10" dirty="0">
                <a:latin typeface="Arial"/>
                <a:cs typeface="Arial"/>
              </a:rPr>
              <a:t>u</a:t>
            </a:r>
            <a:r>
              <a:rPr sz="2000" dirty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75597" y="3256597"/>
            <a:ext cx="2021205" cy="9544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2140" y="3517265"/>
            <a:ext cx="28536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74265" algn="l"/>
              </a:tabLst>
            </a:pPr>
            <a:r>
              <a:rPr sz="2000" spc="-5" dirty="0">
                <a:latin typeface="Arial"/>
                <a:cs typeface="Arial"/>
              </a:rPr>
              <a:t>D</a:t>
            </a:r>
            <a:r>
              <a:rPr sz="2000" spc="-10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f</a:t>
            </a:r>
            <a:r>
              <a:rPr sz="2000" spc="-10" dirty="0">
                <a:latin typeface="Arial"/>
                <a:cs typeface="Arial"/>
              </a:rPr>
              <a:t>au</a:t>
            </a:r>
            <a:r>
              <a:rPr sz="2000" spc="-5" dirty="0">
                <a:latin typeface="Arial"/>
                <a:cs typeface="Arial"/>
              </a:rPr>
              <a:t>lt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an</a:t>
            </a:r>
            <a:r>
              <a:rPr sz="2000" dirty="0">
                <a:latin typeface="Arial"/>
                <a:cs typeface="Arial"/>
              </a:rPr>
              <a:t>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spc="-10" dirty="0">
                <a:latin typeface="Arial"/>
                <a:cs typeface="Arial"/>
              </a:rPr>
              <a:t>u</a:t>
            </a:r>
            <a:r>
              <a:rPr sz="2000" spc="-5" dirty="0">
                <a:latin typeface="Arial"/>
                <a:cs typeface="Arial"/>
              </a:rPr>
              <a:t>l</a:t>
            </a:r>
            <a:r>
              <a:rPr sz="2000" spc="-10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s	</a:t>
            </a:r>
            <a:r>
              <a:rPr sz="2000" spc="-10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w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75597" y="4094797"/>
            <a:ext cx="2021205" cy="9544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974339" y="4355465"/>
            <a:ext cx="5486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Hi</a:t>
            </a:r>
            <a:r>
              <a:rPr sz="2000" spc="-10" dirty="0">
                <a:latin typeface="Arial"/>
                <a:cs typeface="Arial"/>
              </a:rPr>
              <a:t>g</a:t>
            </a:r>
            <a:r>
              <a:rPr sz="2000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10275" y="2667000"/>
            <a:ext cx="0" cy="990600"/>
          </a:xfrm>
          <a:custGeom>
            <a:avLst/>
            <a:gdLst/>
            <a:ahLst/>
            <a:cxnLst/>
            <a:rect l="l" t="t" r="r" b="b"/>
            <a:pathLst>
              <a:path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04397" y="1656397"/>
            <a:ext cx="1895792" cy="8782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17008" y="1790585"/>
            <a:ext cx="1579410" cy="244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09388" y="2103005"/>
            <a:ext cx="694855" cy="23638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04397" y="2418397"/>
            <a:ext cx="1868805" cy="9544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803140" y="2679064"/>
            <a:ext cx="4914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w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704397" y="3256597"/>
            <a:ext cx="1868805" cy="9544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803140" y="3517265"/>
            <a:ext cx="4914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w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704397" y="4094797"/>
            <a:ext cx="1868805" cy="9544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803140" y="4355465"/>
            <a:ext cx="15354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Medium-High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111331" y="2666987"/>
            <a:ext cx="0" cy="991235"/>
          </a:xfrm>
          <a:custGeom>
            <a:avLst/>
            <a:gdLst/>
            <a:ahLst/>
            <a:cxnLst/>
            <a:rect l="l" t="t" r="r" b="b"/>
            <a:pathLst>
              <a:path h="991235">
                <a:moveTo>
                  <a:pt x="0" y="0"/>
                </a:moveTo>
                <a:lnTo>
                  <a:pt x="0" y="990625"/>
                </a:lnTo>
              </a:path>
            </a:pathLst>
          </a:custGeom>
          <a:ln w="111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456997" y="1656397"/>
            <a:ext cx="2173605" cy="8782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569608" y="1790585"/>
            <a:ext cx="1788960" cy="2440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637553" y="2095385"/>
            <a:ext cx="1529880" cy="2440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56997" y="2418397"/>
            <a:ext cx="2173605" cy="95440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555740" y="2679064"/>
            <a:ext cx="7740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B</a:t>
            </a:r>
            <a:r>
              <a:rPr sz="2000" spc="-10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f</a:t>
            </a:r>
            <a:r>
              <a:rPr sz="2000" spc="-10" dirty="0">
                <a:latin typeface="Arial"/>
                <a:cs typeface="Arial"/>
              </a:rPr>
              <a:t>o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456997" y="3256597"/>
            <a:ext cx="2173605" cy="9544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555740" y="3517265"/>
            <a:ext cx="7740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B</a:t>
            </a:r>
            <a:r>
              <a:rPr sz="2000" spc="-10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f</a:t>
            </a:r>
            <a:r>
              <a:rPr sz="2000" spc="-10" dirty="0">
                <a:latin typeface="Arial"/>
                <a:cs typeface="Arial"/>
              </a:rPr>
              <a:t>o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456997" y="4094797"/>
            <a:ext cx="2173605" cy="95440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555740" y="4355465"/>
            <a:ext cx="5619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Aft</a:t>
            </a:r>
            <a:r>
              <a:rPr sz="2000" spc="-10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13397" y="4932997"/>
            <a:ext cx="2630804" cy="9544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12140" y="5041265"/>
            <a:ext cx="143700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Data types,  Null/Not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Null</a:t>
            </a:r>
            <a:endParaRPr sz="20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875597" y="4932997"/>
            <a:ext cx="2021205" cy="9544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974339" y="5193665"/>
            <a:ext cx="4914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w</a:t>
            </a:r>
            <a:endParaRPr sz="20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704397" y="4932997"/>
            <a:ext cx="1868805" cy="9544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803140" y="5193665"/>
            <a:ext cx="4914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w</a:t>
            </a:r>
            <a:endParaRPr sz="20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456997" y="4932997"/>
            <a:ext cx="2173605" cy="95440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555740" y="5193665"/>
            <a:ext cx="7740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B</a:t>
            </a:r>
            <a:r>
              <a:rPr sz="2000" spc="-10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f</a:t>
            </a:r>
            <a:r>
              <a:rPr sz="2000" spc="-10" dirty="0">
                <a:latin typeface="Arial"/>
                <a:cs typeface="Arial"/>
              </a:rPr>
              <a:t>o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3081</Words>
  <Application>Microsoft Office PowerPoint</Application>
  <PresentationFormat>全屏显示(4:3)</PresentationFormat>
  <Paragraphs>571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7" baseType="lpstr">
      <vt:lpstr>Arial</vt:lpstr>
      <vt:lpstr>Arial Narrow</vt:lpstr>
      <vt:lpstr>Calibri</vt:lpstr>
      <vt:lpstr>Courier New</vt:lpstr>
      <vt:lpstr>Lucida Sans Typewriter</vt:lpstr>
      <vt:lpstr>Tahoma</vt:lpstr>
      <vt:lpstr>Times New Roman</vt:lpstr>
      <vt:lpstr>Wingdings</vt:lpstr>
      <vt:lpstr>Office Theme</vt:lpstr>
      <vt:lpstr>Constraints约束</vt:lpstr>
      <vt:lpstr>Constraints and Triggers</vt:lpstr>
      <vt:lpstr>Kinds of Constraints</vt:lpstr>
      <vt:lpstr>Review: Single-Attribute Keys</vt:lpstr>
      <vt:lpstr>Review: Multiattribute Key</vt:lpstr>
      <vt:lpstr>Foreign Keys</vt:lpstr>
      <vt:lpstr>Expressing Foreign Keys</vt:lpstr>
      <vt:lpstr>Example: With Attribute</vt:lpstr>
      <vt:lpstr>Example: As Schema Element</vt:lpstr>
      <vt:lpstr>Enforcing Foreign-Key Constraints</vt:lpstr>
      <vt:lpstr>Actions Taken --- (1)</vt:lpstr>
      <vt:lpstr>Actions Taken --- (2)</vt:lpstr>
      <vt:lpstr>Example: Cascade级联</vt:lpstr>
      <vt:lpstr>Example: Set NULL</vt:lpstr>
      <vt:lpstr>Choosing a Policy</vt:lpstr>
      <vt:lpstr>Example: Setting Policy</vt:lpstr>
      <vt:lpstr>Attribute-Based Checks</vt:lpstr>
      <vt:lpstr>Example: Attribute-Based Check</vt:lpstr>
      <vt:lpstr>Timing of Checks</vt:lpstr>
      <vt:lpstr>Tuple-Based Checks</vt:lpstr>
      <vt:lpstr>Example: Tuple-Based Check</vt:lpstr>
      <vt:lpstr>Assertions断言</vt:lpstr>
      <vt:lpstr>Example: Assertion</vt:lpstr>
      <vt:lpstr>Example: Assertion</vt:lpstr>
      <vt:lpstr>Timing of Assertion Checks</vt:lpstr>
      <vt:lpstr>Triggers: Motivation</vt:lpstr>
      <vt:lpstr>Event-Condition-Action Rules</vt:lpstr>
      <vt:lpstr>Preliminary Example: A Trigger</vt:lpstr>
      <vt:lpstr>Example: Trigger Definition</vt:lpstr>
      <vt:lpstr>Options: CREATE TRIGGER</vt:lpstr>
      <vt:lpstr>Options: The Event</vt:lpstr>
      <vt:lpstr>Options: FOR EACH ROW</vt:lpstr>
      <vt:lpstr>Options: REFERENCING</vt:lpstr>
      <vt:lpstr>Options: The Condition</vt:lpstr>
      <vt:lpstr>Options: The Action</vt:lpstr>
      <vt:lpstr>Another Example</vt:lpstr>
      <vt:lpstr>The Trigger</vt:lpstr>
      <vt:lpstr>SQL SERVER Trigger</vt:lpstr>
      <vt:lpstr>How an INSERT Trigger Works</vt:lpstr>
      <vt:lpstr>How a DELETE Trigger Works DELETE Statement to a table with a DELETE Trigger Defined</vt:lpstr>
      <vt:lpstr>How an UPDATE Trigger Works</vt:lpstr>
      <vt:lpstr>How an INSTEAD OF Trigger Works</vt:lpstr>
      <vt:lpstr>How Nested Triggers Work</vt:lpstr>
      <vt:lpstr>Recursive递归Triggers</vt:lpstr>
      <vt:lpstr>PowerPoint 演示文稿</vt:lpstr>
      <vt:lpstr>Enforcing Data Integrity</vt:lpstr>
      <vt:lpstr>Enforcing Business Rules</vt:lpstr>
      <vt:lpstr>Deciding Which Enforcement Method to 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2</cp:revision>
  <dcterms:created xsi:type="dcterms:W3CDTF">2024-06-19T09:19:34Z</dcterms:created>
  <dcterms:modified xsi:type="dcterms:W3CDTF">2024-06-21T07:35:52Z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2024-06-19T00:00:00Z</vt:filetime>
  </property>
</Properties>
</file>