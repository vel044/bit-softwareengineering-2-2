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1327" y="351541"/>
            <a:ext cx="7711440" cy="171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 u="heavy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1840" y="1102169"/>
            <a:ext cx="6762115" cy="3337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64540" y="6280698"/>
            <a:ext cx="579119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210050" y="6280698"/>
            <a:ext cx="723900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134350" y="6280698"/>
            <a:ext cx="271145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802" y="647699"/>
            <a:ext cx="8576310" cy="5600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49830" algn="l"/>
              </a:tabLst>
            </a:pPr>
            <a:r>
              <a:rPr dirty="0" sz="3500" spc="-5"/>
              <a:t>Chapter</a:t>
            </a:r>
            <a:r>
              <a:rPr dirty="0" sz="3500"/>
              <a:t> 14</a:t>
            </a:r>
            <a:r>
              <a:rPr dirty="0" u="none" sz="3500"/>
              <a:t>	</a:t>
            </a:r>
            <a:r>
              <a:rPr dirty="0" u="none" sz="3500" spc="-10"/>
              <a:t>More </a:t>
            </a:r>
            <a:r>
              <a:rPr dirty="0" u="none" sz="3500"/>
              <a:t>on </a:t>
            </a:r>
            <a:r>
              <a:rPr dirty="0" u="none" sz="3500" spc="-10"/>
              <a:t>transaction</a:t>
            </a:r>
            <a:r>
              <a:rPr dirty="0" u="none" sz="3500" spc="-60"/>
              <a:t> </a:t>
            </a:r>
            <a:r>
              <a:rPr dirty="0" u="none" sz="3500" spc="-5"/>
              <a:t>processing</a:t>
            </a:r>
            <a:endParaRPr sz="35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58165" y="1671955"/>
            <a:ext cx="7955915" cy="3801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835"/>
              </a:lnSpc>
              <a:spcBef>
                <a:spcPts val="105"/>
              </a:spcBef>
            </a:pPr>
            <a:r>
              <a:rPr dirty="0" u="heavy" sz="32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Topics: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835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Cascading rollback, </a:t>
            </a:r>
            <a:r>
              <a:rPr dirty="0" sz="3200" spc="-15">
                <a:latin typeface="Tahoma"/>
                <a:cs typeface="Tahoma"/>
              </a:rPr>
              <a:t>recoverable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schedule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829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Deadlocks</a:t>
            </a:r>
            <a:endParaRPr sz="3200">
              <a:latin typeface="Tahoma"/>
              <a:cs typeface="Tahoma"/>
            </a:endParaRPr>
          </a:p>
          <a:p>
            <a:pPr lvl="1" marL="755650" indent="-285750">
              <a:lnSpc>
                <a:spcPts val="335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10">
                <a:latin typeface="Tahoma"/>
                <a:cs typeface="Tahoma"/>
              </a:rPr>
              <a:t>Prevention</a:t>
            </a:r>
            <a:endParaRPr sz="2800">
              <a:latin typeface="Tahoma"/>
              <a:cs typeface="Tahoma"/>
            </a:endParaRPr>
          </a:p>
          <a:p>
            <a:pPr lvl="1" marL="755650" indent="-285750">
              <a:lnSpc>
                <a:spcPts val="3354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Detection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ts val="3835"/>
              </a:lnSpc>
              <a:spcBef>
                <a:spcPts val="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View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serializability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835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Distributed</a:t>
            </a:r>
            <a:r>
              <a:rPr dirty="0" sz="3200" spc="-10">
                <a:latin typeface="Tahoma"/>
                <a:cs typeface="Tahoma"/>
              </a:rPr>
              <a:t> transactions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84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Long </a:t>
            </a:r>
            <a:r>
              <a:rPr dirty="0" sz="3200" spc="-10">
                <a:latin typeface="Tahoma"/>
                <a:cs typeface="Tahoma"/>
              </a:rPr>
              <a:t>transactions </a:t>
            </a:r>
            <a:r>
              <a:rPr dirty="0" sz="3200" spc="-5">
                <a:latin typeface="Tahoma"/>
                <a:cs typeface="Tahoma"/>
              </a:rPr>
              <a:t>(nested,</a:t>
            </a:r>
            <a:r>
              <a:rPr dirty="0" sz="3200" spc="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compensation)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78802"/>
            <a:ext cx="6362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Concurrency </a:t>
            </a:r>
            <a:r>
              <a:rPr dirty="0" spc="-5"/>
              <a:t>control </a:t>
            </a:r>
            <a:r>
              <a:rPr dirty="0"/>
              <a:t>&amp;</a:t>
            </a:r>
            <a:r>
              <a:rPr dirty="0" spc="-10"/>
              <a:t> </a:t>
            </a:r>
            <a:r>
              <a:rPr dirty="0" spc="-15"/>
              <a:t>recovery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2448" y="207934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398" y="3431894"/>
            <a:ext cx="516890" cy="86296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2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0798" y="419389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0798" y="2069819"/>
            <a:ext cx="526415" cy="80581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-1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8687" y="5294312"/>
            <a:ext cx="6165850" cy="717550"/>
          </a:xfrm>
          <a:custGeom>
            <a:avLst/>
            <a:gdLst/>
            <a:ahLst/>
            <a:cxnLst/>
            <a:rect l="l" t="t" r="r" b="b"/>
            <a:pathLst>
              <a:path w="6165850" h="717550">
                <a:moveTo>
                  <a:pt x="6165850" y="717550"/>
                </a:moveTo>
                <a:lnTo>
                  <a:pt x="0" y="717550"/>
                </a:lnTo>
                <a:lnTo>
                  <a:pt x="0" y="0"/>
                </a:lnTo>
                <a:lnTo>
                  <a:pt x="6165850" y="0"/>
                </a:lnTo>
                <a:lnTo>
                  <a:pt x="61658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08025"/>
                </a:lnTo>
                <a:lnTo>
                  <a:pt x="4762" y="708025"/>
                </a:lnTo>
                <a:lnTo>
                  <a:pt x="9525" y="712787"/>
                </a:lnTo>
                <a:lnTo>
                  <a:pt x="6165850" y="712787"/>
                </a:lnTo>
                <a:lnTo>
                  <a:pt x="6165850" y="717550"/>
                </a:lnTo>
                <a:close/>
              </a:path>
              <a:path w="6165850" h="717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65850" h="717550">
                <a:moveTo>
                  <a:pt x="61563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156325" y="4762"/>
                </a:lnTo>
                <a:lnTo>
                  <a:pt x="6156325" y="9525"/>
                </a:lnTo>
                <a:close/>
              </a:path>
              <a:path w="6165850" h="717550">
                <a:moveTo>
                  <a:pt x="6156325" y="712787"/>
                </a:moveTo>
                <a:lnTo>
                  <a:pt x="6156325" y="4762"/>
                </a:lnTo>
                <a:lnTo>
                  <a:pt x="6161087" y="9525"/>
                </a:lnTo>
                <a:lnTo>
                  <a:pt x="6165850" y="9525"/>
                </a:lnTo>
                <a:lnTo>
                  <a:pt x="6165850" y="708025"/>
                </a:lnTo>
                <a:lnTo>
                  <a:pt x="6161087" y="708025"/>
                </a:lnTo>
                <a:lnTo>
                  <a:pt x="6156325" y="712787"/>
                </a:lnTo>
                <a:close/>
              </a:path>
              <a:path w="6165850" h="717550">
                <a:moveTo>
                  <a:pt x="6165850" y="9525"/>
                </a:moveTo>
                <a:lnTo>
                  <a:pt x="6161087" y="9525"/>
                </a:lnTo>
                <a:lnTo>
                  <a:pt x="6156325" y="4762"/>
                </a:lnTo>
                <a:lnTo>
                  <a:pt x="6165850" y="4762"/>
                </a:lnTo>
                <a:lnTo>
                  <a:pt x="6165850" y="9525"/>
                </a:lnTo>
                <a:close/>
              </a:path>
              <a:path w="6165850" h="717550">
                <a:moveTo>
                  <a:pt x="9525" y="712787"/>
                </a:moveTo>
                <a:lnTo>
                  <a:pt x="4762" y="708025"/>
                </a:lnTo>
                <a:lnTo>
                  <a:pt x="9525" y="708025"/>
                </a:lnTo>
                <a:lnTo>
                  <a:pt x="9525" y="712787"/>
                </a:lnTo>
                <a:close/>
              </a:path>
              <a:path w="6165850" h="717550">
                <a:moveTo>
                  <a:pt x="6156325" y="712787"/>
                </a:moveTo>
                <a:lnTo>
                  <a:pt x="9525" y="712787"/>
                </a:lnTo>
                <a:lnTo>
                  <a:pt x="9525" y="708025"/>
                </a:lnTo>
                <a:lnTo>
                  <a:pt x="6156325" y="708025"/>
                </a:lnTo>
                <a:lnTo>
                  <a:pt x="6156325" y="712787"/>
                </a:lnTo>
                <a:close/>
              </a:path>
              <a:path w="6165850" h="717550">
                <a:moveTo>
                  <a:pt x="6165850" y="712787"/>
                </a:moveTo>
                <a:lnTo>
                  <a:pt x="6156325" y="712787"/>
                </a:lnTo>
                <a:lnTo>
                  <a:pt x="6161087" y="708025"/>
                </a:lnTo>
                <a:lnTo>
                  <a:pt x="6165850" y="708025"/>
                </a:lnTo>
                <a:lnTo>
                  <a:pt x="6165850" y="712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4540" y="1540827"/>
            <a:ext cx="6412230" cy="438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8740" algn="l"/>
                <a:tab pos="2840990" algn="l"/>
                <a:tab pos="4806315" algn="l"/>
              </a:tabLst>
            </a:pPr>
            <a:r>
              <a:rPr dirty="0" sz="2800" spc="-5">
                <a:latin typeface="Tahoma"/>
                <a:cs typeface="Tahoma"/>
              </a:rPr>
              <a:t>Example: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	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j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j</a:t>
            </a:r>
            <a:r>
              <a:rPr dirty="0" sz="2800" spc="-5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  <a:p>
            <a:pPr marL="4806950" marR="5080">
              <a:lnSpc>
                <a:spcPct val="109800"/>
              </a:lnSpc>
            </a:pPr>
            <a:r>
              <a:rPr dirty="0" sz="2800" spc="-5">
                <a:latin typeface="Tahoma"/>
                <a:cs typeface="Tahoma"/>
              </a:rPr>
              <a:t>r</a:t>
            </a:r>
            <a:r>
              <a:rPr dirty="0" sz="2000" spc="-5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(A)  Commit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  <a:spcBef>
                <a:spcPts val="5"/>
              </a:spcBef>
            </a:pPr>
            <a:r>
              <a:rPr dirty="0" sz="2800" spc="-5">
                <a:latin typeface="Tahoma"/>
                <a:cs typeface="Tahoma"/>
              </a:rPr>
              <a:t>Abort T</a:t>
            </a:r>
            <a:r>
              <a:rPr dirty="0" sz="2000" spc="-5">
                <a:latin typeface="Tahoma"/>
                <a:cs typeface="Tahoma"/>
              </a:rPr>
              <a:t>j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50">
              <a:latin typeface="Tahoma"/>
              <a:cs typeface="Tahoma"/>
            </a:endParaRPr>
          </a:p>
          <a:p>
            <a:pPr marL="260350">
              <a:lnSpc>
                <a:spcPct val="100000"/>
              </a:lnSpc>
            </a:pPr>
            <a:r>
              <a:rPr dirty="0" sz="4000" spc="-5">
                <a:latin typeface="Wingdings 2"/>
                <a:cs typeface="Wingdings 2"/>
              </a:rPr>
              <a:t>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ahoma"/>
                <a:cs typeface="Tahoma"/>
              </a:rPr>
              <a:t>Non-Persistent </a:t>
            </a:r>
            <a:r>
              <a:rPr dirty="0" sz="3200" spc="-5">
                <a:latin typeface="Tahoma"/>
                <a:cs typeface="Tahoma"/>
              </a:rPr>
              <a:t>Commit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(Bad!)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664" y="1540827"/>
            <a:ext cx="6412230" cy="3263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8740" algn="l"/>
                <a:tab pos="2840990" algn="l"/>
                <a:tab pos="4806315" algn="l"/>
              </a:tabLst>
            </a:pPr>
            <a:r>
              <a:rPr dirty="0" sz="2800" spc="-5">
                <a:latin typeface="Tahoma"/>
                <a:cs typeface="Tahoma"/>
              </a:rPr>
              <a:t>Example: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	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j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j</a:t>
            </a:r>
            <a:r>
              <a:rPr dirty="0" sz="2800" spc="-5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  <a:p>
            <a:pPr marL="4806950" marR="5080">
              <a:lnSpc>
                <a:spcPct val="109800"/>
              </a:lnSpc>
            </a:pPr>
            <a:r>
              <a:rPr dirty="0" sz="2800" spc="-5">
                <a:latin typeface="Tahoma"/>
                <a:cs typeface="Tahoma"/>
              </a:rPr>
              <a:t>r</a:t>
            </a:r>
            <a:r>
              <a:rPr dirty="0" sz="2000" spc="-5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(A)  Commit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  <a:spcBef>
                <a:spcPts val="5"/>
              </a:spcBef>
            </a:pPr>
            <a:r>
              <a:rPr dirty="0" sz="2800" spc="-5">
                <a:latin typeface="Tahoma"/>
                <a:cs typeface="Tahoma"/>
              </a:rPr>
              <a:t>Abort T</a:t>
            </a:r>
            <a:r>
              <a:rPr dirty="0" sz="2000" spc="-5">
                <a:latin typeface="Tahoma"/>
                <a:cs typeface="Tahoma"/>
              </a:rPr>
              <a:t>j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574040"/>
            <a:ext cx="6362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Concurrency </a:t>
            </a:r>
            <a:r>
              <a:rPr dirty="0" spc="-5"/>
              <a:t>control </a:t>
            </a:r>
            <a:r>
              <a:rPr dirty="0"/>
              <a:t>&amp;</a:t>
            </a:r>
            <a:r>
              <a:rPr dirty="0" spc="-10"/>
              <a:t> </a:t>
            </a:r>
            <a:r>
              <a:rPr dirty="0" spc="-15"/>
              <a:t>recovery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02448" y="207934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83398" y="3431894"/>
            <a:ext cx="516890" cy="86296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2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0798" y="419389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0798" y="2069819"/>
            <a:ext cx="526415" cy="80581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-1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8687" y="5294312"/>
            <a:ext cx="6165850" cy="717550"/>
          </a:xfrm>
          <a:custGeom>
            <a:avLst/>
            <a:gdLst/>
            <a:ahLst/>
            <a:cxnLst/>
            <a:rect l="l" t="t" r="r" b="b"/>
            <a:pathLst>
              <a:path w="6165850" h="717550">
                <a:moveTo>
                  <a:pt x="6165850" y="717550"/>
                </a:moveTo>
                <a:lnTo>
                  <a:pt x="0" y="717550"/>
                </a:lnTo>
                <a:lnTo>
                  <a:pt x="0" y="0"/>
                </a:lnTo>
                <a:lnTo>
                  <a:pt x="6165850" y="0"/>
                </a:lnTo>
                <a:lnTo>
                  <a:pt x="61658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08025"/>
                </a:lnTo>
                <a:lnTo>
                  <a:pt x="4762" y="708025"/>
                </a:lnTo>
                <a:lnTo>
                  <a:pt x="9525" y="712787"/>
                </a:lnTo>
                <a:lnTo>
                  <a:pt x="6165850" y="712787"/>
                </a:lnTo>
                <a:lnTo>
                  <a:pt x="6165850" y="717550"/>
                </a:lnTo>
                <a:close/>
              </a:path>
              <a:path w="6165850" h="717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65850" h="717550">
                <a:moveTo>
                  <a:pt x="61563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156325" y="4762"/>
                </a:lnTo>
                <a:lnTo>
                  <a:pt x="6156325" y="9525"/>
                </a:lnTo>
                <a:close/>
              </a:path>
              <a:path w="6165850" h="717550">
                <a:moveTo>
                  <a:pt x="6156325" y="712787"/>
                </a:moveTo>
                <a:lnTo>
                  <a:pt x="6156325" y="4762"/>
                </a:lnTo>
                <a:lnTo>
                  <a:pt x="6161087" y="9525"/>
                </a:lnTo>
                <a:lnTo>
                  <a:pt x="6165850" y="9525"/>
                </a:lnTo>
                <a:lnTo>
                  <a:pt x="6165850" y="708025"/>
                </a:lnTo>
                <a:lnTo>
                  <a:pt x="6161087" y="708025"/>
                </a:lnTo>
                <a:lnTo>
                  <a:pt x="6156325" y="712787"/>
                </a:lnTo>
                <a:close/>
              </a:path>
              <a:path w="6165850" h="717550">
                <a:moveTo>
                  <a:pt x="6165850" y="9525"/>
                </a:moveTo>
                <a:lnTo>
                  <a:pt x="6161087" y="9525"/>
                </a:lnTo>
                <a:lnTo>
                  <a:pt x="6156325" y="4762"/>
                </a:lnTo>
                <a:lnTo>
                  <a:pt x="6165850" y="4762"/>
                </a:lnTo>
                <a:lnTo>
                  <a:pt x="6165850" y="9525"/>
                </a:lnTo>
                <a:close/>
              </a:path>
              <a:path w="6165850" h="717550">
                <a:moveTo>
                  <a:pt x="9525" y="712787"/>
                </a:moveTo>
                <a:lnTo>
                  <a:pt x="4762" y="708025"/>
                </a:lnTo>
                <a:lnTo>
                  <a:pt x="9525" y="708025"/>
                </a:lnTo>
                <a:lnTo>
                  <a:pt x="9525" y="712787"/>
                </a:lnTo>
                <a:close/>
              </a:path>
              <a:path w="6165850" h="717550">
                <a:moveTo>
                  <a:pt x="6156325" y="712787"/>
                </a:moveTo>
                <a:lnTo>
                  <a:pt x="9525" y="712787"/>
                </a:lnTo>
                <a:lnTo>
                  <a:pt x="9525" y="708025"/>
                </a:lnTo>
                <a:lnTo>
                  <a:pt x="6156325" y="708025"/>
                </a:lnTo>
                <a:lnTo>
                  <a:pt x="6156325" y="712787"/>
                </a:lnTo>
                <a:close/>
              </a:path>
              <a:path w="6165850" h="717550">
                <a:moveTo>
                  <a:pt x="6165850" y="712787"/>
                </a:moveTo>
                <a:lnTo>
                  <a:pt x="6156325" y="712787"/>
                </a:lnTo>
                <a:lnTo>
                  <a:pt x="6161087" y="708025"/>
                </a:lnTo>
                <a:lnTo>
                  <a:pt x="6165850" y="708025"/>
                </a:lnTo>
                <a:lnTo>
                  <a:pt x="6165850" y="712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12189" y="5293995"/>
            <a:ext cx="599884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>
                <a:latin typeface="Wingdings 2"/>
                <a:cs typeface="Wingdings 2"/>
              </a:rPr>
              <a:t>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ahoma"/>
                <a:cs typeface="Tahoma"/>
              </a:rPr>
              <a:t>Non-Persistent </a:t>
            </a:r>
            <a:r>
              <a:rPr dirty="0" sz="3200" spc="-5">
                <a:latin typeface="Tahoma"/>
                <a:cs typeface="Tahoma"/>
              </a:rPr>
              <a:t>Commit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(Bad!)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7212965" y="5107622"/>
            <a:ext cx="157099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avoided </a:t>
            </a:r>
            <a:r>
              <a:rPr dirty="0" sz="2400" spc="-5">
                <a:solidFill>
                  <a:srgbClr val="FF0000"/>
                </a:solidFill>
                <a:latin typeface="Tahoma"/>
                <a:cs typeface="Tahoma"/>
              </a:rPr>
              <a:t>by  </a:t>
            </a:r>
            <a:r>
              <a:rPr dirty="0" u="heavy" sz="2400" spc="-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r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e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c</a:t>
            </a:r>
            <a:r>
              <a:rPr dirty="0" u="heavy" sz="2400" spc="-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o</a:t>
            </a:r>
            <a:r>
              <a:rPr dirty="0" u="heavy" sz="2400" spc="-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v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e</a:t>
            </a:r>
            <a:r>
              <a:rPr dirty="0" u="heavy" sz="2400" spc="-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r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b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le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ahoma"/>
                <a:cs typeface="Tahoma"/>
              </a:rPr>
              <a:t>schedules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422275"/>
            <a:ext cx="6362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Concurrency </a:t>
            </a:r>
            <a:r>
              <a:rPr dirty="0" spc="-5"/>
              <a:t>control </a:t>
            </a:r>
            <a:r>
              <a:rPr dirty="0"/>
              <a:t>&amp;</a:t>
            </a:r>
            <a:r>
              <a:rPr dirty="0" spc="-10"/>
              <a:t> </a:t>
            </a:r>
            <a:r>
              <a:rPr dirty="0" spc="-15"/>
              <a:t>recovery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8948" y="179994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19898" y="3152494"/>
            <a:ext cx="516890" cy="86296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2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7298" y="391449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7298" y="1790419"/>
            <a:ext cx="526415" cy="80581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-1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65212" y="5446712"/>
            <a:ext cx="5365750" cy="717550"/>
          </a:xfrm>
          <a:custGeom>
            <a:avLst/>
            <a:gdLst/>
            <a:ahLst/>
            <a:cxnLst/>
            <a:rect l="l" t="t" r="r" b="b"/>
            <a:pathLst>
              <a:path w="5365750" h="717550">
                <a:moveTo>
                  <a:pt x="5365750" y="717550"/>
                </a:moveTo>
                <a:lnTo>
                  <a:pt x="0" y="717550"/>
                </a:lnTo>
                <a:lnTo>
                  <a:pt x="0" y="0"/>
                </a:lnTo>
                <a:lnTo>
                  <a:pt x="5365750" y="0"/>
                </a:lnTo>
                <a:lnTo>
                  <a:pt x="53657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08025"/>
                </a:lnTo>
                <a:lnTo>
                  <a:pt x="4762" y="708025"/>
                </a:lnTo>
                <a:lnTo>
                  <a:pt x="9525" y="712787"/>
                </a:lnTo>
                <a:lnTo>
                  <a:pt x="5365750" y="712787"/>
                </a:lnTo>
                <a:lnTo>
                  <a:pt x="5365750" y="717550"/>
                </a:lnTo>
                <a:close/>
              </a:path>
              <a:path w="5365750" h="717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365750" h="717550">
                <a:moveTo>
                  <a:pt x="53562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56225" y="4762"/>
                </a:lnTo>
                <a:lnTo>
                  <a:pt x="5356225" y="9525"/>
                </a:lnTo>
                <a:close/>
              </a:path>
              <a:path w="5365750" h="717550">
                <a:moveTo>
                  <a:pt x="5356225" y="712787"/>
                </a:moveTo>
                <a:lnTo>
                  <a:pt x="5356225" y="4762"/>
                </a:lnTo>
                <a:lnTo>
                  <a:pt x="5360987" y="9525"/>
                </a:lnTo>
                <a:lnTo>
                  <a:pt x="5365750" y="9525"/>
                </a:lnTo>
                <a:lnTo>
                  <a:pt x="5365750" y="708025"/>
                </a:lnTo>
                <a:lnTo>
                  <a:pt x="5360987" y="708025"/>
                </a:lnTo>
                <a:lnTo>
                  <a:pt x="5356225" y="712787"/>
                </a:lnTo>
                <a:close/>
              </a:path>
              <a:path w="5365750" h="717550">
                <a:moveTo>
                  <a:pt x="5365750" y="9525"/>
                </a:moveTo>
                <a:lnTo>
                  <a:pt x="5360987" y="9525"/>
                </a:lnTo>
                <a:lnTo>
                  <a:pt x="5356225" y="4762"/>
                </a:lnTo>
                <a:lnTo>
                  <a:pt x="5365750" y="4762"/>
                </a:lnTo>
                <a:lnTo>
                  <a:pt x="5365750" y="9525"/>
                </a:lnTo>
                <a:close/>
              </a:path>
              <a:path w="5365750" h="717550">
                <a:moveTo>
                  <a:pt x="9525" y="712787"/>
                </a:moveTo>
                <a:lnTo>
                  <a:pt x="4762" y="708025"/>
                </a:lnTo>
                <a:lnTo>
                  <a:pt x="9525" y="708025"/>
                </a:lnTo>
                <a:lnTo>
                  <a:pt x="9525" y="712787"/>
                </a:lnTo>
                <a:close/>
              </a:path>
              <a:path w="5365750" h="717550">
                <a:moveTo>
                  <a:pt x="5356225" y="712787"/>
                </a:moveTo>
                <a:lnTo>
                  <a:pt x="9525" y="712787"/>
                </a:lnTo>
                <a:lnTo>
                  <a:pt x="9525" y="708025"/>
                </a:lnTo>
                <a:lnTo>
                  <a:pt x="5356225" y="708025"/>
                </a:lnTo>
                <a:lnTo>
                  <a:pt x="5356225" y="712787"/>
                </a:lnTo>
                <a:close/>
              </a:path>
              <a:path w="5365750" h="717550">
                <a:moveTo>
                  <a:pt x="5365750" y="712787"/>
                </a:moveTo>
                <a:lnTo>
                  <a:pt x="5356225" y="712787"/>
                </a:lnTo>
                <a:lnTo>
                  <a:pt x="5360987" y="708025"/>
                </a:lnTo>
                <a:lnTo>
                  <a:pt x="5365750" y="708025"/>
                </a:lnTo>
                <a:lnTo>
                  <a:pt x="5365750" y="712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4540" y="1291589"/>
            <a:ext cx="6772909" cy="4789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8740" algn="l"/>
                <a:tab pos="2840990" algn="l"/>
                <a:tab pos="4806315" algn="l"/>
              </a:tabLst>
            </a:pPr>
            <a:r>
              <a:rPr dirty="0" sz="2800" spc="-5">
                <a:latin typeface="Tahoma"/>
                <a:cs typeface="Tahoma"/>
              </a:rPr>
              <a:t>Example: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	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j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j</a:t>
            </a:r>
            <a:r>
              <a:rPr dirty="0" sz="2800" spc="-5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  <a:p>
            <a:pPr marL="4806950">
              <a:lnSpc>
                <a:spcPct val="100000"/>
              </a:lnSpc>
              <a:spcBef>
                <a:spcPts val="330"/>
              </a:spcBef>
            </a:pPr>
            <a:r>
              <a:rPr dirty="0" sz="2800" spc="-5">
                <a:latin typeface="Tahoma"/>
                <a:cs typeface="Tahoma"/>
              </a:rPr>
              <a:t>r</a:t>
            </a:r>
            <a:r>
              <a:rPr dirty="0" sz="2000" spc="-5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  <a:p>
            <a:pPr marL="4806950">
              <a:lnSpc>
                <a:spcPct val="100000"/>
              </a:lnSpc>
              <a:spcBef>
                <a:spcPts val="330"/>
              </a:spcBef>
            </a:pPr>
            <a:r>
              <a:rPr dirty="0" sz="2800" spc="-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Abort T</a:t>
            </a:r>
            <a:r>
              <a:rPr dirty="0" sz="2000" spc="-5">
                <a:latin typeface="Tahoma"/>
                <a:cs typeface="Tahoma"/>
              </a:rPr>
              <a:t>j</a:t>
            </a:r>
            <a:endParaRPr sz="2000">
              <a:latin typeface="Tahoma"/>
              <a:cs typeface="Tahoma"/>
            </a:endParaRPr>
          </a:p>
          <a:p>
            <a:pPr marL="4933950">
              <a:lnSpc>
                <a:spcPct val="100000"/>
              </a:lnSpc>
              <a:spcBef>
                <a:spcPts val="340"/>
              </a:spcBef>
            </a:pPr>
            <a:r>
              <a:rPr dirty="0" sz="2400" spc="-5">
                <a:latin typeface="Tahoma"/>
                <a:cs typeface="Tahoma"/>
              </a:rPr>
              <a:t>[</a:t>
            </a:r>
            <a:r>
              <a:rPr dirty="0" sz="2800" spc="-5">
                <a:latin typeface="Tahoma"/>
                <a:cs typeface="Tahoma"/>
              </a:rPr>
              <a:t>Commit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i]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Tahoma"/>
              <a:cs typeface="Tahoma"/>
            </a:endParaRPr>
          </a:p>
          <a:p>
            <a:pPr marL="396875">
              <a:lnSpc>
                <a:spcPct val="100000"/>
              </a:lnSpc>
            </a:pPr>
            <a:r>
              <a:rPr dirty="0" sz="4000" spc="-5">
                <a:latin typeface="Wingdings 2"/>
                <a:cs typeface="Wingdings 2"/>
              </a:rPr>
              <a:t>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ahoma"/>
                <a:cs typeface="Tahoma"/>
              </a:rPr>
              <a:t>Cascading rollback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(Bad!)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80784"/>
            <a:ext cx="5791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ahoma"/>
                <a:cs typeface="Tahoma"/>
              </a:rPr>
              <a:t>CS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-5">
                <a:latin typeface="Tahoma"/>
                <a:cs typeface="Tahoma"/>
              </a:rPr>
              <a:t>245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0050" y="6280784"/>
            <a:ext cx="7239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ahoma"/>
                <a:cs typeface="Tahoma"/>
              </a:rPr>
              <a:t>Notes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6905" y="6280784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245552"/>
            <a:ext cx="5622925" cy="3263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8740" algn="l"/>
                <a:tab pos="2840990" algn="l"/>
                <a:tab pos="4806315" algn="l"/>
              </a:tabLst>
            </a:pPr>
            <a:r>
              <a:rPr dirty="0" sz="2800" spc="-5">
                <a:latin typeface="Tahoma"/>
                <a:cs typeface="Tahoma"/>
              </a:rPr>
              <a:t>Example: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	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j	</a:t>
            </a:r>
            <a:r>
              <a:rPr dirty="0" u="heavy" sz="28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0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j</a:t>
            </a:r>
            <a:r>
              <a:rPr dirty="0" sz="2800" spc="-5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  <a:p>
            <a:pPr marL="4806950">
              <a:lnSpc>
                <a:spcPct val="100000"/>
              </a:lnSpc>
              <a:spcBef>
                <a:spcPts val="330"/>
              </a:spcBef>
            </a:pPr>
            <a:r>
              <a:rPr dirty="0" sz="2800" spc="-5">
                <a:latin typeface="Tahoma"/>
                <a:cs typeface="Tahoma"/>
              </a:rPr>
              <a:t>r</a:t>
            </a:r>
            <a:r>
              <a:rPr dirty="0" sz="2000" spc="-5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  <a:p>
            <a:pPr marL="4806950">
              <a:lnSpc>
                <a:spcPct val="100000"/>
              </a:lnSpc>
              <a:spcBef>
                <a:spcPts val="330"/>
              </a:spcBef>
            </a:pPr>
            <a:r>
              <a:rPr dirty="0" sz="2800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Abort T</a:t>
            </a:r>
            <a:r>
              <a:rPr dirty="0" sz="2000" spc="-5">
                <a:latin typeface="Tahoma"/>
                <a:cs typeface="Tahoma"/>
              </a:rPr>
              <a:t>j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4540" y="354329"/>
            <a:ext cx="6362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Concurrency </a:t>
            </a:r>
            <a:r>
              <a:rPr dirty="0" spc="-5"/>
              <a:t>control </a:t>
            </a:r>
            <a:r>
              <a:rPr dirty="0"/>
              <a:t>&amp;</a:t>
            </a:r>
            <a:r>
              <a:rPr dirty="0" spc="-10"/>
              <a:t> </a:t>
            </a:r>
            <a:r>
              <a:rPr dirty="0" spc="-15"/>
              <a:t>recovery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38948" y="179994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9898" y="3152494"/>
            <a:ext cx="516890" cy="86296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2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77298" y="3914494"/>
            <a:ext cx="516890" cy="3581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7298" y="1790419"/>
            <a:ext cx="526415" cy="80581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-18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2912" y="5002212"/>
            <a:ext cx="5365750" cy="717550"/>
          </a:xfrm>
          <a:custGeom>
            <a:avLst/>
            <a:gdLst/>
            <a:ahLst/>
            <a:cxnLst/>
            <a:rect l="l" t="t" r="r" b="b"/>
            <a:pathLst>
              <a:path w="5365750" h="717550">
                <a:moveTo>
                  <a:pt x="5365750" y="717550"/>
                </a:moveTo>
                <a:lnTo>
                  <a:pt x="0" y="717550"/>
                </a:lnTo>
                <a:lnTo>
                  <a:pt x="0" y="0"/>
                </a:lnTo>
                <a:lnTo>
                  <a:pt x="5365750" y="0"/>
                </a:lnTo>
                <a:lnTo>
                  <a:pt x="53657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08025"/>
                </a:lnTo>
                <a:lnTo>
                  <a:pt x="4762" y="708025"/>
                </a:lnTo>
                <a:lnTo>
                  <a:pt x="9525" y="712787"/>
                </a:lnTo>
                <a:lnTo>
                  <a:pt x="5365750" y="712787"/>
                </a:lnTo>
                <a:lnTo>
                  <a:pt x="5365750" y="717550"/>
                </a:lnTo>
                <a:close/>
              </a:path>
              <a:path w="5365750" h="717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365750" h="717550">
                <a:moveTo>
                  <a:pt x="53562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56225" y="4762"/>
                </a:lnTo>
                <a:lnTo>
                  <a:pt x="5356225" y="9525"/>
                </a:lnTo>
                <a:close/>
              </a:path>
              <a:path w="5365750" h="717550">
                <a:moveTo>
                  <a:pt x="5356225" y="712787"/>
                </a:moveTo>
                <a:lnTo>
                  <a:pt x="5356225" y="4762"/>
                </a:lnTo>
                <a:lnTo>
                  <a:pt x="5360987" y="9525"/>
                </a:lnTo>
                <a:lnTo>
                  <a:pt x="5365750" y="9525"/>
                </a:lnTo>
                <a:lnTo>
                  <a:pt x="5365750" y="708025"/>
                </a:lnTo>
                <a:lnTo>
                  <a:pt x="5360987" y="708025"/>
                </a:lnTo>
                <a:lnTo>
                  <a:pt x="5356225" y="712787"/>
                </a:lnTo>
                <a:close/>
              </a:path>
              <a:path w="5365750" h="717550">
                <a:moveTo>
                  <a:pt x="5365750" y="9525"/>
                </a:moveTo>
                <a:lnTo>
                  <a:pt x="5360987" y="9525"/>
                </a:lnTo>
                <a:lnTo>
                  <a:pt x="5356225" y="4762"/>
                </a:lnTo>
                <a:lnTo>
                  <a:pt x="5365750" y="4762"/>
                </a:lnTo>
                <a:lnTo>
                  <a:pt x="5365750" y="9525"/>
                </a:lnTo>
                <a:close/>
              </a:path>
              <a:path w="5365750" h="717550">
                <a:moveTo>
                  <a:pt x="9525" y="712787"/>
                </a:moveTo>
                <a:lnTo>
                  <a:pt x="4762" y="708025"/>
                </a:lnTo>
                <a:lnTo>
                  <a:pt x="9525" y="708025"/>
                </a:lnTo>
                <a:lnTo>
                  <a:pt x="9525" y="712787"/>
                </a:lnTo>
                <a:close/>
              </a:path>
              <a:path w="5365750" h="717550">
                <a:moveTo>
                  <a:pt x="5356225" y="712787"/>
                </a:moveTo>
                <a:lnTo>
                  <a:pt x="9525" y="712787"/>
                </a:lnTo>
                <a:lnTo>
                  <a:pt x="9525" y="708025"/>
                </a:lnTo>
                <a:lnTo>
                  <a:pt x="5356225" y="708025"/>
                </a:lnTo>
                <a:lnTo>
                  <a:pt x="5356225" y="712787"/>
                </a:lnTo>
                <a:close/>
              </a:path>
              <a:path w="5365750" h="717550">
                <a:moveTo>
                  <a:pt x="5365750" y="712787"/>
                </a:moveTo>
                <a:lnTo>
                  <a:pt x="5356225" y="712787"/>
                </a:lnTo>
                <a:lnTo>
                  <a:pt x="5360987" y="708025"/>
                </a:lnTo>
                <a:lnTo>
                  <a:pt x="5365750" y="708025"/>
                </a:lnTo>
                <a:lnTo>
                  <a:pt x="5365750" y="712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6415" y="5001895"/>
            <a:ext cx="519874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>
                <a:latin typeface="Wingdings 2"/>
                <a:cs typeface="Wingdings 2"/>
              </a:rPr>
              <a:t>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ahoma"/>
                <a:cs typeface="Tahoma"/>
              </a:rPr>
              <a:t>Cascading rollback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(Bad!)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5790" y="4527232"/>
            <a:ext cx="1851660" cy="79375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07975" marR="5080" indent="-295275">
              <a:lnSpc>
                <a:spcPts val="2780"/>
              </a:lnSpc>
              <a:spcBef>
                <a:spcPts val="670"/>
              </a:spcBef>
            </a:pPr>
            <a:r>
              <a:rPr dirty="0" sz="2400" spc="-5">
                <a:latin typeface="Tahoma"/>
                <a:cs typeface="Tahoma"/>
              </a:rPr>
              <a:t>[</a:t>
            </a:r>
            <a:r>
              <a:rPr dirty="0" sz="2800" spc="-5">
                <a:latin typeface="Tahoma"/>
                <a:cs typeface="Tahoma"/>
              </a:rPr>
              <a:t>Commit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i] 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avoided</a:t>
            </a:r>
            <a:r>
              <a:rPr dirty="0" sz="24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81065" y="5295582"/>
            <a:ext cx="24066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heavy" sz="2400" spc="-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-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v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oi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ds-c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sc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d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in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g</a:t>
            </a:r>
            <a:r>
              <a:rPr dirty="0" u="heavy" sz="24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-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rollback</a:t>
            </a:r>
            <a:r>
              <a:rPr dirty="0" u="heavy" sz="2400" spc="-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4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(ACR)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81065" y="6027102"/>
            <a:ext cx="1337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Tahoma"/>
                <a:cs typeface="Tahoma"/>
              </a:rPr>
              <a:t>schedules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748156"/>
            <a:ext cx="5927725" cy="221869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Schedule is conflict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serializable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1878964" algn="l"/>
              </a:tabLst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j	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CC00CC"/>
              </a:buClr>
              <a:buFont typeface="Wingdings"/>
              <a:buChar char=""/>
            </a:pPr>
            <a:endParaRPr sz="345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>
                <a:latin typeface="Tahoma"/>
                <a:cs typeface="Tahoma"/>
              </a:rPr>
              <a:t>But </a:t>
            </a:r>
            <a:r>
              <a:rPr dirty="0" sz="3200" spc="-5">
                <a:latin typeface="Tahoma"/>
                <a:cs typeface="Tahoma"/>
              </a:rPr>
              <a:t>not</a:t>
            </a:r>
            <a:r>
              <a:rPr dirty="0" sz="3200" spc="-15">
                <a:latin typeface="Tahoma"/>
                <a:cs typeface="Tahoma"/>
              </a:rPr>
              <a:t> recoverable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2900" y="1663700"/>
            <a:ext cx="825500" cy="76200"/>
          </a:xfrm>
          <a:custGeom>
            <a:avLst/>
            <a:gdLst/>
            <a:ahLst/>
            <a:cxnLst/>
            <a:rect l="l" t="t" r="r" b="b"/>
            <a:pathLst>
              <a:path w="825500" h="76200">
                <a:moveTo>
                  <a:pt x="749300" y="76200"/>
                </a:moveTo>
                <a:lnTo>
                  <a:pt x="749300" y="0"/>
                </a:lnTo>
                <a:lnTo>
                  <a:pt x="806450" y="28575"/>
                </a:lnTo>
                <a:lnTo>
                  <a:pt x="768350" y="28575"/>
                </a:lnTo>
                <a:lnTo>
                  <a:pt x="768350" y="47625"/>
                </a:lnTo>
                <a:lnTo>
                  <a:pt x="806450" y="47625"/>
                </a:lnTo>
                <a:lnTo>
                  <a:pt x="749300" y="76200"/>
                </a:lnTo>
                <a:close/>
              </a:path>
              <a:path w="825500" h="76200">
                <a:moveTo>
                  <a:pt x="749300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749300" y="28575"/>
                </a:lnTo>
                <a:lnTo>
                  <a:pt x="749300" y="47625"/>
                </a:lnTo>
                <a:close/>
              </a:path>
              <a:path w="825500" h="76200">
                <a:moveTo>
                  <a:pt x="806450" y="47625"/>
                </a:moveTo>
                <a:lnTo>
                  <a:pt x="768350" y="47625"/>
                </a:lnTo>
                <a:lnTo>
                  <a:pt x="768350" y="28575"/>
                </a:lnTo>
                <a:lnTo>
                  <a:pt x="806450" y="28575"/>
                </a:lnTo>
                <a:lnTo>
                  <a:pt x="825500" y="38100"/>
                </a:lnTo>
                <a:lnTo>
                  <a:pt x="806450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7216140" cy="3816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Need to </a:t>
            </a:r>
            <a:r>
              <a:rPr dirty="0" sz="3200" spc="-10">
                <a:latin typeface="Tahoma"/>
                <a:cs typeface="Tahoma"/>
              </a:rPr>
              <a:t>make </a:t>
            </a:r>
            <a:r>
              <a:rPr dirty="0" sz="3200" spc="-5">
                <a:latin typeface="Tahoma"/>
                <a:cs typeface="Tahoma"/>
              </a:rPr>
              <a:t>“final’ decision </a:t>
            </a:r>
            <a:r>
              <a:rPr dirty="0" sz="3200" spc="-15">
                <a:latin typeface="Tahoma"/>
                <a:cs typeface="Tahoma"/>
              </a:rPr>
              <a:t>for </a:t>
            </a:r>
            <a:r>
              <a:rPr dirty="0" sz="3200" spc="-5">
                <a:latin typeface="Tahoma"/>
                <a:cs typeface="Tahoma"/>
              </a:rPr>
              <a:t>each  </a:t>
            </a:r>
            <a:r>
              <a:rPr dirty="0" sz="3200" spc="-10">
                <a:latin typeface="Tahoma"/>
                <a:cs typeface="Tahoma"/>
              </a:rPr>
              <a:t>transaction:</a:t>
            </a:r>
            <a:endParaRPr sz="3200">
              <a:latin typeface="Tahoma"/>
              <a:cs typeface="Tahoma"/>
            </a:endParaRPr>
          </a:p>
          <a:p>
            <a:pPr lvl="1" marL="755650" marR="23876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 b="1">
                <a:latin typeface="Tahoma"/>
                <a:cs typeface="Tahoma"/>
              </a:rPr>
              <a:t>commit decision </a:t>
            </a:r>
            <a:r>
              <a:rPr dirty="0" sz="2800" spc="-5">
                <a:latin typeface="Tahoma"/>
                <a:cs typeface="Tahoma"/>
              </a:rPr>
              <a:t>- system </a:t>
            </a:r>
            <a:r>
              <a:rPr dirty="0" sz="2800" spc="-10">
                <a:latin typeface="Tahoma"/>
                <a:cs typeface="Tahoma"/>
              </a:rPr>
              <a:t>guarantees  transaction </a:t>
            </a:r>
            <a:r>
              <a:rPr dirty="0" sz="2800">
                <a:latin typeface="Tahoma"/>
                <a:cs typeface="Tahoma"/>
              </a:rPr>
              <a:t>will </a:t>
            </a:r>
            <a:r>
              <a:rPr dirty="0" sz="2800" spc="-5">
                <a:latin typeface="Tahoma"/>
                <a:cs typeface="Tahoma"/>
              </a:rPr>
              <a:t>or has completed, no  </a:t>
            </a:r>
            <a:r>
              <a:rPr dirty="0" sz="2800" spc="-10">
                <a:latin typeface="Tahoma"/>
                <a:cs typeface="Tahoma"/>
              </a:rPr>
              <a:t>matter</a:t>
            </a:r>
            <a:r>
              <a:rPr dirty="0" sz="2800" spc="-5">
                <a:latin typeface="Tahoma"/>
                <a:cs typeface="Tahoma"/>
              </a:rPr>
              <a:t> what</a:t>
            </a:r>
            <a:endParaRPr sz="2800">
              <a:latin typeface="Tahoma"/>
              <a:cs typeface="Tahoma"/>
            </a:endParaRPr>
          </a:p>
          <a:p>
            <a:pPr lvl="1" marL="755650" marR="325755" indent="-285750">
              <a:lnSpc>
                <a:spcPct val="110000"/>
              </a:lnSpc>
              <a:spcBef>
                <a:spcPts val="33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 b="1">
                <a:latin typeface="Tahoma"/>
                <a:cs typeface="Tahoma"/>
              </a:rPr>
              <a:t>abort decision </a:t>
            </a:r>
            <a:r>
              <a:rPr dirty="0" sz="2800" spc="-5">
                <a:latin typeface="Tahoma"/>
                <a:cs typeface="Tahoma"/>
              </a:rPr>
              <a:t>- system </a:t>
            </a:r>
            <a:r>
              <a:rPr dirty="0" sz="2800" spc="-10">
                <a:latin typeface="Tahoma"/>
                <a:cs typeface="Tahoma"/>
              </a:rPr>
              <a:t>guarantees  transaction </a:t>
            </a:r>
            <a:r>
              <a:rPr dirty="0" sz="2800">
                <a:latin typeface="Tahoma"/>
                <a:cs typeface="Tahoma"/>
              </a:rPr>
              <a:t>will </a:t>
            </a:r>
            <a:r>
              <a:rPr dirty="0" sz="2800" spc="-5">
                <a:latin typeface="Tahoma"/>
                <a:cs typeface="Tahoma"/>
              </a:rPr>
              <a:t>or has been rolled back  (has no</a:t>
            </a:r>
            <a:r>
              <a:rPr dirty="0" sz="280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effect)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64452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pc="-190"/>
              <a:t>To </a:t>
            </a:r>
            <a:r>
              <a:rPr dirty="0" u="none"/>
              <a:t>model </a:t>
            </a:r>
            <a:r>
              <a:rPr dirty="0" u="none" spc="-5"/>
              <a:t>this, two new</a:t>
            </a:r>
            <a:r>
              <a:rPr dirty="0" u="none" spc="160"/>
              <a:t> </a:t>
            </a:r>
            <a:r>
              <a:rPr dirty="0" u="none" spc="-5"/>
              <a:t>actions: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5148580" cy="119507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C</a:t>
            </a:r>
            <a:r>
              <a:rPr dirty="0" sz="2400" spc="-5">
                <a:latin typeface="Tahoma"/>
                <a:cs typeface="Tahoma"/>
              </a:rPr>
              <a:t>i </a:t>
            </a:r>
            <a:r>
              <a:rPr dirty="0" sz="3200">
                <a:latin typeface="Tahoma"/>
                <a:cs typeface="Tahoma"/>
              </a:rPr>
              <a:t>- </a:t>
            </a:r>
            <a:r>
              <a:rPr dirty="0" sz="3200" spc="-10">
                <a:latin typeface="Tahoma"/>
                <a:cs typeface="Tahoma"/>
              </a:rPr>
              <a:t>transaction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2400" spc="-50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commits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i </a:t>
            </a:r>
            <a:r>
              <a:rPr dirty="0" sz="3200">
                <a:latin typeface="Tahoma"/>
                <a:cs typeface="Tahoma"/>
              </a:rPr>
              <a:t>- </a:t>
            </a:r>
            <a:r>
              <a:rPr dirty="0" sz="3200" spc="-10">
                <a:latin typeface="Tahoma"/>
                <a:cs typeface="Tahoma"/>
              </a:rPr>
              <a:t>transaction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2400" spc="-25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aborts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2781" y="22773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328981" y="36489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5381" y="23535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1581" y="40299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8640" y="476249"/>
            <a:ext cx="312674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Back </a:t>
            </a:r>
            <a:r>
              <a:rPr dirty="0" sz="3200" spc="-5"/>
              <a:t>to</a:t>
            </a:r>
            <a:r>
              <a:rPr dirty="0" sz="3200" spc="-65"/>
              <a:t> </a:t>
            </a:r>
            <a:r>
              <a:rPr dirty="0" sz="3200" spc="-5"/>
              <a:t>example: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2326639" y="1644649"/>
            <a:ext cx="5070475" cy="3706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91664" algn="l"/>
              </a:tabLst>
            </a:pPr>
            <a:r>
              <a:rPr dirty="0" u="heavy" sz="3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3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4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j	</a:t>
            </a:r>
            <a:r>
              <a:rPr dirty="0" u="heavy" sz="32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4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dirty="0" sz="3200" spc="-5">
                <a:latin typeface="Tahoma"/>
                <a:cs typeface="Tahoma"/>
              </a:rPr>
              <a:t>W</a:t>
            </a:r>
            <a:r>
              <a:rPr dirty="0" sz="2400" spc="-5">
                <a:latin typeface="Tahoma"/>
                <a:cs typeface="Tahoma"/>
              </a:rPr>
              <a:t>j</a:t>
            </a:r>
            <a:r>
              <a:rPr dirty="0" sz="3200" spc="-5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1892300">
              <a:lnSpc>
                <a:spcPct val="100000"/>
              </a:lnSpc>
              <a:spcBef>
                <a:spcPts val="130"/>
              </a:spcBef>
            </a:pPr>
            <a:r>
              <a:rPr dirty="0" sz="3200" spc="-5">
                <a:latin typeface="Tahoma"/>
                <a:cs typeface="Tahoma"/>
              </a:rPr>
              <a:t>r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300">
              <a:latin typeface="Tahoma"/>
              <a:cs typeface="Tahoma"/>
            </a:endParaRPr>
          </a:p>
          <a:p>
            <a:pPr marL="1892300">
              <a:lnSpc>
                <a:spcPct val="100000"/>
              </a:lnSpc>
              <a:tabLst>
                <a:tab pos="2459355" algn="l"/>
              </a:tabLst>
            </a:pPr>
            <a:r>
              <a:rPr dirty="0" sz="3200" spc="-5">
                <a:latin typeface="Tahoma"/>
                <a:cs typeface="Tahoma"/>
              </a:rPr>
              <a:t>C</a:t>
            </a:r>
            <a:r>
              <a:rPr dirty="0" sz="2400" spc="-5">
                <a:latin typeface="Tahoma"/>
                <a:cs typeface="Tahoma"/>
              </a:rPr>
              <a:t>i	</a:t>
            </a:r>
            <a:r>
              <a:rPr dirty="0" sz="3200">
                <a:latin typeface="Symbol"/>
                <a:cs typeface="Symbol"/>
              </a:rPr>
              <a:t>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ahoma"/>
                <a:cs typeface="Tahoma"/>
              </a:rPr>
              <a:t>can we</a:t>
            </a:r>
            <a:r>
              <a:rPr dirty="0" sz="2400" spc="38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commit</a:t>
            </a:r>
            <a:endParaRPr sz="2400">
              <a:latin typeface="Tahoma"/>
              <a:cs typeface="Tahoma"/>
            </a:endParaRPr>
          </a:p>
          <a:p>
            <a:pPr algn="r" marR="597535">
              <a:lnSpc>
                <a:spcPct val="100000"/>
              </a:lnSpc>
              <a:spcBef>
                <a:spcPts val="10"/>
              </a:spcBef>
            </a:pPr>
            <a:r>
              <a:rPr dirty="0" sz="2400">
                <a:latin typeface="Tahoma"/>
                <a:cs typeface="Tahoma"/>
              </a:rPr>
              <a:t>he</a:t>
            </a:r>
            <a:r>
              <a:rPr dirty="0" sz="2400" spc="-15">
                <a:latin typeface="Tahoma"/>
                <a:cs typeface="Tahoma"/>
              </a:rPr>
              <a:t>r</a:t>
            </a:r>
            <a:r>
              <a:rPr dirty="0" sz="2400">
                <a:latin typeface="Tahoma"/>
                <a:cs typeface="Tahoma"/>
              </a:rPr>
              <a:t>e?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62304"/>
            <a:ext cx="19475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553844"/>
            <a:ext cx="7333615" cy="4105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522605" algn="l"/>
                <a:tab pos="4479925" algn="l"/>
                <a:tab pos="5840730" algn="l"/>
              </a:tabLst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	</a:t>
            </a:r>
            <a:r>
              <a:rPr dirty="0" sz="3200" spc="-5">
                <a:latin typeface="Tahoma"/>
                <a:cs typeface="Tahoma"/>
              </a:rPr>
              <a:t>reads </a:t>
            </a:r>
            <a:r>
              <a:rPr dirty="0" sz="3200" spc="-10">
                <a:latin typeface="Tahoma"/>
                <a:cs typeface="Tahoma"/>
              </a:rPr>
              <a:t>from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j </a:t>
            </a:r>
            <a:r>
              <a:rPr dirty="0" sz="3200" spc="-5">
                <a:latin typeface="Tahoma"/>
                <a:cs typeface="Tahoma"/>
              </a:rPr>
              <a:t>in</a:t>
            </a:r>
            <a:r>
              <a:rPr dirty="0" sz="3200" spc="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 </a:t>
            </a:r>
            <a:r>
              <a:rPr dirty="0" sz="3200" spc="5">
                <a:latin typeface="Tahoma"/>
                <a:cs typeface="Tahoma"/>
              </a:rPr>
              <a:t>(T</a:t>
            </a:r>
            <a:r>
              <a:rPr dirty="0" sz="2400" spc="5">
                <a:latin typeface="Tahoma"/>
                <a:cs typeface="Tahoma"/>
              </a:rPr>
              <a:t>j	</a:t>
            </a:r>
            <a:r>
              <a:rPr dirty="0" sz="3200" spc="5">
                <a:latin typeface="Symbol"/>
                <a:cs typeface="Symbol"/>
              </a:rPr>
              <a:t></a:t>
            </a:r>
            <a:r>
              <a:rPr dirty="0" baseline="-17615" sz="3075" spc="7">
                <a:latin typeface="Tahoma"/>
                <a:cs typeface="Tahoma"/>
              </a:rPr>
              <a:t>S</a:t>
            </a:r>
            <a:r>
              <a:rPr dirty="0" baseline="-17615" sz="3075" spc="172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)	</a:t>
            </a:r>
            <a:r>
              <a:rPr dirty="0" sz="3200">
                <a:latin typeface="Tahoma"/>
                <a:cs typeface="Tahoma"/>
              </a:rPr>
              <a:t>if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50">
              <a:latin typeface="Tahoma"/>
              <a:cs typeface="Tahoma"/>
            </a:endParaRPr>
          </a:p>
          <a:p>
            <a:pPr marL="685165" indent="-659765">
              <a:lnSpc>
                <a:spcPct val="100000"/>
              </a:lnSpc>
              <a:buAutoNum type="arabicParenBoth"/>
              <a:tabLst>
                <a:tab pos="685165" algn="l"/>
                <a:tab pos="2419350" algn="l"/>
              </a:tabLst>
            </a:pPr>
            <a:r>
              <a:rPr dirty="0" sz="3200" spc="-5">
                <a:latin typeface="Tahoma"/>
                <a:cs typeface="Tahoma"/>
              </a:rPr>
              <a:t>w</a:t>
            </a:r>
            <a:r>
              <a:rPr dirty="0" sz="2400" spc="-5">
                <a:latin typeface="Tahoma"/>
                <a:cs typeface="Tahoma"/>
              </a:rPr>
              <a:t>j</a:t>
            </a:r>
            <a:r>
              <a:rPr dirty="0" sz="3200" spc="-5">
                <a:latin typeface="Tahoma"/>
                <a:cs typeface="Tahoma"/>
              </a:rPr>
              <a:t>(A)</a:t>
            </a:r>
            <a:r>
              <a:rPr dirty="0" sz="3200" spc="-254">
                <a:latin typeface="Tahoma"/>
                <a:cs typeface="Tahoma"/>
              </a:rPr>
              <a:t> </a:t>
            </a:r>
            <a:r>
              <a:rPr dirty="0" sz="3200" spc="5">
                <a:latin typeface="Tahoma"/>
                <a:cs typeface="Tahoma"/>
              </a:rPr>
              <a:t>&lt;</a:t>
            </a:r>
            <a:r>
              <a:rPr dirty="0" baseline="-17615" sz="3075" spc="7">
                <a:latin typeface="Tahoma"/>
                <a:cs typeface="Tahoma"/>
              </a:rPr>
              <a:t>S	</a:t>
            </a:r>
            <a:r>
              <a:rPr dirty="0" sz="3200" spc="-5">
                <a:latin typeface="Tahoma"/>
                <a:cs typeface="Tahoma"/>
              </a:rPr>
              <a:t>r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ahoma"/>
              <a:buAutoNum type="arabicParenBoth"/>
            </a:pPr>
            <a:endParaRPr sz="3350">
              <a:latin typeface="Tahoma"/>
              <a:cs typeface="Tahoma"/>
            </a:endParaRPr>
          </a:p>
          <a:p>
            <a:pPr marL="812165" indent="-786765">
              <a:lnSpc>
                <a:spcPct val="100000"/>
              </a:lnSpc>
              <a:buAutoNum type="arabicParenBoth"/>
              <a:tabLst>
                <a:tab pos="811530" algn="l"/>
                <a:tab pos="812165" algn="l"/>
                <a:tab pos="1364615" algn="l"/>
                <a:tab pos="2188845" algn="l"/>
                <a:tab pos="3976370" algn="l"/>
              </a:tabLst>
            </a:pPr>
            <a:r>
              <a:rPr dirty="0" sz="3200" spc="-5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j	</a:t>
            </a:r>
            <a:r>
              <a:rPr dirty="0" sz="3200" spc="5">
                <a:latin typeface="Tahoma"/>
                <a:cs typeface="Tahoma"/>
              </a:rPr>
              <a:t>&lt;</a:t>
            </a:r>
            <a:r>
              <a:rPr dirty="0" baseline="-17615" sz="3075" spc="7">
                <a:latin typeface="Tahoma"/>
                <a:cs typeface="Tahoma"/>
              </a:rPr>
              <a:t>S	</a:t>
            </a:r>
            <a:r>
              <a:rPr dirty="0" sz="3200" spc="-5">
                <a:latin typeface="Tahoma"/>
                <a:cs typeface="Tahoma"/>
              </a:rPr>
              <a:t>r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(A)	</a:t>
            </a:r>
            <a:r>
              <a:rPr dirty="0" sz="3200">
                <a:latin typeface="Tahoma"/>
                <a:cs typeface="Tahoma"/>
              </a:rPr>
              <a:t>(&lt; : </a:t>
            </a:r>
            <a:r>
              <a:rPr dirty="0" sz="2400" spc="-5">
                <a:latin typeface="Tahoma"/>
                <a:cs typeface="Tahoma"/>
              </a:rPr>
              <a:t>does </a:t>
            </a:r>
            <a:r>
              <a:rPr dirty="0" sz="2400">
                <a:latin typeface="Tahoma"/>
                <a:cs typeface="Tahoma"/>
              </a:rPr>
              <a:t>not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precede</a:t>
            </a:r>
            <a:r>
              <a:rPr dirty="0" sz="3200" spc="-5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685165" marR="993775" indent="-685165">
              <a:lnSpc>
                <a:spcPct val="129900"/>
              </a:lnSpc>
              <a:spcBef>
                <a:spcPts val="1140"/>
              </a:spcBef>
              <a:buAutoNum type="arabicParenBoth"/>
              <a:tabLst>
                <a:tab pos="685165" algn="l"/>
                <a:tab pos="2319020" algn="l"/>
                <a:tab pos="4501515" algn="l"/>
                <a:tab pos="5527040" algn="l"/>
              </a:tabLst>
            </a:pPr>
            <a:r>
              <a:rPr dirty="0" sz="3200" spc="-5">
                <a:latin typeface="Tahoma"/>
                <a:cs typeface="Tahoma"/>
              </a:rPr>
              <a:t>I</a:t>
            </a:r>
            <a:r>
              <a:rPr dirty="0" sz="3200">
                <a:latin typeface="Tahoma"/>
                <a:cs typeface="Tahoma"/>
              </a:rPr>
              <a:t>f</a:t>
            </a:r>
            <a:r>
              <a:rPr dirty="0" sz="3200" spc="-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w</a:t>
            </a:r>
            <a:r>
              <a:rPr dirty="0" sz="2400" spc="-5">
                <a:latin typeface="Tahoma"/>
                <a:cs typeface="Tahoma"/>
              </a:rPr>
              <a:t>j</a:t>
            </a:r>
            <a:r>
              <a:rPr dirty="0" sz="3200" spc="-5">
                <a:latin typeface="Tahoma"/>
                <a:cs typeface="Tahoma"/>
              </a:rPr>
              <a:t>(A</a:t>
            </a:r>
            <a:r>
              <a:rPr dirty="0" sz="3200">
                <a:latin typeface="Tahoma"/>
                <a:cs typeface="Tahoma"/>
              </a:rPr>
              <a:t>)</a:t>
            </a:r>
            <a:r>
              <a:rPr dirty="0" sz="3200" spc="-254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&lt;</a:t>
            </a:r>
            <a:r>
              <a:rPr dirty="0" baseline="-17615" sz="3075" spc="15">
                <a:latin typeface="Tahoma"/>
                <a:cs typeface="Tahoma"/>
              </a:rPr>
              <a:t>S</a:t>
            </a:r>
            <a:r>
              <a:rPr dirty="0" baseline="-17615" sz="3075" spc="16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w</a:t>
            </a:r>
            <a:r>
              <a:rPr dirty="0" sz="2400" spc="-5">
                <a:latin typeface="Tahoma"/>
                <a:cs typeface="Tahoma"/>
              </a:rPr>
              <a:t>k</a:t>
            </a:r>
            <a:r>
              <a:rPr dirty="0" sz="3200" spc="-5">
                <a:latin typeface="Tahoma"/>
                <a:cs typeface="Tahoma"/>
              </a:rPr>
              <a:t>(A</a:t>
            </a:r>
            <a:r>
              <a:rPr dirty="0" sz="3200">
                <a:latin typeface="Tahoma"/>
                <a:cs typeface="Tahoma"/>
              </a:rPr>
              <a:t>)</a:t>
            </a:r>
            <a:r>
              <a:rPr dirty="0" sz="3200" spc="49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&lt;</a:t>
            </a:r>
            <a:r>
              <a:rPr dirty="0" baseline="-17615" sz="3075" spc="15">
                <a:latin typeface="Tahoma"/>
                <a:cs typeface="Tahoma"/>
              </a:rPr>
              <a:t>S</a:t>
            </a:r>
            <a:r>
              <a:rPr dirty="0" baseline="-17615" sz="3075">
                <a:latin typeface="Tahoma"/>
                <a:cs typeface="Tahoma"/>
              </a:rPr>
              <a:t>	</a:t>
            </a:r>
            <a:r>
              <a:rPr dirty="0" sz="3200">
                <a:latin typeface="Tahoma"/>
                <a:cs typeface="Tahoma"/>
              </a:rPr>
              <a:t>r</a:t>
            </a:r>
            <a:r>
              <a:rPr dirty="0" sz="2400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</a:t>
            </a:r>
            <a:r>
              <a:rPr dirty="0" sz="3200">
                <a:latin typeface="Tahoma"/>
                <a:cs typeface="Tahoma"/>
              </a:rPr>
              <a:t>)</a:t>
            </a:r>
            <a:r>
              <a:rPr dirty="0" sz="3200">
                <a:latin typeface="Tahoma"/>
                <a:cs typeface="Tahoma"/>
              </a:rPr>
              <a:t>	</a:t>
            </a:r>
            <a:r>
              <a:rPr dirty="0" sz="3200" spc="-5">
                <a:latin typeface="Tahoma"/>
                <a:cs typeface="Tahoma"/>
              </a:rPr>
              <a:t>the</a:t>
            </a:r>
            <a:r>
              <a:rPr dirty="0" sz="3200">
                <a:latin typeface="Tahoma"/>
                <a:cs typeface="Tahoma"/>
              </a:rPr>
              <a:t>n  </a:t>
            </a:r>
            <a:r>
              <a:rPr dirty="0" sz="3200" spc="-5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k</a:t>
            </a:r>
            <a:r>
              <a:rPr dirty="0" sz="2400" spc="250">
                <a:latin typeface="Tahoma"/>
                <a:cs typeface="Tahoma"/>
              </a:rPr>
              <a:t> </a:t>
            </a:r>
            <a:r>
              <a:rPr dirty="0" sz="3200" spc="5">
                <a:latin typeface="Tahoma"/>
                <a:cs typeface="Tahoma"/>
              </a:rPr>
              <a:t>&lt;</a:t>
            </a:r>
            <a:r>
              <a:rPr dirty="0" baseline="-17615" sz="3075" spc="7">
                <a:latin typeface="Tahoma"/>
                <a:cs typeface="Tahoma"/>
              </a:rPr>
              <a:t>S	</a:t>
            </a:r>
            <a:r>
              <a:rPr dirty="0" sz="3200" spc="-5">
                <a:latin typeface="Tahoma"/>
                <a:cs typeface="Tahoma"/>
              </a:rPr>
              <a:t>r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3645" y="3769766"/>
            <a:ext cx="237490" cy="461645"/>
          </a:xfrm>
          <a:custGeom>
            <a:avLst/>
            <a:gdLst/>
            <a:ahLst/>
            <a:cxnLst/>
            <a:rect l="l" t="t" r="r" b="b"/>
            <a:pathLst>
              <a:path w="237489" h="461645">
                <a:moveTo>
                  <a:pt x="8509" y="461467"/>
                </a:moveTo>
                <a:lnTo>
                  <a:pt x="0" y="457200"/>
                </a:lnTo>
                <a:lnTo>
                  <a:pt x="228600" y="0"/>
                </a:lnTo>
                <a:lnTo>
                  <a:pt x="237109" y="4267"/>
                </a:lnTo>
                <a:lnTo>
                  <a:pt x="8509" y="461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36045" y="3757066"/>
            <a:ext cx="237490" cy="461645"/>
          </a:xfrm>
          <a:custGeom>
            <a:avLst/>
            <a:gdLst/>
            <a:ahLst/>
            <a:cxnLst/>
            <a:rect l="l" t="t" r="r" b="b"/>
            <a:pathLst>
              <a:path w="237489" h="461645">
                <a:moveTo>
                  <a:pt x="8508" y="461467"/>
                </a:moveTo>
                <a:lnTo>
                  <a:pt x="0" y="457200"/>
                </a:lnTo>
                <a:lnTo>
                  <a:pt x="228600" y="0"/>
                </a:lnTo>
                <a:lnTo>
                  <a:pt x="237108" y="4267"/>
                </a:lnTo>
                <a:lnTo>
                  <a:pt x="8508" y="461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9475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Definition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49333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Schedule </a:t>
            </a:r>
            <a:r>
              <a:rPr dirty="0" sz="3200">
                <a:latin typeface="Tahoma"/>
                <a:cs typeface="Tahoma"/>
              </a:rPr>
              <a:t>S </a:t>
            </a:r>
            <a:r>
              <a:rPr dirty="0" sz="3200" spc="-5">
                <a:latin typeface="Tahoma"/>
                <a:cs typeface="Tahoma"/>
              </a:rPr>
              <a:t>is </a:t>
            </a:r>
            <a:r>
              <a:rPr dirty="0" u="heavy" sz="32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recoverable</a:t>
            </a:r>
            <a:r>
              <a:rPr dirty="0" sz="3200" spc="-3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if</a:t>
            </a:r>
            <a:endParaRPr sz="32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5490" y="2606393"/>
          <a:ext cx="7417434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3930"/>
                <a:gridCol w="1402715"/>
                <a:gridCol w="967104"/>
                <a:gridCol w="2814320"/>
              </a:tblGrid>
              <a:tr h="56682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3200" spc="-5">
                          <a:latin typeface="Tahoma"/>
                          <a:cs typeface="Tahoma"/>
                        </a:rPr>
                        <a:t>whenever</a:t>
                      </a:r>
                      <a:r>
                        <a:rPr dirty="0" sz="3200" spc="-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200" spc="-5"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j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920115" algn="l"/>
                        </a:tabLst>
                      </a:pPr>
                      <a:r>
                        <a:rPr dirty="0" sz="3200" spc="5">
                          <a:latin typeface="Symbol"/>
                          <a:cs typeface="Symbol"/>
                        </a:rPr>
                        <a:t></a:t>
                      </a:r>
                      <a:r>
                        <a:rPr dirty="0" baseline="-17615" sz="3075" spc="7">
                          <a:latin typeface="Tahoma"/>
                          <a:cs typeface="Tahoma"/>
                        </a:rPr>
                        <a:t>S	</a:t>
                      </a:r>
                      <a:r>
                        <a:rPr dirty="0" sz="3200" spc="-5"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i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3200" spc="-5">
                          <a:latin typeface="Tahoma"/>
                          <a:cs typeface="Tahoma"/>
                        </a:rPr>
                        <a:t>and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3200">
                          <a:latin typeface="Tahoma"/>
                          <a:cs typeface="Tahoma"/>
                        </a:rPr>
                        <a:t>j </a:t>
                      </a:r>
                      <a:r>
                        <a:rPr dirty="0" sz="3200">
                          <a:latin typeface="Symbol"/>
                          <a:cs typeface="Symbol"/>
                        </a:rPr>
                        <a:t></a:t>
                      </a:r>
                      <a:r>
                        <a:rPr dirty="0" sz="3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>
                          <a:latin typeface="Tahoma"/>
                          <a:cs typeface="Tahoma"/>
                        </a:rPr>
                        <a:t>i </a:t>
                      </a:r>
                      <a:r>
                        <a:rPr dirty="0" sz="3200" spc="-5">
                          <a:latin typeface="Tahoma"/>
                          <a:cs typeface="Tahoma"/>
                        </a:rPr>
                        <a:t>and C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i </a:t>
                      </a:r>
                      <a:r>
                        <a:rPr dirty="0" sz="3200">
                          <a:latin typeface="Symbol"/>
                          <a:cs typeface="Symbol"/>
                        </a:rPr>
                        <a:t></a:t>
                      </a:r>
                      <a:r>
                        <a:rPr dirty="0" sz="32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B="0" marT="2540"/>
                </a:tc>
              </a:tr>
              <a:tr h="56484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544955" algn="l"/>
                        </a:tabLst>
                      </a:pPr>
                      <a:r>
                        <a:rPr dirty="0" sz="3200" spc="-5">
                          <a:latin typeface="Tahoma"/>
                          <a:cs typeface="Tahoma"/>
                        </a:rPr>
                        <a:t>then</a:t>
                      </a:r>
                      <a:r>
                        <a:rPr dirty="0" sz="32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3200" spc="-5">
                          <a:latin typeface="Tahoma"/>
                          <a:cs typeface="Tahoma"/>
                        </a:rPr>
                        <a:t>C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j	</a:t>
                      </a:r>
                      <a:r>
                        <a:rPr dirty="0" sz="3200" spc="5">
                          <a:latin typeface="Tahoma"/>
                          <a:cs typeface="Tahoma"/>
                        </a:rPr>
                        <a:t>&lt;</a:t>
                      </a:r>
                      <a:r>
                        <a:rPr dirty="0" baseline="-17615" sz="3075" spc="7">
                          <a:latin typeface="Tahoma"/>
                          <a:cs typeface="Tahoma"/>
                        </a:rPr>
                        <a:t>S</a:t>
                      </a:r>
                      <a:endParaRPr baseline="-17615" sz="3075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3200" spc="-5">
                          <a:latin typeface="Tahoma"/>
                          <a:cs typeface="Tahoma"/>
                        </a:rPr>
                        <a:t>C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i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011680"/>
            <a:ext cx="6960870" cy="157924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180465" marR="5080" indent="-1168400">
              <a:lnSpc>
                <a:spcPct val="100000"/>
              </a:lnSpc>
              <a:spcBef>
                <a:spcPts val="105"/>
              </a:spcBef>
            </a:pPr>
            <a:r>
              <a:rPr dirty="0" u="none" sz="3200" spc="-5"/>
              <a:t>Note: in </a:t>
            </a:r>
            <a:r>
              <a:rPr dirty="0" u="none" sz="3200" spc="-10"/>
              <a:t>transactions, </a:t>
            </a:r>
            <a:r>
              <a:rPr dirty="0" u="none" sz="3200" spc="-5"/>
              <a:t>reads and writes  precede commit or</a:t>
            </a:r>
            <a:r>
              <a:rPr dirty="0" u="none" sz="3200" spc="-10"/>
              <a:t> </a:t>
            </a:r>
            <a:r>
              <a:rPr dirty="0" u="none" sz="3200" spc="-5"/>
              <a:t>abort</a:t>
            </a:r>
            <a:endParaRPr sz="3200"/>
          </a:p>
          <a:p>
            <a:pPr marL="673100">
              <a:lnSpc>
                <a:spcPct val="100000"/>
              </a:lnSpc>
              <a:spcBef>
                <a:spcPts val="705"/>
              </a:spcBef>
            </a:pPr>
            <a:r>
              <a:rPr dirty="0" u="none" sz="3200" spc="-5"/>
              <a:t>If C</a:t>
            </a:r>
            <a:r>
              <a:rPr dirty="0" u="none" sz="2400" spc="-5"/>
              <a:t>i </a:t>
            </a:r>
            <a:r>
              <a:rPr dirty="0" u="none" sz="3200">
                <a:latin typeface="Symbol"/>
                <a:cs typeface="Symbol"/>
              </a:rPr>
              <a:t></a:t>
            </a:r>
            <a:r>
              <a:rPr dirty="0" u="none" sz="3200">
                <a:latin typeface="Times New Roman"/>
                <a:cs typeface="Times New Roman"/>
              </a:rPr>
              <a:t> </a:t>
            </a:r>
            <a:r>
              <a:rPr dirty="0" u="none" sz="3200" spc="-5"/>
              <a:t>T</a:t>
            </a:r>
            <a:r>
              <a:rPr dirty="0" u="none" sz="2400" spc="-5"/>
              <a:t>i</a:t>
            </a:r>
            <a:r>
              <a:rPr dirty="0" u="none" sz="3200" spc="-5"/>
              <a:t>, then r</a:t>
            </a:r>
            <a:r>
              <a:rPr dirty="0" u="none" sz="2400" spc="-5"/>
              <a:t>i</a:t>
            </a:r>
            <a:r>
              <a:rPr dirty="0" u="none" sz="3200" spc="-5"/>
              <a:t>(A) </a:t>
            </a:r>
            <a:r>
              <a:rPr dirty="0" u="none" sz="3200"/>
              <a:t>&lt;</a:t>
            </a:r>
            <a:r>
              <a:rPr dirty="0" u="none" sz="3200" spc="190"/>
              <a:t> </a:t>
            </a:r>
            <a:r>
              <a:rPr dirty="0" u="none" sz="3200" spc="-5"/>
              <a:t>C</a:t>
            </a:r>
            <a:r>
              <a:rPr dirty="0" u="none" sz="2400" spc="-5"/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3582797"/>
            <a:ext cx="5130165" cy="264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73100" marR="5080" indent="2654300">
              <a:lnSpc>
                <a:spcPct val="118100"/>
              </a:lnSpc>
              <a:spcBef>
                <a:spcPts val="95"/>
              </a:spcBef>
            </a:pPr>
            <a:r>
              <a:rPr dirty="0" sz="3200" spc="-5">
                <a:latin typeface="Tahoma"/>
                <a:cs typeface="Tahoma"/>
              </a:rPr>
              <a:t>w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(A) </a:t>
            </a:r>
            <a:r>
              <a:rPr dirty="0" sz="3200">
                <a:latin typeface="Tahoma"/>
                <a:cs typeface="Tahoma"/>
              </a:rPr>
              <a:t>&lt;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C</a:t>
            </a:r>
            <a:r>
              <a:rPr dirty="0" sz="2400" spc="-5">
                <a:latin typeface="Tahoma"/>
                <a:cs typeface="Tahoma"/>
              </a:rPr>
              <a:t>i  </a:t>
            </a:r>
            <a:r>
              <a:rPr dirty="0" sz="3200" spc="-5">
                <a:latin typeface="Tahoma"/>
                <a:cs typeface="Tahoma"/>
              </a:rPr>
              <a:t>If A</a:t>
            </a:r>
            <a:r>
              <a:rPr dirty="0" sz="2400" spc="-5">
                <a:latin typeface="Tahoma"/>
                <a:cs typeface="Tahoma"/>
              </a:rPr>
              <a:t>i </a:t>
            </a:r>
            <a:r>
              <a:rPr dirty="0" sz="3200">
                <a:latin typeface="Symbol"/>
                <a:cs typeface="Symbol"/>
              </a:rPr>
              <a:t>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, then r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(A) </a:t>
            </a:r>
            <a:r>
              <a:rPr dirty="0" sz="3200">
                <a:latin typeface="Tahoma"/>
                <a:cs typeface="Tahoma"/>
              </a:rPr>
              <a:t>&lt;</a:t>
            </a:r>
            <a:r>
              <a:rPr dirty="0" sz="3200" spc="18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 marL="3327400">
              <a:lnSpc>
                <a:spcPct val="100000"/>
              </a:lnSpc>
              <a:spcBef>
                <a:spcPts val="835"/>
              </a:spcBef>
            </a:pPr>
            <a:r>
              <a:rPr dirty="0" sz="3200" spc="-5">
                <a:latin typeface="Tahoma"/>
                <a:cs typeface="Tahoma"/>
              </a:rPr>
              <a:t>w</a:t>
            </a:r>
            <a:r>
              <a:rPr dirty="0" sz="2400" spc="-5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(A) </a:t>
            </a:r>
            <a:r>
              <a:rPr dirty="0" sz="3200">
                <a:latin typeface="Tahoma"/>
                <a:cs typeface="Tahoma"/>
              </a:rPr>
              <a:t>&lt;</a:t>
            </a:r>
            <a:r>
              <a:rPr dirty="0" sz="3200" spc="-7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Clr>
                <a:srgbClr val="CC00CC"/>
              </a:buClr>
              <a:buFont typeface="Wingdings"/>
              <a:buChar char=""/>
              <a:tabLst>
                <a:tab pos="355600" algn="l"/>
              </a:tabLst>
            </a:pPr>
            <a:r>
              <a:rPr dirty="0" sz="2400" spc="-10">
                <a:latin typeface="Tahoma"/>
                <a:cs typeface="Tahoma"/>
              </a:rPr>
              <a:t>Also, </a:t>
            </a:r>
            <a:r>
              <a:rPr dirty="0" sz="2400">
                <a:latin typeface="Tahoma"/>
                <a:cs typeface="Tahoma"/>
              </a:rPr>
              <a:t>one of </a:t>
            </a:r>
            <a:r>
              <a:rPr dirty="0" sz="2400" spc="-5">
                <a:latin typeface="Tahoma"/>
                <a:cs typeface="Tahoma"/>
              </a:rPr>
              <a:t>Ci, </a:t>
            </a:r>
            <a:r>
              <a:rPr dirty="0" sz="2400">
                <a:latin typeface="Tahoma"/>
                <a:cs typeface="Tahoma"/>
              </a:rPr>
              <a:t>Ai </a:t>
            </a:r>
            <a:r>
              <a:rPr dirty="0" sz="2400" spc="-5">
                <a:latin typeface="Tahoma"/>
                <a:cs typeface="Tahoma"/>
              </a:rPr>
              <a:t>per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transaction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7854"/>
            <a:ext cx="558482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253740" algn="l"/>
              </a:tabLst>
            </a:pPr>
            <a:r>
              <a:rPr dirty="0" u="none" spc="-5"/>
              <a:t>H</a:t>
            </a:r>
            <a:r>
              <a:rPr dirty="0" u="none"/>
              <a:t>ow</a:t>
            </a:r>
            <a:r>
              <a:rPr dirty="0" u="none" spc="-5"/>
              <a:t> </a:t>
            </a:r>
            <a:r>
              <a:rPr dirty="0" u="none"/>
              <a:t>to a</a:t>
            </a:r>
            <a:r>
              <a:rPr dirty="0" u="none" spc="-5"/>
              <a:t>ch</a:t>
            </a:r>
            <a:r>
              <a:rPr dirty="0" u="none"/>
              <a:t>ie</a:t>
            </a:r>
            <a:r>
              <a:rPr dirty="0" u="none" spc="-30"/>
              <a:t>v</a:t>
            </a:r>
            <a:r>
              <a:rPr dirty="0" u="none"/>
              <a:t>e	</a:t>
            </a:r>
            <a:r>
              <a:rPr dirty="0" u="none" spc="-25"/>
              <a:t>r</a:t>
            </a:r>
            <a:r>
              <a:rPr dirty="0" u="none"/>
              <a:t>e</a:t>
            </a:r>
            <a:r>
              <a:rPr dirty="0" u="none" spc="-5"/>
              <a:t>c</a:t>
            </a:r>
            <a:r>
              <a:rPr dirty="0" u="none" spc="-25"/>
              <a:t>o</a:t>
            </a:r>
            <a:r>
              <a:rPr dirty="0" u="none" spc="-30"/>
              <a:t>v</a:t>
            </a:r>
            <a:r>
              <a:rPr dirty="0" u="none"/>
              <a:t>e</a:t>
            </a:r>
            <a:r>
              <a:rPr dirty="0" u="none" spc="-70"/>
              <a:t>r</a:t>
            </a:r>
            <a:r>
              <a:rPr dirty="0" u="none"/>
              <a:t>able  </a:t>
            </a:r>
            <a:r>
              <a:rPr dirty="0" u="none" spc="-5"/>
              <a:t>schedules?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6214" y="541654"/>
            <a:ext cx="5792470" cy="11836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139190" marR="5080" indent="-1127125">
              <a:lnSpc>
                <a:spcPct val="105600"/>
              </a:lnSpc>
              <a:spcBef>
                <a:spcPts val="95"/>
              </a:spcBef>
              <a:tabLst>
                <a:tab pos="4239260" algn="l"/>
              </a:tabLst>
            </a:pPr>
            <a:r>
              <a:rPr dirty="0" u="none"/>
              <a:t>With </a:t>
            </a:r>
            <a:r>
              <a:rPr dirty="0" u="none" spc="-5"/>
              <a:t>2PL,</a:t>
            </a:r>
            <a:r>
              <a:rPr dirty="0" u="none" spc="15"/>
              <a:t> </a:t>
            </a:r>
            <a:r>
              <a:rPr dirty="0" u="none" spc="-5"/>
              <a:t>hold</a:t>
            </a:r>
            <a:r>
              <a:rPr dirty="0" u="none" spc="10"/>
              <a:t> </a:t>
            </a:r>
            <a:r>
              <a:rPr dirty="0" u="none" spc="-5"/>
              <a:t>write	locks</a:t>
            </a:r>
            <a:r>
              <a:rPr dirty="0" u="none" spc="-80"/>
              <a:t> </a:t>
            </a:r>
            <a:r>
              <a:rPr dirty="0" u="none"/>
              <a:t>to  commit </a:t>
            </a:r>
            <a:r>
              <a:rPr dirty="0" u="none" spc="-5"/>
              <a:t>(</a:t>
            </a:r>
            <a:r>
              <a:rPr dirty="0" spc="-5"/>
              <a:t>strict</a:t>
            </a:r>
            <a:r>
              <a:rPr dirty="0" spc="-20"/>
              <a:t> </a:t>
            </a:r>
            <a:r>
              <a:rPr dirty="0" spc="-5"/>
              <a:t>2PL</a:t>
            </a:r>
            <a:r>
              <a:rPr dirty="0" u="none" spc="-5"/>
              <a:t>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288539" y="2011680"/>
            <a:ext cx="2931160" cy="3942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3065" algn="l"/>
                <a:tab pos="2145665" algn="l"/>
              </a:tabLst>
            </a:pPr>
            <a:r>
              <a:rPr dirty="0" u="heavy" sz="3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2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4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j	</a:t>
            </a:r>
            <a:r>
              <a:rPr dirty="0" u="heavy" sz="32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dirty="0" u="heavy" sz="24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dirty="0" sz="3200" spc="-5">
                <a:latin typeface="Tahoma"/>
                <a:cs typeface="Tahoma"/>
              </a:rPr>
              <a:t>W</a:t>
            </a:r>
            <a:r>
              <a:rPr dirty="0" sz="2400" spc="-5">
                <a:latin typeface="Tahoma"/>
                <a:cs typeface="Tahoma"/>
              </a:rPr>
              <a:t>j</a:t>
            </a:r>
            <a:r>
              <a:rPr dirty="0" sz="3200" spc="-5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00">
              <a:latin typeface="Tahoma"/>
              <a:cs typeface="Tahoma"/>
            </a:endParaRPr>
          </a:p>
          <a:p>
            <a:pPr marL="317500" marR="1737995">
              <a:lnSpc>
                <a:spcPct val="119900"/>
              </a:lnSpc>
            </a:pPr>
            <a:r>
              <a:rPr dirty="0" sz="3200" spc="-5">
                <a:latin typeface="Tahoma"/>
                <a:cs typeface="Tahoma"/>
              </a:rPr>
              <a:t>C</a:t>
            </a:r>
            <a:r>
              <a:rPr dirty="0" sz="2400" spc="-5">
                <a:latin typeface="Tahoma"/>
                <a:cs typeface="Tahoma"/>
              </a:rPr>
              <a:t>j  </a:t>
            </a:r>
            <a:r>
              <a:rPr dirty="0" sz="3200" spc="-5">
                <a:latin typeface="Tahoma"/>
                <a:cs typeface="Tahoma"/>
              </a:rPr>
              <a:t>u</a:t>
            </a:r>
            <a:r>
              <a:rPr dirty="0" sz="2400" spc="-5">
                <a:latin typeface="Tahoma"/>
                <a:cs typeface="Tahoma"/>
              </a:rPr>
              <a:t>j</a:t>
            </a:r>
            <a:r>
              <a:rPr dirty="0" sz="3200" spc="-5">
                <a:latin typeface="Tahoma"/>
                <a:cs typeface="Tahoma"/>
              </a:rPr>
              <a:t>(A</a:t>
            </a:r>
            <a:r>
              <a:rPr dirty="0" sz="320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2146300">
              <a:lnSpc>
                <a:spcPct val="100000"/>
              </a:lnSpc>
              <a:spcBef>
                <a:spcPts val="130"/>
              </a:spcBef>
            </a:pPr>
            <a:r>
              <a:rPr dirty="0" sz="3200">
                <a:latin typeface="Tahoma"/>
                <a:cs typeface="Tahoma"/>
              </a:rPr>
              <a:t>r</a:t>
            </a:r>
            <a:r>
              <a:rPr dirty="0" sz="2400">
                <a:latin typeface="Tahoma"/>
                <a:cs typeface="Tahoma"/>
              </a:rPr>
              <a:t>i</a:t>
            </a:r>
            <a:r>
              <a:rPr dirty="0" sz="3200" spc="-5">
                <a:latin typeface="Tahoma"/>
                <a:cs typeface="Tahoma"/>
              </a:rPr>
              <a:t>(A</a:t>
            </a:r>
            <a:r>
              <a:rPr dirty="0" sz="320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8681" y="27472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481" y="39664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8681" y="56428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5081" y="2899693"/>
            <a:ext cx="516890" cy="9290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...</a:t>
            </a:r>
            <a:r>
              <a:rPr dirty="0" sz="3200" spc="2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...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5081" y="4042693"/>
            <a:ext cx="516890" cy="9290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...</a:t>
            </a:r>
            <a:r>
              <a:rPr dirty="0" sz="3200" spc="2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...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2589" y="845820"/>
            <a:ext cx="5548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With </a:t>
            </a:r>
            <a:r>
              <a:rPr dirty="0" u="none" spc="-10"/>
              <a:t>validation, </a:t>
            </a:r>
            <a:r>
              <a:rPr dirty="0" u="none" spc="-5"/>
              <a:t>no</a:t>
            </a:r>
            <a:r>
              <a:rPr dirty="0" u="none" spc="-35"/>
              <a:t> </a:t>
            </a:r>
            <a:r>
              <a:rPr dirty="0" u="none" spc="-5"/>
              <a:t>change!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7477759" cy="363474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01625" marR="5080" indent="-28956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>
                <a:latin typeface="Tahoma"/>
                <a:cs typeface="Tahoma"/>
              </a:rPr>
              <a:t>S </a:t>
            </a:r>
            <a:r>
              <a:rPr dirty="0" sz="3200" spc="-5">
                <a:latin typeface="Tahoma"/>
                <a:cs typeface="Tahoma"/>
              </a:rPr>
              <a:t>is </a:t>
            </a:r>
            <a:r>
              <a:rPr dirty="0" u="heavy" sz="32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recoverable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if </a:t>
            </a:r>
            <a:r>
              <a:rPr dirty="0" sz="3200" spc="-5">
                <a:latin typeface="Tahoma"/>
                <a:cs typeface="Tahoma"/>
              </a:rPr>
              <a:t>each </a:t>
            </a:r>
            <a:r>
              <a:rPr dirty="0" sz="3200" spc="-10">
                <a:latin typeface="Tahoma"/>
                <a:cs typeface="Tahoma"/>
              </a:rPr>
              <a:t>transaction  </a:t>
            </a:r>
            <a:r>
              <a:rPr dirty="0" sz="3350" spc="-650" i="1">
                <a:latin typeface="Tahoma"/>
                <a:cs typeface="Tahoma"/>
              </a:rPr>
              <a:t>commits</a:t>
            </a:r>
            <a:r>
              <a:rPr dirty="0" sz="3200" spc="-650">
                <a:latin typeface="Tahoma"/>
                <a:cs typeface="Tahoma"/>
              </a:rPr>
              <a:t>only </a:t>
            </a:r>
            <a:r>
              <a:rPr dirty="0" sz="3200" spc="-5">
                <a:latin typeface="Tahoma"/>
                <a:cs typeface="Tahoma"/>
              </a:rPr>
              <a:t>after </a:t>
            </a:r>
            <a:r>
              <a:rPr dirty="0" sz="3200">
                <a:latin typeface="Tahoma"/>
                <a:cs typeface="Tahoma"/>
              </a:rPr>
              <a:t>all </a:t>
            </a:r>
            <a:r>
              <a:rPr dirty="0" sz="3200" spc="-10">
                <a:latin typeface="Tahoma"/>
                <a:cs typeface="Tahoma"/>
              </a:rPr>
              <a:t>transactions from  </a:t>
            </a:r>
            <a:r>
              <a:rPr dirty="0" sz="3200" spc="-5">
                <a:latin typeface="Tahoma"/>
                <a:cs typeface="Tahoma"/>
              </a:rPr>
              <a:t>which </a:t>
            </a:r>
            <a:r>
              <a:rPr dirty="0" sz="3200">
                <a:latin typeface="Tahoma"/>
                <a:cs typeface="Tahoma"/>
              </a:rPr>
              <a:t>it </a:t>
            </a:r>
            <a:r>
              <a:rPr dirty="0" sz="3200" spc="-5">
                <a:latin typeface="Tahoma"/>
                <a:cs typeface="Tahoma"/>
              </a:rPr>
              <a:t>read </a:t>
            </a:r>
            <a:r>
              <a:rPr dirty="0" sz="3200" spc="-15">
                <a:latin typeface="Tahoma"/>
                <a:cs typeface="Tahoma"/>
              </a:rPr>
              <a:t>have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committed.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CC00CC"/>
              </a:buClr>
              <a:buFont typeface="Wingdings"/>
              <a:buChar char=""/>
            </a:pPr>
            <a:endParaRPr sz="4450">
              <a:latin typeface="Tahoma"/>
              <a:cs typeface="Tahoma"/>
            </a:endParaRPr>
          </a:p>
          <a:p>
            <a:pPr marL="355600" marR="109220" indent="-342900">
              <a:lnSpc>
                <a:spcPts val="384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>
                <a:latin typeface="Tahoma"/>
                <a:cs typeface="Tahoma"/>
              </a:rPr>
              <a:t>S </a:t>
            </a:r>
            <a:r>
              <a:rPr dirty="0" u="heavy" sz="32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avoids </a:t>
            </a:r>
            <a:r>
              <a:rPr dirty="0" u="heavy" sz="3200" spc="-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cascading rollback</a:t>
            </a:r>
            <a:r>
              <a:rPr dirty="0" sz="3200" spc="-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if </a:t>
            </a:r>
            <a:r>
              <a:rPr dirty="0" sz="3200" spc="-5">
                <a:latin typeface="Tahoma"/>
                <a:cs typeface="Tahoma"/>
              </a:rPr>
              <a:t>each  </a:t>
            </a:r>
            <a:r>
              <a:rPr dirty="0" sz="3200" spc="-10">
                <a:latin typeface="Tahoma"/>
                <a:cs typeface="Tahoma"/>
              </a:rPr>
              <a:t>transaction may </a:t>
            </a:r>
            <a:r>
              <a:rPr dirty="0" sz="3350" spc="-484" i="1">
                <a:latin typeface="Tahoma"/>
                <a:cs typeface="Tahoma"/>
              </a:rPr>
              <a:t>read</a:t>
            </a:r>
            <a:r>
              <a:rPr dirty="0" sz="3200" spc="-484">
                <a:latin typeface="Tahoma"/>
                <a:cs typeface="Tahoma"/>
              </a:rPr>
              <a:t>only </a:t>
            </a:r>
            <a:r>
              <a:rPr dirty="0" sz="3200" spc="-5">
                <a:latin typeface="Tahoma"/>
                <a:cs typeface="Tahoma"/>
              </a:rPr>
              <a:t>those </a:t>
            </a:r>
            <a:r>
              <a:rPr dirty="0" sz="3200" spc="-15">
                <a:latin typeface="Tahoma"/>
                <a:cs typeface="Tahoma"/>
              </a:rPr>
              <a:t>values  </a:t>
            </a:r>
            <a:r>
              <a:rPr dirty="0" sz="3200" spc="-5">
                <a:latin typeface="Tahoma"/>
                <a:cs typeface="Tahoma"/>
              </a:rPr>
              <a:t>written by committed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transactions.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06779"/>
            <a:ext cx="7416165" cy="151003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just" marL="301625" marR="5080" indent="-28956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>
                <a:latin typeface="Tahoma"/>
                <a:cs typeface="Tahoma"/>
              </a:rPr>
              <a:t>S </a:t>
            </a:r>
            <a:r>
              <a:rPr dirty="0" sz="3200" spc="-5">
                <a:latin typeface="Tahoma"/>
                <a:cs typeface="Tahoma"/>
              </a:rPr>
              <a:t>is strict </a:t>
            </a:r>
            <a:r>
              <a:rPr dirty="0" sz="3200">
                <a:latin typeface="Tahoma"/>
                <a:cs typeface="Tahoma"/>
              </a:rPr>
              <a:t>if </a:t>
            </a:r>
            <a:r>
              <a:rPr dirty="0" sz="3200" spc="-5">
                <a:latin typeface="Tahoma"/>
                <a:cs typeface="Tahoma"/>
              </a:rPr>
              <a:t>each </a:t>
            </a:r>
            <a:r>
              <a:rPr dirty="0" sz="3200" spc="-10">
                <a:latin typeface="Tahoma"/>
                <a:cs typeface="Tahoma"/>
              </a:rPr>
              <a:t>transaction may </a:t>
            </a:r>
            <a:r>
              <a:rPr dirty="0" sz="3350" spc="-955" i="1">
                <a:latin typeface="Tahoma"/>
                <a:cs typeface="Tahoma"/>
              </a:rPr>
              <a:t>read  </a:t>
            </a:r>
            <a:r>
              <a:rPr dirty="0" sz="3350" spc="-610" i="1">
                <a:latin typeface="Tahoma"/>
                <a:cs typeface="Tahoma"/>
              </a:rPr>
              <a:t>andwrite</a:t>
            </a:r>
            <a:r>
              <a:rPr dirty="0" sz="3200" spc="-610">
                <a:latin typeface="Tahoma"/>
                <a:cs typeface="Tahoma"/>
              </a:rPr>
              <a:t>only </a:t>
            </a:r>
            <a:r>
              <a:rPr dirty="0" sz="3200" spc="-5">
                <a:latin typeface="Tahoma"/>
                <a:cs typeface="Tahoma"/>
              </a:rPr>
              <a:t>items previously written  by committed</a:t>
            </a:r>
            <a:r>
              <a:rPr dirty="0" sz="3200" spc="-10">
                <a:latin typeface="Tahoma"/>
                <a:cs typeface="Tahoma"/>
              </a:rPr>
              <a:t> transactions.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93291" y="2743200"/>
            <a:ext cx="6605270" cy="2769235"/>
          </a:xfrm>
          <a:custGeom>
            <a:avLst/>
            <a:gdLst/>
            <a:ahLst/>
            <a:cxnLst/>
            <a:rect l="l" t="t" r="r" b="b"/>
            <a:pathLst>
              <a:path w="6605270" h="2769235">
                <a:moveTo>
                  <a:pt x="0" y="0"/>
                </a:moveTo>
                <a:lnTo>
                  <a:pt x="6605016" y="0"/>
                </a:lnTo>
                <a:lnTo>
                  <a:pt x="6605016" y="2769107"/>
                </a:lnTo>
                <a:lnTo>
                  <a:pt x="0" y="27691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89037" y="2738437"/>
            <a:ext cx="6613525" cy="2778125"/>
          </a:xfrm>
          <a:custGeom>
            <a:avLst/>
            <a:gdLst/>
            <a:ahLst/>
            <a:cxnLst/>
            <a:rect l="l" t="t" r="r" b="b"/>
            <a:pathLst>
              <a:path w="6613525" h="2778125">
                <a:moveTo>
                  <a:pt x="6613525" y="2778125"/>
                </a:moveTo>
                <a:lnTo>
                  <a:pt x="0" y="2778125"/>
                </a:lnTo>
                <a:lnTo>
                  <a:pt x="0" y="0"/>
                </a:lnTo>
                <a:lnTo>
                  <a:pt x="6613525" y="0"/>
                </a:lnTo>
                <a:lnTo>
                  <a:pt x="6613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768600"/>
                </a:lnTo>
                <a:lnTo>
                  <a:pt x="4762" y="2768600"/>
                </a:lnTo>
                <a:lnTo>
                  <a:pt x="9525" y="2773362"/>
                </a:lnTo>
                <a:lnTo>
                  <a:pt x="6613525" y="2773362"/>
                </a:lnTo>
                <a:lnTo>
                  <a:pt x="6613525" y="2778125"/>
                </a:lnTo>
                <a:close/>
              </a:path>
              <a:path w="6613525" h="277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613525" h="2778125">
                <a:moveTo>
                  <a:pt x="6604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604000" y="4762"/>
                </a:lnTo>
                <a:lnTo>
                  <a:pt x="6604000" y="9525"/>
                </a:lnTo>
                <a:close/>
              </a:path>
              <a:path w="6613525" h="2778125">
                <a:moveTo>
                  <a:pt x="6604000" y="2773362"/>
                </a:moveTo>
                <a:lnTo>
                  <a:pt x="6604000" y="4762"/>
                </a:lnTo>
                <a:lnTo>
                  <a:pt x="6608762" y="9525"/>
                </a:lnTo>
                <a:lnTo>
                  <a:pt x="6613525" y="9525"/>
                </a:lnTo>
                <a:lnTo>
                  <a:pt x="6613525" y="2768600"/>
                </a:lnTo>
                <a:lnTo>
                  <a:pt x="6608762" y="2768600"/>
                </a:lnTo>
                <a:lnTo>
                  <a:pt x="6604000" y="2773362"/>
                </a:lnTo>
                <a:close/>
              </a:path>
              <a:path w="6613525" h="2778125">
                <a:moveTo>
                  <a:pt x="6613525" y="9525"/>
                </a:moveTo>
                <a:lnTo>
                  <a:pt x="6608762" y="9525"/>
                </a:lnTo>
                <a:lnTo>
                  <a:pt x="6604000" y="4762"/>
                </a:lnTo>
                <a:lnTo>
                  <a:pt x="6613525" y="4762"/>
                </a:lnTo>
                <a:lnTo>
                  <a:pt x="6613525" y="9525"/>
                </a:lnTo>
                <a:close/>
              </a:path>
              <a:path w="6613525" h="2778125">
                <a:moveTo>
                  <a:pt x="9525" y="2773362"/>
                </a:moveTo>
                <a:lnTo>
                  <a:pt x="4762" y="2768600"/>
                </a:lnTo>
                <a:lnTo>
                  <a:pt x="9525" y="2768600"/>
                </a:lnTo>
                <a:lnTo>
                  <a:pt x="9525" y="2773362"/>
                </a:lnTo>
                <a:close/>
              </a:path>
              <a:path w="6613525" h="2778125">
                <a:moveTo>
                  <a:pt x="6604000" y="2773362"/>
                </a:moveTo>
                <a:lnTo>
                  <a:pt x="9525" y="2773362"/>
                </a:lnTo>
                <a:lnTo>
                  <a:pt x="9525" y="2768600"/>
                </a:lnTo>
                <a:lnTo>
                  <a:pt x="6604000" y="2768600"/>
                </a:lnTo>
                <a:lnTo>
                  <a:pt x="6604000" y="2773362"/>
                </a:lnTo>
                <a:close/>
              </a:path>
              <a:path w="6613525" h="2778125">
                <a:moveTo>
                  <a:pt x="6613525" y="2773362"/>
                </a:moveTo>
                <a:lnTo>
                  <a:pt x="6604000" y="2773362"/>
                </a:lnTo>
                <a:lnTo>
                  <a:pt x="6608762" y="2768600"/>
                </a:lnTo>
                <a:lnTo>
                  <a:pt x="6613525" y="2768600"/>
                </a:lnTo>
                <a:lnTo>
                  <a:pt x="6613525" y="277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40992" y="3048000"/>
            <a:ext cx="5295900" cy="1931035"/>
          </a:xfrm>
          <a:custGeom>
            <a:avLst/>
            <a:gdLst/>
            <a:ahLst/>
            <a:cxnLst/>
            <a:rect l="l" t="t" r="r" b="b"/>
            <a:pathLst>
              <a:path w="5295900" h="1931035">
                <a:moveTo>
                  <a:pt x="0" y="0"/>
                </a:moveTo>
                <a:lnTo>
                  <a:pt x="5295900" y="0"/>
                </a:lnTo>
                <a:lnTo>
                  <a:pt x="5295900" y="1930907"/>
                </a:lnTo>
                <a:lnTo>
                  <a:pt x="0" y="19309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36737" y="3043237"/>
            <a:ext cx="5305425" cy="1939925"/>
          </a:xfrm>
          <a:custGeom>
            <a:avLst/>
            <a:gdLst/>
            <a:ahLst/>
            <a:cxnLst/>
            <a:rect l="l" t="t" r="r" b="b"/>
            <a:pathLst>
              <a:path w="5305425" h="1939925">
                <a:moveTo>
                  <a:pt x="5305425" y="1939925"/>
                </a:moveTo>
                <a:lnTo>
                  <a:pt x="0" y="1939925"/>
                </a:lnTo>
                <a:lnTo>
                  <a:pt x="0" y="0"/>
                </a:lnTo>
                <a:lnTo>
                  <a:pt x="5305425" y="0"/>
                </a:lnTo>
                <a:lnTo>
                  <a:pt x="53054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30400"/>
                </a:lnTo>
                <a:lnTo>
                  <a:pt x="4762" y="1930400"/>
                </a:lnTo>
                <a:lnTo>
                  <a:pt x="9525" y="1935162"/>
                </a:lnTo>
                <a:lnTo>
                  <a:pt x="5305425" y="1935162"/>
                </a:lnTo>
                <a:lnTo>
                  <a:pt x="5305425" y="1939925"/>
                </a:lnTo>
                <a:close/>
              </a:path>
              <a:path w="5305425" h="1939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305425" h="1939925">
                <a:moveTo>
                  <a:pt x="52959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295900" y="4762"/>
                </a:lnTo>
                <a:lnTo>
                  <a:pt x="5295900" y="9525"/>
                </a:lnTo>
                <a:close/>
              </a:path>
              <a:path w="5305425" h="1939925">
                <a:moveTo>
                  <a:pt x="5295900" y="1935162"/>
                </a:moveTo>
                <a:lnTo>
                  <a:pt x="5295900" y="4762"/>
                </a:lnTo>
                <a:lnTo>
                  <a:pt x="5300662" y="9525"/>
                </a:lnTo>
                <a:lnTo>
                  <a:pt x="5305425" y="9525"/>
                </a:lnTo>
                <a:lnTo>
                  <a:pt x="5305425" y="1930400"/>
                </a:lnTo>
                <a:lnTo>
                  <a:pt x="5300662" y="1930400"/>
                </a:lnTo>
                <a:lnTo>
                  <a:pt x="5295900" y="1935162"/>
                </a:lnTo>
                <a:close/>
              </a:path>
              <a:path w="5305425" h="1939925">
                <a:moveTo>
                  <a:pt x="5305425" y="9525"/>
                </a:moveTo>
                <a:lnTo>
                  <a:pt x="5300662" y="9525"/>
                </a:lnTo>
                <a:lnTo>
                  <a:pt x="5295900" y="4762"/>
                </a:lnTo>
                <a:lnTo>
                  <a:pt x="5305425" y="4762"/>
                </a:lnTo>
                <a:lnTo>
                  <a:pt x="5305425" y="9525"/>
                </a:lnTo>
                <a:close/>
              </a:path>
              <a:path w="5305425" h="1939925">
                <a:moveTo>
                  <a:pt x="9525" y="1935162"/>
                </a:moveTo>
                <a:lnTo>
                  <a:pt x="4762" y="1930400"/>
                </a:lnTo>
                <a:lnTo>
                  <a:pt x="9525" y="1930400"/>
                </a:lnTo>
                <a:lnTo>
                  <a:pt x="9525" y="1935162"/>
                </a:lnTo>
                <a:close/>
              </a:path>
              <a:path w="5305425" h="1939925">
                <a:moveTo>
                  <a:pt x="5295900" y="1935162"/>
                </a:moveTo>
                <a:lnTo>
                  <a:pt x="9525" y="1935162"/>
                </a:lnTo>
                <a:lnTo>
                  <a:pt x="9525" y="1930400"/>
                </a:lnTo>
                <a:lnTo>
                  <a:pt x="5295900" y="1930400"/>
                </a:lnTo>
                <a:lnTo>
                  <a:pt x="5295900" y="1935162"/>
                </a:lnTo>
                <a:close/>
              </a:path>
              <a:path w="5305425" h="1939925">
                <a:moveTo>
                  <a:pt x="5305425" y="1935162"/>
                </a:moveTo>
                <a:lnTo>
                  <a:pt x="5295900" y="1935162"/>
                </a:lnTo>
                <a:lnTo>
                  <a:pt x="5300662" y="1930400"/>
                </a:lnTo>
                <a:lnTo>
                  <a:pt x="5305425" y="1930400"/>
                </a:lnTo>
                <a:lnTo>
                  <a:pt x="5305425" y="1935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86379" y="3828901"/>
            <a:ext cx="3406140" cy="368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2400" spc="-15">
                <a:latin typeface="Tahoma"/>
                <a:cs typeface="Tahoma"/>
              </a:rPr>
              <a:t>Avoids </a:t>
            </a:r>
            <a:r>
              <a:rPr dirty="0" sz="2400" spc="-5">
                <a:latin typeface="Tahoma"/>
                <a:cs typeface="Tahoma"/>
              </a:rPr>
              <a:t>cascading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rollback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50007" y="3314700"/>
            <a:ext cx="4330065" cy="1257300"/>
          </a:xfrm>
          <a:custGeom>
            <a:avLst/>
            <a:gdLst/>
            <a:ahLst/>
            <a:cxnLst/>
            <a:rect l="l" t="t" r="r" b="b"/>
            <a:pathLst>
              <a:path w="4330065" h="1257300">
                <a:moveTo>
                  <a:pt x="0" y="0"/>
                </a:moveTo>
                <a:lnTo>
                  <a:pt x="4329684" y="0"/>
                </a:lnTo>
                <a:lnTo>
                  <a:pt x="4329684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44737" y="3309937"/>
            <a:ext cx="4340225" cy="1266825"/>
          </a:xfrm>
          <a:custGeom>
            <a:avLst/>
            <a:gdLst/>
            <a:ahLst/>
            <a:cxnLst/>
            <a:rect l="l" t="t" r="r" b="b"/>
            <a:pathLst>
              <a:path w="4340225" h="1266825">
                <a:moveTo>
                  <a:pt x="4340225" y="1266825"/>
                </a:moveTo>
                <a:lnTo>
                  <a:pt x="0" y="1266825"/>
                </a:lnTo>
                <a:lnTo>
                  <a:pt x="0" y="0"/>
                </a:lnTo>
                <a:lnTo>
                  <a:pt x="4340225" y="0"/>
                </a:lnTo>
                <a:lnTo>
                  <a:pt x="43402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57300"/>
                </a:lnTo>
                <a:lnTo>
                  <a:pt x="4762" y="1257300"/>
                </a:lnTo>
                <a:lnTo>
                  <a:pt x="9525" y="1262062"/>
                </a:lnTo>
                <a:lnTo>
                  <a:pt x="4340225" y="1262062"/>
                </a:lnTo>
                <a:lnTo>
                  <a:pt x="4340225" y="1266825"/>
                </a:lnTo>
                <a:close/>
              </a:path>
              <a:path w="4340225" h="1266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40225" h="1266825">
                <a:moveTo>
                  <a:pt x="43307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330700" y="4762"/>
                </a:lnTo>
                <a:lnTo>
                  <a:pt x="4330700" y="9525"/>
                </a:lnTo>
                <a:close/>
              </a:path>
              <a:path w="4340225" h="1266825">
                <a:moveTo>
                  <a:pt x="4330700" y="1262062"/>
                </a:moveTo>
                <a:lnTo>
                  <a:pt x="4330700" y="4762"/>
                </a:lnTo>
                <a:lnTo>
                  <a:pt x="4335462" y="9525"/>
                </a:lnTo>
                <a:lnTo>
                  <a:pt x="4340225" y="9525"/>
                </a:lnTo>
                <a:lnTo>
                  <a:pt x="4340225" y="1257300"/>
                </a:lnTo>
                <a:lnTo>
                  <a:pt x="4335462" y="1257300"/>
                </a:lnTo>
                <a:lnTo>
                  <a:pt x="4330700" y="1262062"/>
                </a:lnTo>
                <a:close/>
              </a:path>
              <a:path w="4340225" h="1266825">
                <a:moveTo>
                  <a:pt x="4340225" y="9525"/>
                </a:moveTo>
                <a:lnTo>
                  <a:pt x="4335462" y="9525"/>
                </a:lnTo>
                <a:lnTo>
                  <a:pt x="4330700" y="4762"/>
                </a:lnTo>
                <a:lnTo>
                  <a:pt x="4340225" y="4762"/>
                </a:lnTo>
                <a:lnTo>
                  <a:pt x="4340225" y="9525"/>
                </a:lnTo>
                <a:close/>
              </a:path>
              <a:path w="4340225" h="1266825">
                <a:moveTo>
                  <a:pt x="9525" y="1262062"/>
                </a:moveTo>
                <a:lnTo>
                  <a:pt x="4762" y="1257300"/>
                </a:lnTo>
                <a:lnTo>
                  <a:pt x="9525" y="1257300"/>
                </a:lnTo>
                <a:lnTo>
                  <a:pt x="9525" y="1262062"/>
                </a:lnTo>
                <a:close/>
              </a:path>
              <a:path w="4340225" h="1266825">
                <a:moveTo>
                  <a:pt x="4330700" y="1262062"/>
                </a:moveTo>
                <a:lnTo>
                  <a:pt x="9525" y="1262062"/>
                </a:lnTo>
                <a:lnTo>
                  <a:pt x="9525" y="1257300"/>
                </a:lnTo>
                <a:lnTo>
                  <a:pt x="4330700" y="1257300"/>
                </a:lnTo>
                <a:lnTo>
                  <a:pt x="4330700" y="1262062"/>
                </a:lnTo>
                <a:close/>
              </a:path>
              <a:path w="4340225" h="1266825">
                <a:moveTo>
                  <a:pt x="4340225" y="1262062"/>
                </a:moveTo>
                <a:lnTo>
                  <a:pt x="4330700" y="1262062"/>
                </a:lnTo>
                <a:lnTo>
                  <a:pt x="4335462" y="1257300"/>
                </a:lnTo>
                <a:lnTo>
                  <a:pt x="4340225" y="1257300"/>
                </a:lnTo>
                <a:lnTo>
                  <a:pt x="4340225" y="1262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79291" y="3531108"/>
            <a:ext cx="2007235" cy="698500"/>
          </a:xfrm>
          <a:custGeom>
            <a:avLst/>
            <a:gdLst/>
            <a:ahLst/>
            <a:cxnLst/>
            <a:rect l="l" t="t" r="r" b="b"/>
            <a:pathLst>
              <a:path w="2007235" h="698500">
                <a:moveTo>
                  <a:pt x="0" y="0"/>
                </a:moveTo>
                <a:lnTo>
                  <a:pt x="2007108" y="0"/>
                </a:lnTo>
                <a:lnTo>
                  <a:pt x="2007108" y="697991"/>
                </a:lnTo>
                <a:lnTo>
                  <a:pt x="0" y="6979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75037" y="3525837"/>
            <a:ext cx="2016125" cy="708025"/>
          </a:xfrm>
          <a:custGeom>
            <a:avLst/>
            <a:gdLst/>
            <a:ahLst/>
            <a:cxnLst/>
            <a:rect l="l" t="t" r="r" b="b"/>
            <a:pathLst>
              <a:path w="2016125" h="708025">
                <a:moveTo>
                  <a:pt x="2016125" y="708025"/>
                </a:moveTo>
                <a:lnTo>
                  <a:pt x="0" y="708025"/>
                </a:lnTo>
                <a:lnTo>
                  <a:pt x="0" y="0"/>
                </a:lnTo>
                <a:lnTo>
                  <a:pt x="2016125" y="0"/>
                </a:lnTo>
                <a:lnTo>
                  <a:pt x="2016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98500"/>
                </a:lnTo>
                <a:lnTo>
                  <a:pt x="4762" y="698500"/>
                </a:lnTo>
                <a:lnTo>
                  <a:pt x="9525" y="703262"/>
                </a:lnTo>
                <a:lnTo>
                  <a:pt x="2016125" y="703262"/>
                </a:lnTo>
                <a:lnTo>
                  <a:pt x="2016125" y="708025"/>
                </a:lnTo>
                <a:close/>
              </a:path>
              <a:path w="2016125" h="708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16125" h="708025">
                <a:moveTo>
                  <a:pt x="2006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06600" y="4762"/>
                </a:lnTo>
                <a:lnTo>
                  <a:pt x="2006600" y="9525"/>
                </a:lnTo>
                <a:close/>
              </a:path>
              <a:path w="2016125" h="708025">
                <a:moveTo>
                  <a:pt x="2006600" y="703262"/>
                </a:moveTo>
                <a:lnTo>
                  <a:pt x="2006600" y="4762"/>
                </a:lnTo>
                <a:lnTo>
                  <a:pt x="2011362" y="9525"/>
                </a:lnTo>
                <a:lnTo>
                  <a:pt x="2016125" y="9525"/>
                </a:lnTo>
                <a:lnTo>
                  <a:pt x="2016125" y="698500"/>
                </a:lnTo>
                <a:lnTo>
                  <a:pt x="2011362" y="698500"/>
                </a:lnTo>
                <a:lnTo>
                  <a:pt x="2006600" y="703262"/>
                </a:lnTo>
                <a:close/>
              </a:path>
              <a:path w="2016125" h="708025">
                <a:moveTo>
                  <a:pt x="2016125" y="9525"/>
                </a:moveTo>
                <a:lnTo>
                  <a:pt x="2011362" y="9525"/>
                </a:lnTo>
                <a:lnTo>
                  <a:pt x="2006600" y="4762"/>
                </a:lnTo>
                <a:lnTo>
                  <a:pt x="2016125" y="4762"/>
                </a:lnTo>
                <a:lnTo>
                  <a:pt x="2016125" y="9525"/>
                </a:lnTo>
                <a:close/>
              </a:path>
              <a:path w="2016125" h="708025">
                <a:moveTo>
                  <a:pt x="9525" y="703262"/>
                </a:moveTo>
                <a:lnTo>
                  <a:pt x="4762" y="698500"/>
                </a:lnTo>
                <a:lnTo>
                  <a:pt x="9525" y="698500"/>
                </a:lnTo>
                <a:lnTo>
                  <a:pt x="9525" y="703262"/>
                </a:lnTo>
                <a:close/>
              </a:path>
              <a:path w="2016125" h="708025">
                <a:moveTo>
                  <a:pt x="2006600" y="703262"/>
                </a:moveTo>
                <a:lnTo>
                  <a:pt x="9525" y="703262"/>
                </a:lnTo>
                <a:lnTo>
                  <a:pt x="9525" y="698500"/>
                </a:lnTo>
                <a:lnTo>
                  <a:pt x="2006600" y="698500"/>
                </a:lnTo>
                <a:lnTo>
                  <a:pt x="2006600" y="703262"/>
                </a:lnTo>
                <a:close/>
              </a:path>
              <a:path w="2016125" h="708025">
                <a:moveTo>
                  <a:pt x="2016125" y="703262"/>
                </a:moveTo>
                <a:lnTo>
                  <a:pt x="2006600" y="703262"/>
                </a:lnTo>
                <a:lnTo>
                  <a:pt x="2011362" y="698500"/>
                </a:lnTo>
                <a:lnTo>
                  <a:pt x="2016125" y="698500"/>
                </a:lnTo>
                <a:lnTo>
                  <a:pt x="2016125" y="703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93291" y="2920999"/>
            <a:ext cx="660527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336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RC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2059939" y="4629150"/>
            <a:ext cx="4756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AC</a:t>
            </a:r>
            <a:r>
              <a:rPr dirty="0" sz="2000">
                <a:latin typeface="Tahoma"/>
                <a:cs typeface="Tahoma"/>
              </a:rPr>
              <a:t>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7939" y="3613150"/>
            <a:ext cx="3035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S</a:t>
            </a:r>
            <a:r>
              <a:rPr dirty="0" sz="200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6340" y="3752850"/>
            <a:ext cx="8280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SERIA</a:t>
            </a:r>
            <a:r>
              <a:rPr dirty="0" sz="2000">
                <a:latin typeface="Tahoma"/>
                <a:cs typeface="Tahoma"/>
              </a:rPr>
              <a:t>L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4" y="861694"/>
            <a:ext cx="754697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4000" spc="-10"/>
              <a:t>Where are </a:t>
            </a:r>
            <a:r>
              <a:rPr dirty="0" u="none" sz="4000" spc="-5"/>
              <a:t>serializable schedules?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182624" y="2286000"/>
            <a:ext cx="6604000" cy="2769235"/>
          </a:xfrm>
          <a:custGeom>
            <a:avLst/>
            <a:gdLst/>
            <a:ahLst/>
            <a:cxnLst/>
            <a:rect l="l" t="t" r="r" b="b"/>
            <a:pathLst>
              <a:path w="6604000" h="2769235">
                <a:moveTo>
                  <a:pt x="0" y="0"/>
                </a:moveTo>
                <a:lnTo>
                  <a:pt x="6603492" y="0"/>
                </a:lnTo>
                <a:lnTo>
                  <a:pt x="6603492" y="2769107"/>
                </a:lnTo>
                <a:lnTo>
                  <a:pt x="0" y="27691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77925" y="2281237"/>
            <a:ext cx="6613525" cy="2778125"/>
          </a:xfrm>
          <a:custGeom>
            <a:avLst/>
            <a:gdLst/>
            <a:ahLst/>
            <a:cxnLst/>
            <a:rect l="l" t="t" r="r" b="b"/>
            <a:pathLst>
              <a:path w="6613525" h="2778125">
                <a:moveTo>
                  <a:pt x="6613525" y="2778125"/>
                </a:moveTo>
                <a:lnTo>
                  <a:pt x="0" y="2778125"/>
                </a:lnTo>
                <a:lnTo>
                  <a:pt x="0" y="0"/>
                </a:lnTo>
                <a:lnTo>
                  <a:pt x="6613525" y="0"/>
                </a:lnTo>
                <a:lnTo>
                  <a:pt x="6613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768600"/>
                </a:lnTo>
                <a:lnTo>
                  <a:pt x="4762" y="2768600"/>
                </a:lnTo>
                <a:lnTo>
                  <a:pt x="9525" y="2773362"/>
                </a:lnTo>
                <a:lnTo>
                  <a:pt x="6613525" y="2773362"/>
                </a:lnTo>
                <a:lnTo>
                  <a:pt x="6613525" y="2778125"/>
                </a:lnTo>
                <a:close/>
              </a:path>
              <a:path w="6613525" h="277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613525" h="2778125">
                <a:moveTo>
                  <a:pt x="6604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604000" y="4762"/>
                </a:lnTo>
                <a:lnTo>
                  <a:pt x="6604000" y="9525"/>
                </a:lnTo>
                <a:close/>
              </a:path>
              <a:path w="6613525" h="2778125">
                <a:moveTo>
                  <a:pt x="6604000" y="2773362"/>
                </a:moveTo>
                <a:lnTo>
                  <a:pt x="6604000" y="4762"/>
                </a:lnTo>
                <a:lnTo>
                  <a:pt x="6608762" y="9525"/>
                </a:lnTo>
                <a:lnTo>
                  <a:pt x="6613525" y="9525"/>
                </a:lnTo>
                <a:lnTo>
                  <a:pt x="6613525" y="2768600"/>
                </a:lnTo>
                <a:lnTo>
                  <a:pt x="6608762" y="2768600"/>
                </a:lnTo>
                <a:lnTo>
                  <a:pt x="6604000" y="2773362"/>
                </a:lnTo>
                <a:close/>
              </a:path>
              <a:path w="6613525" h="2778125">
                <a:moveTo>
                  <a:pt x="6613525" y="9525"/>
                </a:moveTo>
                <a:lnTo>
                  <a:pt x="6608762" y="9525"/>
                </a:lnTo>
                <a:lnTo>
                  <a:pt x="6604000" y="4762"/>
                </a:lnTo>
                <a:lnTo>
                  <a:pt x="6613525" y="4762"/>
                </a:lnTo>
                <a:lnTo>
                  <a:pt x="6613525" y="9525"/>
                </a:lnTo>
                <a:close/>
              </a:path>
              <a:path w="6613525" h="2778125">
                <a:moveTo>
                  <a:pt x="9525" y="2773362"/>
                </a:moveTo>
                <a:lnTo>
                  <a:pt x="4762" y="2768600"/>
                </a:lnTo>
                <a:lnTo>
                  <a:pt x="9525" y="2768600"/>
                </a:lnTo>
                <a:lnTo>
                  <a:pt x="9525" y="2773362"/>
                </a:lnTo>
                <a:close/>
              </a:path>
              <a:path w="6613525" h="2778125">
                <a:moveTo>
                  <a:pt x="6604000" y="2773362"/>
                </a:moveTo>
                <a:lnTo>
                  <a:pt x="9525" y="2773362"/>
                </a:lnTo>
                <a:lnTo>
                  <a:pt x="9525" y="2768600"/>
                </a:lnTo>
                <a:lnTo>
                  <a:pt x="6604000" y="2768600"/>
                </a:lnTo>
                <a:lnTo>
                  <a:pt x="6604000" y="2773362"/>
                </a:lnTo>
                <a:close/>
              </a:path>
              <a:path w="6613525" h="2778125">
                <a:moveTo>
                  <a:pt x="6613525" y="2773362"/>
                </a:moveTo>
                <a:lnTo>
                  <a:pt x="6604000" y="2773362"/>
                </a:lnTo>
                <a:lnTo>
                  <a:pt x="6608762" y="2768600"/>
                </a:lnTo>
                <a:lnTo>
                  <a:pt x="6613525" y="2768600"/>
                </a:lnTo>
                <a:lnTo>
                  <a:pt x="6613525" y="277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30323" y="2590800"/>
            <a:ext cx="5295900" cy="1931035"/>
          </a:xfrm>
          <a:custGeom>
            <a:avLst/>
            <a:gdLst/>
            <a:ahLst/>
            <a:cxnLst/>
            <a:rect l="l" t="t" r="r" b="b"/>
            <a:pathLst>
              <a:path w="5295900" h="1931035">
                <a:moveTo>
                  <a:pt x="0" y="0"/>
                </a:moveTo>
                <a:lnTo>
                  <a:pt x="5295900" y="0"/>
                </a:lnTo>
                <a:lnTo>
                  <a:pt x="5295900" y="1930907"/>
                </a:lnTo>
                <a:lnTo>
                  <a:pt x="0" y="19309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25625" y="2586037"/>
            <a:ext cx="5305425" cy="1939925"/>
          </a:xfrm>
          <a:custGeom>
            <a:avLst/>
            <a:gdLst/>
            <a:ahLst/>
            <a:cxnLst/>
            <a:rect l="l" t="t" r="r" b="b"/>
            <a:pathLst>
              <a:path w="5305425" h="1939925">
                <a:moveTo>
                  <a:pt x="5305425" y="1939925"/>
                </a:moveTo>
                <a:lnTo>
                  <a:pt x="0" y="1939925"/>
                </a:lnTo>
                <a:lnTo>
                  <a:pt x="0" y="0"/>
                </a:lnTo>
                <a:lnTo>
                  <a:pt x="5305425" y="0"/>
                </a:lnTo>
                <a:lnTo>
                  <a:pt x="53054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30400"/>
                </a:lnTo>
                <a:lnTo>
                  <a:pt x="4762" y="1930400"/>
                </a:lnTo>
                <a:lnTo>
                  <a:pt x="9525" y="1935162"/>
                </a:lnTo>
                <a:lnTo>
                  <a:pt x="5305425" y="1935162"/>
                </a:lnTo>
                <a:lnTo>
                  <a:pt x="5305425" y="1939925"/>
                </a:lnTo>
                <a:close/>
              </a:path>
              <a:path w="5305425" h="1939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305425" h="1939925">
                <a:moveTo>
                  <a:pt x="52959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295900" y="4762"/>
                </a:lnTo>
                <a:lnTo>
                  <a:pt x="5295900" y="9525"/>
                </a:lnTo>
                <a:close/>
              </a:path>
              <a:path w="5305425" h="1939925">
                <a:moveTo>
                  <a:pt x="5295900" y="1935162"/>
                </a:moveTo>
                <a:lnTo>
                  <a:pt x="5295900" y="4762"/>
                </a:lnTo>
                <a:lnTo>
                  <a:pt x="5300662" y="9525"/>
                </a:lnTo>
                <a:lnTo>
                  <a:pt x="5305425" y="9525"/>
                </a:lnTo>
                <a:lnTo>
                  <a:pt x="5305425" y="1930400"/>
                </a:lnTo>
                <a:lnTo>
                  <a:pt x="5300662" y="1930400"/>
                </a:lnTo>
                <a:lnTo>
                  <a:pt x="5295900" y="1935162"/>
                </a:lnTo>
                <a:close/>
              </a:path>
              <a:path w="5305425" h="1939925">
                <a:moveTo>
                  <a:pt x="5305425" y="9525"/>
                </a:moveTo>
                <a:lnTo>
                  <a:pt x="5300662" y="9525"/>
                </a:lnTo>
                <a:lnTo>
                  <a:pt x="5295900" y="4762"/>
                </a:lnTo>
                <a:lnTo>
                  <a:pt x="5305425" y="4762"/>
                </a:lnTo>
                <a:lnTo>
                  <a:pt x="5305425" y="9525"/>
                </a:lnTo>
                <a:close/>
              </a:path>
              <a:path w="5305425" h="1939925">
                <a:moveTo>
                  <a:pt x="9525" y="1935162"/>
                </a:moveTo>
                <a:lnTo>
                  <a:pt x="4762" y="1930400"/>
                </a:lnTo>
                <a:lnTo>
                  <a:pt x="9525" y="1930400"/>
                </a:lnTo>
                <a:lnTo>
                  <a:pt x="9525" y="1935162"/>
                </a:lnTo>
                <a:close/>
              </a:path>
              <a:path w="5305425" h="1939925">
                <a:moveTo>
                  <a:pt x="5295900" y="1935162"/>
                </a:moveTo>
                <a:lnTo>
                  <a:pt x="9525" y="1935162"/>
                </a:lnTo>
                <a:lnTo>
                  <a:pt x="9525" y="1930400"/>
                </a:lnTo>
                <a:lnTo>
                  <a:pt x="5295900" y="1930400"/>
                </a:lnTo>
                <a:lnTo>
                  <a:pt x="5295900" y="1935162"/>
                </a:lnTo>
                <a:close/>
              </a:path>
              <a:path w="5305425" h="1939925">
                <a:moveTo>
                  <a:pt x="5305425" y="1935162"/>
                </a:moveTo>
                <a:lnTo>
                  <a:pt x="5295900" y="1935162"/>
                </a:lnTo>
                <a:lnTo>
                  <a:pt x="5300662" y="1930400"/>
                </a:lnTo>
                <a:lnTo>
                  <a:pt x="5305425" y="1930400"/>
                </a:lnTo>
                <a:lnTo>
                  <a:pt x="5305425" y="1935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75267" y="3371701"/>
            <a:ext cx="3406140" cy="368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2400" spc="-15">
                <a:latin typeface="Tahoma"/>
                <a:cs typeface="Tahoma"/>
              </a:rPr>
              <a:t>Avoids </a:t>
            </a:r>
            <a:r>
              <a:rPr dirty="0" sz="2400" spc="-5">
                <a:latin typeface="Tahoma"/>
                <a:cs typeface="Tahoma"/>
              </a:rPr>
              <a:t>cascading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rollback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7816" y="2857500"/>
            <a:ext cx="4331335" cy="1257300"/>
          </a:xfrm>
          <a:custGeom>
            <a:avLst/>
            <a:gdLst/>
            <a:ahLst/>
            <a:cxnLst/>
            <a:rect l="l" t="t" r="r" b="b"/>
            <a:pathLst>
              <a:path w="4331334" h="1257300">
                <a:moveTo>
                  <a:pt x="0" y="0"/>
                </a:moveTo>
                <a:lnTo>
                  <a:pt x="4331208" y="0"/>
                </a:lnTo>
                <a:lnTo>
                  <a:pt x="4331208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33625" y="2852737"/>
            <a:ext cx="4340225" cy="1266825"/>
          </a:xfrm>
          <a:custGeom>
            <a:avLst/>
            <a:gdLst/>
            <a:ahLst/>
            <a:cxnLst/>
            <a:rect l="l" t="t" r="r" b="b"/>
            <a:pathLst>
              <a:path w="4340225" h="1266825">
                <a:moveTo>
                  <a:pt x="4340225" y="1266825"/>
                </a:moveTo>
                <a:lnTo>
                  <a:pt x="0" y="1266825"/>
                </a:lnTo>
                <a:lnTo>
                  <a:pt x="0" y="0"/>
                </a:lnTo>
                <a:lnTo>
                  <a:pt x="4340225" y="0"/>
                </a:lnTo>
                <a:lnTo>
                  <a:pt x="43402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57300"/>
                </a:lnTo>
                <a:lnTo>
                  <a:pt x="4762" y="1257300"/>
                </a:lnTo>
                <a:lnTo>
                  <a:pt x="9525" y="1262062"/>
                </a:lnTo>
                <a:lnTo>
                  <a:pt x="4340225" y="1262062"/>
                </a:lnTo>
                <a:lnTo>
                  <a:pt x="4340225" y="1266825"/>
                </a:lnTo>
                <a:close/>
              </a:path>
              <a:path w="4340225" h="12668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40225" h="1266825">
                <a:moveTo>
                  <a:pt x="43307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330700" y="4762"/>
                </a:lnTo>
                <a:lnTo>
                  <a:pt x="4330700" y="9525"/>
                </a:lnTo>
                <a:close/>
              </a:path>
              <a:path w="4340225" h="1266825">
                <a:moveTo>
                  <a:pt x="4330700" y="1262062"/>
                </a:moveTo>
                <a:lnTo>
                  <a:pt x="4330700" y="4762"/>
                </a:lnTo>
                <a:lnTo>
                  <a:pt x="4335462" y="9525"/>
                </a:lnTo>
                <a:lnTo>
                  <a:pt x="4340225" y="9525"/>
                </a:lnTo>
                <a:lnTo>
                  <a:pt x="4340225" y="1257300"/>
                </a:lnTo>
                <a:lnTo>
                  <a:pt x="4335462" y="1257300"/>
                </a:lnTo>
                <a:lnTo>
                  <a:pt x="4330700" y="1262062"/>
                </a:lnTo>
                <a:close/>
              </a:path>
              <a:path w="4340225" h="1266825">
                <a:moveTo>
                  <a:pt x="4340225" y="9525"/>
                </a:moveTo>
                <a:lnTo>
                  <a:pt x="4335462" y="9525"/>
                </a:lnTo>
                <a:lnTo>
                  <a:pt x="4330700" y="4762"/>
                </a:lnTo>
                <a:lnTo>
                  <a:pt x="4340225" y="4762"/>
                </a:lnTo>
                <a:lnTo>
                  <a:pt x="4340225" y="9525"/>
                </a:lnTo>
                <a:close/>
              </a:path>
              <a:path w="4340225" h="1266825">
                <a:moveTo>
                  <a:pt x="9525" y="1262062"/>
                </a:moveTo>
                <a:lnTo>
                  <a:pt x="4762" y="1257300"/>
                </a:lnTo>
                <a:lnTo>
                  <a:pt x="9525" y="1257300"/>
                </a:lnTo>
                <a:lnTo>
                  <a:pt x="9525" y="1262062"/>
                </a:lnTo>
                <a:close/>
              </a:path>
              <a:path w="4340225" h="1266825">
                <a:moveTo>
                  <a:pt x="4330700" y="1262062"/>
                </a:moveTo>
                <a:lnTo>
                  <a:pt x="9525" y="1262062"/>
                </a:lnTo>
                <a:lnTo>
                  <a:pt x="9525" y="1257300"/>
                </a:lnTo>
                <a:lnTo>
                  <a:pt x="4330700" y="1257300"/>
                </a:lnTo>
                <a:lnTo>
                  <a:pt x="4330700" y="1262062"/>
                </a:lnTo>
                <a:close/>
              </a:path>
              <a:path w="4340225" h="1266825">
                <a:moveTo>
                  <a:pt x="4340225" y="1262062"/>
                </a:moveTo>
                <a:lnTo>
                  <a:pt x="4330700" y="1262062"/>
                </a:lnTo>
                <a:lnTo>
                  <a:pt x="4335462" y="1257300"/>
                </a:lnTo>
                <a:lnTo>
                  <a:pt x="4340225" y="1257300"/>
                </a:lnTo>
                <a:lnTo>
                  <a:pt x="4340225" y="1262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68623" y="3073907"/>
            <a:ext cx="2007235" cy="698500"/>
          </a:xfrm>
          <a:custGeom>
            <a:avLst/>
            <a:gdLst/>
            <a:ahLst/>
            <a:cxnLst/>
            <a:rect l="l" t="t" r="r" b="b"/>
            <a:pathLst>
              <a:path w="2007235" h="698500">
                <a:moveTo>
                  <a:pt x="0" y="0"/>
                </a:moveTo>
                <a:lnTo>
                  <a:pt x="2007107" y="0"/>
                </a:lnTo>
                <a:lnTo>
                  <a:pt x="2007107" y="697992"/>
                </a:lnTo>
                <a:lnTo>
                  <a:pt x="0" y="6979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63925" y="3068637"/>
            <a:ext cx="2016125" cy="708025"/>
          </a:xfrm>
          <a:custGeom>
            <a:avLst/>
            <a:gdLst/>
            <a:ahLst/>
            <a:cxnLst/>
            <a:rect l="l" t="t" r="r" b="b"/>
            <a:pathLst>
              <a:path w="2016125" h="708025">
                <a:moveTo>
                  <a:pt x="2016125" y="708025"/>
                </a:moveTo>
                <a:lnTo>
                  <a:pt x="0" y="708025"/>
                </a:lnTo>
                <a:lnTo>
                  <a:pt x="0" y="0"/>
                </a:lnTo>
                <a:lnTo>
                  <a:pt x="2016125" y="0"/>
                </a:lnTo>
                <a:lnTo>
                  <a:pt x="2016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98500"/>
                </a:lnTo>
                <a:lnTo>
                  <a:pt x="4762" y="698500"/>
                </a:lnTo>
                <a:lnTo>
                  <a:pt x="9525" y="703262"/>
                </a:lnTo>
                <a:lnTo>
                  <a:pt x="2016125" y="703262"/>
                </a:lnTo>
                <a:lnTo>
                  <a:pt x="2016125" y="708025"/>
                </a:lnTo>
                <a:close/>
              </a:path>
              <a:path w="2016125" h="708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16125" h="708025">
                <a:moveTo>
                  <a:pt x="2006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06600" y="4762"/>
                </a:lnTo>
                <a:lnTo>
                  <a:pt x="2006600" y="9525"/>
                </a:lnTo>
                <a:close/>
              </a:path>
              <a:path w="2016125" h="708025">
                <a:moveTo>
                  <a:pt x="2006600" y="703262"/>
                </a:moveTo>
                <a:lnTo>
                  <a:pt x="2006600" y="4762"/>
                </a:lnTo>
                <a:lnTo>
                  <a:pt x="2011362" y="9525"/>
                </a:lnTo>
                <a:lnTo>
                  <a:pt x="2016125" y="9525"/>
                </a:lnTo>
                <a:lnTo>
                  <a:pt x="2016125" y="698500"/>
                </a:lnTo>
                <a:lnTo>
                  <a:pt x="2011362" y="698500"/>
                </a:lnTo>
                <a:lnTo>
                  <a:pt x="2006600" y="703262"/>
                </a:lnTo>
                <a:close/>
              </a:path>
              <a:path w="2016125" h="708025">
                <a:moveTo>
                  <a:pt x="2016125" y="9525"/>
                </a:moveTo>
                <a:lnTo>
                  <a:pt x="2011362" y="9525"/>
                </a:lnTo>
                <a:lnTo>
                  <a:pt x="2006600" y="4762"/>
                </a:lnTo>
                <a:lnTo>
                  <a:pt x="2016125" y="4762"/>
                </a:lnTo>
                <a:lnTo>
                  <a:pt x="2016125" y="9525"/>
                </a:lnTo>
                <a:close/>
              </a:path>
              <a:path w="2016125" h="708025">
                <a:moveTo>
                  <a:pt x="9525" y="703262"/>
                </a:moveTo>
                <a:lnTo>
                  <a:pt x="4762" y="698500"/>
                </a:lnTo>
                <a:lnTo>
                  <a:pt x="9525" y="698500"/>
                </a:lnTo>
                <a:lnTo>
                  <a:pt x="9525" y="703262"/>
                </a:lnTo>
                <a:close/>
              </a:path>
              <a:path w="2016125" h="708025">
                <a:moveTo>
                  <a:pt x="2006600" y="703262"/>
                </a:moveTo>
                <a:lnTo>
                  <a:pt x="9525" y="703262"/>
                </a:lnTo>
                <a:lnTo>
                  <a:pt x="9525" y="698500"/>
                </a:lnTo>
                <a:lnTo>
                  <a:pt x="2006600" y="698500"/>
                </a:lnTo>
                <a:lnTo>
                  <a:pt x="2006600" y="703262"/>
                </a:lnTo>
                <a:close/>
              </a:path>
              <a:path w="2016125" h="708025">
                <a:moveTo>
                  <a:pt x="2016125" y="703262"/>
                </a:moveTo>
                <a:lnTo>
                  <a:pt x="2006600" y="703262"/>
                </a:lnTo>
                <a:lnTo>
                  <a:pt x="2011362" y="698500"/>
                </a:lnTo>
                <a:lnTo>
                  <a:pt x="2016125" y="698500"/>
                </a:lnTo>
                <a:lnTo>
                  <a:pt x="2016125" y="703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82624" y="2463799"/>
            <a:ext cx="66040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336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RC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2048827" y="4171950"/>
            <a:ext cx="4756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AC</a:t>
            </a:r>
            <a:r>
              <a:rPr dirty="0" sz="2000">
                <a:latin typeface="Tahoma"/>
                <a:cs typeface="Tahoma"/>
              </a:rPr>
              <a:t>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56827" y="3155949"/>
            <a:ext cx="3035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S</a:t>
            </a:r>
            <a:r>
              <a:rPr dirty="0" sz="200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5227" y="3295650"/>
            <a:ext cx="8280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SERIA</a:t>
            </a:r>
            <a:r>
              <a:rPr dirty="0" sz="2000">
                <a:latin typeface="Tahoma"/>
                <a:cs typeface="Tahoma"/>
              </a:rPr>
              <a:t>L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61694"/>
            <a:ext cx="214630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Examples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6440" y="1914795"/>
            <a:ext cx="5673725" cy="112395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4527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53390" algn="l"/>
              </a:tabLst>
            </a:pPr>
            <a:r>
              <a:rPr dirty="0" sz="3200" spc="-20">
                <a:latin typeface="Tahoma"/>
                <a:cs typeface="Tahoma"/>
              </a:rPr>
              <a:t>Recoverable:</a:t>
            </a:r>
            <a:endParaRPr sz="3200">
              <a:latin typeface="Tahoma"/>
              <a:cs typeface="Tahoma"/>
            </a:endParaRPr>
          </a:p>
          <a:p>
            <a:pPr lvl="1" marL="7937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93750" algn="l"/>
                <a:tab pos="2874010" algn="l"/>
                <a:tab pos="4930140" algn="l"/>
              </a:tabLst>
            </a:pPr>
            <a:r>
              <a:rPr dirty="0" sz="2800">
                <a:latin typeface="Tahoma"/>
                <a:cs typeface="Tahoma"/>
              </a:rPr>
              <a:t>w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(A) w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(B)	w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(A) r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(B)	</a:t>
            </a:r>
            <a:r>
              <a:rPr dirty="0" sz="2800" spc="5">
                <a:latin typeface="Tahoma"/>
                <a:cs typeface="Tahoma"/>
              </a:rPr>
              <a:t>c</a:t>
            </a:r>
            <a:r>
              <a:rPr dirty="0" baseline="-16975" sz="2700" spc="7">
                <a:latin typeface="Tahoma"/>
                <a:cs typeface="Tahoma"/>
              </a:rPr>
              <a:t>1</a:t>
            </a:r>
            <a:r>
              <a:rPr dirty="0" baseline="-16975" sz="2700" spc="359">
                <a:latin typeface="Tahoma"/>
                <a:cs typeface="Tahoma"/>
              </a:rPr>
              <a:t> </a:t>
            </a:r>
            <a:r>
              <a:rPr dirty="0" sz="2800" spc="5">
                <a:latin typeface="Tahoma"/>
                <a:cs typeface="Tahoma"/>
              </a:rPr>
              <a:t>c</a:t>
            </a:r>
            <a:r>
              <a:rPr dirty="0" baseline="-16975" sz="2700" spc="7">
                <a:latin typeface="Tahoma"/>
                <a:cs typeface="Tahoma"/>
              </a:rPr>
              <a:t>2</a:t>
            </a:r>
            <a:endParaRPr baseline="-16975" sz="27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440" y="3011440"/>
            <a:ext cx="5818505" cy="170878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4527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53390" algn="l"/>
              </a:tabLst>
            </a:pPr>
            <a:r>
              <a:rPr dirty="0" sz="3200" spc="-15">
                <a:latin typeface="Tahoma"/>
                <a:cs typeface="Tahoma"/>
              </a:rPr>
              <a:t>Avoids </a:t>
            </a:r>
            <a:r>
              <a:rPr dirty="0" sz="3200" spc="-5">
                <a:latin typeface="Tahoma"/>
                <a:cs typeface="Tahoma"/>
              </a:rPr>
              <a:t>Cascading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Rollback:</a:t>
            </a:r>
            <a:endParaRPr sz="3200">
              <a:latin typeface="Tahoma"/>
              <a:cs typeface="Tahoma"/>
            </a:endParaRPr>
          </a:p>
          <a:p>
            <a:pPr lvl="1" marL="7937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93750" algn="l"/>
                <a:tab pos="2874010" algn="l"/>
                <a:tab pos="3971925" algn="l"/>
                <a:tab pos="4406900" algn="l"/>
                <a:tab pos="5476240" algn="l"/>
              </a:tabLst>
            </a:pPr>
            <a:r>
              <a:rPr dirty="0" sz="2800">
                <a:latin typeface="Tahoma"/>
                <a:cs typeface="Tahoma"/>
              </a:rPr>
              <a:t>w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(A) w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(B)	w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(A)	</a:t>
            </a:r>
            <a:r>
              <a:rPr dirty="0" sz="2800" spc="5">
                <a:latin typeface="Tahoma"/>
                <a:cs typeface="Tahoma"/>
              </a:rPr>
              <a:t>c</a:t>
            </a:r>
            <a:r>
              <a:rPr dirty="0" baseline="-16975" sz="2700" spc="7">
                <a:latin typeface="Tahoma"/>
                <a:cs typeface="Tahoma"/>
              </a:rPr>
              <a:t>1	</a:t>
            </a:r>
            <a:r>
              <a:rPr dirty="0" sz="2800">
                <a:latin typeface="Tahoma"/>
                <a:cs typeface="Tahoma"/>
              </a:rPr>
              <a:t>r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(B)	</a:t>
            </a:r>
            <a:r>
              <a:rPr dirty="0" sz="2800" spc="5">
                <a:latin typeface="Tahoma"/>
                <a:cs typeface="Tahoma"/>
              </a:rPr>
              <a:t>c</a:t>
            </a:r>
            <a:r>
              <a:rPr dirty="0" baseline="-16975" sz="2700" spc="7">
                <a:latin typeface="Tahoma"/>
                <a:cs typeface="Tahoma"/>
              </a:rPr>
              <a:t>2</a:t>
            </a:r>
            <a:endParaRPr baseline="-16975" sz="2700">
              <a:latin typeface="Tahoma"/>
              <a:cs typeface="Tahoma"/>
            </a:endParaRPr>
          </a:p>
          <a:p>
            <a:pPr marL="4527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53390" algn="l"/>
              </a:tabLst>
            </a:pPr>
            <a:r>
              <a:rPr dirty="0" sz="3200" spc="-5">
                <a:latin typeface="Tahoma"/>
                <a:cs typeface="Tahoma"/>
              </a:rPr>
              <a:t>Strict: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939" y="4780279"/>
            <a:ext cx="52292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9250" indent="-28575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Font typeface="Wingdings"/>
              <a:buChar char=""/>
              <a:tabLst>
                <a:tab pos="349250" algn="l"/>
                <a:tab pos="2830830" algn="l"/>
                <a:tab pos="4886960" algn="l"/>
              </a:tabLst>
            </a:pPr>
            <a:r>
              <a:rPr dirty="0" sz="2800">
                <a:latin typeface="Tahoma"/>
                <a:cs typeface="Tahoma"/>
              </a:rPr>
              <a:t>w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(A) w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(B) </a:t>
            </a:r>
            <a:r>
              <a:rPr dirty="0" sz="2800" spc="5">
                <a:latin typeface="Tahoma"/>
                <a:cs typeface="Tahoma"/>
              </a:rPr>
              <a:t>c</a:t>
            </a:r>
            <a:r>
              <a:rPr dirty="0" baseline="-16975" sz="2700" spc="7">
                <a:latin typeface="Tahoma"/>
                <a:cs typeface="Tahoma"/>
              </a:rPr>
              <a:t>1	</a:t>
            </a:r>
            <a:r>
              <a:rPr dirty="0" sz="2800">
                <a:latin typeface="Tahoma"/>
                <a:cs typeface="Tahoma"/>
              </a:rPr>
              <a:t>w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(A) r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(B)	</a:t>
            </a:r>
            <a:r>
              <a:rPr dirty="0" sz="2800" spc="5">
                <a:latin typeface="Tahoma"/>
                <a:cs typeface="Tahoma"/>
              </a:rPr>
              <a:t>c</a:t>
            </a:r>
            <a:r>
              <a:rPr dirty="0" baseline="-16975" sz="2700" spc="7">
                <a:latin typeface="Tahoma"/>
                <a:cs typeface="Tahoma"/>
              </a:rPr>
              <a:t>2</a:t>
            </a:r>
            <a:endParaRPr baseline="-16975" sz="2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61162" y="3078162"/>
            <a:ext cx="2249805" cy="593725"/>
          </a:xfrm>
          <a:custGeom>
            <a:avLst/>
            <a:gdLst/>
            <a:ahLst/>
            <a:cxnLst/>
            <a:rect l="l" t="t" r="r" b="b"/>
            <a:pathLst>
              <a:path w="2249804" h="593725">
                <a:moveTo>
                  <a:pt x="2249487" y="593725"/>
                </a:moveTo>
                <a:lnTo>
                  <a:pt x="0" y="593725"/>
                </a:lnTo>
                <a:lnTo>
                  <a:pt x="0" y="0"/>
                </a:lnTo>
                <a:lnTo>
                  <a:pt x="2249487" y="0"/>
                </a:lnTo>
                <a:lnTo>
                  <a:pt x="22494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84200"/>
                </a:lnTo>
                <a:lnTo>
                  <a:pt x="4762" y="584200"/>
                </a:lnTo>
                <a:lnTo>
                  <a:pt x="9525" y="588962"/>
                </a:lnTo>
                <a:lnTo>
                  <a:pt x="2249487" y="588962"/>
                </a:lnTo>
                <a:lnTo>
                  <a:pt x="2249487" y="593725"/>
                </a:lnTo>
                <a:close/>
              </a:path>
              <a:path w="2249804" h="593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49804" h="593725">
                <a:moveTo>
                  <a:pt x="22399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39962" y="4762"/>
                </a:lnTo>
                <a:lnTo>
                  <a:pt x="2239962" y="9525"/>
                </a:lnTo>
                <a:close/>
              </a:path>
              <a:path w="2249804" h="593725">
                <a:moveTo>
                  <a:pt x="2239962" y="588962"/>
                </a:moveTo>
                <a:lnTo>
                  <a:pt x="2239962" y="4762"/>
                </a:lnTo>
                <a:lnTo>
                  <a:pt x="2244725" y="9525"/>
                </a:lnTo>
                <a:lnTo>
                  <a:pt x="2249487" y="9525"/>
                </a:lnTo>
                <a:lnTo>
                  <a:pt x="2249487" y="584200"/>
                </a:lnTo>
                <a:lnTo>
                  <a:pt x="2244725" y="584200"/>
                </a:lnTo>
                <a:lnTo>
                  <a:pt x="2239962" y="588962"/>
                </a:lnTo>
                <a:close/>
              </a:path>
              <a:path w="2249804" h="593725">
                <a:moveTo>
                  <a:pt x="2249487" y="9525"/>
                </a:moveTo>
                <a:lnTo>
                  <a:pt x="2244725" y="9525"/>
                </a:lnTo>
                <a:lnTo>
                  <a:pt x="2239962" y="4762"/>
                </a:lnTo>
                <a:lnTo>
                  <a:pt x="2249487" y="4762"/>
                </a:lnTo>
                <a:lnTo>
                  <a:pt x="2249487" y="9525"/>
                </a:lnTo>
                <a:close/>
              </a:path>
              <a:path w="2249804" h="593725">
                <a:moveTo>
                  <a:pt x="9525" y="588962"/>
                </a:moveTo>
                <a:lnTo>
                  <a:pt x="4762" y="584200"/>
                </a:lnTo>
                <a:lnTo>
                  <a:pt x="9525" y="584200"/>
                </a:lnTo>
                <a:lnTo>
                  <a:pt x="9525" y="588962"/>
                </a:lnTo>
                <a:close/>
              </a:path>
              <a:path w="2249804" h="593725">
                <a:moveTo>
                  <a:pt x="2239962" y="588962"/>
                </a:moveTo>
                <a:lnTo>
                  <a:pt x="9525" y="588962"/>
                </a:lnTo>
                <a:lnTo>
                  <a:pt x="9525" y="584200"/>
                </a:lnTo>
                <a:lnTo>
                  <a:pt x="2239962" y="584200"/>
                </a:lnTo>
                <a:lnTo>
                  <a:pt x="2239962" y="588962"/>
                </a:lnTo>
                <a:close/>
              </a:path>
              <a:path w="2249804" h="593725">
                <a:moveTo>
                  <a:pt x="2249487" y="588962"/>
                </a:moveTo>
                <a:lnTo>
                  <a:pt x="2239962" y="588962"/>
                </a:lnTo>
                <a:lnTo>
                  <a:pt x="2244725" y="584200"/>
                </a:lnTo>
                <a:lnTo>
                  <a:pt x="2249487" y="584200"/>
                </a:lnTo>
                <a:lnTo>
                  <a:pt x="2249487" y="5889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819265" y="3118485"/>
            <a:ext cx="21329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5125" marR="30480" indent="-327025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FF0000"/>
                </a:solidFill>
                <a:latin typeface="Tahoma"/>
                <a:cs typeface="Tahoma"/>
              </a:rPr>
              <a:t>Assumes w</a:t>
            </a:r>
            <a:r>
              <a:rPr dirty="0" baseline="-15873" sz="1575" spc="-7">
                <a:solidFill>
                  <a:srgbClr val="FF0000"/>
                </a:solidFill>
                <a:latin typeface="Tahoma"/>
                <a:cs typeface="Tahoma"/>
              </a:rPr>
              <a:t>2</a:t>
            </a:r>
            <a:r>
              <a:rPr dirty="0" sz="1600" spc="-5">
                <a:solidFill>
                  <a:srgbClr val="FF0000"/>
                </a:solidFill>
                <a:latin typeface="Tahoma"/>
                <a:cs typeface="Tahoma"/>
              </a:rPr>
              <a:t>(A) is done  without</a:t>
            </a:r>
            <a:r>
              <a:rPr dirty="0" sz="1600" spc="-1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FF0000"/>
                </a:solidFill>
                <a:latin typeface="Tahoma"/>
                <a:cs typeface="Tahoma"/>
              </a:rPr>
              <a:t>reading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0650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Deadlocks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3615690" cy="375602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Detection</a:t>
            </a:r>
            <a:endParaRPr sz="32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30">
                <a:latin typeface="Tahoma"/>
                <a:cs typeface="Tahoma"/>
              </a:rPr>
              <a:t>Wait-for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 spc="-15">
                <a:latin typeface="Tahoma"/>
                <a:cs typeface="Tahoma"/>
              </a:rPr>
              <a:t>graph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10">
                <a:latin typeface="Tahoma"/>
                <a:cs typeface="Tahoma"/>
              </a:rPr>
              <a:t>Prevention</a:t>
            </a:r>
            <a:endParaRPr sz="32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15">
                <a:latin typeface="Tahoma"/>
                <a:cs typeface="Tahoma"/>
              </a:rPr>
              <a:t>Resource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ordering</a:t>
            </a:r>
            <a:endParaRPr sz="28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Timeout</a:t>
            </a:r>
            <a:endParaRPr sz="28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25">
                <a:latin typeface="Tahoma"/>
                <a:cs typeface="Tahoma"/>
              </a:rPr>
              <a:t>Wait-die</a:t>
            </a:r>
            <a:endParaRPr sz="28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20">
                <a:latin typeface="Tahoma"/>
                <a:cs typeface="Tahoma"/>
              </a:rPr>
              <a:t>Wound-wait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61694"/>
            <a:ext cx="435165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Deadlock</a:t>
            </a:r>
            <a:r>
              <a:rPr dirty="0" sz="4000" spc="-45"/>
              <a:t> </a:t>
            </a:r>
            <a:r>
              <a:rPr dirty="0" sz="4000" spc="-5"/>
              <a:t>Detection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444615" cy="23647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>
                <a:latin typeface="Tahoma"/>
                <a:cs typeface="Tahoma"/>
              </a:rPr>
              <a:t>Build </a:t>
            </a:r>
            <a:r>
              <a:rPr dirty="0" sz="3200" spc="-35">
                <a:latin typeface="Tahoma"/>
                <a:cs typeface="Tahoma"/>
              </a:rPr>
              <a:t>Wait-For</a:t>
            </a:r>
            <a:r>
              <a:rPr dirty="0" sz="3200" spc="-15">
                <a:latin typeface="Tahoma"/>
                <a:cs typeface="Tahoma"/>
              </a:rPr>
              <a:t> graph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Use lock table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structures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>
                <a:latin typeface="Tahoma"/>
                <a:cs typeface="Tahoma"/>
              </a:rPr>
              <a:t>Build </a:t>
            </a:r>
            <a:r>
              <a:rPr dirty="0" sz="3200" spc="-5">
                <a:latin typeface="Tahoma"/>
                <a:cs typeface="Tahoma"/>
              </a:rPr>
              <a:t>incrementally or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periodically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When </a:t>
            </a:r>
            <a:r>
              <a:rPr dirty="0" sz="3200" spc="-10">
                <a:latin typeface="Tahoma"/>
                <a:cs typeface="Tahoma"/>
              </a:rPr>
              <a:t>cycle found, </a:t>
            </a:r>
            <a:r>
              <a:rPr dirty="0" sz="3200" spc="-5">
                <a:latin typeface="Tahoma"/>
                <a:cs typeface="Tahoma"/>
              </a:rPr>
              <a:t>rollback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victim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4603" y="4513198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1053" y="5329173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7965" y="4436998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73364" y="4300537"/>
            <a:ext cx="3827259" cy="1607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80203" y="5230748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2778" y="4316348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33589" y="5183187"/>
            <a:ext cx="649084" cy="594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44828" y="5198998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5651" y="4867275"/>
            <a:ext cx="649084" cy="594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16890" y="4883086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759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0725" algn="l"/>
              </a:tabLst>
            </a:pPr>
            <a:r>
              <a:rPr dirty="0" spc="-70"/>
              <a:t>R</a:t>
            </a:r>
            <a:r>
              <a:rPr dirty="0"/>
              <a:t>e</a:t>
            </a:r>
            <a:r>
              <a:rPr dirty="0" spc="-5"/>
              <a:t>s</a:t>
            </a:r>
            <a:r>
              <a:rPr dirty="0"/>
              <a:t>o</a:t>
            </a:r>
            <a:r>
              <a:rPr dirty="0" spc="-5"/>
              <a:t>u</a:t>
            </a:r>
            <a:r>
              <a:rPr dirty="0" spc="-25"/>
              <a:t>r</a:t>
            </a:r>
            <a:r>
              <a:rPr dirty="0" spc="-5"/>
              <a:t>c</a:t>
            </a:r>
            <a:r>
              <a:rPr dirty="0"/>
              <a:t>e	</a:t>
            </a:r>
            <a:r>
              <a:rPr dirty="0" spc="-5"/>
              <a:t>O</a:t>
            </a:r>
            <a:r>
              <a:rPr dirty="0" spc="-25"/>
              <a:t>r</a:t>
            </a:r>
            <a:r>
              <a:rPr dirty="0"/>
              <a:t>de</a:t>
            </a:r>
            <a:r>
              <a:rPr dirty="0" spc="-5"/>
              <a:t>r</a:t>
            </a:r>
            <a:r>
              <a:rPr dirty="0"/>
              <a:t>i</a:t>
            </a:r>
            <a:r>
              <a:rPr dirty="0" spc="-5"/>
              <a:t>n</a:t>
            </a:r>
            <a:r>
              <a:rPr dirty="0"/>
              <a:t>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433309" cy="34493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Order </a:t>
            </a:r>
            <a:r>
              <a:rPr dirty="0" sz="3200">
                <a:latin typeface="Tahoma"/>
                <a:cs typeface="Tahoma"/>
              </a:rPr>
              <a:t>all </a:t>
            </a:r>
            <a:r>
              <a:rPr dirty="0" sz="3200" spc="-5">
                <a:latin typeface="Tahoma"/>
                <a:cs typeface="Tahoma"/>
              </a:rPr>
              <a:t>elements A</a:t>
            </a:r>
            <a:r>
              <a:rPr dirty="0" sz="2000" spc="-5">
                <a:latin typeface="Tahoma"/>
                <a:cs typeface="Tahoma"/>
              </a:rPr>
              <a:t>1</a:t>
            </a:r>
            <a:r>
              <a:rPr dirty="0" sz="3200" spc="-5">
                <a:latin typeface="Tahoma"/>
                <a:cs typeface="Tahoma"/>
              </a:rPr>
              <a:t>, A</a:t>
            </a:r>
            <a:r>
              <a:rPr dirty="0" sz="2000" spc="-5">
                <a:latin typeface="Tahoma"/>
                <a:cs typeface="Tahoma"/>
              </a:rPr>
              <a:t>2</a:t>
            </a:r>
            <a:r>
              <a:rPr dirty="0" sz="3200" spc="-5">
                <a:latin typeface="Tahoma"/>
                <a:cs typeface="Tahoma"/>
              </a:rPr>
              <a:t>, </a:t>
            </a:r>
            <a:r>
              <a:rPr dirty="0" sz="3200">
                <a:latin typeface="Tahoma"/>
                <a:cs typeface="Tahoma"/>
              </a:rPr>
              <a:t>…,</a:t>
            </a:r>
            <a:r>
              <a:rPr dirty="0" sz="3200" spc="-2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</a:t>
            </a:r>
            <a:r>
              <a:rPr dirty="0" sz="2000">
                <a:latin typeface="Tahoma"/>
                <a:cs typeface="Tahoma"/>
              </a:rPr>
              <a:t>n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831850" algn="l"/>
              </a:tabLst>
            </a:pPr>
            <a:r>
              <a:rPr dirty="0" sz="3200">
                <a:latin typeface="Tahoma"/>
                <a:cs typeface="Tahoma"/>
              </a:rPr>
              <a:t>A </a:t>
            </a:r>
            <a:r>
              <a:rPr dirty="0" sz="3200" spc="-10">
                <a:latin typeface="Tahoma"/>
                <a:cs typeface="Tahoma"/>
              </a:rPr>
              <a:t>transaction </a:t>
            </a:r>
            <a:r>
              <a:rPr dirty="0" sz="3200">
                <a:latin typeface="Tahoma"/>
                <a:cs typeface="Tahoma"/>
              </a:rPr>
              <a:t>T </a:t>
            </a:r>
            <a:r>
              <a:rPr dirty="0" sz="3200" spc="-5">
                <a:latin typeface="Tahoma"/>
                <a:cs typeface="Tahoma"/>
              </a:rPr>
              <a:t>can lock A</a:t>
            </a:r>
            <a:r>
              <a:rPr dirty="0" sz="2400" spc="-5">
                <a:latin typeface="Tahoma"/>
                <a:cs typeface="Tahoma"/>
              </a:rPr>
              <a:t>i </a:t>
            </a:r>
            <a:r>
              <a:rPr dirty="0" sz="3200" spc="-5">
                <a:latin typeface="Tahoma"/>
                <a:cs typeface="Tahoma"/>
              </a:rPr>
              <a:t>after A</a:t>
            </a:r>
            <a:r>
              <a:rPr dirty="0" sz="1800" spc="-5">
                <a:latin typeface="Tahoma"/>
                <a:cs typeface="Tahoma"/>
              </a:rPr>
              <a:t>j </a:t>
            </a:r>
            <a:r>
              <a:rPr dirty="0" sz="3200" spc="-5">
                <a:latin typeface="Tahoma"/>
                <a:cs typeface="Tahoma"/>
              </a:rPr>
              <a:t>only  </a:t>
            </a:r>
            <a:r>
              <a:rPr dirty="0" sz="3200">
                <a:latin typeface="Tahoma"/>
                <a:cs typeface="Tahoma"/>
              </a:rPr>
              <a:t>if	i &gt;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j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150">
              <a:latin typeface="Tahoma"/>
              <a:cs typeface="Tahoma"/>
            </a:endParaRPr>
          </a:p>
          <a:p>
            <a:pPr marL="379095" marR="541020">
              <a:lnSpc>
                <a:spcPct val="100000"/>
              </a:lnSpc>
            </a:pPr>
            <a:r>
              <a:rPr dirty="0" sz="3200" spc="-5">
                <a:latin typeface="Tahoma"/>
                <a:cs typeface="Tahoma"/>
              </a:rPr>
              <a:t>Problem </a:t>
            </a:r>
            <a:r>
              <a:rPr dirty="0" sz="3200">
                <a:latin typeface="Tahoma"/>
                <a:cs typeface="Tahoma"/>
              </a:rPr>
              <a:t>: </a:t>
            </a:r>
            <a:r>
              <a:rPr dirty="0" sz="3200" spc="-10">
                <a:latin typeface="Tahoma"/>
                <a:cs typeface="Tahoma"/>
              </a:rPr>
              <a:t>Ordered </a:t>
            </a:r>
            <a:r>
              <a:rPr dirty="0" sz="3200" spc="-5">
                <a:latin typeface="Tahoma"/>
                <a:cs typeface="Tahoma"/>
              </a:rPr>
              <a:t>lock requests not  realistic in most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cases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61694"/>
            <a:ext cx="186118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Timeout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94220" cy="2171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5290" marR="5080" indent="-4152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If </a:t>
            </a:r>
            <a:r>
              <a:rPr dirty="0" sz="3200" spc="-10">
                <a:latin typeface="Tahoma"/>
                <a:cs typeface="Tahoma"/>
              </a:rPr>
              <a:t>transaction waits </a:t>
            </a:r>
            <a:r>
              <a:rPr dirty="0" sz="3200" spc="-5">
                <a:latin typeface="Tahoma"/>
                <a:cs typeface="Tahoma"/>
              </a:rPr>
              <a:t>more than </a:t>
            </a:r>
            <a:r>
              <a:rPr dirty="0" sz="3200">
                <a:latin typeface="Tahoma"/>
                <a:cs typeface="Tahoma"/>
              </a:rPr>
              <a:t>L </a:t>
            </a:r>
            <a:r>
              <a:rPr dirty="0" sz="3200" spc="-45">
                <a:latin typeface="Tahoma"/>
                <a:cs typeface="Tahoma"/>
              </a:rPr>
              <a:t>sec.,  </a:t>
            </a:r>
            <a:r>
              <a:rPr dirty="0" sz="3200" spc="-5">
                <a:latin typeface="Tahoma"/>
                <a:cs typeface="Tahoma"/>
              </a:rPr>
              <a:t>roll </a:t>
            </a:r>
            <a:r>
              <a:rPr dirty="0" sz="3200">
                <a:latin typeface="Tahoma"/>
                <a:cs typeface="Tahoma"/>
              </a:rPr>
              <a:t>it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back!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Simple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scheme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Hard to select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L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6744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Wait-die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175500" cy="2074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35">
                <a:latin typeface="Tahoma"/>
                <a:cs typeface="Tahoma"/>
              </a:rPr>
              <a:t>Transactions </a:t>
            </a:r>
            <a:r>
              <a:rPr dirty="0" sz="3200" spc="-10">
                <a:latin typeface="Tahoma"/>
                <a:cs typeface="Tahoma"/>
              </a:rPr>
              <a:t>given </a:t>
            </a:r>
            <a:r>
              <a:rPr dirty="0" sz="3200">
                <a:latin typeface="Tahoma"/>
                <a:cs typeface="Tahoma"/>
              </a:rPr>
              <a:t>a </a:t>
            </a:r>
            <a:r>
              <a:rPr dirty="0" sz="3200" spc="-5">
                <a:latin typeface="Tahoma"/>
                <a:cs typeface="Tahoma"/>
              </a:rPr>
              <a:t>timestamp when  they arrive </a:t>
            </a:r>
            <a:r>
              <a:rPr dirty="0" sz="3200">
                <a:latin typeface="Tahoma"/>
                <a:cs typeface="Tahoma"/>
              </a:rPr>
              <a:t>….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ts(T</a:t>
            </a:r>
            <a:r>
              <a:rPr dirty="0" sz="2400">
                <a:latin typeface="Tahoma"/>
                <a:cs typeface="Tahoma"/>
              </a:rPr>
              <a:t>i</a:t>
            </a:r>
            <a:r>
              <a:rPr dirty="0" sz="320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 </a:t>
            </a:r>
            <a:r>
              <a:rPr dirty="0" sz="3200" spc="-5">
                <a:latin typeface="Tahoma"/>
                <a:cs typeface="Tahoma"/>
              </a:rPr>
              <a:t>can only </a:t>
            </a:r>
            <a:r>
              <a:rPr dirty="0" sz="3200" spc="-10">
                <a:latin typeface="Tahoma"/>
                <a:cs typeface="Tahoma"/>
              </a:rPr>
              <a:t>wait </a:t>
            </a:r>
            <a:r>
              <a:rPr dirty="0" sz="3200" spc="-15">
                <a:latin typeface="Tahoma"/>
                <a:cs typeface="Tahoma"/>
              </a:rPr>
              <a:t>for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j </a:t>
            </a:r>
            <a:r>
              <a:rPr dirty="0" sz="3200">
                <a:latin typeface="Tahoma"/>
                <a:cs typeface="Tahoma"/>
              </a:rPr>
              <a:t>if ts(T</a:t>
            </a:r>
            <a:r>
              <a:rPr dirty="0" sz="2400">
                <a:latin typeface="Tahoma"/>
                <a:cs typeface="Tahoma"/>
              </a:rPr>
              <a:t>i</a:t>
            </a:r>
            <a:r>
              <a:rPr dirty="0" sz="3200">
                <a:latin typeface="Tahoma"/>
                <a:cs typeface="Tahoma"/>
              </a:rPr>
              <a:t>)&lt;</a:t>
            </a:r>
            <a:r>
              <a:rPr dirty="0" sz="3200" spc="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ts(T</a:t>
            </a:r>
            <a:r>
              <a:rPr dirty="0" sz="2400">
                <a:latin typeface="Tahoma"/>
                <a:cs typeface="Tahoma"/>
              </a:rPr>
              <a:t>j</a:t>
            </a:r>
            <a:r>
              <a:rPr dirty="0" sz="320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989965">
              <a:lnSpc>
                <a:spcPct val="100000"/>
              </a:lnSpc>
            </a:pPr>
            <a:r>
              <a:rPr dirty="0" sz="3200" spc="-5">
                <a:latin typeface="Tahoma"/>
                <a:cs typeface="Tahoma"/>
              </a:rPr>
              <a:t>...else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die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5839" y="1413211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1965" y="2436831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8840" y="3899236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6186" y="2065997"/>
            <a:ext cx="1297940" cy="766445"/>
          </a:xfrm>
          <a:custGeom>
            <a:avLst/>
            <a:gdLst/>
            <a:ahLst/>
            <a:cxnLst/>
            <a:rect l="l" t="t" r="r" b="b"/>
            <a:pathLst>
              <a:path w="1297939" h="766444">
                <a:moveTo>
                  <a:pt x="1229713" y="731574"/>
                </a:moveTo>
                <a:lnTo>
                  <a:pt x="0" y="8204"/>
                </a:lnTo>
                <a:lnTo>
                  <a:pt x="4825" y="0"/>
                </a:lnTo>
                <a:lnTo>
                  <a:pt x="1234544" y="723360"/>
                </a:lnTo>
                <a:lnTo>
                  <a:pt x="1229713" y="731574"/>
                </a:lnTo>
                <a:close/>
              </a:path>
              <a:path w="1297939" h="766444">
                <a:moveTo>
                  <a:pt x="1281681" y="741235"/>
                </a:moveTo>
                <a:lnTo>
                  <a:pt x="1246136" y="741235"/>
                </a:lnTo>
                <a:lnTo>
                  <a:pt x="1250962" y="733018"/>
                </a:lnTo>
                <a:lnTo>
                  <a:pt x="1234544" y="723360"/>
                </a:lnTo>
                <a:lnTo>
                  <a:pt x="1251445" y="694626"/>
                </a:lnTo>
                <a:lnTo>
                  <a:pt x="1281681" y="741235"/>
                </a:lnTo>
                <a:close/>
              </a:path>
              <a:path w="1297939" h="766444">
                <a:moveTo>
                  <a:pt x="1246136" y="741235"/>
                </a:moveTo>
                <a:lnTo>
                  <a:pt x="1229713" y="731574"/>
                </a:lnTo>
                <a:lnTo>
                  <a:pt x="1234544" y="723360"/>
                </a:lnTo>
                <a:lnTo>
                  <a:pt x="1250962" y="733018"/>
                </a:lnTo>
                <a:lnTo>
                  <a:pt x="1246136" y="741235"/>
                </a:lnTo>
                <a:close/>
              </a:path>
              <a:path w="1297939" h="766444">
                <a:moveTo>
                  <a:pt x="1297813" y="766102"/>
                </a:moveTo>
                <a:lnTo>
                  <a:pt x="1212811" y="760310"/>
                </a:lnTo>
                <a:lnTo>
                  <a:pt x="1229713" y="731574"/>
                </a:lnTo>
                <a:lnTo>
                  <a:pt x="1246136" y="741235"/>
                </a:lnTo>
                <a:lnTo>
                  <a:pt x="1281681" y="741235"/>
                </a:lnTo>
                <a:lnTo>
                  <a:pt x="1297813" y="766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14800" y="35895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27879" y="2126932"/>
            <a:ext cx="4883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</a:t>
            </a:r>
            <a:r>
              <a:rPr dirty="0" sz="200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7079" y="3447732"/>
            <a:ext cx="4883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</a:t>
            </a:r>
            <a:r>
              <a:rPr dirty="0" sz="200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86765" y="580072"/>
            <a:ext cx="1685289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Example:</a:t>
            </a:r>
            <a:endParaRPr sz="3200"/>
          </a:p>
        </p:txBody>
      </p:sp>
      <p:sp>
        <p:nvSpPr>
          <p:cNvPr id="10" name="object 10"/>
          <p:cNvSpPr/>
          <p:nvPr/>
        </p:nvSpPr>
        <p:spPr>
          <a:xfrm>
            <a:off x="2296667" y="2667000"/>
            <a:ext cx="1399362" cy="1480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19667" y="3220084"/>
            <a:ext cx="7251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ait?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61694"/>
            <a:ext cx="544322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4000" spc="-15"/>
              <a:t>Starvation </a:t>
            </a:r>
            <a:r>
              <a:rPr dirty="0" u="none" sz="4000"/>
              <a:t>with</a:t>
            </a:r>
            <a:r>
              <a:rPr dirty="0" u="none" sz="4000" spc="-35"/>
              <a:t> </a:t>
            </a:r>
            <a:r>
              <a:rPr dirty="0" u="none" sz="4000" spc="-30"/>
              <a:t>Wait-Die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572250" cy="20250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When </a:t>
            </a:r>
            <a:r>
              <a:rPr dirty="0" sz="3200" spc="-10">
                <a:latin typeface="Tahoma"/>
                <a:cs typeface="Tahoma"/>
              </a:rPr>
              <a:t>transaction </a:t>
            </a:r>
            <a:r>
              <a:rPr dirty="0" sz="3200" spc="-5">
                <a:latin typeface="Tahoma"/>
                <a:cs typeface="Tahoma"/>
              </a:rPr>
              <a:t>dies, re-try later  with what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timestamp?</a:t>
            </a:r>
            <a:endParaRPr sz="32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original timestamp</a:t>
            </a:r>
            <a:endParaRPr sz="28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new timestamp (time of</a:t>
            </a:r>
            <a:r>
              <a:rPr dirty="0" sz="280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re-submit)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61694"/>
            <a:ext cx="544322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4000" spc="-15"/>
              <a:t>Starvation </a:t>
            </a:r>
            <a:r>
              <a:rPr dirty="0" u="none" sz="4000"/>
              <a:t>with</a:t>
            </a:r>
            <a:r>
              <a:rPr dirty="0" u="none" sz="4000" spc="-35"/>
              <a:t> </a:t>
            </a:r>
            <a:r>
              <a:rPr dirty="0" u="none" sz="4000" spc="-30"/>
              <a:t>Wait-Die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609080" cy="264541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10">
                <a:latin typeface="Tahoma"/>
                <a:cs typeface="Tahoma"/>
              </a:rPr>
              <a:t>Resubmit </a:t>
            </a:r>
            <a:r>
              <a:rPr dirty="0" sz="3200" spc="-5">
                <a:latin typeface="Tahoma"/>
                <a:cs typeface="Tahoma"/>
              </a:rPr>
              <a:t>with original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timestamp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10">
                <a:latin typeface="Tahoma"/>
                <a:cs typeface="Tahoma"/>
              </a:rPr>
              <a:t>Guarantees </a:t>
            </a:r>
            <a:r>
              <a:rPr dirty="0" sz="3200">
                <a:latin typeface="Tahoma"/>
                <a:cs typeface="Tahoma"/>
              </a:rPr>
              <a:t>no</a:t>
            </a:r>
            <a:r>
              <a:rPr dirty="0" sz="3200" spc="-10">
                <a:latin typeface="Tahoma"/>
                <a:cs typeface="Tahoma"/>
              </a:rPr>
              <a:t> starvation</a:t>
            </a:r>
            <a:endParaRPr sz="32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35">
                <a:latin typeface="Tahoma"/>
                <a:cs typeface="Tahoma"/>
              </a:rPr>
              <a:t>Transaction </a:t>
            </a:r>
            <a:r>
              <a:rPr dirty="0" sz="2800">
                <a:latin typeface="Tahoma"/>
                <a:cs typeface="Tahoma"/>
              </a:rPr>
              <a:t>with </a:t>
            </a:r>
            <a:r>
              <a:rPr dirty="0" sz="2800" spc="-5">
                <a:latin typeface="Tahoma"/>
                <a:cs typeface="Tahoma"/>
              </a:rPr>
              <a:t>oldest ts </a:t>
            </a:r>
            <a:r>
              <a:rPr dirty="0" sz="2800" spc="-10">
                <a:latin typeface="Tahoma"/>
                <a:cs typeface="Tahoma"/>
              </a:rPr>
              <a:t>never</a:t>
            </a:r>
            <a:r>
              <a:rPr dirty="0" sz="2800" spc="5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dies</a:t>
            </a:r>
            <a:endParaRPr sz="2800">
              <a:latin typeface="Tahoma"/>
              <a:cs typeface="Tahoma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A </a:t>
            </a:r>
            <a:r>
              <a:rPr dirty="0" sz="2800" spc="-10">
                <a:latin typeface="Tahoma"/>
                <a:cs typeface="Tahoma"/>
              </a:rPr>
              <a:t>transaction </a:t>
            </a:r>
            <a:r>
              <a:rPr dirty="0" sz="2800" spc="-5">
                <a:latin typeface="Tahoma"/>
                <a:cs typeface="Tahoma"/>
              </a:rPr>
              <a:t>that dies </a:t>
            </a:r>
            <a:r>
              <a:rPr dirty="0" sz="2800">
                <a:latin typeface="Tahoma"/>
                <a:cs typeface="Tahoma"/>
              </a:rPr>
              <a:t>will </a:t>
            </a:r>
            <a:r>
              <a:rPr dirty="0" sz="2800" spc="-5">
                <a:latin typeface="Tahoma"/>
                <a:cs typeface="Tahoma"/>
              </a:rPr>
              <a:t>eventually  </a:t>
            </a:r>
            <a:r>
              <a:rPr dirty="0" sz="2800" spc="-15">
                <a:latin typeface="Tahoma"/>
                <a:cs typeface="Tahoma"/>
              </a:rPr>
              <a:t>have </a:t>
            </a:r>
            <a:r>
              <a:rPr dirty="0" sz="2800" spc="-5">
                <a:latin typeface="Tahoma"/>
                <a:cs typeface="Tahoma"/>
              </a:rPr>
              <a:t>oldest ts and </a:t>
            </a:r>
            <a:r>
              <a:rPr dirty="0" sz="2800">
                <a:latin typeface="Tahoma"/>
                <a:cs typeface="Tahoma"/>
              </a:rPr>
              <a:t>will</a:t>
            </a:r>
            <a:r>
              <a:rPr dirty="0" sz="2800" spc="2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complete...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5039" y="1265573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=22)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39740" y="2289193"/>
            <a:ext cx="150114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36703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8040" y="3751598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14800" y="35895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05629" y="3447732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9902" y="570547"/>
            <a:ext cx="31134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Second</a:t>
            </a:r>
            <a:r>
              <a:rPr dirty="0" sz="3200" spc="-50"/>
              <a:t> </a:t>
            </a:r>
            <a:r>
              <a:rPr dirty="0" sz="3200" spc="-5"/>
              <a:t>Example:</a:t>
            </a:r>
            <a:endParaRPr sz="3200"/>
          </a:p>
        </p:txBody>
      </p:sp>
      <p:sp>
        <p:nvSpPr>
          <p:cNvPr id="8" name="object 8"/>
          <p:cNvSpPr/>
          <p:nvPr/>
        </p:nvSpPr>
        <p:spPr>
          <a:xfrm>
            <a:off x="3244253" y="1692554"/>
            <a:ext cx="508634" cy="660400"/>
          </a:xfrm>
          <a:custGeom>
            <a:avLst/>
            <a:gdLst/>
            <a:ahLst/>
            <a:cxnLst/>
            <a:rect l="l" t="t" r="r" b="b"/>
            <a:pathLst>
              <a:path w="508635" h="660400">
                <a:moveTo>
                  <a:pt x="458396" y="602593"/>
                </a:moveTo>
                <a:lnTo>
                  <a:pt x="0" y="5791"/>
                </a:lnTo>
                <a:lnTo>
                  <a:pt x="7543" y="0"/>
                </a:lnTo>
                <a:lnTo>
                  <a:pt x="465951" y="596788"/>
                </a:lnTo>
                <a:lnTo>
                  <a:pt x="458396" y="602593"/>
                </a:lnTo>
                <a:close/>
              </a:path>
              <a:path w="508635" h="660400">
                <a:moveTo>
                  <a:pt x="500378" y="617702"/>
                </a:moveTo>
                <a:lnTo>
                  <a:pt x="470001" y="617702"/>
                </a:lnTo>
                <a:lnTo>
                  <a:pt x="477558" y="611898"/>
                </a:lnTo>
                <a:lnTo>
                  <a:pt x="465951" y="596788"/>
                </a:lnTo>
                <a:lnTo>
                  <a:pt x="492391" y="576478"/>
                </a:lnTo>
                <a:lnTo>
                  <a:pt x="500378" y="617702"/>
                </a:lnTo>
                <a:close/>
              </a:path>
              <a:path w="508635" h="660400">
                <a:moveTo>
                  <a:pt x="470001" y="617702"/>
                </a:moveTo>
                <a:lnTo>
                  <a:pt x="458396" y="602593"/>
                </a:lnTo>
                <a:lnTo>
                  <a:pt x="465951" y="596788"/>
                </a:lnTo>
                <a:lnTo>
                  <a:pt x="477558" y="611898"/>
                </a:lnTo>
                <a:lnTo>
                  <a:pt x="470001" y="617702"/>
                </a:lnTo>
                <a:close/>
              </a:path>
              <a:path w="508635" h="660400">
                <a:moveTo>
                  <a:pt x="508596" y="660120"/>
                </a:moveTo>
                <a:lnTo>
                  <a:pt x="431965" y="622896"/>
                </a:lnTo>
                <a:lnTo>
                  <a:pt x="458396" y="602593"/>
                </a:lnTo>
                <a:lnTo>
                  <a:pt x="470001" y="617702"/>
                </a:lnTo>
                <a:lnTo>
                  <a:pt x="500378" y="617702"/>
                </a:lnTo>
                <a:lnTo>
                  <a:pt x="508596" y="660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599815" y="1695449"/>
            <a:ext cx="33439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requests A: </a:t>
            </a:r>
            <a:r>
              <a:rPr dirty="0" sz="2000" spc="-10">
                <a:latin typeface="Tahoma"/>
                <a:cs typeface="Tahoma"/>
              </a:rPr>
              <a:t>wait for </a:t>
            </a:r>
            <a:r>
              <a:rPr dirty="0" sz="2000" spc="-5">
                <a:latin typeface="Tahoma"/>
                <a:cs typeface="Tahoma"/>
              </a:rPr>
              <a:t>T</a:t>
            </a:r>
            <a:r>
              <a:rPr dirty="0" baseline="-17094" sz="1950" spc="-7">
                <a:latin typeface="Tahoma"/>
                <a:cs typeface="Tahoma"/>
              </a:rPr>
              <a:t>2 </a:t>
            </a:r>
            <a:r>
              <a:rPr dirty="0" sz="2000" spc="-5">
                <a:latin typeface="Tahoma"/>
                <a:cs typeface="Tahoma"/>
              </a:rPr>
              <a:t>or</a:t>
            </a:r>
            <a:r>
              <a:rPr dirty="0" sz="2000" spc="-19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T</a:t>
            </a:r>
            <a:r>
              <a:rPr dirty="0" baseline="-17094" sz="1950" spc="-7">
                <a:latin typeface="Tahoma"/>
                <a:cs typeface="Tahoma"/>
              </a:rPr>
              <a:t>3</a:t>
            </a:r>
            <a:r>
              <a:rPr dirty="0" sz="2000" spc="-5">
                <a:latin typeface="Tahoma"/>
                <a:cs typeface="Tahoma"/>
              </a:rPr>
              <a:t>?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26870" y="2495550"/>
            <a:ext cx="544830" cy="469900"/>
          </a:xfrm>
          <a:custGeom>
            <a:avLst/>
            <a:gdLst/>
            <a:ahLst/>
            <a:cxnLst/>
            <a:rect l="l" t="t" r="r" b="b"/>
            <a:pathLst>
              <a:path w="544830" h="469900">
                <a:moveTo>
                  <a:pt x="511886" y="78562"/>
                </a:moveTo>
                <a:lnTo>
                  <a:pt x="462203" y="20777"/>
                </a:lnTo>
                <a:lnTo>
                  <a:pt x="544830" y="0"/>
                </a:lnTo>
                <a:lnTo>
                  <a:pt x="530722" y="33642"/>
                </a:lnTo>
                <a:lnTo>
                  <a:pt x="498386" y="33642"/>
                </a:lnTo>
                <a:lnTo>
                  <a:pt x="491159" y="39852"/>
                </a:lnTo>
                <a:lnTo>
                  <a:pt x="497370" y="47078"/>
                </a:lnTo>
                <a:lnTo>
                  <a:pt x="525088" y="47078"/>
                </a:lnTo>
                <a:lnTo>
                  <a:pt x="511886" y="78562"/>
                </a:lnTo>
                <a:close/>
              </a:path>
              <a:path w="544830" h="469900">
                <a:moveTo>
                  <a:pt x="497370" y="47078"/>
                </a:moveTo>
                <a:lnTo>
                  <a:pt x="491159" y="39852"/>
                </a:lnTo>
                <a:lnTo>
                  <a:pt x="498386" y="33642"/>
                </a:lnTo>
                <a:lnTo>
                  <a:pt x="504596" y="40868"/>
                </a:lnTo>
                <a:lnTo>
                  <a:pt x="497370" y="47078"/>
                </a:lnTo>
                <a:close/>
              </a:path>
              <a:path w="544830" h="469900">
                <a:moveTo>
                  <a:pt x="525088" y="47078"/>
                </a:moveTo>
                <a:lnTo>
                  <a:pt x="497370" y="47078"/>
                </a:lnTo>
                <a:lnTo>
                  <a:pt x="504596" y="40868"/>
                </a:lnTo>
                <a:lnTo>
                  <a:pt x="498386" y="33642"/>
                </a:lnTo>
                <a:lnTo>
                  <a:pt x="530722" y="33642"/>
                </a:lnTo>
                <a:lnTo>
                  <a:pt x="525088" y="47078"/>
                </a:lnTo>
                <a:close/>
              </a:path>
              <a:path w="544830" h="469900">
                <a:moveTo>
                  <a:pt x="483944" y="46064"/>
                </a:moveTo>
                <a:close/>
              </a:path>
              <a:path w="544830" h="469900">
                <a:moveTo>
                  <a:pt x="482930" y="59499"/>
                </a:moveTo>
                <a:lnTo>
                  <a:pt x="476719" y="52273"/>
                </a:lnTo>
                <a:lnTo>
                  <a:pt x="483944" y="46064"/>
                </a:lnTo>
                <a:lnTo>
                  <a:pt x="490156" y="53289"/>
                </a:lnTo>
                <a:lnTo>
                  <a:pt x="482930" y="59499"/>
                </a:lnTo>
                <a:close/>
              </a:path>
              <a:path w="544830" h="469900">
                <a:moveTo>
                  <a:pt x="468477" y="71907"/>
                </a:moveTo>
                <a:lnTo>
                  <a:pt x="462267" y="64693"/>
                </a:lnTo>
                <a:lnTo>
                  <a:pt x="469493" y="58483"/>
                </a:lnTo>
                <a:lnTo>
                  <a:pt x="475703" y="65709"/>
                </a:lnTo>
                <a:lnTo>
                  <a:pt x="468477" y="71907"/>
                </a:lnTo>
                <a:close/>
              </a:path>
              <a:path w="544830" h="469900">
                <a:moveTo>
                  <a:pt x="454037" y="84327"/>
                </a:moveTo>
                <a:lnTo>
                  <a:pt x="447827" y="77114"/>
                </a:lnTo>
                <a:lnTo>
                  <a:pt x="455053" y="70904"/>
                </a:lnTo>
                <a:lnTo>
                  <a:pt x="461263" y="78117"/>
                </a:lnTo>
                <a:lnTo>
                  <a:pt x="454037" y="84327"/>
                </a:lnTo>
                <a:close/>
              </a:path>
              <a:path w="544830" h="469900">
                <a:moveTo>
                  <a:pt x="439585" y="96748"/>
                </a:moveTo>
                <a:lnTo>
                  <a:pt x="433374" y="89522"/>
                </a:lnTo>
                <a:lnTo>
                  <a:pt x="440601" y="83312"/>
                </a:lnTo>
                <a:lnTo>
                  <a:pt x="446811" y="90538"/>
                </a:lnTo>
                <a:lnTo>
                  <a:pt x="439585" y="96748"/>
                </a:lnTo>
                <a:close/>
              </a:path>
              <a:path w="544830" h="469900">
                <a:moveTo>
                  <a:pt x="425145" y="109169"/>
                </a:moveTo>
                <a:lnTo>
                  <a:pt x="418934" y="101942"/>
                </a:lnTo>
                <a:lnTo>
                  <a:pt x="426161" y="95732"/>
                </a:lnTo>
                <a:lnTo>
                  <a:pt x="432371" y="102958"/>
                </a:lnTo>
                <a:lnTo>
                  <a:pt x="425145" y="109169"/>
                </a:lnTo>
                <a:close/>
              </a:path>
              <a:path w="544830" h="469900">
                <a:moveTo>
                  <a:pt x="410692" y="121589"/>
                </a:moveTo>
                <a:lnTo>
                  <a:pt x="404494" y="114363"/>
                </a:lnTo>
                <a:lnTo>
                  <a:pt x="411708" y="108153"/>
                </a:lnTo>
                <a:lnTo>
                  <a:pt x="417918" y="115379"/>
                </a:lnTo>
                <a:lnTo>
                  <a:pt x="410692" y="121589"/>
                </a:lnTo>
                <a:close/>
              </a:path>
              <a:path w="544830" h="469900">
                <a:moveTo>
                  <a:pt x="396252" y="134010"/>
                </a:moveTo>
                <a:lnTo>
                  <a:pt x="390042" y="126784"/>
                </a:lnTo>
                <a:lnTo>
                  <a:pt x="397268" y="120573"/>
                </a:lnTo>
                <a:lnTo>
                  <a:pt x="403479" y="127800"/>
                </a:lnTo>
                <a:lnTo>
                  <a:pt x="396252" y="134010"/>
                </a:lnTo>
                <a:close/>
              </a:path>
              <a:path w="544830" h="469900">
                <a:moveTo>
                  <a:pt x="381800" y="146418"/>
                </a:moveTo>
                <a:lnTo>
                  <a:pt x="375602" y="139204"/>
                </a:lnTo>
                <a:lnTo>
                  <a:pt x="382816" y="132994"/>
                </a:lnTo>
                <a:lnTo>
                  <a:pt x="389026" y="140207"/>
                </a:lnTo>
                <a:lnTo>
                  <a:pt x="381800" y="146418"/>
                </a:lnTo>
                <a:close/>
              </a:path>
              <a:path w="544830" h="469900">
                <a:moveTo>
                  <a:pt x="367360" y="158838"/>
                </a:moveTo>
                <a:lnTo>
                  <a:pt x="361149" y="151612"/>
                </a:lnTo>
                <a:lnTo>
                  <a:pt x="368376" y="145414"/>
                </a:lnTo>
                <a:lnTo>
                  <a:pt x="374586" y="152628"/>
                </a:lnTo>
                <a:lnTo>
                  <a:pt x="367360" y="158838"/>
                </a:lnTo>
                <a:close/>
              </a:path>
              <a:path w="544830" h="469900">
                <a:moveTo>
                  <a:pt x="352920" y="171259"/>
                </a:moveTo>
                <a:lnTo>
                  <a:pt x="346710" y="164033"/>
                </a:lnTo>
                <a:lnTo>
                  <a:pt x="353923" y="157822"/>
                </a:lnTo>
                <a:lnTo>
                  <a:pt x="360133" y="165049"/>
                </a:lnTo>
                <a:lnTo>
                  <a:pt x="352920" y="171259"/>
                </a:lnTo>
                <a:close/>
              </a:path>
              <a:path w="544830" h="469900">
                <a:moveTo>
                  <a:pt x="338467" y="183680"/>
                </a:moveTo>
                <a:lnTo>
                  <a:pt x="332257" y="176453"/>
                </a:lnTo>
                <a:lnTo>
                  <a:pt x="339483" y="170243"/>
                </a:lnTo>
                <a:lnTo>
                  <a:pt x="345694" y="177469"/>
                </a:lnTo>
                <a:lnTo>
                  <a:pt x="338467" y="183680"/>
                </a:lnTo>
                <a:close/>
              </a:path>
              <a:path w="544830" h="469900">
                <a:moveTo>
                  <a:pt x="324027" y="196100"/>
                </a:moveTo>
                <a:lnTo>
                  <a:pt x="317817" y="188874"/>
                </a:lnTo>
                <a:lnTo>
                  <a:pt x="325031" y="182664"/>
                </a:lnTo>
                <a:lnTo>
                  <a:pt x="331241" y="189890"/>
                </a:lnTo>
                <a:lnTo>
                  <a:pt x="324027" y="196100"/>
                </a:lnTo>
                <a:close/>
              </a:path>
              <a:path w="544830" h="469900">
                <a:moveTo>
                  <a:pt x="309575" y="208521"/>
                </a:moveTo>
                <a:lnTo>
                  <a:pt x="303364" y="201294"/>
                </a:lnTo>
                <a:lnTo>
                  <a:pt x="310591" y="195084"/>
                </a:lnTo>
                <a:lnTo>
                  <a:pt x="316801" y="202311"/>
                </a:lnTo>
                <a:lnTo>
                  <a:pt x="309575" y="208521"/>
                </a:lnTo>
                <a:close/>
              </a:path>
              <a:path w="544830" h="469900">
                <a:moveTo>
                  <a:pt x="295135" y="220929"/>
                </a:moveTo>
                <a:lnTo>
                  <a:pt x="288925" y="213715"/>
                </a:lnTo>
                <a:lnTo>
                  <a:pt x="296138" y="207505"/>
                </a:lnTo>
                <a:lnTo>
                  <a:pt x="302348" y="214718"/>
                </a:lnTo>
                <a:lnTo>
                  <a:pt x="295135" y="220929"/>
                </a:lnTo>
                <a:close/>
              </a:path>
              <a:path w="544830" h="469900">
                <a:moveTo>
                  <a:pt x="280682" y="233349"/>
                </a:moveTo>
                <a:lnTo>
                  <a:pt x="274472" y="226123"/>
                </a:lnTo>
                <a:lnTo>
                  <a:pt x="281698" y="219925"/>
                </a:lnTo>
                <a:lnTo>
                  <a:pt x="287909" y="227139"/>
                </a:lnTo>
                <a:lnTo>
                  <a:pt x="280682" y="233349"/>
                </a:lnTo>
                <a:close/>
              </a:path>
              <a:path w="544830" h="469900">
                <a:moveTo>
                  <a:pt x="266242" y="245770"/>
                </a:moveTo>
                <a:lnTo>
                  <a:pt x="260032" y="238544"/>
                </a:lnTo>
                <a:lnTo>
                  <a:pt x="267258" y="232333"/>
                </a:lnTo>
                <a:lnTo>
                  <a:pt x="273456" y="239560"/>
                </a:lnTo>
                <a:lnTo>
                  <a:pt x="266242" y="245770"/>
                </a:lnTo>
                <a:close/>
              </a:path>
              <a:path w="544830" h="469900">
                <a:moveTo>
                  <a:pt x="251790" y="258191"/>
                </a:moveTo>
                <a:lnTo>
                  <a:pt x="245579" y="250964"/>
                </a:lnTo>
                <a:lnTo>
                  <a:pt x="252806" y="244754"/>
                </a:lnTo>
                <a:lnTo>
                  <a:pt x="259016" y="251980"/>
                </a:lnTo>
                <a:lnTo>
                  <a:pt x="251790" y="258191"/>
                </a:lnTo>
                <a:close/>
              </a:path>
              <a:path w="544830" h="469900">
                <a:moveTo>
                  <a:pt x="237350" y="270611"/>
                </a:moveTo>
                <a:lnTo>
                  <a:pt x="231140" y="263385"/>
                </a:lnTo>
                <a:lnTo>
                  <a:pt x="238366" y="257175"/>
                </a:lnTo>
                <a:lnTo>
                  <a:pt x="244563" y="264401"/>
                </a:lnTo>
                <a:lnTo>
                  <a:pt x="237350" y="270611"/>
                </a:lnTo>
                <a:close/>
              </a:path>
              <a:path w="544830" h="469900">
                <a:moveTo>
                  <a:pt x="222897" y="283032"/>
                </a:moveTo>
                <a:lnTo>
                  <a:pt x="216687" y="275805"/>
                </a:lnTo>
                <a:lnTo>
                  <a:pt x="223913" y="269595"/>
                </a:lnTo>
                <a:lnTo>
                  <a:pt x="230124" y="276821"/>
                </a:lnTo>
                <a:lnTo>
                  <a:pt x="222897" y="283032"/>
                </a:lnTo>
                <a:close/>
              </a:path>
              <a:path w="544830" h="469900">
                <a:moveTo>
                  <a:pt x="208457" y="295440"/>
                </a:moveTo>
                <a:lnTo>
                  <a:pt x="202247" y="288226"/>
                </a:lnTo>
                <a:lnTo>
                  <a:pt x="209473" y="282016"/>
                </a:lnTo>
                <a:lnTo>
                  <a:pt x="215684" y="289229"/>
                </a:lnTo>
                <a:lnTo>
                  <a:pt x="208457" y="295440"/>
                </a:lnTo>
                <a:close/>
              </a:path>
              <a:path w="544830" h="469900">
                <a:moveTo>
                  <a:pt x="194005" y="307860"/>
                </a:moveTo>
                <a:lnTo>
                  <a:pt x="187794" y="300634"/>
                </a:lnTo>
                <a:lnTo>
                  <a:pt x="195021" y="294436"/>
                </a:lnTo>
                <a:lnTo>
                  <a:pt x="201231" y="301650"/>
                </a:lnTo>
                <a:lnTo>
                  <a:pt x="194005" y="307860"/>
                </a:lnTo>
                <a:close/>
              </a:path>
              <a:path w="544830" h="469900">
                <a:moveTo>
                  <a:pt x="179565" y="320281"/>
                </a:moveTo>
                <a:lnTo>
                  <a:pt x="173355" y="313055"/>
                </a:lnTo>
                <a:lnTo>
                  <a:pt x="180581" y="306844"/>
                </a:lnTo>
                <a:lnTo>
                  <a:pt x="186791" y="314070"/>
                </a:lnTo>
                <a:lnTo>
                  <a:pt x="179565" y="320281"/>
                </a:lnTo>
                <a:close/>
              </a:path>
              <a:path w="544830" h="469900">
                <a:moveTo>
                  <a:pt x="165112" y="332701"/>
                </a:moveTo>
                <a:lnTo>
                  <a:pt x="158902" y="325475"/>
                </a:lnTo>
                <a:lnTo>
                  <a:pt x="166128" y="319265"/>
                </a:lnTo>
                <a:lnTo>
                  <a:pt x="172338" y="326491"/>
                </a:lnTo>
                <a:lnTo>
                  <a:pt x="165112" y="332701"/>
                </a:lnTo>
                <a:close/>
              </a:path>
              <a:path w="544830" h="469900">
                <a:moveTo>
                  <a:pt x="150672" y="345122"/>
                </a:moveTo>
                <a:lnTo>
                  <a:pt x="144462" y="337896"/>
                </a:lnTo>
                <a:lnTo>
                  <a:pt x="151688" y="331685"/>
                </a:lnTo>
                <a:lnTo>
                  <a:pt x="157899" y="338912"/>
                </a:lnTo>
                <a:lnTo>
                  <a:pt x="150672" y="345122"/>
                </a:lnTo>
                <a:close/>
              </a:path>
              <a:path w="544830" h="469900">
                <a:moveTo>
                  <a:pt x="136220" y="357543"/>
                </a:moveTo>
                <a:lnTo>
                  <a:pt x="130022" y="350316"/>
                </a:lnTo>
                <a:lnTo>
                  <a:pt x="137236" y="344106"/>
                </a:lnTo>
                <a:lnTo>
                  <a:pt x="143446" y="351332"/>
                </a:lnTo>
                <a:lnTo>
                  <a:pt x="136220" y="357543"/>
                </a:lnTo>
                <a:close/>
              </a:path>
              <a:path w="544830" h="469900">
                <a:moveTo>
                  <a:pt x="121780" y="369950"/>
                </a:moveTo>
                <a:lnTo>
                  <a:pt x="115569" y="362737"/>
                </a:lnTo>
                <a:lnTo>
                  <a:pt x="122796" y="356527"/>
                </a:lnTo>
                <a:lnTo>
                  <a:pt x="129006" y="363740"/>
                </a:lnTo>
                <a:lnTo>
                  <a:pt x="121780" y="369950"/>
                </a:lnTo>
                <a:close/>
              </a:path>
              <a:path w="544830" h="469900">
                <a:moveTo>
                  <a:pt x="107327" y="382371"/>
                </a:moveTo>
                <a:lnTo>
                  <a:pt x="101130" y="375145"/>
                </a:lnTo>
                <a:lnTo>
                  <a:pt x="108343" y="368947"/>
                </a:lnTo>
                <a:lnTo>
                  <a:pt x="114554" y="376161"/>
                </a:lnTo>
                <a:lnTo>
                  <a:pt x="107327" y="382371"/>
                </a:lnTo>
                <a:close/>
              </a:path>
              <a:path w="544830" h="469900">
                <a:moveTo>
                  <a:pt x="92887" y="394792"/>
                </a:moveTo>
                <a:lnTo>
                  <a:pt x="86677" y="387565"/>
                </a:lnTo>
                <a:lnTo>
                  <a:pt x="93903" y="381355"/>
                </a:lnTo>
                <a:lnTo>
                  <a:pt x="100114" y="388581"/>
                </a:lnTo>
                <a:lnTo>
                  <a:pt x="92887" y="394792"/>
                </a:lnTo>
                <a:close/>
              </a:path>
              <a:path w="544830" h="469900">
                <a:moveTo>
                  <a:pt x="78447" y="407212"/>
                </a:moveTo>
                <a:lnTo>
                  <a:pt x="72237" y="399986"/>
                </a:lnTo>
                <a:lnTo>
                  <a:pt x="79451" y="393776"/>
                </a:lnTo>
                <a:lnTo>
                  <a:pt x="85661" y="401002"/>
                </a:lnTo>
                <a:lnTo>
                  <a:pt x="78447" y="407212"/>
                </a:lnTo>
                <a:close/>
              </a:path>
              <a:path w="544830" h="469900">
                <a:moveTo>
                  <a:pt x="63995" y="419633"/>
                </a:moveTo>
                <a:lnTo>
                  <a:pt x="57785" y="412407"/>
                </a:lnTo>
                <a:lnTo>
                  <a:pt x="65011" y="406196"/>
                </a:lnTo>
                <a:lnTo>
                  <a:pt x="71221" y="413423"/>
                </a:lnTo>
                <a:lnTo>
                  <a:pt x="63995" y="419633"/>
                </a:lnTo>
                <a:close/>
              </a:path>
              <a:path w="544830" h="469900">
                <a:moveTo>
                  <a:pt x="49555" y="432041"/>
                </a:moveTo>
                <a:lnTo>
                  <a:pt x="43345" y="424827"/>
                </a:lnTo>
                <a:lnTo>
                  <a:pt x="50558" y="418617"/>
                </a:lnTo>
                <a:lnTo>
                  <a:pt x="56768" y="425843"/>
                </a:lnTo>
                <a:lnTo>
                  <a:pt x="49555" y="432041"/>
                </a:lnTo>
                <a:close/>
              </a:path>
              <a:path w="544830" h="469900">
                <a:moveTo>
                  <a:pt x="35102" y="444461"/>
                </a:moveTo>
                <a:lnTo>
                  <a:pt x="28892" y="437248"/>
                </a:lnTo>
                <a:lnTo>
                  <a:pt x="36118" y="431038"/>
                </a:lnTo>
                <a:lnTo>
                  <a:pt x="42329" y="438251"/>
                </a:lnTo>
                <a:lnTo>
                  <a:pt x="35102" y="444461"/>
                </a:lnTo>
                <a:close/>
              </a:path>
              <a:path w="544830" h="469900">
                <a:moveTo>
                  <a:pt x="20662" y="456882"/>
                </a:moveTo>
                <a:lnTo>
                  <a:pt x="14452" y="449656"/>
                </a:lnTo>
                <a:lnTo>
                  <a:pt x="21666" y="443445"/>
                </a:lnTo>
                <a:lnTo>
                  <a:pt x="27876" y="450672"/>
                </a:lnTo>
                <a:lnTo>
                  <a:pt x="20662" y="456882"/>
                </a:lnTo>
                <a:close/>
              </a:path>
              <a:path w="544830" h="469900">
                <a:moveTo>
                  <a:pt x="6210" y="469303"/>
                </a:moveTo>
                <a:lnTo>
                  <a:pt x="0" y="462076"/>
                </a:lnTo>
                <a:lnTo>
                  <a:pt x="7226" y="455866"/>
                </a:lnTo>
                <a:lnTo>
                  <a:pt x="13436" y="463092"/>
                </a:lnTo>
                <a:lnTo>
                  <a:pt x="6210" y="469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48689" y="2998470"/>
            <a:ext cx="17602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ahoma"/>
                <a:cs typeface="Tahoma"/>
              </a:rPr>
              <a:t>Note: ts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between  </a:t>
            </a:r>
            <a:r>
              <a:rPr dirty="0" sz="1800">
                <a:latin typeface="Tahoma"/>
                <a:cs typeface="Tahoma"/>
              </a:rPr>
              <a:t>20 and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25.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9095" y="3867150"/>
            <a:ext cx="1146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33825" y="43896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80714" y="4113046"/>
            <a:ext cx="1878964" cy="160782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056005">
              <a:lnSpc>
                <a:spcPct val="100000"/>
              </a:lnSpc>
              <a:spcBef>
                <a:spcPts val="116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  <a:p>
            <a:pPr algn="ctr" marR="755650">
              <a:lnSpc>
                <a:spcPct val="100000"/>
              </a:lnSpc>
              <a:spcBef>
                <a:spcPts val="1700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 marR="7239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4027" y="551497"/>
            <a:ext cx="53073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Second Example</a:t>
            </a:r>
            <a:r>
              <a:rPr dirty="0" sz="3200" spc="-25"/>
              <a:t> </a:t>
            </a:r>
            <a:r>
              <a:rPr dirty="0" sz="3200" spc="-5"/>
              <a:t>(continued):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33927" y="2846628"/>
            <a:ext cx="543560" cy="1773555"/>
          </a:xfrm>
          <a:custGeom>
            <a:avLst/>
            <a:gdLst/>
            <a:ahLst/>
            <a:cxnLst/>
            <a:rect l="l" t="t" r="r" b="b"/>
            <a:pathLst>
              <a:path w="543560" h="1773554">
                <a:moveTo>
                  <a:pt x="502269" y="1701277"/>
                </a:moveTo>
                <a:lnTo>
                  <a:pt x="0" y="2692"/>
                </a:lnTo>
                <a:lnTo>
                  <a:pt x="9144" y="0"/>
                </a:lnTo>
                <a:lnTo>
                  <a:pt x="511413" y="1698573"/>
                </a:lnTo>
                <a:lnTo>
                  <a:pt x="502269" y="1701277"/>
                </a:lnTo>
                <a:close/>
              </a:path>
              <a:path w="543560" h="1773554">
                <a:moveTo>
                  <a:pt x="537957" y="1719541"/>
                </a:moveTo>
                <a:lnTo>
                  <a:pt x="507669" y="1719541"/>
                </a:lnTo>
                <a:lnTo>
                  <a:pt x="516813" y="1716836"/>
                </a:lnTo>
                <a:lnTo>
                  <a:pt x="511413" y="1698573"/>
                </a:lnTo>
                <a:lnTo>
                  <a:pt x="543369" y="1689125"/>
                </a:lnTo>
                <a:lnTo>
                  <a:pt x="537957" y="1719541"/>
                </a:lnTo>
                <a:close/>
              </a:path>
              <a:path w="543560" h="1773554">
                <a:moveTo>
                  <a:pt x="507669" y="1719541"/>
                </a:moveTo>
                <a:lnTo>
                  <a:pt x="502269" y="1701277"/>
                </a:lnTo>
                <a:lnTo>
                  <a:pt x="511413" y="1698573"/>
                </a:lnTo>
                <a:lnTo>
                  <a:pt x="516813" y="1716836"/>
                </a:lnTo>
                <a:lnTo>
                  <a:pt x="507669" y="1719541"/>
                </a:lnTo>
                <a:close/>
              </a:path>
              <a:path w="543560" h="1773554">
                <a:moveTo>
                  <a:pt x="528447" y="1772996"/>
                </a:moveTo>
                <a:lnTo>
                  <a:pt x="470306" y="1710728"/>
                </a:lnTo>
                <a:lnTo>
                  <a:pt x="502269" y="1701277"/>
                </a:lnTo>
                <a:lnTo>
                  <a:pt x="507669" y="1719541"/>
                </a:lnTo>
                <a:lnTo>
                  <a:pt x="537957" y="1719541"/>
                </a:lnTo>
                <a:lnTo>
                  <a:pt x="528447" y="1772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81604" y="3743007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554990" y="1189672"/>
            <a:ext cx="7706359" cy="2630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One </a:t>
            </a:r>
            <a:r>
              <a:rPr dirty="0" sz="2400" spc="-5">
                <a:latin typeface="Tahoma"/>
                <a:cs typeface="Tahoma"/>
              </a:rPr>
              <a:t>option: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1 </a:t>
            </a:r>
            <a:r>
              <a:rPr dirty="0" sz="2400" spc="-10">
                <a:latin typeface="Tahoma"/>
                <a:cs typeface="Tahoma"/>
              </a:rPr>
              <a:t>waits </a:t>
            </a:r>
            <a:r>
              <a:rPr dirty="0" sz="2400" spc="-5">
                <a:latin typeface="Tahoma"/>
                <a:cs typeface="Tahoma"/>
              </a:rPr>
              <a:t>just </a:t>
            </a:r>
            <a:r>
              <a:rPr dirty="0" sz="2400" spc="-10">
                <a:latin typeface="Tahoma"/>
                <a:cs typeface="Tahoma"/>
              </a:rPr>
              <a:t>for </a:t>
            </a:r>
            <a:r>
              <a:rPr dirty="0" sz="2400" spc="-5">
                <a:latin typeface="Tahoma"/>
                <a:cs typeface="Tahoma"/>
              </a:rPr>
              <a:t>T</a:t>
            </a:r>
            <a:r>
              <a:rPr dirty="0" baseline="-17921" sz="2325" spc="-7">
                <a:latin typeface="Tahoma"/>
                <a:cs typeface="Tahoma"/>
              </a:rPr>
              <a:t>3</a:t>
            </a:r>
            <a:r>
              <a:rPr dirty="0" sz="2400" spc="-5">
                <a:latin typeface="Tahoma"/>
                <a:cs typeface="Tahoma"/>
              </a:rPr>
              <a:t>, transaction holding lock.  </a:t>
            </a:r>
            <a:r>
              <a:rPr dirty="0" sz="2400">
                <a:latin typeface="Tahoma"/>
                <a:cs typeface="Tahoma"/>
              </a:rPr>
              <a:t>But </a:t>
            </a:r>
            <a:r>
              <a:rPr dirty="0" sz="2400" spc="-5">
                <a:latin typeface="Tahoma"/>
                <a:cs typeface="Tahoma"/>
              </a:rPr>
              <a:t>when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2 </a:t>
            </a:r>
            <a:r>
              <a:rPr dirty="0" sz="2400" spc="-5">
                <a:latin typeface="Tahoma"/>
                <a:cs typeface="Tahoma"/>
              </a:rPr>
              <a:t>gets lock,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1 </a:t>
            </a:r>
            <a:r>
              <a:rPr dirty="0" sz="2400">
                <a:latin typeface="Tahoma"/>
                <a:cs typeface="Tahoma"/>
              </a:rPr>
              <a:t>will </a:t>
            </a:r>
            <a:r>
              <a:rPr dirty="0" sz="2400" spc="-15">
                <a:latin typeface="Tahoma"/>
                <a:cs typeface="Tahoma"/>
              </a:rPr>
              <a:t>have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434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die!</a:t>
            </a:r>
            <a:endParaRPr sz="2400">
              <a:latin typeface="Tahoma"/>
              <a:cs typeface="Tahoma"/>
            </a:endParaRPr>
          </a:p>
          <a:p>
            <a:pPr marL="1787525">
              <a:lnSpc>
                <a:spcPct val="100000"/>
              </a:lnSpc>
              <a:spcBef>
                <a:spcPts val="2850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49479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=22)</a:t>
            </a:r>
            <a:endParaRPr sz="2400">
              <a:latin typeface="Tahoma"/>
              <a:cs typeface="Tahoma"/>
            </a:endParaRPr>
          </a:p>
          <a:p>
            <a:pPr marL="4810125">
              <a:lnSpc>
                <a:spcPct val="100000"/>
              </a:lnSpc>
              <a:spcBef>
                <a:spcPts val="770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2814" y="2190749"/>
            <a:ext cx="4298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0714" y="2751454"/>
            <a:ext cx="1146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=22)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5415" y="3117868"/>
            <a:ext cx="131064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7653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33825" y="43896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053714" y="4170647"/>
            <a:ext cx="2005964" cy="145859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183005">
              <a:lnSpc>
                <a:spcPct val="100000"/>
              </a:lnSpc>
              <a:spcBef>
                <a:spcPts val="710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  <a:p>
            <a:pPr algn="ctr" marR="882650">
              <a:lnSpc>
                <a:spcPct val="100000"/>
              </a:lnSpc>
              <a:spcBef>
                <a:spcPts val="980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 marR="8509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3927" y="2846628"/>
            <a:ext cx="543560" cy="1773555"/>
          </a:xfrm>
          <a:custGeom>
            <a:avLst/>
            <a:gdLst/>
            <a:ahLst/>
            <a:cxnLst/>
            <a:rect l="l" t="t" r="r" b="b"/>
            <a:pathLst>
              <a:path w="543560" h="1773554">
                <a:moveTo>
                  <a:pt x="502269" y="1701277"/>
                </a:moveTo>
                <a:lnTo>
                  <a:pt x="0" y="2692"/>
                </a:lnTo>
                <a:lnTo>
                  <a:pt x="9144" y="0"/>
                </a:lnTo>
                <a:lnTo>
                  <a:pt x="511413" y="1698573"/>
                </a:lnTo>
                <a:lnTo>
                  <a:pt x="502269" y="1701277"/>
                </a:lnTo>
                <a:close/>
              </a:path>
              <a:path w="543560" h="1773554">
                <a:moveTo>
                  <a:pt x="537957" y="1719541"/>
                </a:moveTo>
                <a:lnTo>
                  <a:pt x="507669" y="1719541"/>
                </a:lnTo>
                <a:lnTo>
                  <a:pt x="516813" y="1716836"/>
                </a:lnTo>
                <a:lnTo>
                  <a:pt x="511413" y="1698573"/>
                </a:lnTo>
                <a:lnTo>
                  <a:pt x="543369" y="1689125"/>
                </a:lnTo>
                <a:lnTo>
                  <a:pt x="537957" y="1719541"/>
                </a:lnTo>
                <a:close/>
              </a:path>
              <a:path w="543560" h="1773554">
                <a:moveTo>
                  <a:pt x="507669" y="1719541"/>
                </a:moveTo>
                <a:lnTo>
                  <a:pt x="502269" y="1701277"/>
                </a:lnTo>
                <a:lnTo>
                  <a:pt x="511413" y="1698573"/>
                </a:lnTo>
                <a:lnTo>
                  <a:pt x="516813" y="1716836"/>
                </a:lnTo>
                <a:lnTo>
                  <a:pt x="507669" y="1719541"/>
                </a:lnTo>
                <a:close/>
              </a:path>
              <a:path w="543560" h="1773554">
                <a:moveTo>
                  <a:pt x="528447" y="1772996"/>
                </a:moveTo>
                <a:lnTo>
                  <a:pt x="470306" y="1710728"/>
                </a:lnTo>
                <a:lnTo>
                  <a:pt x="502269" y="1701277"/>
                </a:lnTo>
                <a:lnTo>
                  <a:pt x="507669" y="1719541"/>
                </a:lnTo>
                <a:lnTo>
                  <a:pt x="537957" y="1719541"/>
                </a:lnTo>
                <a:lnTo>
                  <a:pt x="528447" y="1772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3308" y="2776918"/>
            <a:ext cx="1906905" cy="819785"/>
          </a:xfrm>
          <a:custGeom>
            <a:avLst/>
            <a:gdLst/>
            <a:ahLst/>
            <a:cxnLst/>
            <a:rect l="l" t="t" r="r" b="b"/>
            <a:pathLst>
              <a:path w="1906904" h="819785">
                <a:moveTo>
                  <a:pt x="1834874" y="788583"/>
                </a:moveTo>
                <a:lnTo>
                  <a:pt x="0" y="8763"/>
                </a:lnTo>
                <a:lnTo>
                  <a:pt x="3733" y="0"/>
                </a:lnTo>
                <a:lnTo>
                  <a:pt x="1838597" y="779821"/>
                </a:lnTo>
                <a:lnTo>
                  <a:pt x="1834874" y="788583"/>
                </a:lnTo>
                <a:close/>
              </a:path>
              <a:path w="1906904" h="819785">
                <a:moveTo>
                  <a:pt x="1891566" y="796036"/>
                </a:moveTo>
                <a:lnTo>
                  <a:pt x="1852409" y="796036"/>
                </a:lnTo>
                <a:lnTo>
                  <a:pt x="1856130" y="787273"/>
                </a:lnTo>
                <a:lnTo>
                  <a:pt x="1838597" y="779821"/>
                </a:lnTo>
                <a:lnTo>
                  <a:pt x="1851634" y="749134"/>
                </a:lnTo>
                <a:lnTo>
                  <a:pt x="1891566" y="796036"/>
                </a:lnTo>
                <a:close/>
              </a:path>
              <a:path w="1906904" h="819785">
                <a:moveTo>
                  <a:pt x="1852409" y="796036"/>
                </a:moveTo>
                <a:lnTo>
                  <a:pt x="1834874" y="788583"/>
                </a:lnTo>
                <a:lnTo>
                  <a:pt x="1838597" y="779821"/>
                </a:lnTo>
                <a:lnTo>
                  <a:pt x="1856130" y="787273"/>
                </a:lnTo>
                <a:lnTo>
                  <a:pt x="1852409" y="796036"/>
                </a:lnTo>
                <a:close/>
              </a:path>
              <a:path w="1906904" h="819785">
                <a:moveTo>
                  <a:pt x="1821840" y="819264"/>
                </a:moveTo>
                <a:lnTo>
                  <a:pt x="1834874" y="788583"/>
                </a:lnTo>
                <a:lnTo>
                  <a:pt x="1852409" y="796036"/>
                </a:lnTo>
                <a:lnTo>
                  <a:pt x="1891566" y="796036"/>
                </a:lnTo>
                <a:lnTo>
                  <a:pt x="1906866" y="814006"/>
                </a:lnTo>
                <a:lnTo>
                  <a:pt x="1821840" y="819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81604" y="3743007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7504" y="2876232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61327" y="351541"/>
            <a:ext cx="7915275" cy="1715770"/>
          </a:xfrm>
          <a:prstGeom prst="rect"/>
        </p:spPr>
        <p:txBody>
          <a:bodyPr wrap="square" lIns="0" tIns="21336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680"/>
              </a:spcBef>
            </a:pPr>
            <a:r>
              <a:rPr dirty="0" sz="3200" spc="-5"/>
              <a:t>Second Example</a:t>
            </a:r>
            <a:r>
              <a:rPr dirty="0" sz="3200" spc="-10"/>
              <a:t> </a:t>
            </a:r>
            <a:r>
              <a:rPr dirty="0" sz="3200" spc="-5"/>
              <a:t>(continued):</a:t>
            </a:r>
            <a:endParaRPr sz="3200"/>
          </a:p>
          <a:p>
            <a:pPr marL="194945" marR="17780">
              <a:lnSpc>
                <a:spcPts val="3670"/>
              </a:lnSpc>
              <a:spcBef>
                <a:spcPts val="640"/>
              </a:spcBef>
              <a:tabLst>
                <a:tab pos="3970020" algn="l"/>
                <a:tab pos="4676140" algn="l"/>
              </a:tabLst>
            </a:pPr>
            <a:r>
              <a:rPr dirty="0" u="none" sz="2400"/>
              <a:t>Another </a:t>
            </a:r>
            <a:r>
              <a:rPr dirty="0" u="none" sz="2400" spc="-5"/>
              <a:t>option: </a:t>
            </a:r>
            <a:r>
              <a:rPr dirty="0" u="none" sz="2400"/>
              <a:t>T</a:t>
            </a:r>
            <a:r>
              <a:rPr dirty="0" u="none" baseline="-17921" sz="2325"/>
              <a:t>1 </a:t>
            </a:r>
            <a:r>
              <a:rPr dirty="0" u="none" sz="2400"/>
              <a:t>only </a:t>
            </a:r>
            <a:r>
              <a:rPr dirty="0" u="none" sz="2400" spc="-5"/>
              <a:t>gets </a:t>
            </a:r>
            <a:r>
              <a:rPr dirty="0" u="none" sz="2400"/>
              <a:t>A </a:t>
            </a:r>
            <a:r>
              <a:rPr dirty="0" u="none" sz="2400" spc="-5"/>
              <a:t>lock </a:t>
            </a:r>
            <a:r>
              <a:rPr dirty="0" u="none" sz="2400"/>
              <a:t>after </a:t>
            </a:r>
            <a:r>
              <a:rPr dirty="0" u="none" sz="2400" spc="-5"/>
              <a:t>T</a:t>
            </a:r>
            <a:r>
              <a:rPr dirty="0" u="none" baseline="-17921" sz="2325" spc="-7"/>
              <a:t>2</a:t>
            </a:r>
            <a:r>
              <a:rPr dirty="0" u="none" sz="2400" spc="-5"/>
              <a:t>, </a:t>
            </a:r>
            <a:r>
              <a:rPr dirty="0" u="none" sz="2400"/>
              <a:t>T</a:t>
            </a:r>
            <a:r>
              <a:rPr dirty="0" u="none" baseline="-17921" sz="2325"/>
              <a:t>3 </a:t>
            </a:r>
            <a:r>
              <a:rPr dirty="0" u="none" sz="2400" spc="-5"/>
              <a:t>complete,  so </a:t>
            </a:r>
            <a:r>
              <a:rPr dirty="0" u="none" sz="2400"/>
              <a:t>T</a:t>
            </a:r>
            <a:r>
              <a:rPr dirty="0" u="none" baseline="-17921" sz="2325"/>
              <a:t>1  </a:t>
            </a:r>
            <a:r>
              <a:rPr dirty="0" u="none" sz="2400" spc="-10"/>
              <a:t>waits for </a:t>
            </a:r>
            <a:r>
              <a:rPr dirty="0" u="none" sz="2400" spc="-5"/>
              <a:t>both</a:t>
            </a:r>
            <a:r>
              <a:rPr dirty="0" u="none" sz="2400" spc="-175"/>
              <a:t> </a:t>
            </a:r>
            <a:r>
              <a:rPr dirty="0" u="none" sz="2400" spc="-5"/>
              <a:t>T</a:t>
            </a:r>
            <a:r>
              <a:rPr dirty="0" u="none" baseline="-17921" sz="2325" spc="-7"/>
              <a:t>2</a:t>
            </a:r>
            <a:r>
              <a:rPr dirty="0" u="none" sz="2400" spc="-5"/>
              <a:t>,</a:t>
            </a:r>
            <a:r>
              <a:rPr dirty="0" u="none" sz="2400"/>
              <a:t> T</a:t>
            </a:r>
            <a:r>
              <a:rPr dirty="0" u="none" baseline="-17921" sz="2325"/>
              <a:t>3	</a:t>
            </a:r>
            <a:r>
              <a:rPr dirty="0" u="none" sz="3200">
                <a:latin typeface="Symbol"/>
                <a:cs typeface="Symbol"/>
              </a:rPr>
              <a:t></a:t>
            </a:r>
            <a:r>
              <a:rPr dirty="0" u="none" sz="3200">
                <a:latin typeface="Times New Roman"/>
                <a:cs typeface="Times New Roman"/>
              </a:rPr>
              <a:t>	</a:t>
            </a:r>
            <a:r>
              <a:rPr dirty="0" u="none" sz="2400"/>
              <a:t>T</a:t>
            </a:r>
            <a:r>
              <a:rPr dirty="0" u="none" baseline="-17921" sz="2325"/>
              <a:t>1 </a:t>
            </a:r>
            <a:r>
              <a:rPr dirty="0" u="none" sz="2400" spc="-5"/>
              <a:t>dies right</a:t>
            </a:r>
            <a:r>
              <a:rPr dirty="0" u="none" sz="2400" spc="-240"/>
              <a:t> </a:t>
            </a:r>
            <a:r>
              <a:rPr dirty="0" u="none" sz="2400" spc="-15"/>
              <a:t>away!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69503" y="2581275"/>
            <a:ext cx="1136650" cy="976630"/>
          </a:xfrm>
          <a:custGeom>
            <a:avLst/>
            <a:gdLst/>
            <a:ahLst/>
            <a:cxnLst/>
            <a:rect l="l" t="t" r="r" b="b"/>
            <a:pathLst>
              <a:path w="1136650" h="976629">
                <a:moveTo>
                  <a:pt x="1090307" y="46989"/>
                </a:moveTo>
                <a:lnTo>
                  <a:pt x="1011770" y="46989"/>
                </a:lnTo>
                <a:lnTo>
                  <a:pt x="1029385" y="36830"/>
                </a:lnTo>
                <a:lnTo>
                  <a:pt x="1047254" y="25400"/>
                </a:lnTo>
                <a:lnTo>
                  <a:pt x="1056017" y="20319"/>
                </a:lnTo>
                <a:lnTo>
                  <a:pt x="1065580" y="16510"/>
                </a:lnTo>
                <a:lnTo>
                  <a:pt x="1066431" y="15239"/>
                </a:lnTo>
                <a:lnTo>
                  <a:pt x="1076388" y="11430"/>
                </a:lnTo>
                <a:lnTo>
                  <a:pt x="1081684" y="8889"/>
                </a:lnTo>
                <a:lnTo>
                  <a:pt x="1087120" y="7619"/>
                </a:lnTo>
                <a:lnTo>
                  <a:pt x="1092695" y="5080"/>
                </a:lnTo>
                <a:lnTo>
                  <a:pt x="1097699" y="3810"/>
                </a:lnTo>
                <a:lnTo>
                  <a:pt x="1109548" y="1269"/>
                </a:lnTo>
                <a:lnTo>
                  <a:pt x="1115720" y="1269"/>
                </a:lnTo>
                <a:lnTo>
                  <a:pt x="1116520" y="0"/>
                </a:lnTo>
                <a:lnTo>
                  <a:pt x="1135240" y="0"/>
                </a:lnTo>
                <a:lnTo>
                  <a:pt x="1136053" y="38100"/>
                </a:lnTo>
                <a:lnTo>
                  <a:pt x="1121359" y="38100"/>
                </a:lnTo>
                <a:lnTo>
                  <a:pt x="1115961" y="39369"/>
                </a:lnTo>
                <a:lnTo>
                  <a:pt x="1112227" y="39369"/>
                </a:lnTo>
                <a:lnTo>
                  <a:pt x="1107109" y="40639"/>
                </a:lnTo>
                <a:lnTo>
                  <a:pt x="1107820" y="40639"/>
                </a:lnTo>
                <a:lnTo>
                  <a:pt x="1102817" y="41910"/>
                </a:lnTo>
                <a:lnTo>
                  <a:pt x="1103502" y="41910"/>
                </a:lnTo>
                <a:lnTo>
                  <a:pt x="1098600" y="43180"/>
                </a:lnTo>
                <a:lnTo>
                  <a:pt x="1099235" y="43180"/>
                </a:lnTo>
                <a:lnTo>
                  <a:pt x="1094435" y="44450"/>
                </a:lnTo>
                <a:lnTo>
                  <a:pt x="1095019" y="44450"/>
                </a:lnTo>
                <a:lnTo>
                  <a:pt x="1090307" y="46989"/>
                </a:lnTo>
                <a:close/>
              </a:path>
              <a:path w="1136650" h="976629">
                <a:moveTo>
                  <a:pt x="1111478" y="40639"/>
                </a:moveTo>
                <a:lnTo>
                  <a:pt x="1112227" y="39369"/>
                </a:lnTo>
                <a:lnTo>
                  <a:pt x="1116736" y="39369"/>
                </a:lnTo>
                <a:lnTo>
                  <a:pt x="1111478" y="40639"/>
                </a:lnTo>
                <a:close/>
              </a:path>
              <a:path w="1136650" h="976629">
                <a:moveTo>
                  <a:pt x="1061894" y="60960"/>
                </a:moveTo>
                <a:lnTo>
                  <a:pt x="985354" y="60960"/>
                </a:lnTo>
                <a:lnTo>
                  <a:pt x="995083" y="55880"/>
                </a:lnTo>
                <a:lnTo>
                  <a:pt x="994346" y="55880"/>
                </a:lnTo>
                <a:lnTo>
                  <a:pt x="1003706" y="52069"/>
                </a:lnTo>
                <a:lnTo>
                  <a:pt x="1003160" y="52069"/>
                </a:lnTo>
                <a:lnTo>
                  <a:pt x="1012228" y="46989"/>
                </a:lnTo>
                <a:lnTo>
                  <a:pt x="1091082" y="46989"/>
                </a:lnTo>
                <a:lnTo>
                  <a:pt x="1084960" y="49530"/>
                </a:lnTo>
                <a:lnTo>
                  <a:pt x="1082751" y="49530"/>
                </a:lnTo>
                <a:lnTo>
                  <a:pt x="1073823" y="54610"/>
                </a:lnTo>
                <a:lnTo>
                  <a:pt x="1074458" y="54610"/>
                </a:lnTo>
                <a:lnTo>
                  <a:pt x="1067885" y="58419"/>
                </a:lnTo>
                <a:lnTo>
                  <a:pt x="1066228" y="58419"/>
                </a:lnTo>
                <a:lnTo>
                  <a:pt x="1061894" y="60960"/>
                </a:lnTo>
                <a:close/>
              </a:path>
              <a:path w="1136650" h="976629">
                <a:moveTo>
                  <a:pt x="1081900" y="50800"/>
                </a:moveTo>
                <a:lnTo>
                  <a:pt x="1082751" y="49530"/>
                </a:lnTo>
                <a:lnTo>
                  <a:pt x="1084960" y="49530"/>
                </a:lnTo>
                <a:lnTo>
                  <a:pt x="1081900" y="50800"/>
                </a:lnTo>
                <a:close/>
              </a:path>
              <a:path w="1136650" h="976629">
                <a:moveTo>
                  <a:pt x="1065695" y="59689"/>
                </a:moveTo>
                <a:lnTo>
                  <a:pt x="1066228" y="58419"/>
                </a:lnTo>
                <a:lnTo>
                  <a:pt x="1067885" y="58419"/>
                </a:lnTo>
                <a:lnTo>
                  <a:pt x="1065695" y="59689"/>
                </a:lnTo>
                <a:close/>
              </a:path>
              <a:path w="1136650" h="976629">
                <a:moveTo>
                  <a:pt x="1055393" y="64769"/>
                </a:moveTo>
                <a:lnTo>
                  <a:pt x="976096" y="64769"/>
                </a:lnTo>
                <a:lnTo>
                  <a:pt x="986269" y="59689"/>
                </a:lnTo>
                <a:lnTo>
                  <a:pt x="985354" y="60960"/>
                </a:lnTo>
                <a:lnTo>
                  <a:pt x="1061894" y="60960"/>
                </a:lnTo>
                <a:lnTo>
                  <a:pt x="1055393" y="64769"/>
                </a:lnTo>
                <a:close/>
              </a:path>
              <a:path w="1136650" h="976629">
                <a:moveTo>
                  <a:pt x="356411" y="482600"/>
                </a:moveTo>
                <a:lnTo>
                  <a:pt x="299618" y="482600"/>
                </a:lnTo>
                <a:lnTo>
                  <a:pt x="309156" y="473710"/>
                </a:lnTo>
                <a:lnTo>
                  <a:pt x="308927" y="473710"/>
                </a:lnTo>
                <a:lnTo>
                  <a:pt x="318338" y="466089"/>
                </a:lnTo>
                <a:lnTo>
                  <a:pt x="318122" y="466089"/>
                </a:lnTo>
                <a:lnTo>
                  <a:pt x="336689" y="449580"/>
                </a:lnTo>
                <a:lnTo>
                  <a:pt x="355168" y="433069"/>
                </a:lnTo>
                <a:lnTo>
                  <a:pt x="373913" y="415289"/>
                </a:lnTo>
                <a:lnTo>
                  <a:pt x="383527" y="407669"/>
                </a:lnTo>
                <a:lnTo>
                  <a:pt x="393293" y="398780"/>
                </a:lnTo>
                <a:lnTo>
                  <a:pt x="403275" y="391160"/>
                </a:lnTo>
                <a:lnTo>
                  <a:pt x="413435" y="383539"/>
                </a:lnTo>
                <a:lnTo>
                  <a:pt x="439902" y="365760"/>
                </a:lnTo>
                <a:lnTo>
                  <a:pt x="494309" y="330200"/>
                </a:lnTo>
                <a:lnTo>
                  <a:pt x="521792" y="313689"/>
                </a:lnTo>
                <a:lnTo>
                  <a:pt x="549325" y="295910"/>
                </a:lnTo>
                <a:lnTo>
                  <a:pt x="576618" y="279400"/>
                </a:lnTo>
                <a:lnTo>
                  <a:pt x="576376" y="279400"/>
                </a:lnTo>
                <a:lnTo>
                  <a:pt x="603453" y="261619"/>
                </a:lnTo>
                <a:lnTo>
                  <a:pt x="603186" y="261619"/>
                </a:lnTo>
                <a:lnTo>
                  <a:pt x="616534" y="252730"/>
                </a:lnTo>
                <a:lnTo>
                  <a:pt x="616305" y="252730"/>
                </a:lnTo>
                <a:lnTo>
                  <a:pt x="629551" y="243839"/>
                </a:lnTo>
                <a:lnTo>
                  <a:pt x="653478" y="227330"/>
                </a:lnTo>
                <a:lnTo>
                  <a:pt x="676211" y="212089"/>
                </a:lnTo>
                <a:lnTo>
                  <a:pt x="697953" y="198119"/>
                </a:lnTo>
                <a:lnTo>
                  <a:pt x="718896" y="185419"/>
                </a:lnTo>
                <a:lnTo>
                  <a:pt x="739241" y="172719"/>
                </a:lnTo>
                <a:lnTo>
                  <a:pt x="778878" y="149860"/>
                </a:lnTo>
                <a:lnTo>
                  <a:pt x="798537" y="139700"/>
                </a:lnTo>
                <a:lnTo>
                  <a:pt x="818324" y="130810"/>
                </a:lnTo>
                <a:lnTo>
                  <a:pt x="838441" y="120650"/>
                </a:lnTo>
                <a:lnTo>
                  <a:pt x="859066" y="111760"/>
                </a:lnTo>
                <a:lnTo>
                  <a:pt x="880402" y="101600"/>
                </a:lnTo>
                <a:lnTo>
                  <a:pt x="902614" y="92710"/>
                </a:lnTo>
                <a:lnTo>
                  <a:pt x="925918" y="83819"/>
                </a:lnTo>
                <a:lnTo>
                  <a:pt x="950493" y="73660"/>
                </a:lnTo>
                <a:lnTo>
                  <a:pt x="976464" y="63500"/>
                </a:lnTo>
                <a:lnTo>
                  <a:pt x="976096" y="64769"/>
                </a:lnTo>
                <a:lnTo>
                  <a:pt x="1055393" y="64769"/>
                </a:lnTo>
                <a:lnTo>
                  <a:pt x="1048893" y="68580"/>
                </a:lnTo>
                <a:lnTo>
                  <a:pt x="1031366" y="80010"/>
                </a:lnTo>
                <a:lnTo>
                  <a:pt x="1011199" y="90169"/>
                </a:lnTo>
                <a:lnTo>
                  <a:pt x="1001471" y="95250"/>
                </a:lnTo>
                <a:lnTo>
                  <a:pt x="1000556" y="95250"/>
                </a:lnTo>
                <a:lnTo>
                  <a:pt x="990028" y="100330"/>
                </a:lnTo>
                <a:lnTo>
                  <a:pt x="964069" y="109219"/>
                </a:lnTo>
                <a:lnTo>
                  <a:pt x="939749" y="119380"/>
                </a:lnTo>
                <a:lnTo>
                  <a:pt x="939914" y="119380"/>
                </a:lnTo>
                <a:lnTo>
                  <a:pt x="916787" y="128269"/>
                </a:lnTo>
                <a:lnTo>
                  <a:pt x="917003" y="128269"/>
                </a:lnTo>
                <a:lnTo>
                  <a:pt x="894994" y="137160"/>
                </a:lnTo>
                <a:lnTo>
                  <a:pt x="895248" y="137160"/>
                </a:lnTo>
                <a:lnTo>
                  <a:pt x="874179" y="146050"/>
                </a:lnTo>
                <a:lnTo>
                  <a:pt x="874471" y="146050"/>
                </a:lnTo>
                <a:lnTo>
                  <a:pt x="854125" y="154939"/>
                </a:lnTo>
                <a:lnTo>
                  <a:pt x="854443" y="154939"/>
                </a:lnTo>
                <a:lnTo>
                  <a:pt x="834656" y="165100"/>
                </a:lnTo>
                <a:lnTo>
                  <a:pt x="834986" y="165100"/>
                </a:lnTo>
                <a:lnTo>
                  <a:pt x="815530" y="173989"/>
                </a:lnTo>
                <a:lnTo>
                  <a:pt x="815886" y="173989"/>
                </a:lnTo>
                <a:lnTo>
                  <a:pt x="796582" y="184150"/>
                </a:lnTo>
                <a:lnTo>
                  <a:pt x="796925" y="184150"/>
                </a:lnTo>
                <a:lnTo>
                  <a:pt x="777570" y="194310"/>
                </a:lnTo>
                <a:lnTo>
                  <a:pt x="777913" y="194310"/>
                </a:lnTo>
                <a:lnTo>
                  <a:pt x="758316" y="205739"/>
                </a:lnTo>
                <a:lnTo>
                  <a:pt x="758634" y="205739"/>
                </a:lnTo>
                <a:lnTo>
                  <a:pt x="738593" y="217169"/>
                </a:lnTo>
                <a:lnTo>
                  <a:pt x="738885" y="217169"/>
                </a:lnTo>
                <a:lnTo>
                  <a:pt x="718223" y="229869"/>
                </a:lnTo>
                <a:lnTo>
                  <a:pt x="718477" y="229869"/>
                </a:lnTo>
                <a:lnTo>
                  <a:pt x="696976" y="243839"/>
                </a:lnTo>
                <a:lnTo>
                  <a:pt x="697204" y="243839"/>
                </a:lnTo>
                <a:lnTo>
                  <a:pt x="674687" y="259080"/>
                </a:lnTo>
                <a:lnTo>
                  <a:pt x="674877" y="259080"/>
                </a:lnTo>
                <a:lnTo>
                  <a:pt x="651141" y="275589"/>
                </a:lnTo>
                <a:lnTo>
                  <a:pt x="637794" y="284480"/>
                </a:lnTo>
                <a:lnTo>
                  <a:pt x="569340" y="328930"/>
                </a:lnTo>
                <a:lnTo>
                  <a:pt x="541807" y="345439"/>
                </a:lnTo>
                <a:lnTo>
                  <a:pt x="514362" y="363219"/>
                </a:lnTo>
                <a:lnTo>
                  <a:pt x="514515" y="363219"/>
                </a:lnTo>
                <a:lnTo>
                  <a:pt x="487337" y="379730"/>
                </a:lnTo>
                <a:lnTo>
                  <a:pt x="487540" y="379730"/>
                </a:lnTo>
                <a:lnTo>
                  <a:pt x="474116" y="388619"/>
                </a:lnTo>
                <a:lnTo>
                  <a:pt x="474294" y="388619"/>
                </a:lnTo>
                <a:lnTo>
                  <a:pt x="461009" y="397510"/>
                </a:lnTo>
                <a:lnTo>
                  <a:pt x="461225" y="397510"/>
                </a:lnTo>
                <a:lnTo>
                  <a:pt x="448119" y="406400"/>
                </a:lnTo>
                <a:lnTo>
                  <a:pt x="448360" y="406400"/>
                </a:lnTo>
                <a:lnTo>
                  <a:pt x="437300" y="414019"/>
                </a:lnTo>
                <a:lnTo>
                  <a:pt x="435876" y="414019"/>
                </a:lnTo>
                <a:lnTo>
                  <a:pt x="426148" y="421639"/>
                </a:lnTo>
                <a:lnTo>
                  <a:pt x="426554" y="421639"/>
                </a:lnTo>
                <a:lnTo>
                  <a:pt x="416979" y="429260"/>
                </a:lnTo>
                <a:lnTo>
                  <a:pt x="417309" y="429260"/>
                </a:lnTo>
                <a:lnTo>
                  <a:pt x="407860" y="436880"/>
                </a:lnTo>
                <a:lnTo>
                  <a:pt x="408114" y="436880"/>
                </a:lnTo>
                <a:lnTo>
                  <a:pt x="398780" y="444500"/>
                </a:lnTo>
                <a:lnTo>
                  <a:pt x="399033" y="444500"/>
                </a:lnTo>
                <a:lnTo>
                  <a:pt x="380542" y="461010"/>
                </a:lnTo>
                <a:lnTo>
                  <a:pt x="380695" y="461010"/>
                </a:lnTo>
                <a:lnTo>
                  <a:pt x="362191" y="477519"/>
                </a:lnTo>
                <a:lnTo>
                  <a:pt x="356411" y="482600"/>
                </a:lnTo>
                <a:close/>
              </a:path>
              <a:path w="1136650" h="976629">
                <a:moveTo>
                  <a:pt x="435457" y="415289"/>
                </a:moveTo>
                <a:lnTo>
                  <a:pt x="435876" y="414019"/>
                </a:lnTo>
                <a:lnTo>
                  <a:pt x="437300" y="414019"/>
                </a:lnTo>
                <a:lnTo>
                  <a:pt x="435457" y="415289"/>
                </a:lnTo>
                <a:close/>
              </a:path>
              <a:path w="1136650" h="976629">
                <a:moveTo>
                  <a:pt x="347742" y="490219"/>
                </a:moveTo>
                <a:lnTo>
                  <a:pt x="290233" y="490219"/>
                </a:lnTo>
                <a:lnTo>
                  <a:pt x="299910" y="481330"/>
                </a:lnTo>
                <a:lnTo>
                  <a:pt x="299618" y="482600"/>
                </a:lnTo>
                <a:lnTo>
                  <a:pt x="356411" y="482600"/>
                </a:lnTo>
                <a:lnTo>
                  <a:pt x="347742" y="490219"/>
                </a:lnTo>
                <a:close/>
              </a:path>
              <a:path w="1136650" h="976629">
                <a:moveTo>
                  <a:pt x="36093" y="976629"/>
                </a:moveTo>
                <a:lnTo>
                  <a:pt x="0" y="965200"/>
                </a:lnTo>
                <a:lnTo>
                  <a:pt x="3771" y="953770"/>
                </a:lnTo>
                <a:lnTo>
                  <a:pt x="7746" y="942339"/>
                </a:lnTo>
                <a:lnTo>
                  <a:pt x="11912" y="930910"/>
                </a:lnTo>
                <a:lnTo>
                  <a:pt x="16256" y="920750"/>
                </a:lnTo>
                <a:lnTo>
                  <a:pt x="20777" y="909320"/>
                </a:lnTo>
                <a:lnTo>
                  <a:pt x="45732" y="854710"/>
                </a:lnTo>
                <a:lnTo>
                  <a:pt x="67983" y="811529"/>
                </a:lnTo>
                <a:lnTo>
                  <a:pt x="91770" y="769620"/>
                </a:lnTo>
                <a:lnTo>
                  <a:pt x="104076" y="749300"/>
                </a:lnTo>
                <a:lnTo>
                  <a:pt x="116585" y="727710"/>
                </a:lnTo>
                <a:lnTo>
                  <a:pt x="129235" y="707389"/>
                </a:lnTo>
                <a:lnTo>
                  <a:pt x="141884" y="688339"/>
                </a:lnTo>
                <a:lnTo>
                  <a:pt x="154736" y="668019"/>
                </a:lnTo>
                <a:lnTo>
                  <a:pt x="179958" y="629919"/>
                </a:lnTo>
                <a:lnTo>
                  <a:pt x="179781" y="629919"/>
                </a:lnTo>
                <a:lnTo>
                  <a:pt x="183451" y="624839"/>
                </a:lnTo>
                <a:lnTo>
                  <a:pt x="183146" y="624839"/>
                </a:lnTo>
                <a:lnTo>
                  <a:pt x="187032" y="618489"/>
                </a:lnTo>
                <a:lnTo>
                  <a:pt x="186804" y="618489"/>
                </a:lnTo>
                <a:lnTo>
                  <a:pt x="195148" y="604519"/>
                </a:lnTo>
                <a:lnTo>
                  <a:pt x="204190" y="588010"/>
                </a:lnTo>
                <a:lnTo>
                  <a:pt x="213969" y="570230"/>
                </a:lnTo>
                <a:lnTo>
                  <a:pt x="219151" y="561339"/>
                </a:lnTo>
                <a:lnTo>
                  <a:pt x="224205" y="553719"/>
                </a:lnTo>
                <a:lnTo>
                  <a:pt x="229641" y="544830"/>
                </a:lnTo>
                <a:lnTo>
                  <a:pt x="235254" y="537210"/>
                </a:lnTo>
                <a:lnTo>
                  <a:pt x="235788" y="535939"/>
                </a:lnTo>
                <a:lnTo>
                  <a:pt x="241058" y="529589"/>
                </a:lnTo>
                <a:lnTo>
                  <a:pt x="241807" y="528319"/>
                </a:lnTo>
                <a:lnTo>
                  <a:pt x="247129" y="523239"/>
                </a:lnTo>
                <a:lnTo>
                  <a:pt x="247891" y="521969"/>
                </a:lnTo>
                <a:lnTo>
                  <a:pt x="250558" y="519430"/>
                </a:lnTo>
                <a:lnTo>
                  <a:pt x="251193" y="519430"/>
                </a:lnTo>
                <a:lnTo>
                  <a:pt x="253860" y="516889"/>
                </a:lnTo>
                <a:lnTo>
                  <a:pt x="254634" y="515619"/>
                </a:lnTo>
                <a:lnTo>
                  <a:pt x="257314" y="513080"/>
                </a:lnTo>
                <a:lnTo>
                  <a:pt x="258254" y="513080"/>
                </a:lnTo>
                <a:lnTo>
                  <a:pt x="261302" y="510539"/>
                </a:lnTo>
                <a:lnTo>
                  <a:pt x="271602" y="504189"/>
                </a:lnTo>
                <a:lnTo>
                  <a:pt x="271094" y="504189"/>
                </a:lnTo>
                <a:lnTo>
                  <a:pt x="281152" y="496569"/>
                </a:lnTo>
                <a:lnTo>
                  <a:pt x="280733" y="496569"/>
                </a:lnTo>
                <a:lnTo>
                  <a:pt x="290588" y="488950"/>
                </a:lnTo>
                <a:lnTo>
                  <a:pt x="290233" y="490219"/>
                </a:lnTo>
                <a:lnTo>
                  <a:pt x="347742" y="490219"/>
                </a:lnTo>
                <a:lnTo>
                  <a:pt x="343407" y="494030"/>
                </a:lnTo>
                <a:lnTo>
                  <a:pt x="333768" y="502919"/>
                </a:lnTo>
                <a:lnTo>
                  <a:pt x="323951" y="511810"/>
                </a:lnTo>
                <a:lnTo>
                  <a:pt x="313918" y="519430"/>
                </a:lnTo>
                <a:lnTo>
                  <a:pt x="303644" y="527050"/>
                </a:lnTo>
                <a:lnTo>
                  <a:pt x="293077" y="534669"/>
                </a:lnTo>
                <a:lnTo>
                  <a:pt x="282790" y="542289"/>
                </a:lnTo>
                <a:lnTo>
                  <a:pt x="283159" y="542289"/>
                </a:lnTo>
                <a:lnTo>
                  <a:pt x="280479" y="543560"/>
                </a:lnTo>
                <a:lnTo>
                  <a:pt x="281419" y="543560"/>
                </a:lnTo>
                <a:lnTo>
                  <a:pt x="278739" y="544830"/>
                </a:lnTo>
                <a:lnTo>
                  <a:pt x="279514" y="544830"/>
                </a:lnTo>
                <a:lnTo>
                  <a:pt x="278180" y="546100"/>
                </a:lnTo>
                <a:lnTo>
                  <a:pt x="277482" y="546100"/>
                </a:lnTo>
                <a:lnTo>
                  <a:pt x="274815" y="548639"/>
                </a:lnTo>
                <a:lnTo>
                  <a:pt x="275577" y="548639"/>
                </a:lnTo>
                <a:lnTo>
                  <a:pt x="270256" y="553719"/>
                </a:lnTo>
                <a:lnTo>
                  <a:pt x="271005" y="553719"/>
                </a:lnTo>
                <a:lnTo>
                  <a:pt x="266788" y="558800"/>
                </a:lnTo>
                <a:lnTo>
                  <a:pt x="266280" y="558800"/>
                </a:lnTo>
                <a:lnTo>
                  <a:pt x="261061" y="566419"/>
                </a:lnTo>
                <a:lnTo>
                  <a:pt x="261454" y="566419"/>
                </a:lnTo>
                <a:lnTo>
                  <a:pt x="256311" y="574039"/>
                </a:lnTo>
                <a:lnTo>
                  <a:pt x="256590" y="574039"/>
                </a:lnTo>
                <a:lnTo>
                  <a:pt x="251536" y="581660"/>
                </a:lnTo>
                <a:lnTo>
                  <a:pt x="251739" y="581660"/>
                </a:lnTo>
                <a:lnTo>
                  <a:pt x="246773" y="589280"/>
                </a:lnTo>
                <a:lnTo>
                  <a:pt x="246976" y="589280"/>
                </a:lnTo>
                <a:lnTo>
                  <a:pt x="237401" y="605789"/>
                </a:lnTo>
                <a:lnTo>
                  <a:pt x="228384" y="622300"/>
                </a:lnTo>
                <a:lnTo>
                  <a:pt x="219798" y="637539"/>
                </a:lnTo>
                <a:lnTo>
                  <a:pt x="215912" y="645160"/>
                </a:lnTo>
                <a:lnTo>
                  <a:pt x="186512" y="689610"/>
                </a:lnTo>
                <a:lnTo>
                  <a:pt x="173926" y="708660"/>
                </a:lnTo>
                <a:lnTo>
                  <a:pt x="162144" y="727710"/>
                </a:lnTo>
                <a:lnTo>
                  <a:pt x="161442" y="727710"/>
                </a:lnTo>
                <a:lnTo>
                  <a:pt x="148882" y="748029"/>
                </a:lnTo>
                <a:lnTo>
                  <a:pt x="136588" y="768350"/>
                </a:lnTo>
                <a:lnTo>
                  <a:pt x="124523" y="788670"/>
                </a:lnTo>
                <a:lnTo>
                  <a:pt x="124663" y="788670"/>
                </a:lnTo>
                <a:lnTo>
                  <a:pt x="112750" y="808989"/>
                </a:lnTo>
                <a:lnTo>
                  <a:pt x="112902" y="808989"/>
                </a:lnTo>
                <a:lnTo>
                  <a:pt x="102001" y="829310"/>
                </a:lnTo>
                <a:lnTo>
                  <a:pt x="101485" y="829310"/>
                </a:lnTo>
                <a:lnTo>
                  <a:pt x="90296" y="850900"/>
                </a:lnTo>
                <a:lnTo>
                  <a:pt x="90474" y="850900"/>
                </a:lnTo>
                <a:lnTo>
                  <a:pt x="79743" y="871220"/>
                </a:lnTo>
                <a:lnTo>
                  <a:pt x="79921" y="871220"/>
                </a:lnTo>
                <a:lnTo>
                  <a:pt x="69710" y="892810"/>
                </a:lnTo>
                <a:lnTo>
                  <a:pt x="69900" y="892810"/>
                </a:lnTo>
                <a:lnTo>
                  <a:pt x="60840" y="913129"/>
                </a:lnTo>
                <a:lnTo>
                  <a:pt x="60426" y="913129"/>
                </a:lnTo>
                <a:lnTo>
                  <a:pt x="55841" y="924560"/>
                </a:lnTo>
                <a:lnTo>
                  <a:pt x="51523" y="934720"/>
                </a:lnTo>
                <a:lnTo>
                  <a:pt x="47383" y="944879"/>
                </a:lnTo>
                <a:lnTo>
                  <a:pt x="43884" y="955039"/>
                </a:lnTo>
                <a:lnTo>
                  <a:pt x="43535" y="955039"/>
                </a:lnTo>
                <a:lnTo>
                  <a:pt x="39662" y="966470"/>
                </a:lnTo>
                <a:lnTo>
                  <a:pt x="36093" y="976629"/>
                </a:lnTo>
                <a:close/>
              </a:path>
              <a:path w="1136650" h="976629">
                <a:moveTo>
                  <a:pt x="276847" y="547369"/>
                </a:moveTo>
                <a:lnTo>
                  <a:pt x="277482" y="546100"/>
                </a:lnTo>
                <a:lnTo>
                  <a:pt x="278180" y="546100"/>
                </a:lnTo>
                <a:lnTo>
                  <a:pt x="276847" y="547369"/>
                </a:lnTo>
                <a:close/>
              </a:path>
              <a:path w="1136650" h="976629">
                <a:moveTo>
                  <a:pt x="265734" y="560069"/>
                </a:moveTo>
                <a:lnTo>
                  <a:pt x="266280" y="558800"/>
                </a:lnTo>
                <a:lnTo>
                  <a:pt x="266788" y="558800"/>
                </a:lnTo>
                <a:lnTo>
                  <a:pt x="265734" y="560069"/>
                </a:lnTo>
                <a:close/>
              </a:path>
              <a:path w="1136650" h="976629">
                <a:moveTo>
                  <a:pt x="161353" y="728979"/>
                </a:moveTo>
                <a:lnTo>
                  <a:pt x="161442" y="727710"/>
                </a:lnTo>
                <a:lnTo>
                  <a:pt x="162144" y="727710"/>
                </a:lnTo>
                <a:lnTo>
                  <a:pt x="161353" y="728979"/>
                </a:lnTo>
                <a:close/>
              </a:path>
              <a:path w="1136650" h="976629">
                <a:moveTo>
                  <a:pt x="101320" y="830579"/>
                </a:moveTo>
                <a:lnTo>
                  <a:pt x="101485" y="829310"/>
                </a:lnTo>
                <a:lnTo>
                  <a:pt x="102001" y="829310"/>
                </a:lnTo>
                <a:lnTo>
                  <a:pt x="101320" y="830579"/>
                </a:lnTo>
                <a:close/>
              </a:path>
              <a:path w="1136650" h="976629">
                <a:moveTo>
                  <a:pt x="60274" y="914400"/>
                </a:moveTo>
                <a:lnTo>
                  <a:pt x="60426" y="913129"/>
                </a:lnTo>
                <a:lnTo>
                  <a:pt x="60840" y="913129"/>
                </a:lnTo>
                <a:lnTo>
                  <a:pt x="60274" y="914400"/>
                </a:lnTo>
                <a:close/>
              </a:path>
              <a:path w="1136650" h="976629">
                <a:moveTo>
                  <a:pt x="43433" y="956310"/>
                </a:moveTo>
                <a:lnTo>
                  <a:pt x="43535" y="955039"/>
                </a:lnTo>
                <a:lnTo>
                  <a:pt x="43884" y="955039"/>
                </a:lnTo>
                <a:lnTo>
                  <a:pt x="43433" y="95631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20417" y="2594089"/>
            <a:ext cx="1399540" cy="617220"/>
          </a:xfrm>
          <a:custGeom>
            <a:avLst/>
            <a:gdLst/>
            <a:ahLst/>
            <a:cxnLst/>
            <a:rect l="l" t="t" r="r" b="b"/>
            <a:pathLst>
              <a:path w="1399539" h="617219">
                <a:moveTo>
                  <a:pt x="213941" y="39623"/>
                </a:moveTo>
                <a:lnTo>
                  <a:pt x="16281" y="39623"/>
                </a:lnTo>
                <a:lnTo>
                  <a:pt x="0" y="37871"/>
                </a:lnTo>
                <a:lnTo>
                  <a:pt x="4063" y="0"/>
                </a:lnTo>
                <a:lnTo>
                  <a:pt x="20624" y="1777"/>
                </a:lnTo>
                <a:lnTo>
                  <a:pt x="69278" y="8394"/>
                </a:lnTo>
                <a:lnTo>
                  <a:pt x="116611" y="16776"/>
                </a:lnTo>
                <a:lnTo>
                  <a:pt x="162826" y="26733"/>
                </a:lnTo>
                <a:lnTo>
                  <a:pt x="213941" y="39623"/>
                </a:lnTo>
                <a:close/>
              </a:path>
              <a:path w="1399539" h="617219">
                <a:moveTo>
                  <a:pt x="221245" y="41554"/>
                </a:moveTo>
                <a:lnTo>
                  <a:pt x="32131" y="41554"/>
                </a:lnTo>
                <a:lnTo>
                  <a:pt x="16014" y="39598"/>
                </a:lnTo>
                <a:lnTo>
                  <a:pt x="16281" y="39623"/>
                </a:lnTo>
                <a:lnTo>
                  <a:pt x="213941" y="39623"/>
                </a:lnTo>
                <a:lnTo>
                  <a:pt x="221245" y="41554"/>
                </a:lnTo>
                <a:close/>
              </a:path>
              <a:path w="1399539" h="617219">
                <a:moveTo>
                  <a:pt x="228964" y="43700"/>
                </a:moveTo>
                <a:lnTo>
                  <a:pt x="47812" y="43700"/>
                </a:lnTo>
                <a:lnTo>
                  <a:pt x="31864" y="41528"/>
                </a:lnTo>
                <a:lnTo>
                  <a:pt x="32131" y="41554"/>
                </a:lnTo>
                <a:lnTo>
                  <a:pt x="221245" y="41554"/>
                </a:lnTo>
                <a:lnTo>
                  <a:pt x="223215" y="42075"/>
                </a:lnTo>
                <a:lnTo>
                  <a:pt x="228964" y="43700"/>
                </a:lnTo>
                <a:close/>
              </a:path>
              <a:path w="1399539" h="617219">
                <a:moveTo>
                  <a:pt x="255568" y="51269"/>
                </a:moveTo>
                <a:lnTo>
                  <a:pt x="94081" y="51269"/>
                </a:lnTo>
                <a:lnTo>
                  <a:pt x="78536" y="48513"/>
                </a:lnTo>
                <a:lnTo>
                  <a:pt x="63118" y="45986"/>
                </a:lnTo>
                <a:lnTo>
                  <a:pt x="47811" y="43700"/>
                </a:lnTo>
                <a:lnTo>
                  <a:pt x="228964" y="43700"/>
                </a:lnTo>
                <a:lnTo>
                  <a:pt x="252679" y="50406"/>
                </a:lnTo>
                <a:lnTo>
                  <a:pt x="255568" y="51269"/>
                </a:lnTo>
                <a:close/>
              </a:path>
              <a:path w="1399539" h="617219">
                <a:moveTo>
                  <a:pt x="296972" y="63830"/>
                </a:moveTo>
                <a:lnTo>
                  <a:pt x="154190" y="63830"/>
                </a:lnTo>
                <a:lnTo>
                  <a:pt x="139090" y="60401"/>
                </a:lnTo>
                <a:lnTo>
                  <a:pt x="124104" y="57175"/>
                </a:lnTo>
                <a:lnTo>
                  <a:pt x="109029" y="54114"/>
                </a:lnTo>
                <a:lnTo>
                  <a:pt x="93840" y="51231"/>
                </a:lnTo>
                <a:lnTo>
                  <a:pt x="94081" y="51269"/>
                </a:lnTo>
                <a:lnTo>
                  <a:pt x="255568" y="51269"/>
                </a:lnTo>
                <a:lnTo>
                  <a:pt x="282511" y="59321"/>
                </a:lnTo>
                <a:lnTo>
                  <a:pt x="296972" y="63830"/>
                </a:lnTo>
                <a:close/>
              </a:path>
              <a:path w="1399539" h="617219">
                <a:moveTo>
                  <a:pt x="319841" y="71043"/>
                </a:moveTo>
                <a:lnTo>
                  <a:pt x="183743" y="71043"/>
                </a:lnTo>
                <a:lnTo>
                  <a:pt x="168808" y="67322"/>
                </a:lnTo>
                <a:lnTo>
                  <a:pt x="153987" y="63792"/>
                </a:lnTo>
                <a:lnTo>
                  <a:pt x="154190" y="63830"/>
                </a:lnTo>
                <a:lnTo>
                  <a:pt x="296972" y="63830"/>
                </a:lnTo>
                <a:lnTo>
                  <a:pt x="311962" y="68503"/>
                </a:lnTo>
                <a:lnTo>
                  <a:pt x="319841" y="71043"/>
                </a:lnTo>
                <a:close/>
              </a:path>
              <a:path w="1399539" h="617219">
                <a:moveTo>
                  <a:pt x="343928" y="78828"/>
                </a:moveTo>
                <a:lnTo>
                  <a:pt x="213113" y="78816"/>
                </a:lnTo>
                <a:lnTo>
                  <a:pt x="183503" y="70984"/>
                </a:lnTo>
                <a:lnTo>
                  <a:pt x="183743" y="71043"/>
                </a:lnTo>
                <a:lnTo>
                  <a:pt x="319841" y="71043"/>
                </a:lnTo>
                <a:lnTo>
                  <a:pt x="343928" y="78828"/>
                </a:lnTo>
                <a:close/>
              </a:path>
              <a:path w="1399539" h="617219">
                <a:moveTo>
                  <a:pt x="368902" y="87071"/>
                </a:moveTo>
                <a:lnTo>
                  <a:pt x="242315" y="87071"/>
                </a:lnTo>
                <a:lnTo>
                  <a:pt x="213110" y="78816"/>
                </a:lnTo>
                <a:lnTo>
                  <a:pt x="343928" y="78828"/>
                </a:lnTo>
                <a:lnTo>
                  <a:pt x="368902" y="87071"/>
                </a:lnTo>
                <a:close/>
              </a:path>
              <a:path w="1399539" h="617219">
                <a:moveTo>
                  <a:pt x="394793" y="95757"/>
                </a:moveTo>
                <a:lnTo>
                  <a:pt x="271386" y="95757"/>
                </a:lnTo>
                <a:lnTo>
                  <a:pt x="242100" y="87010"/>
                </a:lnTo>
                <a:lnTo>
                  <a:pt x="242315" y="87071"/>
                </a:lnTo>
                <a:lnTo>
                  <a:pt x="368902" y="87071"/>
                </a:lnTo>
                <a:lnTo>
                  <a:pt x="394793" y="95757"/>
                </a:lnTo>
                <a:close/>
              </a:path>
              <a:path w="1399539" h="617219">
                <a:moveTo>
                  <a:pt x="449831" y="114211"/>
                </a:moveTo>
                <a:lnTo>
                  <a:pt x="329577" y="114211"/>
                </a:lnTo>
                <a:lnTo>
                  <a:pt x="300278" y="104762"/>
                </a:lnTo>
                <a:lnTo>
                  <a:pt x="271170" y="95694"/>
                </a:lnTo>
                <a:lnTo>
                  <a:pt x="271386" y="95757"/>
                </a:lnTo>
                <a:lnTo>
                  <a:pt x="394793" y="95757"/>
                </a:lnTo>
                <a:lnTo>
                  <a:pt x="430186" y="107645"/>
                </a:lnTo>
                <a:lnTo>
                  <a:pt x="449831" y="114211"/>
                </a:lnTo>
                <a:close/>
              </a:path>
              <a:path w="1399539" h="617219">
                <a:moveTo>
                  <a:pt x="478708" y="123863"/>
                </a:moveTo>
                <a:lnTo>
                  <a:pt x="358825" y="123863"/>
                </a:lnTo>
                <a:lnTo>
                  <a:pt x="329450" y="114172"/>
                </a:lnTo>
                <a:lnTo>
                  <a:pt x="449831" y="114211"/>
                </a:lnTo>
                <a:lnTo>
                  <a:pt x="478708" y="123863"/>
                </a:lnTo>
                <a:close/>
              </a:path>
              <a:path w="1399539" h="617219">
                <a:moveTo>
                  <a:pt x="475717" y="163047"/>
                </a:moveTo>
                <a:lnTo>
                  <a:pt x="401670" y="138253"/>
                </a:lnTo>
                <a:lnTo>
                  <a:pt x="358736" y="123837"/>
                </a:lnTo>
                <a:lnTo>
                  <a:pt x="478708" y="123863"/>
                </a:lnTo>
                <a:lnTo>
                  <a:pt x="490677" y="127863"/>
                </a:lnTo>
                <a:lnTo>
                  <a:pt x="493433" y="129044"/>
                </a:lnTo>
                <a:lnTo>
                  <a:pt x="495985" y="130632"/>
                </a:lnTo>
                <a:lnTo>
                  <a:pt x="506063" y="138112"/>
                </a:lnTo>
                <a:lnTo>
                  <a:pt x="516233" y="145427"/>
                </a:lnTo>
                <a:lnTo>
                  <a:pt x="526694" y="152717"/>
                </a:lnTo>
                <a:lnTo>
                  <a:pt x="537019" y="159702"/>
                </a:lnTo>
                <a:lnTo>
                  <a:pt x="539408" y="161239"/>
                </a:lnTo>
                <a:lnTo>
                  <a:pt x="473278" y="161239"/>
                </a:lnTo>
                <a:lnTo>
                  <a:pt x="475717" y="163047"/>
                </a:lnTo>
                <a:close/>
              </a:path>
              <a:path w="1399539" h="617219">
                <a:moveTo>
                  <a:pt x="478586" y="164007"/>
                </a:moveTo>
                <a:lnTo>
                  <a:pt x="475717" y="163047"/>
                </a:lnTo>
                <a:lnTo>
                  <a:pt x="473278" y="161239"/>
                </a:lnTo>
                <a:lnTo>
                  <a:pt x="478586" y="164007"/>
                </a:lnTo>
                <a:close/>
              </a:path>
              <a:path w="1399539" h="617219">
                <a:moveTo>
                  <a:pt x="543683" y="164007"/>
                </a:moveTo>
                <a:lnTo>
                  <a:pt x="478586" y="164007"/>
                </a:lnTo>
                <a:lnTo>
                  <a:pt x="473278" y="161239"/>
                </a:lnTo>
                <a:lnTo>
                  <a:pt x="539408" y="161239"/>
                </a:lnTo>
                <a:lnTo>
                  <a:pt x="543683" y="164007"/>
                </a:lnTo>
                <a:close/>
              </a:path>
              <a:path w="1399539" h="617219">
                <a:moveTo>
                  <a:pt x="876233" y="332536"/>
                </a:moveTo>
                <a:lnTo>
                  <a:pt x="786369" y="332524"/>
                </a:lnTo>
                <a:lnTo>
                  <a:pt x="694613" y="289966"/>
                </a:lnTo>
                <a:lnTo>
                  <a:pt x="648982" y="267665"/>
                </a:lnTo>
                <a:lnTo>
                  <a:pt x="603808" y="244068"/>
                </a:lnTo>
                <a:lnTo>
                  <a:pt x="559257" y="218732"/>
                </a:lnTo>
                <a:lnTo>
                  <a:pt x="515670" y="191261"/>
                </a:lnTo>
                <a:lnTo>
                  <a:pt x="483590" y="168884"/>
                </a:lnTo>
                <a:lnTo>
                  <a:pt x="475717" y="163047"/>
                </a:lnTo>
                <a:lnTo>
                  <a:pt x="478586" y="164007"/>
                </a:lnTo>
                <a:lnTo>
                  <a:pt x="543683" y="164007"/>
                </a:lnTo>
                <a:lnTo>
                  <a:pt x="557607" y="173024"/>
                </a:lnTo>
                <a:lnTo>
                  <a:pt x="578818" y="186029"/>
                </a:lnTo>
                <a:lnTo>
                  <a:pt x="600281" y="198539"/>
                </a:lnTo>
                <a:lnTo>
                  <a:pt x="622002" y="210604"/>
                </a:lnTo>
                <a:lnTo>
                  <a:pt x="643957" y="222288"/>
                </a:lnTo>
                <a:lnTo>
                  <a:pt x="666133" y="233641"/>
                </a:lnTo>
                <a:lnTo>
                  <a:pt x="688670" y="244817"/>
                </a:lnTo>
                <a:lnTo>
                  <a:pt x="710977" y="255562"/>
                </a:lnTo>
                <a:lnTo>
                  <a:pt x="756468" y="276859"/>
                </a:lnTo>
                <a:lnTo>
                  <a:pt x="848372" y="319214"/>
                </a:lnTo>
                <a:lnTo>
                  <a:pt x="870013" y="329438"/>
                </a:lnTo>
                <a:lnTo>
                  <a:pt x="876233" y="332536"/>
                </a:lnTo>
                <a:close/>
              </a:path>
              <a:path w="1399539" h="617219">
                <a:moveTo>
                  <a:pt x="688703" y="244817"/>
                </a:moveTo>
                <a:lnTo>
                  <a:pt x="688492" y="244716"/>
                </a:lnTo>
                <a:lnTo>
                  <a:pt x="688703" y="244817"/>
                </a:lnTo>
                <a:close/>
              </a:path>
              <a:path w="1399539" h="617219">
                <a:moveTo>
                  <a:pt x="935769" y="363715"/>
                </a:moveTo>
                <a:lnTo>
                  <a:pt x="853389" y="363715"/>
                </a:lnTo>
                <a:lnTo>
                  <a:pt x="832091" y="353656"/>
                </a:lnTo>
                <a:lnTo>
                  <a:pt x="786358" y="332524"/>
                </a:lnTo>
                <a:lnTo>
                  <a:pt x="876233" y="332536"/>
                </a:lnTo>
                <a:lnTo>
                  <a:pt x="891349" y="340067"/>
                </a:lnTo>
                <a:lnTo>
                  <a:pt x="912406" y="351053"/>
                </a:lnTo>
                <a:lnTo>
                  <a:pt x="933234" y="362305"/>
                </a:lnTo>
                <a:lnTo>
                  <a:pt x="935769" y="363715"/>
                </a:lnTo>
                <a:close/>
              </a:path>
              <a:path w="1399539" h="617219">
                <a:moveTo>
                  <a:pt x="954283" y="374014"/>
                </a:moveTo>
                <a:lnTo>
                  <a:pt x="874052" y="374014"/>
                </a:lnTo>
                <a:lnTo>
                  <a:pt x="853169" y="363611"/>
                </a:lnTo>
                <a:lnTo>
                  <a:pt x="853389" y="363715"/>
                </a:lnTo>
                <a:lnTo>
                  <a:pt x="935769" y="363715"/>
                </a:lnTo>
                <a:lnTo>
                  <a:pt x="954283" y="374014"/>
                </a:lnTo>
                <a:close/>
              </a:path>
              <a:path w="1399539" h="617219">
                <a:moveTo>
                  <a:pt x="992143" y="395706"/>
                </a:moveTo>
                <a:lnTo>
                  <a:pt x="914920" y="395706"/>
                </a:lnTo>
                <a:lnTo>
                  <a:pt x="894295" y="384568"/>
                </a:lnTo>
                <a:lnTo>
                  <a:pt x="873771" y="373875"/>
                </a:lnTo>
                <a:lnTo>
                  <a:pt x="874052" y="374014"/>
                </a:lnTo>
                <a:lnTo>
                  <a:pt x="954283" y="374014"/>
                </a:lnTo>
                <a:lnTo>
                  <a:pt x="974331" y="385406"/>
                </a:lnTo>
                <a:lnTo>
                  <a:pt x="992143" y="395706"/>
                </a:lnTo>
                <a:close/>
              </a:path>
              <a:path w="1399539" h="617219">
                <a:moveTo>
                  <a:pt x="1381669" y="574674"/>
                </a:moveTo>
                <a:lnTo>
                  <a:pt x="1291907" y="574674"/>
                </a:lnTo>
                <a:lnTo>
                  <a:pt x="1276604" y="569633"/>
                </a:lnTo>
                <a:lnTo>
                  <a:pt x="1246136" y="560298"/>
                </a:lnTo>
                <a:lnTo>
                  <a:pt x="1216012" y="551179"/>
                </a:lnTo>
                <a:lnTo>
                  <a:pt x="1201445" y="546531"/>
                </a:lnTo>
                <a:lnTo>
                  <a:pt x="1162291" y="531456"/>
                </a:lnTo>
                <a:lnTo>
                  <a:pt x="1119314" y="510603"/>
                </a:lnTo>
                <a:lnTo>
                  <a:pt x="1077429" y="488365"/>
                </a:lnTo>
                <a:lnTo>
                  <a:pt x="1036332" y="465264"/>
                </a:lnTo>
                <a:lnTo>
                  <a:pt x="955268" y="418388"/>
                </a:lnTo>
                <a:lnTo>
                  <a:pt x="935037" y="406895"/>
                </a:lnTo>
                <a:lnTo>
                  <a:pt x="914717" y="395604"/>
                </a:lnTo>
                <a:lnTo>
                  <a:pt x="914920" y="395706"/>
                </a:lnTo>
                <a:lnTo>
                  <a:pt x="992143" y="395706"/>
                </a:lnTo>
                <a:lnTo>
                  <a:pt x="1055395" y="432282"/>
                </a:lnTo>
                <a:lnTo>
                  <a:pt x="1075626" y="443776"/>
                </a:lnTo>
                <a:lnTo>
                  <a:pt x="1095763" y="454964"/>
                </a:lnTo>
                <a:lnTo>
                  <a:pt x="1116368" y="466102"/>
                </a:lnTo>
                <a:lnTo>
                  <a:pt x="1136624" y="476656"/>
                </a:lnTo>
                <a:lnTo>
                  <a:pt x="1157286" y="486956"/>
                </a:lnTo>
                <a:lnTo>
                  <a:pt x="1178303" y="496887"/>
                </a:lnTo>
                <a:lnTo>
                  <a:pt x="1183355" y="499173"/>
                </a:lnTo>
                <a:lnTo>
                  <a:pt x="1188563" y="501370"/>
                </a:lnTo>
                <a:lnTo>
                  <a:pt x="1189139" y="501611"/>
                </a:lnTo>
                <a:lnTo>
                  <a:pt x="1200433" y="505891"/>
                </a:lnTo>
                <a:lnTo>
                  <a:pt x="1201000" y="506107"/>
                </a:lnTo>
                <a:lnTo>
                  <a:pt x="1213815" y="510501"/>
                </a:lnTo>
                <a:lnTo>
                  <a:pt x="1227355" y="514807"/>
                </a:lnTo>
                <a:lnTo>
                  <a:pt x="1288135" y="533323"/>
                </a:lnTo>
                <a:lnTo>
                  <a:pt x="1334808" y="550011"/>
                </a:lnTo>
                <a:lnTo>
                  <a:pt x="1369695" y="567016"/>
                </a:lnTo>
                <a:lnTo>
                  <a:pt x="1376845" y="571411"/>
                </a:lnTo>
                <a:lnTo>
                  <a:pt x="1381669" y="574674"/>
                </a:lnTo>
                <a:close/>
              </a:path>
              <a:path w="1399539" h="617219">
                <a:moveTo>
                  <a:pt x="1189176" y="501611"/>
                </a:moveTo>
                <a:lnTo>
                  <a:pt x="1188771" y="501457"/>
                </a:lnTo>
                <a:lnTo>
                  <a:pt x="1189176" y="501611"/>
                </a:lnTo>
                <a:close/>
              </a:path>
              <a:path w="1399539" h="617219">
                <a:moveTo>
                  <a:pt x="1201044" y="506107"/>
                </a:moveTo>
                <a:lnTo>
                  <a:pt x="1200588" y="505951"/>
                </a:lnTo>
                <a:lnTo>
                  <a:pt x="1201044" y="506107"/>
                </a:lnTo>
                <a:close/>
              </a:path>
              <a:path w="1399539" h="617219">
                <a:moveTo>
                  <a:pt x="1213859" y="510501"/>
                </a:moveTo>
                <a:lnTo>
                  <a:pt x="1213421" y="510362"/>
                </a:lnTo>
                <a:lnTo>
                  <a:pt x="1213859" y="510501"/>
                </a:lnTo>
                <a:close/>
              </a:path>
              <a:path w="1399539" h="617219">
                <a:moveTo>
                  <a:pt x="1276959" y="569760"/>
                </a:moveTo>
                <a:lnTo>
                  <a:pt x="1276545" y="569633"/>
                </a:lnTo>
                <a:lnTo>
                  <a:pt x="1276959" y="569760"/>
                </a:lnTo>
                <a:close/>
              </a:path>
              <a:path w="1399539" h="617219">
                <a:moveTo>
                  <a:pt x="1388674" y="579843"/>
                </a:moveTo>
                <a:lnTo>
                  <a:pt x="1306487" y="579843"/>
                </a:lnTo>
                <a:lnTo>
                  <a:pt x="1291554" y="574558"/>
                </a:lnTo>
                <a:lnTo>
                  <a:pt x="1291907" y="574674"/>
                </a:lnTo>
                <a:lnTo>
                  <a:pt x="1381669" y="574674"/>
                </a:lnTo>
                <a:lnTo>
                  <a:pt x="1383118" y="575678"/>
                </a:lnTo>
                <a:lnTo>
                  <a:pt x="1388674" y="579843"/>
                </a:lnTo>
                <a:close/>
              </a:path>
              <a:path w="1399539" h="617219">
                <a:moveTo>
                  <a:pt x="1395165" y="585304"/>
                </a:moveTo>
                <a:lnTo>
                  <a:pt x="1320444" y="585304"/>
                </a:lnTo>
                <a:lnTo>
                  <a:pt x="1306077" y="579699"/>
                </a:lnTo>
                <a:lnTo>
                  <a:pt x="1306487" y="579843"/>
                </a:lnTo>
                <a:lnTo>
                  <a:pt x="1388674" y="579843"/>
                </a:lnTo>
                <a:lnTo>
                  <a:pt x="1394015" y="584263"/>
                </a:lnTo>
                <a:lnTo>
                  <a:pt x="1395165" y="585304"/>
                </a:lnTo>
                <a:close/>
              </a:path>
              <a:path w="1399539" h="617219">
                <a:moveTo>
                  <a:pt x="1398103" y="588060"/>
                </a:moveTo>
                <a:lnTo>
                  <a:pt x="1326946" y="588060"/>
                </a:lnTo>
                <a:lnTo>
                  <a:pt x="1320309" y="585252"/>
                </a:lnTo>
                <a:lnTo>
                  <a:pt x="1320444" y="585304"/>
                </a:lnTo>
                <a:lnTo>
                  <a:pt x="1395165" y="585304"/>
                </a:lnTo>
                <a:lnTo>
                  <a:pt x="1398103" y="588060"/>
                </a:lnTo>
                <a:close/>
              </a:path>
              <a:path w="1399539" h="617219">
                <a:moveTo>
                  <a:pt x="1394931" y="593966"/>
                </a:moveTo>
                <a:lnTo>
                  <a:pt x="1339519" y="593966"/>
                </a:lnTo>
                <a:lnTo>
                  <a:pt x="1332915" y="590765"/>
                </a:lnTo>
                <a:lnTo>
                  <a:pt x="1326727" y="587967"/>
                </a:lnTo>
                <a:lnTo>
                  <a:pt x="1326946" y="588060"/>
                </a:lnTo>
                <a:lnTo>
                  <a:pt x="1398103" y="588060"/>
                </a:lnTo>
                <a:lnTo>
                  <a:pt x="1399362" y="589241"/>
                </a:lnTo>
                <a:lnTo>
                  <a:pt x="1394931" y="593966"/>
                </a:lnTo>
                <a:close/>
              </a:path>
              <a:path w="1399539" h="617219">
                <a:moveTo>
                  <a:pt x="1392049" y="597039"/>
                </a:moveTo>
                <a:lnTo>
                  <a:pt x="1345399" y="597039"/>
                </a:lnTo>
                <a:lnTo>
                  <a:pt x="1339399" y="593907"/>
                </a:lnTo>
                <a:lnTo>
                  <a:pt x="1394931" y="593966"/>
                </a:lnTo>
                <a:lnTo>
                  <a:pt x="1392049" y="597039"/>
                </a:lnTo>
                <a:close/>
              </a:path>
              <a:path w="1399539" h="617219">
                <a:moveTo>
                  <a:pt x="1389095" y="600189"/>
                </a:moveTo>
                <a:lnTo>
                  <a:pt x="1350962" y="600189"/>
                </a:lnTo>
                <a:lnTo>
                  <a:pt x="1345151" y="596909"/>
                </a:lnTo>
                <a:lnTo>
                  <a:pt x="1345399" y="597039"/>
                </a:lnTo>
                <a:lnTo>
                  <a:pt x="1392049" y="597039"/>
                </a:lnTo>
                <a:lnTo>
                  <a:pt x="1389095" y="600189"/>
                </a:lnTo>
                <a:close/>
              </a:path>
              <a:path w="1399539" h="617219">
                <a:moveTo>
                  <a:pt x="1386058" y="603427"/>
                </a:moveTo>
                <a:lnTo>
                  <a:pt x="1356194" y="603427"/>
                </a:lnTo>
                <a:lnTo>
                  <a:pt x="1355521" y="602995"/>
                </a:lnTo>
                <a:lnTo>
                  <a:pt x="1350580" y="599973"/>
                </a:lnTo>
                <a:lnTo>
                  <a:pt x="1350962" y="600189"/>
                </a:lnTo>
                <a:lnTo>
                  <a:pt x="1389095" y="600189"/>
                </a:lnTo>
                <a:lnTo>
                  <a:pt x="1386058" y="603427"/>
                </a:lnTo>
                <a:close/>
              </a:path>
              <a:path w="1399539" h="617219">
                <a:moveTo>
                  <a:pt x="1355817" y="603195"/>
                </a:moveTo>
                <a:lnTo>
                  <a:pt x="1355493" y="602995"/>
                </a:lnTo>
                <a:lnTo>
                  <a:pt x="1355817" y="603195"/>
                </a:lnTo>
                <a:close/>
              </a:path>
              <a:path w="1399539" h="617219">
                <a:moveTo>
                  <a:pt x="1382949" y="606742"/>
                </a:moveTo>
                <a:lnTo>
                  <a:pt x="1361071" y="606742"/>
                </a:lnTo>
                <a:lnTo>
                  <a:pt x="1360335" y="606209"/>
                </a:lnTo>
                <a:lnTo>
                  <a:pt x="1355817" y="603195"/>
                </a:lnTo>
                <a:lnTo>
                  <a:pt x="1356194" y="603427"/>
                </a:lnTo>
                <a:lnTo>
                  <a:pt x="1386058" y="603427"/>
                </a:lnTo>
                <a:lnTo>
                  <a:pt x="1382949" y="606742"/>
                </a:lnTo>
                <a:close/>
              </a:path>
              <a:path w="1399539" h="617219">
                <a:moveTo>
                  <a:pt x="1360837" y="606584"/>
                </a:moveTo>
                <a:lnTo>
                  <a:pt x="1360281" y="606209"/>
                </a:lnTo>
                <a:lnTo>
                  <a:pt x="1360837" y="606584"/>
                </a:lnTo>
                <a:close/>
              </a:path>
              <a:path w="1399539" h="617219">
                <a:moveTo>
                  <a:pt x="1379793" y="610107"/>
                </a:moveTo>
                <a:lnTo>
                  <a:pt x="1365554" y="610107"/>
                </a:lnTo>
                <a:lnTo>
                  <a:pt x="1364754" y="609485"/>
                </a:lnTo>
                <a:lnTo>
                  <a:pt x="1360837" y="606584"/>
                </a:lnTo>
                <a:lnTo>
                  <a:pt x="1361071" y="606742"/>
                </a:lnTo>
                <a:lnTo>
                  <a:pt x="1382949" y="606742"/>
                </a:lnTo>
                <a:lnTo>
                  <a:pt x="1379793" y="610107"/>
                </a:lnTo>
                <a:close/>
              </a:path>
              <a:path w="1399539" h="617219">
                <a:moveTo>
                  <a:pt x="1365040" y="609723"/>
                </a:moveTo>
                <a:lnTo>
                  <a:pt x="1364721" y="609485"/>
                </a:lnTo>
                <a:lnTo>
                  <a:pt x="1365040" y="609723"/>
                </a:lnTo>
                <a:close/>
              </a:path>
              <a:path w="1399539" h="617219">
                <a:moveTo>
                  <a:pt x="1376565" y="613549"/>
                </a:moveTo>
                <a:lnTo>
                  <a:pt x="1369631" y="613549"/>
                </a:lnTo>
                <a:lnTo>
                  <a:pt x="1368793" y="612800"/>
                </a:lnTo>
                <a:lnTo>
                  <a:pt x="1365040" y="609723"/>
                </a:lnTo>
                <a:lnTo>
                  <a:pt x="1365554" y="610107"/>
                </a:lnTo>
                <a:lnTo>
                  <a:pt x="1379793" y="610107"/>
                </a:lnTo>
                <a:lnTo>
                  <a:pt x="1376565" y="613549"/>
                </a:lnTo>
                <a:close/>
              </a:path>
              <a:path w="1399539" h="617219">
                <a:moveTo>
                  <a:pt x="1369278" y="613255"/>
                </a:moveTo>
                <a:lnTo>
                  <a:pt x="1368732" y="612800"/>
                </a:lnTo>
                <a:lnTo>
                  <a:pt x="1369278" y="613255"/>
                </a:lnTo>
                <a:close/>
              </a:path>
              <a:path w="1399539" h="617219">
                <a:moveTo>
                  <a:pt x="1369631" y="613549"/>
                </a:moveTo>
                <a:lnTo>
                  <a:pt x="1369278" y="613255"/>
                </a:lnTo>
                <a:lnTo>
                  <a:pt x="1368793" y="612800"/>
                </a:lnTo>
                <a:lnTo>
                  <a:pt x="1369631" y="613549"/>
                </a:lnTo>
                <a:close/>
              </a:path>
              <a:path w="1399539" h="617219">
                <a:moveTo>
                  <a:pt x="1373301" y="617029"/>
                </a:moveTo>
                <a:lnTo>
                  <a:pt x="1369278" y="613255"/>
                </a:lnTo>
                <a:lnTo>
                  <a:pt x="1369631" y="613549"/>
                </a:lnTo>
                <a:lnTo>
                  <a:pt x="1376565" y="613549"/>
                </a:lnTo>
                <a:lnTo>
                  <a:pt x="1373301" y="617029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27662" y="3703637"/>
            <a:ext cx="1146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2602" y="4508836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3825" y="43896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224654" y="4247832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33927" y="2846628"/>
            <a:ext cx="543560" cy="1773555"/>
          </a:xfrm>
          <a:custGeom>
            <a:avLst/>
            <a:gdLst/>
            <a:ahLst/>
            <a:cxnLst/>
            <a:rect l="l" t="t" r="r" b="b"/>
            <a:pathLst>
              <a:path w="543560" h="1773554">
                <a:moveTo>
                  <a:pt x="502269" y="1701277"/>
                </a:moveTo>
                <a:lnTo>
                  <a:pt x="0" y="2692"/>
                </a:lnTo>
                <a:lnTo>
                  <a:pt x="9144" y="0"/>
                </a:lnTo>
                <a:lnTo>
                  <a:pt x="511413" y="1698573"/>
                </a:lnTo>
                <a:lnTo>
                  <a:pt x="502269" y="1701277"/>
                </a:lnTo>
                <a:close/>
              </a:path>
              <a:path w="543560" h="1773554">
                <a:moveTo>
                  <a:pt x="537957" y="1719541"/>
                </a:moveTo>
                <a:lnTo>
                  <a:pt x="507669" y="1719541"/>
                </a:lnTo>
                <a:lnTo>
                  <a:pt x="516813" y="1716836"/>
                </a:lnTo>
                <a:lnTo>
                  <a:pt x="511413" y="1698573"/>
                </a:lnTo>
                <a:lnTo>
                  <a:pt x="543369" y="1689125"/>
                </a:lnTo>
                <a:lnTo>
                  <a:pt x="537957" y="1719541"/>
                </a:lnTo>
                <a:close/>
              </a:path>
              <a:path w="543560" h="1773554">
                <a:moveTo>
                  <a:pt x="507669" y="1719541"/>
                </a:moveTo>
                <a:lnTo>
                  <a:pt x="502269" y="1701277"/>
                </a:lnTo>
                <a:lnTo>
                  <a:pt x="511413" y="1698573"/>
                </a:lnTo>
                <a:lnTo>
                  <a:pt x="516813" y="1716836"/>
                </a:lnTo>
                <a:lnTo>
                  <a:pt x="507669" y="1719541"/>
                </a:lnTo>
                <a:close/>
              </a:path>
              <a:path w="543560" h="1773554">
                <a:moveTo>
                  <a:pt x="528447" y="1772996"/>
                </a:moveTo>
                <a:lnTo>
                  <a:pt x="470306" y="1710728"/>
                </a:lnTo>
                <a:lnTo>
                  <a:pt x="502269" y="1701277"/>
                </a:lnTo>
                <a:lnTo>
                  <a:pt x="507669" y="1719541"/>
                </a:lnTo>
                <a:lnTo>
                  <a:pt x="537957" y="1719541"/>
                </a:lnTo>
                <a:lnTo>
                  <a:pt x="528447" y="1772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29000" y="2762250"/>
            <a:ext cx="1841500" cy="1185545"/>
          </a:xfrm>
          <a:custGeom>
            <a:avLst/>
            <a:gdLst/>
            <a:ahLst/>
            <a:cxnLst/>
            <a:rect l="l" t="t" r="r" b="b"/>
            <a:pathLst>
              <a:path w="1841500" h="1185545">
                <a:moveTo>
                  <a:pt x="43510" y="73240"/>
                </a:moveTo>
                <a:lnTo>
                  <a:pt x="0" y="0"/>
                </a:lnTo>
                <a:lnTo>
                  <a:pt x="84709" y="9131"/>
                </a:lnTo>
                <a:lnTo>
                  <a:pt x="73299" y="26885"/>
                </a:lnTo>
                <a:lnTo>
                  <a:pt x="50660" y="26885"/>
                </a:lnTo>
                <a:lnTo>
                  <a:pt x="45504" y="34899"/>
                </a:lnTo>
                <a:lnTo>
                  <a:pt x="61531" y="45197"/>
                </a:lnTo>
                <a:lnTo>
                  <a:pt x="43510" y="73240"/>
                </a:lnTo>
                <a:close/>
              </a:path>
              <a:path w="1841500" h="1185545">
                <a:moveTo>
                  <a:pt x="61531" y="45197"/>
                </a:moveTo>
                <a:lnTo>
                  <a:pt x="45504" y="34899"/>
                </a:lnTo>
                <a:lnTo>
                  <a:pt x="50660" y="26885"/>
                </a:lnTo>
                <a:lnTo>
                  <a:pt x="66683" y="37180"/>
                </a:lnTo>
                <a:lnTo>
                  <a:pt x="61531" y="45197"/>
                </a:lnTo>
                <a:close/>
              </a:path>
              <a:path w="1841500" h="1185545">
                <a:moveTo>
                  <a:pt x="66683" y="37180"/>
                </a:moveTo>
                <a:lnTo>
                  <a:pt x="50660" y="26885"/>
                </a:lnTo>
                <a:lnTo>
                  <a:pt x="73299" y="26885"/>
                </a:lnTo>
                <a:lnTo>
                  <a:pt x="66683" y="37180"/>
                </a:lnTo>
                <a:close/>
              </a:path>
              <a:path w="1841500" h="1185545">
                <a:moveTo>
                  <a:pt x="1835746" y="1185100"/>
                </a:moveTo>
                <a:lnTo>
                  <a:pt x="61531" y="45197"/>
                </a:lnTo>
                <a:lnTo>
                  <a:pt x="66683" y="37180"/>
                </a:lnTo>
                <a:lnTo>
                  <a:pt x="1840903" y="1177099"/>
                </a:lnTo>
                <a:lnTo>
                  <a:pt x="1835746" y="1185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81604" y="3743007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6902" y="2022811"/>
            <a:ext cx="3769995" cy="135826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25400">
              <a:lnSpc>
                <a:spcPts val="2175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=22)</a:t>
            </a:r>
            <a:endParaRPr sz="2400">
              <a:latin typeface="Tahoma"/>
              <a:cs typeface="Tahoma"/>
            </a:endParaRPr>
          </a:p>
          <a:p>
            <a:pPr marL="2397760">
              <a:lnSpc>
                <a:spcPts val="3140"/>
              </a:lnSpc>
              <a:tabLst>
                <a:tab pos="3339465" algn="l"/>
              </a:tabLst>
            </a:pPr>
            <a:r>
              <a:rPr dirty="0" sz="2000" spc="-5">
                <a:latin typeface="Tahoma"/>
                <a:cs typeface="Tahoma"/>
              </a:rPr>
              <a:t>wait(A)	</a:t>
            </a:r>
            <a:r>
              <a:rPr dirty="0" baseline="-38194" sz="4800" spc="-7">
                <a:latin typeface="Tahoma"/>
                <a:cs typeface="Tahoma"/>
              </a:rPr>
              <a:t>T</a:t>
            </a:r>
            <a:r>
              <a:rPr dirty="0" baseline="-50925" sz="3600" spc="-7">
                <a:latin typeface="Tahoma"/>
                <a:cs typeface="Tahoma"/>
              </a:rPr>
              <a:t>2</a:t>
            </a:r>
            <a:endParaRPr baseline="-50925" sz="3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36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680"/>
              </a:spcBef>
            </a:pPr>
            <a:r>
              <a:rPr dirty="0" sz="3200" spc="-5"/>
              <a:t>Second Example</a:t>
            </a:r>
            <a:r>
              <a:rPr dirty="0" sz="3200" spc="-10"/>
              <a:t> </a:t>
            </a:r>
            <a:r>
              <a:rPr dirty="0" sz="3200" spc="-5"/>
              <a:t>(continued):</a:t>
            </a:r>
            <a:endParaRPr sz="3200"/>
          </a:p>
          <a:p>
            <a:pPr marL="194945" marR="17780">
              <a:lnSpc>
                <a:spcPts val="3670"/>
              </a:lnSpc>
              <a:spcBef>
                <a:spcPts val="640"/>
              </a:spcBef>
              <a:tabLst>
                <a:tab pos="4836795" algn="l"/>
                <a:tab pos="5542915" algn="l"/>
              </a:tabLst>
            </a:pPr>
            <a:r>
              <a:rPr dirty="0" u="none" sz="2400" spc="-50"/>
              <a:t>Yet </a:t>
            </a:r>
            <a:r>
              <a:rPr dirty="0" u="none" sz="2400"/>
              <a:t>another </a:t>
            </a:r>
            <a:r>
              <a:rPr dirty="0" u="none" sz="2400" spc="-5"/>
              <a:t>option: </a:t>
            </a:r>
            <a:r>
              <a:rPr dirty="0" u="none" sz="2400"/>
              <a:t>T</a:t>
            </a:r>
            <a:r>
              <a:rPr dirty="0" u="none" baseline="-17921" sz="2325"/>
              <a:t>1 </a:t>
            </a:r>
            <a:r>
              <a:rPr dirty="0" u="none" sz="2400" spc="-5"/>
              <a:t>preempts T</a:t>
            </a:r>
            <a:r>
              <a:rPr dirty="0" u="none" baseline="-17921" sz="2325" spc="-7"/>
              <a:t>2</a:t>
            </a:r>
            <a:r>
              <a:rPr dirty="0" u="none" sz="2400" spc="-5"/>
              <a:t>, so </a:t>
            </a:r>
            <a:r>
              <a:rPr dirty="0" u="none" sz="2400"/>
              <a:t>T</a:t>
            </a:r>
            <a:r>
              <a:rPr dirty="0" u="none" baseline="-17921" sz="2325"/>
              <a:t>1 </a:t>
            </a:r>
            <a:r>
              <a:rPr dirty="0" u="none" sz="2400"/>
              <a:t>only </a:t>
            </a:r>
            <a:r>
              <a:rPr dirty="0" u="none" sz="2400" spc="-10"/>
              <a:t>waits for  </a:t>
            </a:r>
            <a:r>
              <a:rPr dirty="0" u="none" sz="2400" spc="-5"/>
              <a:t>T</a:t>
            </a:r>
            <a:r>
              <a:rPr dirty="0" u="none" baseline="-17921" sz="2325" spc="-7"/>
              <a:t>3</a:t>
            </a:r>
            <a:r>
              <a:rPr dirty="0" u="none" sz="2400" spc="-5"/>
              <a:t>; </a:t>
            </a:r>
            <a:r>
              <a:rPr dirty="0" u="none" sz="2400"/>
              <a:t>T</a:t>
            </a:r>
            <a:r>
              <a:rPr dirty="0" u="none" baseline="-17921" sz="2325"/>
              <a:t>2  </a:t>
            </a:r>
            <a:r>
              <a:rPr dirty="0" u="none" sz="2400"/>
              <a:t>then </a:t>
            </a:r>
            <a:r>
              <a:rPr dirty="0" u="none" sz="2400" spc="-10"/>
              <a:t>waits for </a:t>
            </a:r>
            <a:r>
              <a:rPr dirty="0" u="none" sz="2400"/>
              <a:t>T</a:t>
            </a:r>
            <a:r>
              <a:rPr dirty="0" u="none" baseline="-17921" sz="2325"/>
              <a:t>3</a:t>
            </a:r>
            <a:r>
              <a:rPr dirty="0" u="none" baseline="-17921" sz="2325" spc="120"/>
              <a:t> </a:t>
            </a:r>
            <a:r>
              <a:rPr dirty="0" u="none" sz="2400"/>
              <a:t>and </a:t>
            </a:r>
            <a:r>
              <a:rPr dirty="0" u="none" sz="2400" spc="-5"/>
              <a:t>T</a:t>
            </a:r>
            <a:r>
              <a:rPr dirty="0" u="none" baseline="-17921" sz="2325" spc="-7"/>
              <a:t>1</a:t>
            </a:r>
            <a:r>
              <a:rPr dirty="0" u="none" sz="2400" spc="-5"/>
              <a:t>...	</a:t>
            </a:r>
            <a:r>
              <a:rPr dirty="0" u="none" sz="3200">
                <a:latin typeface="Symbol"/>
                <a:cs typeface="Symbol"/>
              </a:rPr>
              <a:t></a:t>
            </a:r>
            <a:r>
              <a:rPr dirty="0" u="none" sz="3200">
                <a:latin typeface="Times New Roman"/>
                <a:cs typeface="Times New Roman"/>
              </a:rPr>
              <a:t>	</a:t>
            </a:r>
            <a:r>
              <a:rPr dirty="0" u="none" sz="2400"/>
              <a:t>T</a:t>
            </a:r>
            <a:r>
              <a:rPr dirty="0" u="none" baseline="-17921" sz="2325"/>
              <a:t>2 </a:t>
            </a:r>
            <a:r>
              <a:rPr dirty="0" u="none" sz="2400" spc="-10"/>
              <a:t>may</a:t>
            </a:r>
            <a:r>
              <a:rPr dirty="0" u="none" sz="2400" spc="-280"/>
              <a:t> </a:t>
            </a:r>
            <a:r>
              <a:rPr dirty="0" u="none" sz="2400" spc="-5"/>
              <a:t>starve?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81600" y="4619625"/>
            <a:ext cx="1202690" cy="652145"/>
          </a:xfrm>
          <a:custGeom>
            <a:avLst/>
            <a:gdLst/>
            <a:ahLst/>
            <a:cxnLst/>
            <a:rect l="l" t="t" r="r" b="b"/>
            <a:pathLst>
              <a:path w="1202689" h="652145">
                <a:moveTo>
                  <a:pt x="48958" y="69723"/>
                </a:moveTo>
                <a:lnTo>
                  <a:pt x="0" y="0"/>
                </a:lnTo>
                <a:lnTo>
                  <a:pt x="85153" y="2666"/>
                </a:lnTo>
                <a:lnTo>
                  <a:pt x="74205" y="22948"/>
                </a:lnTo>
                <a:lnTo>
                  <a:pt x="52552" y="22948"/>
                </a:lnTo>
                <a:lnTo>
                  <a:pt x="48031" y="31330"/>
                </a:lnTo>
                <a:lnTo>
                  <a:pt x="64796" y="40380"/>
                </a:lnTo>
                <a:lnTo>
                  <a:pt x="48958" y="69723"/>
                </a:lnTo>
                <a:close/>
              </a:path>
              <a:path w="1202689" h="652145">
                <a:moveTo>
                  <a:pt x="64796" y="40380"/>
                </a:moveTo>
                <a:lnTo>
                  <a:pt x="48031" y="31330"/>
                </a:lnTo>
                <a:lnTo>
                  <a:pt x="52552" y="22948"/>
                </a:lnTo>
                <a:lnTo>
                  <a:pt x="69320" y="31999"/>
                </a:lnTo>
                <a:lnTo>
                  <a:pt x="64796" y="40380"/>
                </a:lnTo>
                <a:close/>
              </a:path>
              <a:path w="1202689" h="652145">
                <a:moveTo>
                  <a:pt x="69320" y="31999"/>
                </a:moveTo>
                <a:lnTo>
                  <a:pt x="52552" y="22948"/>
                </a:lnTo>
                <a:lnTo>
                  <a:pt x="74205" y="22948"/>
                </a:lnTo>
                <a:lnTo>
                  <a:pt x="69320" y="31999"/>
                </a:lnTo>
                <a:close/>
              </a:path>
              <a:path w="1202689" h="652145">
                <a:moveTo>
                  <a:pt x="91439" y="54762"/>
                </a:moveTo>
                <a:lnTo>
                  <a:pt x="64796" y="40380"/>
                </a:lnTo>
                <a:lnTo>
                  <a:pt x="69320" y="31999"/>
                </a:lnTo>
                <a:lnTo>
                  <a:pt x="95961" y="46380"/>
                </a:lnTo>
                <a:lnTo>
                  <a:pt x="91439" y="54762"/>
                </a:lnTo>
                <a:close/>
              </a:path>
              <a:path w="1202689" h="652145">
                <a:moveTo>
                  <a:pt x="1197889" y="651890"/>
                </a:moveTo>
                <a:lnTo>
                  <a:pt x="1130833" y="615696"/>
                </a:lnTo>
                <a:lnTo>
                  <a:pt x="1135354" y="607313"/>
                </a:lnTo>
                <a:lnTo>
                  <a:pt x="1202410" y="643509"/>
                </a:lnTo>
                <a:lnTo>
                  <a:pt x="1197889" y="651890"/>
                </a:lnTo>
                <a:close/>
              </a:path>
              <a:path w="1202689" h="652145">
                <a:moveTo>
                  <a:pt x="1105687" y="602132"/>
                </a:moveTo>
                <a:lnTo>
                  <a:pt x="1038631" y="565937"/>
                </a:lnTo>
                <a:lnTo>
                  <a:pt x="1043152" y="557555"/>
                </a:lnTo>
                <a:lnTo>
                  <a:pt x="1110208" y="593750"/>
                </a:lnTo>
                <a:lnTo>
                  <a:pt x="1105687" y="602132"/>
                </a:lnTo>
                <a:close/>
              </a:path>
              <a:path w="1202689" h="652145">
                <a:moveTo>
                  <a:pt x="1013485" y="552373"/>
                </a:moveTo>
                <a:lnTo>
                  <a:pt x="946416" y="516178"/>
                </a:lnTo>
                <a:lnTo>
                  <a:pt x="950950" y="507796"/>
                </a:lnTo>
                <a:lnTo>
                  <a:pt x="1018006" y="543991"/>
                </a:lnTo>
                <a:lnTo>
                  <a:pt x="1013485" y="552373"/>
                </a:lnTo>
                <a:close/>
              </a:path>
              <a:path w="1202689" h="652145">
                <a:moveTo>
                  <a:pt x="921270" y="502602"/>
                </a:moveTo>
                <a:lnTo>
                  <a:pt x="854214" y="466420"/>
                </a:lnTo>
                <a:lnTo>
                  <a:pt x="858735" y="458038"/>
                </a:lnTo>
                <a:lnTo>
                  <a:pt x="925804" y="494220"/>
                </a:lnTo>
                <a:lnTo>
                  <a:pt x="921270" y="502602"/>
                </a:lnTo>
                <a:close/>
              </a:path>
              <a:path w="1202689" h="652145">
                <a:moveTo>
                  <a:pt x="829068" y="452843"/>
                </a:moveTo>
                <a:lnTo>
                  <a:pt x="762012" y="416661"/>
                </a:lnTo>
                <a:lnTo>
                  <a:pt x="766533" y="408279"/>
                </a:lnTo>
                <a:lnTo>
                  <a:pt x="833589" y="444461"/>
                </a:lnTo>
                <a:lnTo>
                  <a:pt x="829068" y="452843"/>
                </a:lnTo>
                <a:close/>
              </a:path>
              <a:path w="1202689" h="652145">
                <a:moveTo>
                  <a:pt x="736866" y="403085"/>
                </a:moveTo>
                <a:lnTo>
                  <a:pt x="669810" y="366890"/>
                </a:lnTo>
                <a:lnTo>
                  <a:pt x="674331" y="358508"/>
                </a:lnTo>
                <a:lnTo>
                  <a:pt x="741387" y="394703"/>
                </a:lnTo>
                <a:lnTo>
                  <a:pt x="736866" y="403085"/>
                </a:lnTo>
                <a:close/>
              </a:path>
              <a:path w="1202689" h="652145">
                <a:moveTo>
                  <a:pt x="644664" y="353326"/>
                </a:moveTo>
                <a:lnTo>
                  <a:pt x="577608" y="317131"/>
                </a:lnTo>
                <a:lnTo>
                  <a:pt x="582129" y="308749"/>
                </a:lnTo>
                <a:lnTo>
                  <a:pt x="649185" y="344944"/>
                </a:lnTo>
                <a:lnTo>
                  <a:pt x="644664" y="353326"/>
                </a:lnTo>
                <a:close/>
              </a:path>
              <a:path w="1202689" h="652145">
                <a:moveTo>
                  <a:pt x="552462" y="303568"/>
                </a:moveTo>
                <a:lnTo>
                  <a:pt x="485394" y="267373"/>
                </a:lnTo>
                <a:lnTo>
                  <a:pt x="489927" y="258991"/>
                </a:lnTo>
                <a:lnTo>
                  <a:pt x="556983" y="295186"/>
                </a:lnTo>
                <a:lnTo>
                  <a:pt x="552462" y="303568"/>
                </a:lnTo>
                <a:close/>
              </a:path>
              <a:path w="1202689" h="652145">
                <a:moveTo>
                  <a:pt x="460248" y="253796"/>
                </a:moveTo>
                <a:lnTo>
                  <a:pt x="393191" y="217614"/>
                </a:lnTo>
                <a:lnTo>
                  <a:pt x="397713" y="209232"/>
                </a:lnTo>
                <a:lnTo>
                  <a:pt x="464781" y="245414"/>
                </a:lnTo>
                <a:lnTo>
                  <a:pt x="460248" y="253796"/>
                </a:lnTo>
                <a:close/>
              </a:path>
              <a:path w="1202689" h="652145">
                <a:moveTo>
                  <a:pt x="368046" y="204038"/>
                </a:moveTo>
                <a:lnTo>
                  <a:pt x="300989" y="167855"/>
                </a:lnTo>
                <a:lnTo>
                  <a:pt x="305511" y="159473"/>
                </a:lnTo>
                <a:lnTo>
                  <a:pt x="372567" y="195656"/>
                </a:lnTo>
                <a:lnTo>
                  <a:pt x="368046" y="204038"/>
                </a:lnTo>
                <a:close/>
              </a:path>
              <a:path w="1202689" h="652145">
                <a:moveTo>
                  <a:pt x="275844" y="154279"/>
                </a:moveTo>
                <a:lnTo>
                  <a:pt x="208787" y="118084"/>
                </a:lnTo>
                <a:lnTo>
                  <a:pt x="213309" y="109702"/>
                </a:lnTo>
                <a:lnTo>
                  <a:pt x="280365" y="145897"/>
                </a:lnTo>
                <a:lnTo>
                  <a:pt x="275844" y="154279"/>
                </a:lnTo>
                <a:close/>
              </a:path>
              <a:path w="1202689" h="652145">
                <a:moveTo>
                  <a:pt x="183641" y="104521"/>
                </a:moveTo>
                <a:lnTo>
                  <a:pt x="116586" y="68325"/>
                </a:lnTo>
                <a:lnTo>
                  <a:pt x="121107" y="59944"/>
                </a:lnTo>
                <a:lnTo>
                  <a:pt x="188163" y="96138"/>
                </a:lnTo>
                <a:lnTo>
                  <a:pt x="183641" y="1045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30340" y="5160645"/>
            <a:ext cx="14376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ahoma"/>
                <a:cs typeface="Tahoma"/>
              </a:rPr>
              <a:t>redundant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arc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425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Wound-wait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59040" cy="3341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3886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35">
                <a:latin typeface="Tahoma"/>
                <a:cs typeface="Tahoma"/>
              </a:rPr>
              <a:t>Transactions </a:t>
            </a:r>
            <a:r>
              <a:rPr dirty="0" sz="3200" spc="-10">
                <a:latin typeface="Tahoma"/>
                <a:cs typeface="Tahoma"/>
              </a:rPr>
              <a:t>given </a:t>
            </a:r>
            <a:r>
              <a:rPr dirty="0" sz="3200">
                <a:latin typeface="Tahoma"/>
                <a:cs typeface="Tahoma"/>
              </a:rPr>
              <a:t>a </a:t>
            </a:r>
            <a:r>
              <a:rPr dirty="0" sz="3200" spc="-5">
                <a:latin typeface="Tahoma"/>
                <a:cs typeface="Tahoma"/>
              </a:rPr>
              <a:t>timestamp when  they arrive </a:t>
            </a:r>
            <a:r>
              <a:rPr dirty="0" sz="3200">
                <a:latin typeface="Tahoma"/>
                <a:cs typeface="Tahoma"/>
              </a:rPr>
              <a:t>…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ts(T</a:t>
            </a:r>
            <a:r>
              <a:rPr dirty="0" sz="2400">
                <a:latin typeface="Tahoma"/>
                <a:cs typeface="Tahoma"/>
              </a:rPr>
              <a:t>i</a:t>
            </a:r>
            <a:r>
              <a:rPr dirty="0" sz="320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3220085" algn="l"/>
              </a:tabLst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 </a:t>
            </a:r>
            <a:r>
              <a:rPr dirty="0" sz="3200" spc="-5">
                <a:latin typeface="Tahoma"/>
                <a:cs typeface="Tahoma"/>
              </a:rPr>
              <a:t>wounds</a:t>
            </a:r>
            <a:r>
              <a:rPr dirty="0" sz="3200" spc="2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j</a:t>
            </a:r>
            <a:r>
              <a:rPr dirty="0" sz="2400" spc="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if	ts(T</a:t>
            </a:r>
            <a:r>
              <a:rPr dirty="0" sz="2400">
                <a:latin typeface="Tahoma"/>
                <a:cs typeface="Tahoma"/>
              </a:rPr>
              <a:t>i</a:t>
            </a:r>
            <a:r>
              <a:rPr dirty="0" sz="3200">
                <a:latin typeface="Tahoma"/>
                <a:cs typeface="Tahoma"/>
              </a:rPr>
              <a:t>)&lt;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ts(T</a:t>
            </a:r>
            <a:r>
              <a:rPr dirty="0" sz="2400">
                <a:latin typeface="Tahoma"/>
                <a:cs typeface="Tahoma"/>
              </a:rPr>
              <a:t>j</a:t>
            </a:r>
            <a:r>
              <a:rPr dirty="0" sz="320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755"/>
              </a:spcBef>
              <a:tabLst>
                <a:tab pos="3199765" algn="l"/>
              </a:tabLst>
            </a:pPr>
            <a:r>
              <a:rPr dirty="0" sz="3200" spc="-5">
                <a:latin typeface="Tahoma"/>
                <a:cs typeface="Tahoma"/>
              </a:rPr>
              <a:t>else</a:t>
            </a:r>
            <a:r>
              <a:rPr dirty="0" sz="320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	</a:t>
            </a:r>
            <a:r>
              <a:rPr dirty="0" sz="3200" spc="-10">
                <a:latin typeface="Tahoma"/>
                <a:cs typeface="Tahoma"/>
              </a:rPr>
              <a:t>waits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3200" spc="-20">
                <a:latin typeface="Tahoma"/>
                <a:cs typeface="Tahoma"/>
              </a:rPr>
              <a:t>“Wound”: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j </a:t>
            </a:r>
            <a:r>
              <a:rPr dirty="0" sz="3200" spc="-5">
                <a:latin typeface="Tahoma"/>
                <a:cs typeface="Tahoma"/>
              </a:rPr>
              <a:t>rolls back and </a:t>
            </a:r>
            <a:r>
              <a:rPr dirty="0" sz="3200" spc="-10">
                <a:latin typeface="Tahoma"/>
                <a:cs typeface="Tahoma"/>
              </a:rPr>
              <a:t>gives </a:t>
            </a:r>
            <a:r>
              <a:rPr dirty="0" sz="3200" spc="-5">
                <a:latin typeface="Tahoma"/>
                <a:cs typeface="Tahoma"/>
              </a:rPr>
              <a:t>lock to</a:t>
            </a:r>
            <a:r>
              <a:rPr dirty="0" sz="3200" spc="2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4239" y="1525923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88940" y="2646044"/>
            <a:ext cx="4298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6995" y="3206750"/>
            <a:ext cx="1146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7240" y="4011948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36186" y="2065997"/>
            <a:ext cx="1297940" cy="766445"/>
          </a:xfrm>
          <a:custGeom>
            <a:avLst/>
            <a:gdLst/>
            <a:ahLst/>
            <a:cxnLst/>
            <a:rect l="l" t="t" r="r" b="b"/>
            <a:pathLst>
              <a:path w="1297939" h="766444">
                <a:moveTo>
                  <a:pt x="1229713" y="731574"/>
                </a:moveTo>
                <a:lnTo>
                  <a:pt x="0" y="8204"/>
                </a:lnTo>
                <a:lnTo>
                  <a:pt x="4825" y="0"/>
                </a:lnTo>
                <a:lnTo>
                  <a:pt x="1234544" y="723360"/>
                </a:lnTo>
                <a:lnTo>
                  <a:pt x="1229713" y="731574"/>
                </a:lnTo>
                <a:close/>
              </a:path>
              <a:path w="1297939" h="766444">
                <a:moveTo>
                  <a:pt x="1281681" y="741235"/>
                </a:moveTo>
                <a:lnTo>
                  <a:pt x="1246136" y="741235"/>
                </a:lnTo>
                <a:lnTo>
                  <a:pt x="1250962" y="733018"/>
                </a:lnTo>
                <a:lnTo>
                  <a:pt x="1234544" y="723360"/>
                </a:lnTo>
                <a:lnTo>
                  <a:pt x="1251445" y="694626"/>
                </a:lnTo>
                <a:lnTo>
                  <a:pt x="1281681" y="741235"/>
                </a:lnTo>
                <a:close/>
              </a:path>
              <a:path w="1297939" h="766444">
                <a:moveTo>
                  <a:pt x="1246136" y="741235"/>
                </a:moveTo>
                <a:lnTo>
                  <a:pt x="1229713" y="731574"/>
                </a:lnTo>
                <a:lnTo>
                  <a:pt x="1234544" y="723360"/>
                </a:lnTo>
                <a:lnTo>
                  <a:pt x="1250962" y="733018"/>
                </a:lnTo>
                <a:lnTo>
                  <a:pt x="1246136" y="741235"/>
                </a:lnTo>
                <a:close/>
              </a:path>
              <a:path w="1297939" h="766444">
                <a:moveTo>
                  <a:pt x="1297813" y="766102"/>
                </a:moveTo>
                <a:lnTo>
                  <a:pt x="1212811" y="760310"/>
                </a:lnTo>
                <a:lnTo>
                  <a:pt x="1229713" y="731574"/>
                </a:lnTo>
                <a:lnTo>
                  <a:pt x="1246136" y="741235"/>
                </a:lnTo>
                <a:lnTo>
                  <a:pt x="1281681" y="741235"/>
                </a:lnTo>
                <a:lnTo>
                  <a:pt x="1297813" y="766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14800" y="35895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627879" y="2126932"/>
            <a:ext cx="4883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</a:t>
            </a:r>
            <a:r>
              <a:rPr dirty="0" sz="200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7079" y="3447732"/>
            <a:ext cx="4883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</a:t>
            </a:r>
            <a:r>
              <a:rPr dirty="0" sz="200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86765" y="580072"/>
            <a:ext cx="1685289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Example:</a:t>
            </a:r>
            <a:endParaRPr sz="3200"/>
          </a:p>
        </p:txBody>
      </p:sp>
      <p:sp>
        <p:nvSpPr>
          <p:cNvPr id="11" name="object 11"/>
          <p:cNvSpPr/>
          <p:nvPr/>
        </p:nvSpPr>
        <p:spPr>
          <a:xfrm>
            <a:off x="2832100" y="2667000"/>
            <a:ext cx="863600" cy="1480820"/>
          </a:xfrm>
          <a:custGeom>
            <a:avLst/>
            <a:gdLst/>
            <a:ahLst/>
            <a:cxnLst/>
            <a:rect l="l" t="t" r="r" b="b"/>
            <a:pathLst>
              <a:path w="863600" h="1480820">
                <a:moveTo>
                  <a:pt x="5765" y="95669"/>
                </a:moveTo>
                <a:lnTo>
                  <a:pt x="0" y="0"/>
                </a:lnTo>
                <a:lnTo>
                  <a:pt x="73531" y="48526"/>
                </a:lnTo>
                <a:lnTo>
                  <a:pt x="44526" y="48526"/>
                </a:lnTo>
                <a:lnTo>
                  <a:pt x="19786" y="62814"/>
                </a:lnTo>
                <a:lnTo>
                  <a:pt x="30507" y="81378"/>
                </a:lnTo>
                <a:lnTo>
                  <a:pt x="5765" y="95669"/>
                </a:lnTo>
                <a:close/>
              </a:path>
              <a:path w="863600" h="1480820">
                <a:moveTo>
                  <a:pt x="30507" y="81378"/>
                </a:moveTo>
                <a:lnTo>
                  <a:pt x="19786" y="62814"/>
                </a:lnTo>
                <a:lnTo>
                  <a:pt x="44526" y="48526"/>
                </a:lnTo>
                <a:lnTo>
                  <a:pt x="55249" y="67087"/>
                </a:lnTo>
                <a:lnTo>
                  <a:pt x="30507" y="81378"/>
                </a:lnTo>
                <a:close/>
              </a:path>
              <a:path w="863600" h="1480820">
                <a:moveTo>
                  <a:pt x="55249" y="67087"/>
                </a:moveTo>
                <a:lnTo>
                  <a:pt x="44526" y="48526"/>
                </a:lnTo>
                <a:lnTo>
                  <a:pt x="73531" y="48526"/>
                </a:lnTo>
                <a:lnTo>
                  <a:pt x="79997" y="52793"/>
                </a:lnTo>
                <a:lnTo>
                  <a:pt x="55249" y="67087"/>
                </a:lnTo>
                <a:close/>
              </a:path>
              <a:path w="863600" h="1480820">
                <a:moveTo>
                  <a:pt x="38188" y="94678"/>
                </a:moveTo>
                <a:lnTo>
                  <a:pt x="30507" y="81378"/>
                </a:lnTo>
                <a:lnTo>
                  <a:pt x="55249" y="67087"/>
                </a:lnTo>
                <a:lnTo>
                  <a:pt x="62928" y="80378"/>
                </a:lnTo>
                <a:lnTo>
                  <a:pt x="38188" y="94678"/>
                </a:lnTo>
                <a:close/>
              </a:path>
              <a:path w="863600" h="1480820">
                <a:moveTo>
                  <a:pt x="838530" y="1480350"/>
                </a:moveTo>
                <a:lnTo>
                  <a:pt x="781354" y="1381366"/>
                </a:lnTo>
                <a:lnTo>
                  <a:pt x="806107" y="1367078"/>
                </a:lnTo>
                <a:lnTo>
                  <a:pt x="863269" y="1466049"/>
                </a:lnTo>
                <a:lnTo>
                  <a:pt x="838530" y="1480350"/>
                </a:lnTo>
                <a:close/>
              </a:path>
              <a:path w="863600" h="1480820">
                <a:moveTo>
                  <a:pt x="738479" y="1307134"/>
                </a:moveTo>
                <a:lnTo>
                  <a:pt x="681316" y="1208163"/>
                </a:lnTo>
                <a:lnTo>
                  <a:pt x="706056" y="1193863"/>
                </a:lnTo>
                <a:lnTo>
                  <a:pt x="763231" y="1292847"/>
                </a:lnTo>
                <a:lnTo>
                  <a:pt x="738479" y="1307134"/>
                </a:lnTo>
                <a:close/>
              </a:path>
              <a:path w="863600" h="1480820">
                <a:moveTo>
                  <a:pt x="638441" y="1133932"/>
                </a:moveTo>
                <a:lnTo>
                  <a:pt x="581278" y="1034948"/>
                </a:lnTo>
                <a:lnTo>
                  <a:pt x="606018" y="1020660"/>
                </a:lnTo>
                <a:lnTo>
                  <a:pt x="663181" y="1119632"/>
                </a:lnTo>
                <a:lnTo>
                  <a:pt x="638441" y="1133932"/>
                </a:lnTo>
                <a:close/>
              </a:path>
              <a:path w="863600" h="1480820">
                <a:moveTo>
                  <a:pt x="538403" y="960716"/>
                </a:moveTo>
                <a:lnTo>
                  <a:pt x="481228" y="861745"/>
                </a:lnTo>
                <a:lnTo>
                  <a:pt x="505980" y="847445"/>
                </a:lnTo>
                <a:lnTo>
                  <a:pt x="563143" y="946429"/>
                </a:lnTo>
                <a:lnTo>
                  <a:pt x="538403" y="960716"/>
                </a:lnTo>
                <a:close/>
              </a:path>
              <a:path w="863600" h="1480820">
                <a:moveTo>
                  <a:pt x="438353" y="787514"/>
                </a:moveTo>
                <a:lnTo>
                  <a:pt x="381190" y="688530"/>
                </a:lnTo>
                <a:lnTo>
                  <a:pt x="405930" y="674242"/>
                </a:lnTo>
                <a:lnTo>
                  <a:pt x="463105" y="773214"/>
                </a:lnTo>
                <a:lnTo>
                  <a:pt x="438353" y="787514"/>
                </a:lnTo>
                <a:close/>
              </a:path>
              <a:path w="863600" h="1480820">
                <a:moveTo>
                  <a:pt x="338315" y="614299"/>
                </a:moveTo>
                <a:lnTo>
                  <a:pt x="281139" y="515327"/>
                </a:lnTo>
                <a:lnTo>
                  <a:pt x="305892" y="501027"/>
                </a:lnTo>
                <a:lnTo>
                  <a:pt x="363054" y="600011"/>
                </a:lnTo>
                <a:lnTo>
                  <a:pt x="338315" y="614299"/>
                </a:lnTo>
                <a:close/>
              </a:path>
              <a:path w="863600" h="1480820">
                <a:moveTo>
                  <a:pt x="238264" y="441096"/>
                </a:moveTo>
                <a:lnTo>
                  <a:pt x="181101" y="342112"/>
                </a:lnTo>
                <a:lnTo>
                  <a:pt x="205841" y="327825"/>
                </a:lnTo>
                <a:lnTo>
                  <a:pt x="263017" y="426796"/>
                </a:lnTo>
                <a:lnTo>
                  <a:pt x="238264" y="441096"/>
                </a:lnTo>
                <a:close/>
              </a:path>
              <a:path w="863600" h="1480820">
                <a:moveTo>
                  <a:pt x="138226" y="267881"/>
                </a:moveTo>
                <a:lnTo>
                  <a:pt x="81064" y="168910"/>
                </a:lnTo>
                <a:lnTo>
                  <a:pt x="105803" y="154609"/>
                </a:lnTo>
                <a:lnTo>
                  <a:pt x="162966" y="253593"/>
                </a:lnTo>
                <a:lnTo>
                  <a:pt x="138226" y="2678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91104" y="3220084"/>
            <a:ext cx="580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ait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2878" y="1704975"/>
            <a:ext cx="1136650" cy="976630"/>
          </a:xfrm>
          <a:custGeom>
            <a:avLst/>
            <a:gdLst/>
            <a:ahLst/>
            <a:cxnLst/>
            <a:rect l="l" t="t" r="r" b="b"/>
            <a:pathLst>
              <a:path w="1136650" h="976630">
                <a:moveTo>
                  <a:pt x="1090307" y="46989"/>
                </a:moveTo>
                <a:lnTo>
                  <a:pt x="1011770" y="46989"/>
                </a:lnTo>
                <a:lnTo>
                  <a:pt x="1029385" y="36830"/>
                </a:lnTo>
                <a:lnTo>
                  <a:pt x="1047254" y="25400"/>
                </a:lnTo>
                <a:lnTo>
                  <a:pt x="1056017" y="20319"/>
                </a:lnTo>
                <a:lnTo>
                  <a:pt x="1065580" y="16510"/>
                </a:lnTo>
                <a:lnTo>
                  <a:pt x="1066431" y="15239"/>
                </a:lnTo>
                <a:lnTo>
                  <a:pt x="1076388" y="11430"/>
                </a:lnTo>
                <a:lnTo>
                  <a:pt x="1081684" y="8889"/>
                </a:lnTo>
                <a:lnTo>
                  <a:pt x="1087119" y="7619"/>
                </a:lnTo>
                <a:lnTo>
                  <a:pt x="1092695" y="5080"/>
                </a:lnTo>
                <a:lnTo>
                  <a:pt x="1097699" y="3810"/>
                </a:lnTo>
                <a:lnTo>
                  <a:pt x="1109548" y="1269"/>
                </a:lnTo>
                <a:lnTo>
                  <a:pt x="1115720" y="1269"/>
                </a:lnTo>
                <a:lnTo>
                  <a:pt x="1116520" y="0"/>
                </a:lnTo>
                <a:lnTo>
                  <a:pt x="1135240" y="0"/>
                </a:lnTo>
                <a:lnTo>
                  <a:pt x="1136053" y="38100"/>
                </a:lnTo>
                <a:lnTo>
                  <a:pt x="1121359" y="38100"/>
                </a:lnTo>
                <a:lnTo>
                  <a:pt x="1115961" y="39369"/>
                </a:lnTo>
                <a:lnTo>
                  <a:pt x="1112227" y="39369"/>
                </a:lnTo>
                <a:lnTo>
                  <a:pt x="1107109" y="40639"/>
                </a:lnTo>
                <a:lnTo>
                  <a:pt x="1107821" y="40639"/>
                </a:lnTo>
                <a:lnTo>
                  <a:pt x="1102817" y="41910"/>
                </a:lnTo>
                <a:lnTo>
                  <a:pt x="1103502" y="41910"/>
                </a:lnTo>
                <a:lnTo>
                  <a:pt x="1098600" y="43180"/>
                </a:lnTo>
                <a:lnTo>
                  <a:pt x="1099235" y="43180"/>
                </a:lnTo>
                <a:lnTo>
                  <a:pt x="1094435" y="44450"/>
                </a:lnTo>
                <a:lnTo>
                  <a:pt x="1095019" y="44450"/>
                </a:lnTo>
                <a:lnTo>
                  <a:pt x="1090307" y="46989"/>
                </a:lnTo>
                <a:close/>
              </a:path>
              <a:path w="1136650" h="976630">
                <a:moveTo>
                  <a:pt x="1111478" y="40639"/>
                </a:moveTo>
                <a:lnTo>
                  <a:pt x="1112227" y="39369"/>
                </a:lnTo>
                <a:lnTo>
                  <a:pt x="1116736" y="39369"/>
                </a:lnTo>
                <a:lnTo>
                  <a:pt x="1111478" y="40639"/>
                </a:lnTo>
                <a:close/>
              </a:path>
              <a:path w="1136650" h="976630">
                <a:moveTo>
                  <a:pt x="1061894" y="60960"/>
                </a:moveTo>
                <a:lnTo>
                  <a:pt x="985354" y="60960"/>
                </a:lnTo>
                <a:lnTo>
                  <a:pt x="995083" y="55880"/>
                </a:lnTo>
                <a:lnTo>
                  <a:pt x="994346" y="55880"/>
                </a:lnTo>
                <a:lnTo>
                  <a:pt x="1003706" y="52069"/>
                </a:lnTo>
                <a:lnTo>
                  <a:pt x="1003160" y="52069"/>
                </a:lnTo>
                <a:lnTo>
                  <a:pt x="1012228" y="46989"/>
                </a:lnTo>
                <a:lnTo>
                  <a:pt x="1091082" y="46989"/>
                </a:lnTo>
                <a:lnTo>
                  <a:pt x="1084960" y="49530"/>
                </a:lnTo>
                <a:lnTo>
                  <a:pt x="1082751" y="49530"/>
                </a:lnTo>
                <a:lnTo>
                  <a:pt x="1073823" y="54610"/>
                </a:lnTo>
                <a:lnTo>
                  <a:pt x="1074458" y="54610"/>
                </a:lnTo>
                <a:lnTo>
                  <a:pt x="1067885" y="58419"/>
                </a:lnTo>
                <a:lnTo>
                  <a:pt x="1066228" y="58419"/>
                </a:lnTo>
                <a:lnTo>
                  <a:pt x="1061894" y="60960"/>
                </a:lnTo>
                <a:close/>
              </a:path>
              <a:path w="1136650" h="976630">
                <a:moveTo>
                  <a:pt x="1081900" y="50800"/>
                </a:moveTo>
                <a:lnTo>
                  <a:pt x="1082751" y="49530"/>
                </a:lnTo>
                <a:lnTo>
                  <a:pt x="1084960" y="49530"/>
                </a:lnTo>
                <a:lnTo>
                  <a:pt x="1081900" y="50800"/>
                </a:lnTo>
                <a:close/>
              </a:path>
              <a:path w="1136650" h="976630">
                <a:moveTo>
                  <a:pt x="1065695" y="59689"/>
                </a:moveTo>
                <a:lnTo>
                  <a:pt x="1066228" y="58419"/>
                </a:lnTo>
                <a:lnTo>
                  <a:pt x="1067885" y="58419"/>
                </a:lnTo>
                <a:lnTo>
                  <a:pt x="1065695" y="59689"/>
                </a:lnTo>
                <a:close/>
              </a:path>
              <a:path w="1136650" h="976630">
                <a:moveTo>
                  <a:pt x="1055393" y="64769"/>
                </a:moveTo>
                <a:lnTo>
                  <a:pt x="976096" y="64769"/>
                </a:lnTo>
                <a:lnTo>
                  <a:pt x="986269" y="59689"/>
                </a:lnTo>
                <a:lnTo>
                  <a:pt x="985354" y="60960"/>
                </a:lnTo>
                <a:lnTo>
                  <a:pt x="1061894" y="60960"/>
                </a:lnTo>
                <a:lnTo>
                  <a:pt x="1055393" y="64769"/>
                </a:lnTo>
                <a:close/>
              </a:path>
              <a:path w="1136650" h="976630">
                <a:moveTo>
                  <a:pt x="356411" y="482600"/>
                </a:moveTo>
                <a:lnTo>
                  <a:pt x="299618" y="482600"/>
                </a:lnTo>
                <a:lnTo>
                  <a:pt x="309156" y="473710"/>
                </a:lnTo>
                <a:lnTo>
                  <a:pt x="308927" y="473710"/>
                </a:lnTo>
                <a:lnTo>
                  <a:pt x="318338" y="466089"/>
                </a:lnTo>
                <a:lnTo>
                  <a:pt x="318122" y="466089"/>
                </a:lnTo>
                <a:lnTo>
                  <a:pt x="336689" y="449580"/>
                </a:lnTo>
                <a:lnTo>
                  <a:pt x="355168" y="433069"/>
                </a:lnTo>
                <a:lnTo>
                  <a:pt x="373913" y="415289"/>
                </a:lnTo>
                <a:lnTo>
                  <a:pt x="383527" y="407669"/>
                </a:lnTo>
                <a:lnTo>
                  <a:pt x="393293" y="398780"/>
                </a:lnTo>
                <a:lnTo>
                  <a:pt x="403275" y="391160"/>
                </a:lnTo>
                <a:lnTo>
                  <a:pt x="413435" y="383539"/>
                </a:lnTo>
                <a:lnTo>
                  <a:pt x="439902" y="365760"/>
                </a:lnTo>
                <a:lnTo>
                  <a:pt x="494309" y="330200"/>
                </a:lnTo>
                <a:lnTo>
                  <a:pt x="521792" y="313689"/>
                </a:lnTo>
                <a:lnTo>
                  <a:pt x="549325" y="295910"/>
                </a:lnTo>
                <a:lnTo>
                  <a:pt x="576618" y="279400"/>
                </a:lnTo>
                <a:lnTo>
                  <a:pt x="576376" y="279400"/>
                </a:lnTo>
                <a:lnTo>
                  <a:pt x="603453" y="261619"/>
                </a:lnTo>
                <a:lnTo>
                  <a:pt x="603186" y="261619"/>
                </a:lnTo>
                <a:lnTo>
                  <a:pt x="616534" y="252730"/>
                </a:lnTo>
                <a:lnTo>
                  <a:pt x="616305" y="252730"/>
                </a:lnTo>
                <a:lnTo>
                  <a:pt x="629551" y="243839"/>
                </a:lnTo>
                <a:lnTo>
                  <a:pt x="653478" y="227330"/>
                </a:lnTo>
                <a:lnTo>
                  <a:pt x="676211" y="212089"/>
                </a:lnTo>
                <a:lnTo>
                  <a:pt x="697953" y="198119"/>
                </a:lnTo>
                <a:lnTo>
                  <a:pt x="718896" y="185419"/>
                </a:lnTo>
                <a:lnTo>
                  <a:pt x="739241" y="172719"/>
                </a:lnTo>
                <a:lnTo>
                  <a:pt x="778878" y="149860"/>
                </a:lnTo>
                <a:lnTo>
                  <a:pt x="798537" y="139700"/>
                </a:lnTo>
                <a:lnTo>
                  <a:pt x="818324" y="130810"/>
                </a:lnTo>
                <a:lnTo>
                  <a:pt x="838441" y="120650"/>
                </a:lnTo>
                <a:lnTo>
                  <a:pt x="859066" y="111760"/>
                </a:lnTo>
                <a:lnTo>
                  <a:pt x="880402" y="101600"/>
                </a:lnTo>
                <a:lnTo>
                  <a:pt x="902614" y="92710"/>
                </a:lnTo>
                <a:lnTo>
                  <a:pt x="925918" y="83819"/>
                </a:lnTo>
                <a:lnTo>
                  <a:pt x="950493" y="73660"/>
                </a:lnTo>
                <a:lnTo>
                  <a:pt x="976464" y="63500"/>
                </a:lnTo>
                <a:lnTo>
                  <a:pt x="976096" y="64769"/>
                </a:lnTo>
                <a:lnTo>
                  <a:pt x="1055393" y="64769"/>
                </a:lnTo>
                <a:lnTo>
                  <a:pt x="1048892" y="68580"/>
                </a:lnTo>
                <a:lnTo>
                  <a:pt x="1031366" y="80010"/>
                </a:lnTo>
                <a:lnTo>
                  <a:pt x="1011199" y="90169"/>
                </a:lnTo>
                <a:lnTo>
                  <a:pt x="1001471" y="95250"/>
                </a:lnTo>
                <a:lnTo>
                  <a:pt x="1000556" y="95250"/>
                </a:lnTo>
                <a:lnTo>
                  <a:pt x="990028" y="100330"/>
                </a:lnTo>
                <a:lnTo>
                  <a:pt x="964069" y="109219"/>
                </a:lnTo>
                <a:lnTo>
                  <a:pt x="939749" y="119380"/>
                </a:lnTo>
                <a:lnTo>
                  <a:pt x="939914" y="119380"/>
                </a:lnTo>
                <a:lnTo>
                  <a:pt x="916787" y="128269"/>
                </a:lnTo>
                <a:lnTo>
                  <a:pt x="917003" y="128269"/>
                </a:lnTo>
                <a:lnTo>
                  <a:pt x="894994" y="137160"/>
                </a:lnTo>
                <a:lnTo>
                  <a:pt x="895248" y="137160"/>
                </a:lnTo>
                <a:lnTo>
                  <a:pt x="874179" y="146050"/>
                </a:lnTo>
                <a:lnTo>
                  <a:pt x="874471" y="146050"/>
                </a:lnTo>
                <a:lnTo>
                  <a:pt x="854125" y="154939"/>
                </a:lnTo>
                <a:lnTo>
                  <a:pt x="854443" y="154939"/>
                </a:lnTo>
                <a:lnTo>
                  <a:pt x="834656" y="165100"/>
                </a:lnTo>
                <a:lnTo>
                  <a:pt x="834986" y="165100"/>
                </a:lnTo>
                <a:lnTo>
                  <a:pt x="815530" y="173989"/>
                </a:lnTo>
                <a:lnTo>
                  <a:pt x="815886" y="173989"/>
                </a:lnTo>
                <a:lnTo>
                  <a:pt x="796582" y="184150"/>
                </a:lnTo>
                <a:lnTo>
                  <a:pt x="796925" y="184150"/>
                </a:lnTo>
                <a:lnTo>
                  <a:pt x="777570" y="194310"/>
                </a:lnTo>
                <a:lnTo>
                  <a:pt x="777913" y="194310"/>
                </a:lnTo>
                <a:lnTo>
                  <a:pt x="758316" y="205739"/>
                </a:lnTo>
                <a:lnTo>
                  <a:pt x="758634" y="205739"/>
                </a:lnTo>
                <a:lnTo>
                  <a:pt x="738593" y="217169"/>
                </a:lnTo>
                <a:lnTo>
                  <a:pt x="738885" y="217169"/>
                </a:lnTo>
                <a:lnTo>
                  <a:pt x="718223" y="229869"/>
                </a:lnTo>
                <a:lnTo>
                  <a:pt x="718477" y="229869"/>
                </a:lnTo>
                <a:lnTo>
                  <a:pt x="696976" y="243839"/>
                </a:lnTo>
                <a:lnTo>
                  <a:pt x="697204" y="243839"/>
                </a:lnTo>
                <a:lnTo>
                  <a:pt x="674687" y="259080"/>
                </a:lnTo>
                <a:lnTo>
                  <a:pt x="674877" y="259080"/>
                </a:lnTo>
                <a:lnTo>
                  <a:pt x="651141" y="275589"/>
                </a:lnTo>
                <a:lnTo>
                  <a:pt x="637794" y="284480"/>
                </a:lnTo>
                <a:lnTo>
                  <a:pt x="569340" y="328930"/>
                </a:lnTo>
                <a:lnTo>
                  <a:pt x="541807" y="345439"/>
                </a:lnTo>
                <a:lnTo>
                  <a:pt x="514362" y="363219"/>
                </a:lnTo>
                <a:lnTo>
                  <a:pt x="514515" y="363219"/>
                </a:lnTo>
                <a:lnTo>
                  <a:pt x="487337" y="379730"/>
                </a:lnTo>
                <a:lnTo>
                  <a:pt x="487540" y="379730"/>
                </a:lnTo>
                <a:lnTo>
                  <a:pt x="474116" y="388619"/>
                </a:lnTo>
                <a:lnTo>
                  <a:pt x="474294" y="388619"/>
                </a:lnTo>
                <a:lnTo>
                  <a:pt x="461009" y="397510"/>
                </a:lnTo>
                <a:lnTo>
                  <a:pt x="461225" y="397510"/>
                </a:lnTo>
                <a:lnTo>
                  <a:pt x="448119" y="406400"/>
                </a:lnTo>
                <a:lnTo>
                  <a:pt x="448360" y="406400"/>
                </a:lnTo>
                <a:lnTo>
                  <a:pt x="437300" y="414019"/>
                </a:lnTo>
                <a:lnTo>
                  <a:pt x="435876" y="414019"/>
                </a:lnTo>
                <a:lnTo>
                  <a:pt x="426148" y="421639"/>
                </a:lnTo>
                <a:lnTo>
                  <a:pt x="426554" y="421639"/>
                </a:lnTo>
                <a:lnTo>
                  <a:pt x="416979" y="429260"/>
                </a:lnTo>
                <a:lnTo>
                  <a:pt x="417309" y="429260"/>
                </a:lnTo>
                <a:lnTo>
                  <a:pt x="407860" y="436880"/>
                </a:lnTo>
                <a:lnTo>
                  <a:pt x="408114" y="436880"/>
                </a:lnTo>
                <a:lnTo>
                  <a:pt x="398780" y="444500"/>
                </a:lnTo>
                <a:lnTo>
                  <a:pt x="399033" y="444500"/>
                </a:lnTo>
                <a:lnTo>
                  <a:pt x="380542" y="461010"/>
                </a:lnTo>
                <a:lnTo>
                  <a:pt x="380695" y="461010"/>
                </a:lnTo>
                <a:lnTo>
                  <a:pt x="362191" y="477519"/>
                </a:lnTo>
                <a:lnTo>
                  <a:pt x="356411" y="482600"/>
                </a:lnTo>
                <a:close/>
              </a:path>
              <a:path w="1136650" h="976630">
                <a:moveTo>
                  <a:pt x="435457" y="415289"/>
                </a:moveTo>
                <a:lnTo>
                  <a:pt x="435876" y="414019"/>
                </a:lnTo>
                <a:lnTo>
                  <a:pt x="437300" y="414019"/>
                </a:lnTo>
                <a:lnTo>
                  <a:pt x="435457" y="415289"/>
                </a:lnTo>
                <a:close/>
              </a:path>
              <a:path w="1136650" h="976630">
                <a:moveTo>
                  <a:pt x="347742" y="490219"/>
                </a:moveTo>
                <a:lnTo>
                  <a:pt x="290233" y="490219"/>
                </a:lnTo>
                <a:lnTo>
                  <a:pt x="299910" y="481330"/>
                </a:lnTo>
                <a:lnTo>
                  <a:pt x="299618" y="482600"/>
                </a:lnTo>
                <a:lnTo>
                  <a:pt x="356411" y="482600"/>
                </a:lnTo>
                <a:lnTo>
                  <a:pt x="347742" y="490219"/>
                </a:lnTo>
                <a:close/>
              </a:path>
              <a:path w="1136650" h="976630">
                <a:moveTo>
                  <a:pt x="36093" y="976630"/>
                </a:moveTo>
                <a:lnTo>
                  <a:pt x="0" y="965200"/>
                </a:lnTo>
                <a:lnTo>
                  <a:pt x="3771" y="953769"/>
                </a:lnTo>
                <a:lnTo>
                  <a:pt x="7746" y="942339"/>
                </a:lnTo>
                <a:lnTo>
                  <a:pt x="11912" y="930910"/>
                </a:lnTo>
                <a:lnTo>
                  <a:pt x="16256" y="920750"/>
                </a:lnTo>
                <a:lnTo>
                  <a:pt x="20777" y="909319"/>
                </a:lnTo>
                <a:lnTo>
                  <a:pt x="45732" y="854710"/>
                </a:lnTo>
                <a:lnTo>
                  <a:pt x="67983" y="811530"/>
                </a:lnTo>
                <a:lnTo>
                  <a:pt x="91770" y="769619"/>
                </a:lnTo>
                <a:lnTo>
                  <a:pt x="104076" y="749300"/>
                </a:lnTo>
                <a:lnTo>
                  <a:pt x="116585" y="727710"/>
                </a:lnTo>
                <a:lnTo>
                  <a:pt x="129235" y="707389"/>
                </a:lnTo>
                <a:lnTo>
                  <a:pt x="141884" y="688339"/>
                </a:lnTo>
                <a:lnTo>
                  <a:pt x="154736" y="668019"/>
                </a:lnTo>
                <a:lnTo>
                  <a:pt x="179958" y="629919"/>
                </a:lnTo>
                <a:lnTo>
                  <a:pt x="179781" y="629919"/>
                </a:lnTo>
                <a:lnTo>
                  <a:pt x="183451" y="624839"/>
                </a:lnTo>
                <a:lnTo>
                  <a:pt x="183146" y="624839"/>
                </a:lnTo>
                <a:lnTo>
                  <a:pt x="187032" y="618489"/>
                </a:lnTo>
                <a:lnTo>
                  <a:pt x="186804" y="618489"/>
                </a:lnTo>
                <a:lnTo>
                  <a:pt x="195148" y="604519"/>
                </a:lnTo>
                <a:lnTo>
                  <a:pt x="204190" y="588010"/>
                </a:lnTo>
                <a:lnTo>
                  <a:pt x="213969" y="570230"/>
                </a:lnTo>
                <a:lnTo>
                  <a:pt x="219151" y="561339"/>
                </a:lnTo>
                <a:lnTo>
                  <a:pt x="224205" y="553719"/>
                </a:lnTo>
                <a:lnTo>
                  <a:pt x="229641" y="544830"/>
                </a:lnTo>
                <a:lnTo>
                  <a:pt x="235254" y="537210"/>
                </a:lnTo>
                <a:lnTo>
                  <a:pt x="235788" y="535939"/>
                </a:lnTo>
                <a:lnTo>
                  <a:pt x="241058" y="529589"/>
                </a:lnTo>
                <a:lnTo>
                  <a:pt x="241807" y="528319"/>
                </a:lnTo>
                <a:lnTo>
                  <a:pt x="247129" y="523239"/>
                </a:lnTo>
                <a:lnTo>
                  <a:pt x="247891" y="521969"/>
                </a:lnTo>
                <a:lnTo>
                  <a:pt x="250558" y="519430"/>
                </a:lnTo>
                <a:lnTo>
                  <a:pt x="251193" y="519430"/>
                </a:lnTo>
                <a:lnTo>
                  <a:pt x="253860" y="516889"/>
                </a:lnTo>
                <a:lnTo>
                  <a:pt x="254634" y="515619"/>
                </a:lnTo>
                <a:lnTo>
                  <a:pt x="257314" y="513080"/>
                </a:lnTo>
                <a:lnTo>
                  <a:pt x="258254" y="513080"/>
                </a:lnTo>
                <a:lnTo>
                  <a:pt x="261302" y="510539"/>
                </a:lnTo>
                <a:lnTo>
                  <a:pt x="271602" y="504189"/>
                </a:lnTo>
                <a:lnTo>
                  <a:pt x="271094" y="504189"/>
                </a:lnTo>
                <a:lnTo>
                  <a:pt x="281152" y="496569"/>
                </a:lnTo>
                <a:lnTo>
                  <a:pt x="280733" y="496569"/>
                </a:lnTo>
                <a:lnTo>
                  <a:pt x="290588" y="488950"/>
                </a:lnTo>
                <a:lnTo>
                  <a:pt x="290233" y="490219"/>
                </a:lnTo>
                <a:lnTo>
                  <a:pt x="347742" y="490219"/>
                </a:lnTo>
                <a:lnTo>
                  <a:pt x="343407" y="494030"/>
                </a:lnTo>
                <a:lnTo>
                  <a:pt x="333768" y="502919"/>
                </a:lnTo>
                <a:lnTo>
                  <a:pt x="323951" y="511810"/>
                </a:lnTo>
                <a:lnTo>
                  <a:pt x="313918" y="519430"/>
                </a:lnTo>
                <a:lnTo>
                  <a:pt x="303644" y="527050"/>
                </a:lnTo>
                <a:lnTo>
                  <a:pt x="293077" y="534669"/>
                </a:lnTo>
                <a:lnTo>
                  <a:pt x="282790" y="542289"/>
                </a:lnTo>
                <a:lnTo>
                  <a:pt x="283159" y="542289"/>
                </a:lnTo>
                <a:lnTo>
                  <a:pt x="280479" y="543560"/>
                </a:lnTo>
                <a:lnTo>
                  <a:pt x="281419" y="543560"/>
                </a:lnTo>
                <a:lnTo>
                  <a:pt x="278739" y="544830"/>
                </a:lnTo>
                <a:lnTo>
                  <a:pt x="279514" y="544830"/>
                </a:lnTo>
                <a:lnTo>
                  <a:pt x="278180" y="546100"/>
                </a:lnTo>
                <a:lnTo>
                  <a:pt x="277482" y="546100"/>
                </a:lnTo>
                <a:lnTo>
                  <a:pt x="274815" y="548639"/>
                </a:lnTo>
                <a:lnTo>
                  <a:pt x="275577" y="548639"/>
                </a:lnTo>
                <a:lnTo>
                  <a:pt x="270256" y="553719"/>
                </a:lnTo>
                <a:lnTo>
                  <a:pt x="271005" y="553719"/>
                </a:lnTo>
                <a:lnTo>
                  <a:pt x="266788" y="558800"/>
                </a:lnTo>
                <a:lnTo>
                  <a:pt x="266280" y="558800"/>
                </a:lnTo>
                <a:lnTo>
                  <a:pt x="261061" y="566419"/>
                </a:lnTo>
                <a:lnTo>
                  <a:pt x="261454" y="566419"/>
                </a:lnTo>
                <a:lnTo>
                  <a:pt x="256311" y="574039"/>
                </a:lnTo>
                <a:lnTo>
                  <a:pt x="256590" y="574039"/>
                </a:lnTo>
                <a:lnTo>
                  <a:pt x="251536" y="581660"/>
                </a:lnTo>
                <a:lnTo>
                  <a:pt x="251739" y="581660"/>
                </a:lnTo>
                <a:lnTo>
                  <a:pt x="246773" y="589280"/>
                </a:lnTo>
                <a:lnTo>
                  <a:pt x="246976" y="589280"/>
                </a:lnTo>
                <a:lnTo>
                  <a:pt x="237401" y="605789"/>
                </a:lnTo>
                <a:lnTo>
                  <a:pt x="228384" y="622300"/>
                </a:lnTo>
                <a:lnTo>
                  <a:pt x="219798" y="637539"/>
                </a:lnTo>
                <a:lnTo>
                  <a:pt x="215912" y="645160"/>
                </a:lnTo>
                <a:lnTo>
                  <a:pt x="186512" y="689610"/>
                </a:lnTo>
                <a:lnTo>
                  <a:pt x="173926" y="708660"/>
                </a:lnTo>
                <a:lnTo>
                  <a:pt x="162144" y="727710"/>
                </a:lnTo>
                <a:lnTo>
                  <a:pt x="161442" y="727710"/>
                </a:lnTo>
                <a:lnTo>
                  <a:pt x="148882" y="748030"/>
                </a:lnTo>
                <a:lnTo>
                  <a:pt x="136588" y="768350"/>
                </a:lnTo>
                <a:lnTo>
                  <a:pt x="124523" y="788669"/>
                </a:lnTo>
                <a:lnTo>
                  <a:pt x="124663" y="788669"/>
                </a:lnTo>
                <a:lnTo>
                  <a:pt x="112750" y="808989"/>
                </a:lnTo>
                <a:lnTo>
                  <a:pt x="112902" y="808989"/>
                </a:lnTo>
                <a:lnTo>
                  <a:pt x="102001" y="829310"/>
                </a:lnTo>
                <a:lnTo>
                  <a:pt x="101485" y="829310"/>
                </a:lnTo>
                <a:lnTo>
                  <a:pt x="90296" y="850900"/>
                </a:lnTo>
                <a:lnTo>
                  <a:pt x="90474" y="850900"/>
                </a:lnTo>
                <a:lnTo>
                  <a:pt x="79743" y="871219"/>
                </a:lnTo>
                <a:lnTo>
                  <a:pt x="79921" y="871219"/>
                </a:lnTo>
                <a:lnTo>
                  <a:pt x="69710" y="892810"/>
                </a:lnTo>
                <a:lnTo>
                  <a:pt x="69900" y="892810"/>
                </a:lnTo>
                <a:lnTo>
                  <a:pt x="60840" y="913130"/>
                </a:lnTo>
                <a:lnTo>
                  <a:pt x="60426" y="913130"/>
                </a:lnTo>
                <a:lnTo>
                  <a:pt x="55841" y="924560"/>
                </a:lnTo>
                <a:lnTo>
                  <a:pt x="51523" y="934719"/>
                </a:lnTo>
                <a:lnTo>
                  <a:pt x="47383" y="944880"/>
                </a:lnTo>
                <a:lnTo>
                  <a:pt x="43884" y="955039"/>
                </a:lnTo>
                <a:lnTo>
                  <a:pt x="43535" y="955039"/>
                </a:lnTo>
                <a:lnTo>
                  <a:pt x="39662" y="966469"/>
                </a:lnTo>
                <a:lnTo>
                  <a:pt x="36093" y="976630"/>
                </a:lnTo>
                <a:close/>
              </a:path>
              <a:path w="1136650" h="976630">
                <a:moveTo>
                  <a:pt x="276847" y="547369"/>
                </a:moveTo>
                <a:lnTo>
                  <a:pt x="277482" y="546100"/>
                </a:lnTo>
                <a:lnTo>
                  <a:pt x="278180" y="546100"/>
                </a:lnTo>
                <a:lnTo>
                  <a:pt x="276847" y="547369"/>
                </a:lnTo>
                <a:close/>
              </a:path>
              <a:path w="1136650" h="976630">
                <a:moveTo>
                  <a:pt x="265734" y="560069"/>
                </a:moveTo>
                <a:lnTo>
                  <a:pt x="266280" y="558800"/>
                </a:lnTo>
                <a:lnTo>
                  <a:pt x="266788" y="558800"/>
                </a:lnTo>
                <a:lnTo>
                  <a:pt x="265734" y="560069"/>
                </a:lnTo>
                <a:close/>
              </a:path>
              <a:path w="1136650" h="976630">
                <a:moveTo>
                  <a:pt x="161353" y="728980"/>
                </a:moveTo>
                <a:lnTo>
                  <a:pt x="161442" y="727710"/>
                </a:lnTo>
                <a:lnTo>
                  <a:pt x="162144" y="727710"/>
                </a:lnTo>
                <a:lnTo>
                  <a:pt x="161353" y="728980"/>
                </a:lnTo>
                <a:close/>
              </a:path>
              <a:path w="1136650" h="976630">
                <a:moveTo>
                  <a:pt x="101320" y="830580"/>
                </a:moveTo>
                <a:lnTo>
                  <a:pt x="101485" y="829310"/>
                </a:lnTo>
                <a:lnTo>
                  <a:pt x="102001" y="829310"/>
                </a:lnTo>
                <a:lnTo>
                  <a:pt x="101320" y="830580"/>
                </a:lnTo>
                <a:close/>
              </a:path>
              <a:path w="1136650" h="976630">
                <a:moveTo>
                  <a:pt x="60274" y="914400"/>
                </a:moveTo>
                <a:lnTo>
                  <a:pt x="60426" y="913130"/>
                </a:lnTo>
                <a:lnTo>
                  <a:pt x="60840" y="913130"/>
                </a:lnTo>
                <a:lnTo>
                  <a:pt x="60274" y="914400"/>
                </a:lnTo>
                <a:close/>
              </a:path>
              <a:path w="1136650" h="976630">
                <a:moveTo>
                  <a:pt x="43433" y="956310"/>
                </a:moveTo>
                <a:lnTo>
                  <a:pt x="43535" y="955039"/>
                </a:lnTo>
                <a:lnTo>
                  <a:pt x="43884" y="955039"/>
                </a:lnTo>
                <a:lnTo>
                  <a:pt x="43433" y="95631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53792" y="1717789"/>
            <a:ext cx="1399540" cy="617220"/>
          </a:xfrm>
          <a:custGeom>
            <a:avLst/>
            <a:gdLst/>
            <a:ahLst/>
            <a:cxnLst/>
            <a:rect l="l" t="t" r="r" b="b"/>
            <a:pathLst>
              <a:path w="1399539" h="617219">
                <a:moveTo>
                  <a:pt x="213941" y="39623"/>
                </a:moveTo>
                <a:lnTo>
                  <a:pt x="16281" y="39623"/>
                </a:lnTo>
                <a:lnTo>
                  <a:pt x="0" y="37871"/>
                </a:lnTo>
                <a:lnTo>
                  <a:pt x="4063" y="0"/>
                </a:lnTo>
                <a:lnTo>
                  <a:pt x="20624" y="1777"/>
                </a:lnTo>
                <a:lnTo>
                  <a:pt x="69278" y="8394"/>
                </a:lnTo>
                <a:lnTo>
                  <a:pt x="116611" y="16776"/>
                </a:lnTo>
                <a:lnTo>
                  <a:pt x="162826" y="26733"/>
                </a:lnTo>
                <a:lnTo>
                  <a:pt x="213941" y="39623"/>
                </a:lnTo>
                <a:close/>
              </a:path>
              <a:path w="1399539" h="617219">
                <a:moveTo>
                  <a:pt x="221245" y="41554"/>
                </a:moveTo>
                <a:lnTo>
                  <a:pt x="32131" y="41554"/>
                </a:lnTo>
                <a:lnTo>
                  <a:pt x="16014" y="39598"/>
                </a:lnTo>
                <a:lnTo>
                  <a:pt x="16281" y="39623"/>
                </a:lnTo>
                <a:lnTo>
                  <a:pt x="213941" y="39623"/>
                </a:lnTo>
                <a:lnTo>
                  <a:pt x="221245" y="41554"/>
                </a:lnTo>
                <a:close/>
              </a:path>
              <a:path w="1399539" h="617219">
                <a:moveTo>
                  <a:pt x="228964" y="43700"/>
                </a:moveTo>
                <a:lnTo>
                  <a:pt x="47812" y="43700"/>
                </a:lnTo>
                <a:lnTo>
                  <a:pt x="31864" y="41528"/>
                </a:lnTo>
                <a:lnTo>
                  <a:pt x="32131" y="41554"/>
                </a:lnTo>
                <a:lnTo>
                  <a:pt x="221245" y="41554"/>
                </a:lnTo>
                <a:lnTo>
                  <a:pt x="223215" y="42075"/>
                </a:lnTo>
                <a:lnTo>
                  <a:pt x="228964" y="43700"/>
                </a:lnTo>
                <a:close/>
              </a:path>
              <a:path w="1399539" h="617219">
                <a:moveTo>
                  <a:pt x="255568" y="51269"/>
                </a:moveTo>
                <a:lnTo>
                  <a:pt x="94081" y="51269"/>
                </a:lnTo>
                <a:lnTo>
                  <a:pt x="78536" y="48513"/>
                </a:lnTo>
                <a:lnTo>
                  <a:pt x="63118" y="45986"/>
                </a:lnTo>
                <a:lnTo>
                  <a:pt x="47811" y="43700"/>
                </a:lnTo>
                <a:lnTo>
                  <a:pt x="228964" y="43700"/>
                </a:lnTo>
                <a:lnTo>
                  <a:pt x="252679" y="50406"/>
                </a:lnTo>
                <a:lnTo>
                  <a:pt x="255568" y="51269"/>
                </a:lnTo>
                <a:close/>
              </a:path>
              <a:path w="1399539" h="617219">
                <a:moveTo>
                  <a:pt x="296972" y="63830"/>
                </a:moveTo>
                <a:lnTo>
                  <a:pt x="154190" y="63830"/>
                </a:lnTo>
                <a:lnTo>
                  <a:pt x="139090" y="60401"/>
                </a:lnTo>
                <a:lnTo>
                  <a:pt x="124104" y="57175"/>
                </a:lnTo>
                <a:lnTo>
                  <a:pt x="109029" y="54114"/>
                </a:lnTo>
                <a:lnTo>
                  <a:pt x="93840" y="51231"/>
                </a:lnTo>
                <a:lnTo>
                  <a:pt x="94081" y="51269"/>
                </a:lnTo>
                <a:lnTo>
                  <a:pt x="255568" y="51269"/>
                </a:lnTo>
                <a:lnTo>
                  <a:pt x="282511" y="59321"/>
                </a:lnTo>
                <a:lnTo>
                  <a:pt x="296972" y="63830"/>
                </a:lnTo>
                <a:close/>
              </a:path>
              <a:path w="1399539" h="617219">
                <a:moveTo>
                  <a:pt x="319841" y="71043"/>
                </a:moveTo>
                <a:lnTo>
                  <a:pt x="183743" y="71043"/>
                </a:lnTo>
                <a:lnTo>
                  <a:pt x="168808" y="67322"/>
                </a:lnTo>
                <a:lnTo>
                  <a:pt x="153987" y="63792"/>
                </a:lnTo>
                <a:lnTo>
                  <a:pt x="154190" y="63830"/>
                </a:lnTo>
                <a:lnTo>
                  <a:pt x="296972" y="63830"/>
                </a:lnTo>
                <a:lnTo>
                  <a:pt x="311962" y="68503"/>
                </a:lnTo>
                <a:lnTo>
                  <a:pt x="319841" y="71043"/>
                </a:lnTo>
                <a:close/>
              </a:path>
              <a:path w="1399539" h="617219">
                <a:moveTo>
                  <a:pt x="343928" y="78828"/>
                </a:moveTo>
                <a:lnTo>
                  <a:pt x="213113" y="78816"/>
                </a:lnTo>
                <a:lnTo>
                  <a:pt x="183503" y="70984"/>
                </a:lnTo>
                <a:lnTo>
                  <a:pt x="183743" y="71043"/>
                </a:lnTo>
                <a:lnTo>
                  <a:pt x="319841" y="71043"/>
                </a:lnTo>
                <a:lnTo>
                  <a:pt x="343928" y="78828"/>
                </a:lnTo>
                <a:close/>
              </a:path>
              <a:path w="1399539" h="617219">
                <a:moveTo>
                  <a:pt x="368902" y="87071"/>
                </a:moveTo>
                <a:lnTo>
                  <a:pt x="242315" y="87071"/>
                </a:lnTo>
                <a:lnTo>
                  <a:pt x="213110" y="78816"/>
                </a:lnTo>
                <a:lnTo>
                  <a:pt x="343928" y="78828"/>
                </a:lnTo>
                <a:lnTo>
                  <a:pt x="368902" y="87071"/>
                </a:lnTo>
                <a:close/>
              </a:path>
              <a:path w="1399539" h="617219">
                <a:moveTo>
                  <a:pt x="394793" y="95757"/>
                </a:moveTo>
                <a:lnTo>
                  <a:pt x="271386" y="95757"/>
                </a:lnTo>
                <a:lnTo>
                  <a:pt x="242100" y="87010"/>
                </a:lnTo>
                <a:lnTo>
                  <a:pt x="242315" y="87071"/>
                </a:lnTo>
                <a:lnTo>
                  <a:pt x="368902" y="87071"/>
                </a:lnTo>
                <a:lnTo>
                  <a:pt x="394793" y="95757"/>
                </a:lnTo>
                <a:close/>
              </a:path>
              <a:path w="1399539" h="617219">
                <a:moveTo>
                  <a:pt x="449831" y="114211"/>
                </a:moveTo>
                <a:lnTo>
                  <a:pt x="329577" y="114211"/>
                </a:lnTo>
                <a:lnTo>
                  <a:pt x="300278" y="104762"/>
                </a:lnTo>
                <a:lnTo>
                  <a:pt x="271170" y="95694"/>
                </a:lnTo>
                <a:lnTo>
                  <a:pt x="271386" y="95757"/>
                </a:lnTo>
                <a:lnTo>
                  <a:pt x="394793" y="95757"/>
                </a:lnTo>
                <a:lnTo>
                  <a:pt x="430186" y="107645"/>
                </a:lnTo>
                <a:lnTo>
                  <a:pt x="449831" y="114211"/>
                </a:lnTo>
                <a:close/>
              </a:path>
              <a:path w="1399539" h="617219">
                <a:moveTo>
                  <a:pt x="478708" y="123863"/>
                </a:moveTo>
                <a:lnTo>
                  <a:pt x="358825" y="123863"/>
                </a:lnTo>
                <a:lnTo>
                  <a:pt x="329450" y="114172"/>
                </a:lnTo>
                <a:lnTo>
                  <a:pt x="449831" y="114211"/>
                </a:lnTo>
                <a:lnTo>
                  <a:pt x="478708" y="123863"/>
                </a:lnTo>
                <a:close/>
              </a:path>
              <a:path w="1399539" h="617219">
                <a:moveTo>
                  <a:pt x="475717" y="163047"/>
                </a:moveTo>
                <a:lnTo>
                  <a:pt x="401670" y="138253"/>
                </a:lnTo>
                <a:lnTo>
                  <a:pt x="358736" y="123837"/>
                </a:lnTo>
                <a:lnTo>
                  <a:pt x="478708" y="123863"/>
                </a:lnTo>
                <a:lnTo>
                  <a:pt x="490677" y="127863"/>
                </a:lnTo>
                <a:lnTo>
                  <a:pt x="493433" y="129044"/>
                </a:lnTo>
                <a:lnTo>
                  <a:pt x="495985" y="130632"/>
                </a:lnTo>
                <a:lnTo>
                  <a:pt x="506063" y="138112"/>
                </a:lnTo>
                <a:lnTo>
                  <a:pt x="516233" y="145427"/>
                </a:lnTo>
                <a:lnTo>
                  <a:pt x="526694" y="152717"/>
                </a:lnTo>
                <a:lnTo>
                  <a:pt x="537019" y="159702"/>
                </a:lnTo>
                <a:lnTo>
                  <a:pt x="539408" y="161239"/>
                </a:lnTo>
                <a:lnTo>
                  <a:pt x="473278" y="161239"/>
                </a:lnTo>
                <a:lnTo>
                  <a:pt x="475717" y="163047"/>
                </a:lnTo>
                <a:close/>
              </a:path>
              <a:path w="1399539" h="617219">
                <a:moveTo>
                  <a:pt x="478586" y="164007"/>
                </a:moveTo>
                <a:lnTo>
                  <a:pt x="475717" y="163047"/>
                </a:lnTo>
                <a:lnTo>
                  <a:pt x="473278" y="161239"/>
                </a:lnTo>
                <a:lnTo>
                  <a:pt x="478586" y="164007"/>
                </a:lnTo>
                <a:close/>
              </a:path>
              <a:path w="1399539" h="617219">
                <a:moveTo>
                  <a:pt x="543683" y="164007"/>
                </a:moveTo>
                <a:lnTo>
                  <a:pt x="478586" y="164007"/>
                </a:lnTo>
                <a:lnTo>
                  <a:pt x="473278" y="161239"/>
                </a:lnTo>
                <a:lnTo>
                  <a:pt x="539408" y="161239"/>
                </a:lnTo>
                <a:lnTo>
                  <a:pt x="543683" y="164007"/>
                </a:lnTo>
                <a:close/>
              </a:path>
              <a:path w="1399539" h="617219">
                <a:moveTo>
                  <a:pt x="876233" y="332536"/>
                </a:moveTo>
                <a:lnTo>
                  <a:pt x="786369" y="332524"/>
                </a:lnTo>
                <a:lnTo>
                  <a:pt x="694613" y="289966"/>
                </a:lnTo>
                <a:lnTo>
                  <a:pt x="648982" y="267665"/>
                </a:lnTo>
                <a:lnTo>
                  <a:pt x="603808" y="244068"/>
                </a:lnTo>
                <a:lnTo>
                  <a:pt x="559257" y="218732"/>
                </a:lnTo>
                <a:lnTo>
                  <a:pt x="515670" y="191261"/>
                </a:lnTo>
                <a:lnTo>
                  <a:pt x="483590" y="168884"/>
                </a:lnTo>
                <a:lnTo>
                  <a:pt x="475717" y="163047"/>
                </a:lnTo>
                <a:lnTo>
                  <a:pt x="478586" y="164007"/>
                </a:lnTo>
                <a:lnTo>
                  <a:pt x="543683" y="164007"/>
                </a:lnTo>
                <a:lnTo>
                  <a:pt x="557607" y="173024"/>
                </a:lnTo>
                <a:lnTo>
                  <a:pt x="578818" y="186029"/>
                </a:lnTo>
                <a:lnTo>
                  <a:pt x="600281" y="198539"/>
                </a:lnTo>
                <a:lnTo>
                  <a:pt x="622002" y="210604"/>
                </a:lnTo>
                <a:lnTo>
                  <a:pt x="643957" y="222288"/>
                </a:lnTo>
                <a:lnTo>
                  <a:pt x="666133" y="233641"/>
                </a:lnTo>
                <a:lnTo>
                  <a:pt x="688670" y="244817"/>
                </a:lnTo>
                <a:lnTo>
                  <a:pt x="710977" y="255562"/>
                </a:lnTo>
                <a:lnTo>
                  <a:pt x="756468" y="276859"/>
                </a:lnTo>
                <a:lnTo>
                  <a:pt x="848372" y="319214"/>
                </a:lnTo>
                <a:lnTo>
                  <a:pt x="870013" y="329438"/>
                </a:lnTo>
                <a:lnTo>
                  <a:pt x="876233" y="332536"/>
                </a:lnTo>
                <a:close/>
              </a:path>
              <a:path w="1399539" h="617219">
                <a:moveTo>
                  <a:pt x="688703" y="244817"/>
                </a:moveTo>
                <a:lnTo>
                  <a:pt x="688492" y="244716"/>
                </a:lnTo>
                <a:lnTo>
                  <a:pt x="688703" y="244817"/>
                </a:lnTo>
                <a:close/>
              </a:path>
              <a:path w="1399539" h="617219">
                <a:moveTo>
                  <a:pt x="935769" y="363715"/>
                </a:moveTo>
                <a:lnTo>
                  <a:pt x="853389" y="363715"/>
                </a:lnTo>
                <a:lnTo>
                  <a:pt x="832091" y="353656"/>
                </a:lnTo>
                <a:lnTo>
                  <a:pt x="786358" y="332524"/>
                </a:lnTo>
                <a:lnTo>
                  <a:pt x="876233" y="332536"/>
                </a:lnTo>
                <a:lnTo>
                  <a:pt x="891349" y="340067"/>
                </a:lnTo>
                <a:lnTo>
                  <a:pt x="912406" y="351053"/>
                </a:lnTo>
                <a:lnTo>
                  <a:pt x="933234" y="362305"/>
                </a:lnTo>
                <a:lnTo>
                  <a:pt x="935769" y="363715"/>
                </a:lnTo>
                <a:close/>
              </a:path>
              <a:path w="1399539" h="617219">
                <a:moveTo>
                  <a:pt x="954283" y="374014"/>
                </a:moveTo>
                <a:lnTo>
                  <a:pt x="874052" y="374014"/>
                </a:lnTo>
                <a:lnTo>
                  <a:pt x="853169" y="363611"/>
                </a:lnTo>
                <a:lnTo>
                  <a:pt x="853389" y="363715"/>
                </a:lnTo>
                <a:lnTo>
                  <a:pt x="935769" y="363715"/>
                </a:lnTo>
                <a:lnTo>
                  <a:pt x="954283" y="374014"/>
                </a:lnTo>
                <a:close/>
              </a:path>
              <a:path w="1399539" h="617219">
                <a:moveTo>
                  <a:pt x="992143" y="395706"/>
                </a:moveTo>
                <a:lnTo>
                  <a:pt x="914920" y="395706"/>
                </a:lnTo>
                <a:lnTo>
                  <a:pt x="894295" y="384568"/>
                </a:lnTo>
                <a:lnTo>
                  <a:pt x="873771" y="373875"/>
                </a:lnTo>
                <a:lnTo>
                  <a:pt x="874052" y="374014"/>
                </a:lnTo>
                <a:lnTo>
                  <a:pt x="954283" y="374014"/>
                </a:lnTo>
                <a:lnTo>
                  <a:pt x="974331" y="385406"/>
                </a:lnTo>
                <a:lnTo>
                  <a:pt x="992143" y="395706"/>
                </a:lnTo>
                <a:close/>
              </a:path>
              <a:path w="1399539" h="617219">
                <a:moveTo>
                  <a:pt x="1381669" y="574674"/>
                </a:moveTo>
                <a:lnTo>
                  <a:pt x="1291907" y="574674"/>
                </a:lnTo>
                <a:lnTo>
                  <a:pt x="1276604" y="569633"/>
                </a:lnTo>
                <a:lnTo>
                  <a:pt x="1246136" y="560298"/>
                </a:lnTo>
                <a:lnTo>
                  <a:pt x="1216012" y="551179"/>
                </a:lnTo>
                <a:lnTo>
                  <a:pt x="1201445" y="546531"/>
                </a:lnTo>
                <a:lnTo>
                  <a:pt x="1162291" y="531456"/>
                </a:lnTo>
                <a:lnTo>
                  <a:pt x="1119314" y="510603"/>
                </a:lnTo>
                <a:lnTo>
                  <a:pt x="1077429" y="488365"/>
                </a:lnTo>
                <a:lnTo>
                  <a:pt x="1036332" y="465264"/>
                </a:lnTo>
                <a:lnTo>
                  <a:pt x="955268" y="418388"/>
                </a:lnTo>
                <a:lnTo>
                  <a:pt x="935037" y="406895"/>
                </a:lnTo>
                <a:lnTo>
                  <a:pt x="914717" y="395604"/>
                </a:lnTo>
                <a:lnTo>
                  <a:pt x="914920" y="395706"/>
                </a:lnTo>
                <a:lnTo>
                  <a:pt x="992143" y="395706"/>
                </a:lnTo>
                <a:lnTo>
                  <a:pt x="1055395" y="432282"/>
                </a:lnTo>
                <a:lnTo>
                  <a:pt x="1075626" y="443776"/>
                </a:lnTo>
                <a:lnTo>
                  <a:pt x="1095763" y="454964"/>
                </a:lnTo>
                <a:lnTo>
                  <a:pt x="1116368" y="466102"/>
                </a:lnTo>
                <a:lnTo>
                  <a:pt x="1136624" y="476656"/>
                </a:lnTo>
                <a:lnTo>
                  <a:pt x="1157286" y="486956"/>
                </a:lnTo>
                <a:lnTo>
                  <a:pt x="1178303" y="496887"/>
                </a:lnTo>
                <a:lnTo>
                  <a:pt x="1183355" y="499173"/>
                </a:lnTo>
                <a:lnTo>
                  <a:pt x="1188563" y="501370"/>
                </a:lnTo>
                <a:lnTo>
                  <a:pt x="1189139" y="501611"/>
                </a:lnTo>
                <a:lnTo>
                  <a:pt x="1200433" y="505891"/>
                </a:lnTo>
                <a:lnTo>
                  <a:pt x="1201000" y="506107"/>
                </a:lnTo>
                <a:lnTo>
                  <a:pt x="1213815" y="510501"/>
                </a:lnTo>
                <a:lnTo>
                  <a:pt x="1227355" y="514807"/>
                </a:lnTo>
                <a:lnTo>
                  <a:pt x="1288135" y="533323"/>
                </a:lnTo>
                <a:lnTo>
                  <a:pt x="1334808" y="550011"/>
                </a:lnTo>
                <a:lnTo>
                  <a:pt x="1369695" y="567016"/>
                </a:lnTo>
                <a:lnTo>
                  <a:pt x="1376845" y="571411"/>
                </a:lnTo>
                <a:lnTo>
                  <a:pt x="1381669" y="574674"/>
                </a:lnTo>
                <a:close/>
              </a:path>
              <a:path w="1399539" h="617219">
                <a:moveTo>
                  <a:pt x="1189176" y="501611"/>
                </a:moveTo>
                <a:lnTo>
                  <a:pt x="1188771" y="501457"/>
                </a:lnTo>
                <a:lnTo>
                  <a:pt x="1189176" y="501611"/>
                </a:lnTo>
                <a:close/>
              </a:path>
              <a:path w="1399539" h="617219">
                <a:moveTo>
                  <a:pt x="1201044" y="506107"/>
                </a:moveTo>
                <a:lnTo>
                  <a:pt x="1200588" y="505951"/>
                </a:lnTo>
                <a:lnTo>
                  <a:pt x="1201044" y="506107"/>
                </a:lnTo>
                <a:close/>
              </a:path>
              <a:path w="1399539" h="617219">
                <a:moveTo>
                  <a:pt x="1213859" y="510501"/>
                </a:moveTo>
                <a:lnTo>
                  <a:pt x="1213421" y="510362"/>
                </a:lnTo>
                <a:lnTo>
                  <a:pt x="1213859" y="510501"/>
                </a:lnTo>
                <a:close/>
              </a:path>
              <a:path w="1399539" h="617219">
                <a:moveTo>
                  <a:pt x="1276959" y="569760"/>
                </a:moveTo>
                <a:lnTo>
                  <a:pt x="1276545" y="569633"/>
                </a:lnTo>
                <a:lnTo>
                  <a:pt x="1276959" y="569760"/>
                </a:lnTo>
                <a:close/>
              </a:path>
              <a:path w="1399539" h="617219">
                <a:moveTo>
                  <a:pt x="1388674" y="579843"/>
                </a:moveTo>
                <a:lnTo>
                  <a:pt x="1306487" y="579843"/>
                </a:lnTo>
                <a:lnTo>
                  <a:pt x="1291554" y="574558"/>
                </a:lnTo>
                <a:lnTo>
                  <a:pt x="1291907" y="574674"/>
                </a:lnTo>
                <a:lnTo>
                  <a:pt x="1381669" y="574674"/>
                </a:lnTo>
                <a:lnTo>
                  <a:pt x="1383118" y="575678"/>
                </a:lnTo>
                <a:lnTo>
                  <a:pt x="1388674" y="579843"/>
                </a:lnTo>
                <a:close/>
              </a:path>
              <a:path w="1399539" h="617219">
                <a:moveTo>
                  <a:pt x="1395165" y="585304"/>
                </a:moveTo>
                <a:lnTo>
                  <a:pt x="1320444" y="585304"/>
                </a:lnTo>
                <a:lnTo>
                  <a:pt x="1306077" y="579699"/>
                </a:lnTo>
                <a:lnTo>
                  <a:pt x="1306487" y="579843"/>
                </a:lnTo>
                <a:lnTo>
                  <a:pt x="1388674" y="579843"/>
                </a:lnTo>
                <a:lnTo>
                  <a:pt x="1394015" y="584263"/>
                </a:lnTo>
                <a:lnTo>
                  <a:pt x="1395165" y="585304"/>
                </a:lnTo>
                <a:close/>
              </a:path>
              <a:path w="1399539" h="617219">
                <a:moveTo>
                  <a:pt x="1398103" y="588060"/>
                </a:moveTo>
                <a:lnTo>
                  <a:pt x="1326946" y="588060"/>
                </a:lnTo>
                <a:lnTo>
                  <a:pt x="1320309" y="585252"/>
                </a:lnTo>
                <a:lnTo>
                  <a:pt x="1320444" y="585304"/>
                </a:lnTo>
                <a:lnTo>
                  <a:pt x="1395165" y="585304"/>
                </a:lnTo>
                <a:lnTo>
                  <a:pt x="1398103" y="588060"/>
                </a:lnTo>
                <a:close/>
              </a:path>
              <a:path w="1399539" h="617219">
                <a:moveTo>
                  <a:pt x="1394931" y="593966"/>
                </a:moveTo>
                <a:lnTo>
                  <a:pt x="1339519" y="593966"/>
                </a:lnTo>
                <a:lnTo>
                  <a:pt x="1332915" y="590765"/>
                </a:lnTo>
                <a:lnTo>
                  <a:pt x="1326727" y="587967"/>
                </a:lnTo>
                <a:lnTo>
                  <a:pt x="1326946" y="588060"/>
                </a:lnTo>
                <a:lnTo>
                  <a:pt x="1398103" y="588060"/>
                </a:lnTo>
                <a:lnTo>
                  <a:pt x="1399362" y="589241"/>
                </a:lnTo>
                <a:lnTo>
                  <a:pt x="1394931" y="593966"/>
                </a:lnTo>
                <a:close/>
              </a:path>
              <a:path w="1399539" h="617219">
                <a:moveTo>
                  <a:pt x="1392049" y="597039"/>
                </a:moveTo>
                <a:lnTo>
                  <a:pt x="1345399" y="597039"/>
                </a:lnTo>
                <a:lnTo>
                  <a:pt x="1339399" y="593907"/>
                </a:lnTo>
                <a:lnTo>
                  <a:pt x="1394931" y="593966"/>
                </a:lnTo>
                <a:lnTo>
                  <a:pt x="1392049" y="597039"/>
                </a:lnTo>
                <a:close/>
              </a:path>
              <a:path w="1399539" h="617219">
                <a:moveTo>
                  <a:pt x="1389095" y="600189"/>
                </a:moveTo>
                <a:lnTo>
                  <a:pt x="1350962" y="600189"/>
                </a:lnTo>
                <a:lnTo>
                  <a:pt x="1345151" y="596909"/>
                </a:lnTo>
                <a:lnTo>
                  <a:pt x="1345399" y="597039"/>
                </a:lnTo>
                <a:lnTo>
                  <a:pt x="1392049" y="597039"/>
                </a:lnTo>
                <a:lnTo>
                  <a:pt x="1389095" y="600189"/>
                </a:lnTo>
                <a:close/>
              </a:path>
              <a:path w="1399539" h="617219">
                <a:moveTo>
                  <a:pt x="1386058" y="603427"/>
                </a:moveTo>
                <a:lnTo>
                  <a:pt x="1356194" y="603427"/>
                </a:lnTo>
                <a:lnTo>
                  <a:pt x="1355521" y="602995"/>
                </a:lnTo>
                <a:lnTo>
                  <a:pt x="1350580" y="599973"/>
                </a:lnTo>
                <a:lnTo>
                  <a:pt x="1350962" y="600189"/>
                </a:lnTo>
                <a:lnTo>
                  <a:pt x="1389095" y="600189"/>
                </a:lnTo>
                <a:lnTo>
                  <a:pt x="1386058" y="603427"/>
                </a:lnTo>
                <a:close/>
              </a:path>
              <a:path w="1399539" h="617219">
                <a:moveTo>
                  <a:pt x="1355817" y="603195"/>
                </a:moveTo>
                <a:lnTo>
                  <a:pt x="1355493" y="602995"/>
                </a:lnTo>
                <a:lnTo>
                  <a:pt x="1355817" y="603195"/>
                </a:lnTo>
                <a:close/>
              </a:path>
              <a:path w="1399539" h="617219">
                <a:moveTo>
                  <a:pt x="1382949" y="606742"/>
                </a:moveTo>
                <a:lnTo>
                  <a:pt x="1361071" y="606742"/>
                </a:lnTo>
                <a:lnTo>
                  <a:pt x="1360335" y="606209"/>
                </a:lnTo>
                <a:lnTo>
                  <a:pt x="1355817" y="603195"/>
                </a:lnTo>
                <a:lnTo>
                  <a:pt x="1356194" y="603427"/>
                </a:lnTo>
                <a:lnTo>
                  <a:pt x="1386058" y="603427"/>
                </a:lnTo>
                <a:lnTo>
                  <a:pt x="1382949" y="606742"/>
                </a:lnTo>
                <a:close/>
              </a:path>
              <a:path w="1399539" h="617219">
                <a:moveTo>
                  <a:pt x="1360837" y="606584"/>
                </a:moveTo>
                <a:lnTo>
                  <a:pt x="1360281" y="606209"/>
                </a:lnTo>
                <a:lnTo>
                  <a:pt x="1360837" y="606584"/>
                </a:lnTo>
                <a:close/>
              </a:path>
              <a:path w="1399539" h="617219">
                <a:moveTo>
                  <a:pt x="1379793" y="610107"/>
                </a:moveTo>
                <a:lnTo>
                  <a:pt x="1365554" y="610107"/>
                </a:lnTo>
                <a:lnTo>
                  <a:pt x="1364754" y="609485"/>
                </a:lnTo>
                <a:lnTo>
                  <a:pt x="1360837" y="606584"/>
                </a:lnTo>
                <a:lnTo>
                  <a:pt x="1361071" y="606742"/>
                </a:lnTo>
                <a:lnTo>
                  <a:pt x="1382949" y="606742"/>
                </a:lnTo>
                <a:lnTo>
                  <a:pt x="1379793" y="610107"/>
                </a:lnTo>
                <a:close/>
              </a:path>
              <a:path w="1399539" h="617219">
                <a:moveTo>
                  <a:pt x="1365040" y="609723"/>
                </a:moveTo>
                <a:lnTo>
                  <a:pt x="1364721" y="609485"/>
                </a:lnTo>
                <a:lnTo>
                  <a:pt x="1365040" y="609723"/>
                </a:lnTo>
                <a:close/>
              </a:path>
              <a:path w="1399539" h="617219">
                <a:moveTo>
                  <a:pt x="1376565" y="613549"/>
                </a:moveTo>
                <a:lnTo>
                  <a:pt x="1369631" y="613549"/>
                </a:lnTo>
                <a:lnTo>
                  <a:pt x="1368793" y="612800"/>
                </a:lnTo>
                <a:lnTo>
                  <a:pt x="1365040" y="609723"/>
                </a:lnTo>
                <a:lnTo>
                  <a:pt x="1365554" y="610107"/>
                </a:lnTo>
                <a:lnTo>
                  <a:pt x="1379793" y="610107"/>
                </a:lnTo>
                <a:lnTo>
                  <a:pt x="1376565" y="613549"/>
                </a:lnTo>
                <a:close/>
              </a:path>
              <a:path w="1399539" h="617219">
                <a:moveTo>
                  <a:pt x="1369278" y="613255"/>
                </a:moveTo>
                <a:lnTo>
                  <a:pt x="1368732" y="612800"/>
                </a:lnTo>
                <a:lnTo>
                  <a:pt x="1369278" y="613255"/>
                </a:lnTo>
                <a:close/>
              </a:path>
              <a:path w="1399539" h="617219">
                <a:moveTo>
                  <a:pt x="1369631" y="613549"/>
                </a:moveTo>
                <a:lnTo>
                  <a:pt x="1369278" y="613255"/>
                </a:lnTo>
                <a:lnTo>
                  <a:pt x="1368793" y="612800"/>
                </a:lnTo>
                <a:lnTo>
                  <a:pt x="1369631" y="613549"/>
                </a:lnTo>
                <a:close/>
              </a:path>
              <a:path w="1399539" h="617219">
                <a:moveTo>
                  <a:pt x="1373301" y="617029"/>
                </a:moveTo>
                <a:lnTo>
                  <a:pt x="1369278" y="613255"/>
                </a:lnTo>
                <a:lnTo>
                  <a:pt x="1369631" y="613549"/>
                </a:lnTo>
                <a:lnTo>
                  <a:pt x="1376565" y="613549"/>
                </a:lnTo>
                <a:lnTo>
                  <a:pt x="1373301" y="617029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61694"/>
            <a:ext cx="627443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4000" spc="-15"/>
              <a:t>Starvation </a:t>
            </a:r>
            <a:r>
              <a:rPr dirty="0" u="none" sz="4000"/>
              <a:t>with</a:t>
            </a:r>
            <a:r>
              <a:rPr dirty="0" u="none" sz="4000" spc="-5"/>
              <a:t> </a:t>
            </a:r>
            <a:r>
              <a:rPr dirty="0" u="none" sz="4000" spc="-45"/>
              <a:t>Wound-Wait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572250" cy="20250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When </a:t>
            </a:r>
            <a:r>
              <a:rPr dirty="0" sz="3200" spc="-10">
                <a:latin typeface="Tahoma"/>
                <a:cs typeface="Tahoma"/>
              </a:rPr>
              <a:t>transaction </a:t>
            </a:r>
            <a:r>
              <a:rPr dirty="0" sz="3200" spc="-5">
                <a:latin typeface="Tahoma"/>
                <a:cs typeface="Tahoma"/>
              </a:rPr>
              <a:t>dies, re-try later  with what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timestamp?</a:t>
            </a:r>
            <a:endParaRPr sz="32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original timestamp</a:t>
            </a:r>
            <a:endParaRPr sz="28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new timestamp (time of</a:t>
            </a:r>
            <a:r>
              <a:rPr dirty="0" sz="280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re-submit)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6002" y="1449723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20702" y="2473343"/>
            <a:ext cx="1368425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233679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9002" y="3935748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14800" y="35895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05629" y="3447732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9902" y="570547"/>
            <a:ext cx="31134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Second</a:t>
            </a:r>
            <a:r>
              <a:rPr dirty="0" sz="3200" spc="-50"/>
              <a:t> </a:t>
            </a:r>
            <a:r>
              <a:rPr dirty="0" sz="3200" spc="-5"/>
              <a:t>Example:</a:t>
            </a:r>
            <a:endParaRPr sz="3200"/>
          </a:p>
        </p:txBody>
      </p:sp>
      <p:sp>
        <p:nvSpPr>
          <p:cNvPr id="8" name="object 8"/>
          <p:cNvSpPr/>
          <p:nvPr/>
        </p:nvSpPr>
        <p:spPr>
          <a:xfrm>
            <a:off x="3244253" y="1692554"/>
            <a:ext cx="508634" cy="660400"/>
          </a:xfrm>
          <a:custGeom>
            <a:avLst/>
            <a:gdLst/>
            <a:ahLst/>
            <a:cxnLst/>
            <a:rect l="l" t="t" r="r" b="b"/>
            <a:pathLst>
              <a:path w="508635" h="660400">
                <a:moveTo>
                  <a:pt x="458396" y="602593"/>
                </a:moveTo>
                <a:lnTo>
                  <a:pt x="0" y="5791"/>
                </a:lnTo>
                <a:lnTo>
                  <a:pt x="7543" y="0"/>
                </a:lnTo>
                <a:lnTo>
                  <a:pt x="465951" y="596788"/>
                </a:lnTo>
                <a:lnTo>
                  <a:pt x="458396" y="602593"/>
                </a:lnTo>
                <a:close/>
              </a:path>
              <a:path w="508635" h="660400">
                <a:moveTo>
                  <a:pt x="500378" y="617702"/>
                </a:moveTo>
                <a:lnTo>
                  <a:pt x="470001" y="617702"/>
                </a:lnTo>
                <a:lnTo>
                  <a:pt x="477558" y="611898"/>
                </a:lnTo>
                <a:lnTo>
                  <a:pt x="465951" y="596788"/>
                </a:lnTo>
                <a:lnTo>
                  <a:pt x="492391" y="576478"/>
                </a:lnTo>
                <a:lnTo>
                  <a:pt x="500378" y="617702"/>
                </a:lnTo>
                <a:close/>
              </a:path>
              <a:path w="508635" h="660400">
                <a:moveTo>
                  <a:pt x="470001" y="617702"/>
                </a:moveTo>
                <a:lnTo>
                  <a:pt x="458396" y="602593"/>
                </a:lnTo>
                <a:lnTo>
                  <a:pt x="465951" y="596788"/>
                </a:lnTo>
                <a:lnTo>
                  <a:pt x="477558" y="611898"/>
                </a:lnTo>
                <a:lnTo>
                  <a:pt x="470001" y="617702"/>
                </a:lnTo>
                <a:close/>
              </a:path>
              <a:path w="508635" h="660400">
                <a:moveTo>
                  <a:pt x="508596" y="660120"/>
                </a:moveTo>
                <a:lnTo>
                  <a:pt x="431965" y="622896"/>
                </a:lnTo>
                <a:lnTo>
                  <a:pt x="458396" y="602593"/>
                </a:lnTo>
                <a:lnTo>
                  <a:pt x="470001" y="617702"/>
                </a:lnTo>
                <a:lnTo>
                  <a:pt x="500378" y="617702"/>
                </a:lnTo>
                <a:lnTo>
                  <a:pt x="508596" y="660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599815" y="1695449"/>
            <a:ext cx="33439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requests A: </a:t>
            </a:r>
            <a:r>
              <a:rPr dirty="0" sz="2000" spc="-10">
                <a:latin typeface="Tahoma"/>
                <a:cs typeface="Tahoma"/>
              </a:rPr>
              <a:t>wait for </a:t>
            </a:r>
            <a:r>
              <a:rPr dirty="0" sz="2000" spc="-5">
                <a:latin typeface="Tahoma"/>
                <a:cs typeface="Tahoma"/>
              </a:rPr>
              <a:t>T</a:t>
            </a:r>
            <a:r>
              <a:rPr dirty="0" baseline="-17094" sz="1950" spc="-7">
                <a:latin typeface="Tahoma"/>
                <a:cs typeface="Tahoma"/>
              </a:rPr>
              <a:t>2 </a:t>
            </a:r>
            <a:r>
              <a:rPr dirty="0" sz="2000" spc="-5">
                <a:latin typeface="Tahoma"/>
                <a:cs typeface="Tahoma"/>
              </a:rPr>
              <a:t>or</a:t>
            </a:r>
            <a:r>
              <a:rPr dirty="0" sz="2000" spc="-19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T</a:t>
            </a:r>
            <a:r>
              <a:rPr dirty="0" baseline="-17094" sz="1950" spc="-7">
                <a:latin typeface="Tahoma"/>
                <a:cs typeface="Tahoma"/>
              </a:rPr>
              <a:t>3</a:t>
            </a:r>
            <a:r>
              <a:rPr dirty="0" sz="2000" spc="-5">
                <a:latin typeface="Tahoma"/>
                <a:cs typeface="Tahoma"/>
              </a:rPr>
              <a:t>?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26870" y="2495550"/>
            <a:ext cx="544830" cy="469900"/>
          </a:xfrm>
          <a:custGeom>
            <a:avLst/>
            <a:gdLst/>
            <a:ahLst/>
            <a:cxnLst/>
            <a:rect l="l" t="t" r="r" b="b"/>
            <a:pathLst>
              <a:path w="544830" h="469900">
                <a:moveTo>
                  <a:pt x="511886" y="78562"/>
                </a:moveTo>
                <a:lnTo>
                  <a:pt x="462203" y="20777"/>
                </a:lnTo>
                <a:lnTo>
                  <a:pt x="544830" y="0"/>
                </a:lnTo>
                <a:lnTo>
                  <a:pt x="530722" y="33642"/>
                </a:lnTo>
                <a:lnTo>
                  <a:pt x="498386" y="33642"/>
                </a:lnTo>
                <a:lnTo>
                  <a:pt x="491159" y="39852"/>
                </a:lnTo>
                <a:lnTo>
                  <a:pt x="497370" y="47078"/>
                </a:lnTo>
                <a:lnTo>
                  <a:pt x="525088" y="47078"/>
                </a:lnTo>
                <a:lnTo>
                  <a:pt x="511886" y="78562"/>
                </a:lnTo>
                <a:close/>
              </a:path>
              <a:path w="544830" h="469900">
                <a:moveTo>
                  <a:pt x="497370" y="47078"/>
                </a:moveTo>
                <a:lnTo>
                  <a:pt x="491159" y="39852"/>
                </a:lnTo>
                <a:lnTo>
                  <a:pt x="498386" y="33642"/>
                </a:lnTo>
                <a:lnTo>
                  <a:pt x="504596" y="40868"/>
                </a:lnTo>
                <a:lnTo>
                  <a:pt x="497370" y="47078"/>
                </a:lnTo>
                <a:close/>
              </a:path>
              <a:path w="544830" h="469900">
                <a:moveTo>
                  <a:pt x="525088" y="47078"/>
                </a:moveTo>
                <a:lnTo>
                  <a:pt x="497370" y="47078"/>
                </a:lnTo>
                <a:lnTo>
                  <a:pt x="504596" y="40868"/>
                </a:lnTo>
                <a:lnTo>
                  <a:pt x="498386" y="33642"/>
                </a:lnTo>
                <a:lnTo>
                  <a:pt x="530722" y="33642"/>
                </a:lnTo>
                <a:lnTo>
                  <a:pt x="525088" y="47078"/>
                </a:lnTo>
                <a:close/>
              </a:path>
              <a:path w="544830" h="469900">
                <a:moveTo>
                  <a:pt x="483944" y="46064"/>
                </a:moveTo>
                <a:close/>
              </a:path>
              <a:path w="544830" h="469900">
                <a:moveTo>
                  <a:pt x="482930" y="59499"/>
                </a:moveTo>
                <a:lnTo>
                  <a:pt x="476719" y="52273"/>
                </a:lnTo>
                <a:lnTo>
                  <a:pt x="483944" y="46064"/>
                </a:lnTo>
                <a:lnTo>
                  <a:pt x="490156" y="53289"/>
                </a:lnTo>
                <a:lnTo>
                  <a:pt x="482930" y="59499"/>
                </a:lnTo>
                <a:close/>
              </a:path>
              <a:path w="544830" h="469900">
                <a:moveTo>
                  <a:pt x="468477" y="71907"/>
                </a:moveTo>
                <a:lnTo>
                  <a:pt x="462267" y="64693"/>
                </a:lnTo>
                <a:lnTo>
                  <a:pt x="469493" y="58483"/>
                </a:lnTo>
                <a:lnTo>
                  <a:pt x="475703" y="65709"/>
                </a:lnTo>
                <a:lnTo>
                  <a:pt x="468477" y="71907"/>
                </a:lnTo>
                <a:close/>
              </a:path>
              <a:path w="544830" h="469900">
                <a:moveTo>
                  <a:pt x="454037" y="84327"/>
                </a:moveTo>
                <a:lnTo>
                  <a:pt x="447827" y="77114"/>
                </a:lnTo>
                <a:lnTo>
                  <a:pt x="455053" y="70904"/>
                </a:lnTo>
                <a:lnTo>
                  <a:pt x="461263" y="78117"/>
                </a:lnTo>
                <a:lnTo>
                  <a:pt x="454037" y="84327"/>
                </a:lnTo>
                <a:close/>
              </a:path>
              <a:path w="544830" h="469900">
                <a:moveTo>
                  <a:pt x="439585" y="96748"/>
                </a:moveTo>
                <a:lnTo>
                  <a:pt x="433374" y="89522"/>
                </a:lnTo>
                <a:lnTo>
                  <a:pt x="440601" y="83312"/>
                </a:lnTo>
                <a:lnTo>
                  <a:pt x="446811" y="90538"/>
                </a:lnTo>
                <a:lnTo>
                  <a:pt x="439585" y="96748"/>
                </a:lnTo>
                <a:close/>
              </a:path>
              <a:path w="544830" h="469900">
                <a:moveTo>
                  <a:pt x="425145" y="109169"/>
                </a:moveTo>
                <a:lnTo>
                  <a:pt x="418934" y="101942"/>
                </a:lnTo>
                <a:lnTo>
                  <a:pt x="426161" y="95732"/>
                </a:lnTo>
                <a:lnTo>
                  <a:pt x="432371" y="102958"/>
                </a:lnTo>
                <a:lnTo>
                  <a:pt x="425145" y="109169"/>
                </a:lnTo>
                <a:close/>
              </a:path>
              <a:path w="544830" h="469900">
                <a:moveTo>
                  <a:pt x="410692" y="121589"/>
                </a:moveTo>
                <a:lnTo>
                  <a:pt x="404494" y="114363"/>
                </a:lnTo>
                <a:lnTo>
                  <a:pt x="411708" y="108153"/>
                </a:lnTo>
                <a:lnTo>
                  <a:pt x="417918" y="115379"/>
                </a:lnTo>
                <a:lnTo>
                  <a:pt x="410692" y="121589"/>
                </a:lnTo>
                <a:close/>
              </a:path>
              <a:path w="544830" h="469900">
                <a:moveTo>
                  <a:pt x="396252" y="134010"/>
                </a:moveTo>
                <a:lnTo>
                  <a:pt x="390042" y="126784"/>
                </a:lnTo>
                <a:lnTo>
                  <a:pt x="397268" y="120573"/>
                </a:lnTo>
                <a:lnTo>
                  <a:pt x="403479" y="127800"/>
                </a:lnTo>
                <a:lnTo>
                  <a:pt x="396252" y="134010"/>
                </a:lnTo>
                <a:close/>
              </a:path>
              <a:path w="544830" h="469900">
                <a:moveTo>
                  <a:pt x="381800" y="146418"/>
                </a:moveTo>
                <a:lnTo>
                  <a:pt x="375602" y="139204"/>
                </a:lnTo>
                <a:lnTo>
                  <a:pt x="382816" y="132994"/>
                </a:lnTo>
                <a:lnTo>
                  <a:pt x="389026" y="140207"/>
                </a:lnTo>
                <a:lnTo>
                  <a:pt x="381800" y="146418"/>
                </a:lnTo>
                <a:close/>
              </a:path>
              <a:path w="544830" h="469900">
                <a:moveTo>
                  <a:pt x="367360" y="158838"/>
                </a:moveTo>
                <a:lnTo>
                  <a:pt x="361149" y="151612"/>
                </a:lnTo>
                <a:lnTo>
                  <a:pt x="368376" y="145414"/>
                </a:lnTo>
                <a:lnTo>
                  <a:pt x="374586" y="152628"/>
                </a:lnTo>
                <a:lnTo>
                  <a:pt x="367360" y="158838"/>
                </a:lnTo>
                <a:close/>
              </a:path>
              <a:path w="544830" h="469900">
                <a:moveTo>
                  <a:pt x="352920" y="171259"/>
                </a:moveTo>
                <a:lnTo>
                  <a:pt x="346710" y="164033"/>
                </a:lnTo>
                <a:lnTo>
                  <a:pt x="353923" y="157822"/>
                </a:lnTo>
                <a:lnTo>
                  <a:pt x="360133" y="165049"/>
                </a:lnTo>
                <a:lnTo>
                  <a:pt x="352920" y="171259"/>
                </a:lnTo>
                <a:close/>
              </a:path>
              <a:path w="544830" h="469900">
                <a:moveTo>
                  <a:pt x="338467" y="183680"/>
                </a:moveTo>
                <a:lnTo>
                  <a:pt x="332257" y="176453"/>
                </a:lnTo>
                <a:lnTo>
                  <a:pt x="339483" y="170243"/>
                </a:lnTo>
                <a:lnTo>
                  <a:pt x="345694" y="177469"/>
                </a:lnTo>
                <a:lnTo>
                  <a:pt x="338467" y="183680"/>
                </a:lnTo>
                <a:close/>
              </a:path>
              <a:path w="544830" h="469900">
                <a:moveTo>
                  <a:pt x="324027" y="196100"/>
                </a:moveTo>
                <a:lnTo>
                  <a:pt x="317817" y="188874"/>
                </a:lnTo>
                <a:lnTo>
                  <a:pt x="325031" y="182664"/>
                </a:lnTo>
                <a:lnTo>
                  <a:pt x="331241" y="189890"/>
                </a:lnTo>
                <a:lnTo>
                  <a:pt x="324027" y="196100"/>
                </a:lnTo>
                <a:close/>
              </a:path>
              <a:path w="544830" h="469900">
                <a:moveTo>
                  <a:pt x="309575" y="208521"/>
                </a:moveTo>
                <a:lnTo>
                  <a:pt x="303364" y="201294"/>
                </a:lnTo>
                <a:lnTo>
                  <a:pt x="310591" y="195084"/>
                </a:lnTo>
                <a:lnTo>
                  <a:pt x="316801" y="202311"/>
                </a:lnTo>
                <a:lnTo>
                  <a:pt x="309575" y="208521"/>
                </a:lnTo>
                <a:close/>
              </a:path>
              <a:path w="544830" h="469900">
                <a:moveTo>
                  <a:pt x="295135" y="220929"/>
                </a:moveTo>
                <a:lnTo>
                  <a:pt x="288925" y="213715"/>
                </a:lnTo>
                <a:lnTo>
                  <a:pt x="296138" y="207505"/>
                </a:lnTo>
                <a:lnTo>
                  <a:pt x="302348" y="214718"/>
                </a:lnTo>
                <a:lnTo>
                  <a:pt x="295135" y="220929"/>
                </a:lnTo>
                <a:close/>
              </a:path>
              <a:path w="544830" h="469900">
                <a:moveTo>
                  <a:pt x="280682" y="233349"/>
                </a:moveTo>
                <a:lnTo>
                  <a:pt x="274472" y="226123"/>
                </a:lnTo>
                <a:lnTo>
                  <a:pt x="281698" y="219925"/>
                </a:lnTo>
                <a:lnTo>
                  <a:pt x="287909" y="227139"/>
                </a:lnTo>
                <a:lnTo>
                  <a:pt x="280682" y="233349"/>
                </a:lnTo>
                <a:close/>
              </a:path>
              <a:path w="544830" h="469900">
                <a:moveTo>
                  <a:pt x="266242" y="245770"/>
                </a:moveTo>
                <a:lnTo>
                  <a:pt x="260032" y="238544"/>
                </a:lnTo>
                <a:lnTo>
                  <a:pt x="267258" y="232333"/>
                </a:lnTo>
                <a:lnTo>
                  <a:pt x="273456" y="239560"/>
                </a:lnTo>
                <a:lnTo>
                  <a:pt x="266242" y="245770"/>
                </a:lnTo>
                <a:close/>
              </a:path>
              <a:path w="544830" h="469900">
                <a:moveTo>
                  <a:pt x="251790" y="258191"/>
                </a:moveTo>
                <a:lnTo>
                  <a:pt x="245579" y="250964"/>
                </a:lnTo>
                <a:lnTo>
                  <a:pt x="252806" y="244754"/>
                </a:lnTo>
                <a:lnTo>
                  <a:pt x="259016" y="251980"/>
                </a:lnTo>
                <a:lnTo>
                  <a:pt x="251790" y="258191"/>
                </a:lnTo>
                <a:close/>
              </a:path>
              <a:path w="544830" h="469900">
                <a:moveTo>
                  <a:pt x="237350" y="270611"/>
                </a:moveTo>
                <a:lnTo>
                  <a:pt x="231140" y="263385"/>
                </a:lnTo>
                <a:lnTo>
                  <a:pt x="238366" y="257175"/>
                </a:lnTo>
                <a:lnTo>
                  <a:pt x="244563" y="264401"/>
                </a:lnTo>
                <a:lnTo>
                  <a:pt x="237350" y="270611"/>
                </a:lnTo>
                <a:close/>
              </a:path>
              <a:path w="544830" h="469900">
                <a:moveTo>
                  <a:pt x="222897" y="283032"/>
                </a:moveTo>
                <a:lnTo>
                  <a:pt x="216687" y="275805"/>
                </a:lnTo>
                <a:lnTo>
                  <a:pt x="223913" y="269595"/>
                </a:lnTo>
                <a:lnTo>
                  <a:pt x="230124" y="276821"/>
                </a:lnTo>
                <a:lnTo>
                  <a:pt x="222897" y="283032"/>
                </a:lnTo>
                <a:close/>
              </a:path>
              <a:path w="544830" h="469900">
                <a:moveTo>
                  <a:pt x="208457" y="295440"/>
                </a:moveTo>
                <a:lnTo>
                  <a:pt x="202247" y="288226"/>
                </a:lnTo>
                <a:lnTo>
                  <a:pt x="209473" y="282016"/>
                </a:lnTo>
                <a:lnTo>
                  <a:pt x="215684" y="289229"/>
                </a:lnTo>
                <a:lnTo>
                  <a:pt x="208457" y="295440"/>
                </a:lnTo>
                <a:close/>
              </a:path>
              <a:path w="544830" h="469900">
                <a:moveTo>
                  <a:pt x="194005" y="307860"/>
                </a:moveTo>
                <a:lnTo>
                  <a:pt x="187794" y="300634"/>
                </a:lnTo>
                <a:lnTo>
                  <a:pt x="195021" y="294436"/>
                </a:lnTo>
                <a:lnTo>
                  <a:pt x="201231" y="301650"/>
                </a:lnTo>
                <a:lnTo>
                  <a:pt x="194005" y="307860"/>
                </a:lnTo>
                <a:close/>
              </a:path>
              <a:path w="544830" h="469900">
                <a:moveTo>
                  <a:pt x="179565" y="320281"/>
                </a:moveTo>
                <a:lnTo>
                  <a:pt x="173355" y="313055"/>
                </a:lnTo>
                <a:lnTo>
                  <a:pt x="180581" y="306844"/>
                </a:lnTo>
                <a:lnTo>
                  <a:pt x="186791" y="314070"/>
                </a:lnTo>
                <a:lnTo>
                  <a:pt x="179565" y="320281"/>
                </a:lnTo>
                <a:close/>
              </a:path>
              <a:path w="544830" h="469900">
                <a:moveTo>
                  <a:pt x="165112" y="332701"/>
                </a:moveTo>
                <a:lnTo>
                  <a:pt x="158902" y="325475"/>
                </a:lnTo>
                <a:lnTo>
                  <a:pt x="166128" y="319265"/>
                </a:lnTo>
                <a:lnTo>
                  <a:pt x="172338" y="326491"/>
                </a:lnTo>
                <a:lnTo>
                  <a:pt x="165112" y="332701"/>
                </a:lnTo>
                <a:close/>
              </a:path>
              <a:path w="544830" h="469900">
                <a:moveTo>
                  <a:pt x="150672" y="345122"/>
                </a:moveTo>
                <a:lnTo>
                  <a:pt x="144462" y="337896"/>
                </a:lnTo>
                <a:lnTo>
                  <a:pt x="151688" y="331685"/>
                </a:lnTo>
                <a:lnTo>
                  <a:pt x="157899" y="338912"/>
                </a:lnTo>
                <a:lnTo>
                  <a:pt x="150672" y="345122"/>
                </a:lnTo>
                <a:close/>
              </a:path>
              <a:path w="544830" h="469900">
                <a:moveTo>
                  <a:pt x="136220" y="357543"/>
                </a:moveTo>
                <a:lnTo>
                  <a:pt x="130022" y="350316"/>
                </a:lnTo>
                <a:lnTo>
                  <a:pt x="137236" y="344106"/>
                </a:lnTo>
                <a:lnTo>
                  <a:pt x="143446" y="351332"/>
                </a:lnTo>
                <a:lnTo>
                  <a:pt x="136220" y="357543"/>
                </a:lnTo>
                <a:close/>
              </a:path>
              <a:path w="544830" h="469900">
                <a:moveTo>
                  <a:pt x="121780" y="369950"/>
                </a:moveTo>
                <a:lnTo>
                  <a:pt x="115569" y="362737"/>
                </a:lnTo>
                <a:lnTo>
                  <a:pt x="122796" y="356527"/>
                </a:lnTo>
                <a:lnTo>
                  <a:pt x="129006" y="363740"/>
                </a:lnTo>
                <a:lnTo>
                  <a:pt x="121780" y="369950"/>
                </a:lnTo>
                <a:close/>
              </a:path>
              <a:path w="544830" h="469900">
                <a:moveTo>
                  <a:pt x="107327" y="382371"/>
                </a:moveTo>
                <a:lnTo>
                  <a:pt x="101130" y="375145"/>
                </a:lnTo>
                <a:lnTo>
                  <a:pt x="108343" y="368947"/>
                </a:lnTo>
                <a:lnTo>
                  <a:pt x="114554" y="376161"/>
                </a:lnTo>
                <a:lnTo>
                  <a:pt x="107327" y="382371"/>
                </a:lnTo>
                <a:close/>
              </a:path>
              <a:path w="544830" h="469900">
                <a:moveTo>
                  <a:pt x="92887" y="394792"/>
                </a:moveTo>
                <a:lnTo>
                  <a:pt x="86677" y="387565"/>
                </a:lnTo>
                <a:lnTo>
                  <a:pt x="93903" y="381355"/>
                </a:lnTo>
                <a:lnTo>
                  <a:pt x="100114" y="388581"/>
                </a:lnTo>
                <a:lnTo>
                  <a:pt x="92887" y="394792"/>
                </a:lnTo>
                <a:close/>
              </a:path>
              <a:path w="544830" h="469900">
                <a:moveTo>
                  <a:pt x="78447" y="407212"/>
                </a:moveTo>
                <a:lnTo>
                  <a:pt x="72237" y="399986"/>
                </a:lnTo>
                <a:lnTo>
                  <a:pt x="79451" y="393776"/>
                </a:lnTo>
                <a:lnTo>
                  <a:pt x="85661" y="401002"/>
                </a:lnTo>
                <a:lnTo>
                  <a:pt x="78447" y="407212"/>
                </a:lnTo>
                <a:close/>
              </a:path>
              <a:path w="544830" h="469900">
                <a:moveTo>
                  <a:pt x="63995" y="419633"/>
                </a:moveTo>
                <a:lnTo>
                  <a:pt x="57785" y="412407"/>
                </a:lnTo>
                <a:lnTo>
                  <a:pt x="65011" y="406196"/>
                </a:lnTo>
                <a:lnTo>
                  <a:pt x="71221" y="413423"/>
                </a:lnTo>
                <a:lnTo>
                  <a:pt x="63995" y="419633"/>
                </a:lnTo>
                <a:close/>
              </a:path>
              <a:path w="544830" h="469900">
                <a:moveTo>
                  <a:pt x="49555" y="432041"/>
                </a:moveTo>
                <a:lnTo>
                  <a:pt x="43345" y="424827"/>
                </a:lnTo>
                <a:lnTo>
                  <a:pt x="50558" y="418617"/>
                </a:lnTo>
                <a:lnTo>
                  <a:pt x="56768" y="425843"/>
                </a:lnTo>
                <a:lnTo>
                  <a:pt x="49555" y="432041"/>
                </a:lnTo>
                <a:close/>
              </a:path>
              <a:path w="544830" h="469900">
                <a:moveTo>
                  <a:pt x="35102" y="444461"/>
                </a:moveTo>
                <a:lnTo>
                  <a:pt x="28892" y="437248"/>
                </a:lnTo>
                <a:lnTo>
                  <a:pt x="36118" y="431038"/>
                </a:lnTo>
                <a:lnTo>
                  <a:pt x="42329" y="438251"/>
                </a:lnTo>
                <a:lnTo>
                  <a:pt x="35102" y="444461"/>
                </a:lnTo>
                <a:close/>
              </a:path>
              <a:path w="544830" h="469900">
                <a:moveTo>
                  <a:pt x="20662" y="456882"/>
                </a:moveTo>
                <a:lnTo>
                  <a:pt x="14452" y="449656"/>
                </a:lnTo>
                <a:lnTo>
                  <a:pt x="21666" y="443445"/>
                </a:lnTo>
                <a:lnTo>
                  <a:pt x="27876" y="450672"/>
                </a:lnTo>
                <a:lnTo>
                  <a:pt x="20662" y="456882"/>
                </a:lnTo>
                <a:close/>
              </a:path>
              <a:path w="544830" h="469900">
                <a:moveTo>
                  <a:pt x="6210" y="469303"/>
                </a:moveTo>
                <a:lnTo>
                  <a:pt x="0" y="462076"/>
                </a:lnTo>
                <a:lnTo>
                  <a:pt x="7226" y="455866"/>
                </a:lnTo>
                <a:lnTo>
                  <a:pt x="13436" y="463092"/>
                </a:lnTo>
                <a:lnTo>
                  <a:pt x="6210" y="469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48689" y="2998470"/>
            <a:ext cx="17602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ahoma"/>
                <a:cs typeface="Tahoma"/>
              </a:rPr>
              <a:t>Note: ts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between  </a:t>
            </a:r>
            <a:r>
              <a:rPr dirty="0" sz="1800">
                <a:latin typeface="Tahoma"/>
                <a:cs typeface="Tahoma"/>
              </a:rPr>
              <a:t>10 and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20.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4502" y="3605231"/>
            <a:ext cx="1222375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8763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72802" y="5067636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3825" y="43896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224654" y="4247832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4027" y="551497"/>
            <a:ext cx="53073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Second Example</a:t>
            </a:r>
            <a:r>
              <a:rPr dirty="0" sz="3200" spc="-25"/>
              <a:t> </a:t>
            </a:r>
            <a:r>
              <a:rPr dirty="0" sz="3200" spc="-5"/>
              <a:t>(continued):</a:t>
            </a:r>
            <a:endParaRPr sz="3200"/>
          </a:p>
        </p:txBody>
      </p:sp>
      <p:sp>
        <p:nvSpPr>
          <p:cNvPr id="7" name="object 7"/>
          <p:cNvSpPr/>
          <p:nvPr/>
        </p:nvSpPr>
        <p:spPr>
          <a:xfrm>
            <a:off x="3233927" y="2846628"/>
            <a:ext cx="543560" cy="1773555"/>
          </a:xfrm>
          <a:custGeom>
            <a:avLst/>
            <a:gdLst/>
            <a:ahLst/>
            <a:cxnLst/>
            <a:rect l="l" t="t" r="r" b="b"/>
            <a:pathLst>
              <a:path w="543560" h="1773554">
                <a:moveTo>
                  <a:pt x="502269" y="1701277"/>
                </a:moveTo>
                <a:lnTo>
                  <a:pt x="0" y="2692"/>
                </a:lnTo>
                <a:lnTo>
                  <a:pt x="9144" y="0"/>
                </a:lnTo>
                <a:lnTo>
                  <a:pt x="511413" y="1698573"/>
                </a:lnTo>
                <a:lnTo>
                  <a:pt x="502269" y="1701277"/>
                </a:lnTo>
                <a:close/>
              </a:path>
              <a:path w="543560" h="1773554">
                <a:moveTo>
                  <a:pt x="537957" y="1719541"/>
                </a:moveTo>
                <a:lnTo>
                  <a:pt x="507669" y="1719541"/>
                </a:lnTo>
                <a:lnTo>
                  <a:pt x="516813" y="1716836"/>
                </a:lnTo>
                <a:lnTo>
                  <a:pt x="511413" y="1698573"/>
                </a:lnTo>
                <a:lnTo>
                  <a:pt x="543369" y="1689125"/>
                </a:lnTo>
                <a:lnTo>
                  <a:pt x="537957" y="1719541"/>
                </a:lnTo>
                <a:close/>
              </a:path>
              <a:path w="543560" h="1773554">
                <a:moveTo>
                  <a:pt x="507669" y="1719541"/>
                </a:moveTo>
                <a:lnTo>
                  <a:pt x="502269" y="1701277"/>
                </a:lnTo>
                <a:lnTo>
                  <a:pt x="511413" y="1698573"/>
                </a:lnTo>
                <a:lnTo>
                  <a:pt x="516813" y="1716836"/>
                </a:lnTo>
                <a:lnTo>
                  <a:pt x="507669" y="1719541"/>
                </a:lnTo>
                <a:close/>
              </a:path>
              <a:path w="543560" h="1773554">
                <a:moveTo>
                  <a:pt x="528447" y="1772996"/>
                </a:moveTo>
                <a:lnTo>
                  <a:pt x="470306" y="1710728"/>
                </a:lnTo>
                <a:lnTo>
                  <a:pt x="502269" y="1701277"/>
                </a:lnTo>
                <a:lnTo>
                  <a:pt x="507669" y="1719541"/>
                </a:lnTo>
                <a:lnTo>
                  <a:pt x="537957" y="1719541"/>
                </a:lnTo>
                <a:lnTo>
                  <a:pt x="528447" y="1772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29802" y="2581611"/>
            <a:ext cx="1286510" cy="14928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=15)</a:t>
            </a:r>
            <a:endParaRPr sz="2400">
              <a:latin typeface="Tahoma"/>
              <a:cs typeface="Tahoma"/>
            </a:endParaRPr>
          </a:p>
          <a:p>
            <a:pPr marL="464184">
              <a:lnSpc>
                <a:spcPct val="100000"/>
              </a:lnSpc>
              <a:spcBef>
                <a:spcPts val="109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554990" y="1189672"/>
            <a:ext cx="770635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One </a:t>
            </a:r>
            <a:r>
              <a:rPr dirty="0" sz="2400" spc="-5">
                <a:latin typeface="Tahoma"/>
                <a:cs typeface="Tahoma"/>
              </a:rPr>
              <a:t>option: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1 </a:t>
            </a:r>
            <a:r>
              <a:rPr dirty="0" sz="2400" spc="-10">
                <a:latin typeface="Tahoma"/>
                <a:cs typeface="Tahoma"/>
              </a:rPr>
              <a:t>waits </a:t>
            </a:r>
            <a:r>
              <a:rPr dirty="0" sz="2400" spc="-5">
                <a:latin typeface="Tahoma"/>
                <a:cs typeface="Tahoma"/>
              </a:rPr>
              <a:t>just </a:t>
            </a:r>
            <a:r>
              <a:rPr dirty="0" sz="2400" spc="-10">
                <a:latin typeface="Tahoma"/>
                <a:cs typeface="Tahoma"/>
              </a:rPr>
              <a:t>for </a:t>
            </a:r>
            <a:r>
              <a:rPr dirty="0" sz="2400" spc="-5">
                <a:latin typeface="Tahoma"/>
                <a:cs typeface="Tahoma"/>
              </a:rPr>
              <a:t>T</a:t>
            </a:r>
            <a:r>
              <a:rPr dirty="0" baseline="-17921" sz="2325" spc="-7">
                <a:latin typeface="Tahoma"/>
                <a:cs typeface="Tahoma"/>
              </a:rPr>
              <a:t>3</a:t>
            </a:r>
            <a:r>
              <a:rPr dirty="0" sz="2400" spc="-5">
                <a:latin typeface="Tahoma"/>
                <a:cs typeface="Tahoma"/>
              </a:rPr>
              <a:t>, transaction holding lock.  </a:t>
            </a:r>
            <a:r>
              <a:rPr dirty="0" sz="2400">
                <a:latin typeface="Tahoma"/>
                <a:cs typeface="Tahoma"/>
              </a:rPr>
              <a:t>But </a:t>
            </a:r>
            <a:r>
              <a:rPr dirty="0" sz="2400" spc="-5">
                <a:latin typeface="Tahoma"/>
                <a:cs typeface="Tahoma"/>
              </a:rPr>
              <a:t>when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2 </a:t>
            </a:r>
            <a:r>
              <a:rPr dirty="0" sz="2400" spc="-5">
                <a:latin typeface="Tahoma"/>
                <a:cs typeface="Tahoma"/>
              </a:rPr>
              <a:t>gets lock,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1 </a:t>
            </a:r>
            <a:r>
              <a:rPr dirty="0" sz="2400" spc="-10">
                <a:latin typeface="Tahoma"/>
                <a:cs typeface="Tahoma"/>
              </a:rPr>
              <a:t>waits for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2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5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wounds T</a:t>
            </a:r>
            <a:r>
              <a:rPr dirty="0" baseline="-17921" sz="2325" spc="-7">
                <a:latin typeface="Tahoma"/>
                <a:cs typeface="Tahoma"/>
              </a:rPr>
              <a:t>2</a:t>
            </a:r>
            <a:r>
              <a:rPr dirty="0" sz="2400" spc="-5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0777" y="2246312"/>
            <a:ext cx="4298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8677" y="2807017"/>
            <a:ext cx="1146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3377" y="3173431"/>
            <a:ext cx="1200785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66675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33825" y="43896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61677" y="4135888"/>
            <a:ext cx="1797685" cy="154876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975360">
              <a:lnSpc>
                <a:spcPct val="100000"/>
              </a:lnSpc>
              <a:spcBef>
                <a:spcPts val="98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  <a:p>
            <a:pPr algn="ctr" marR="674370">
              <a:lnSpc>
                <a:spcPct val="100000"/>
              </a:lnSpc>
              <a:spcBef>
                <a:spcPts val="141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 marR="643255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3927" y="2846628"/>
            <a:ext cx="543560" cy="1773555"/>
          </a:xfrm>
          <a:custGeom>
            <a:avLst/>
            <a:gdLst/>
            <a:ahLst/>
            <a:cxnLst/>
            <a:rect l="l" t="t" r="r" b="b"/>
            <a:pathLst>
              <a:path w="543560" h="1773554">
                <a:moveTo>
                  <a:pt x="502269" y="1701277"/>
                </a:moveTo>
                <a:lnTo>
                  <a:pt x="0" y="2692"/>
                </a:lnTo>
                <a:lnTo>
                  <a:pt x="9144" y="0"/>
                </a:lnTo>
                <a:lnTo>
                  <a:pt x="511413" y="1698573"/>
                </a:lnTo>
                <a:lnTo>
                  <a:pt x="502269" y="1701277"/>
                </a:lnTo>
                <a:close/>
              </a:path>
              <a:path w="543560" h="1773554">
                <a:moveTo>
                  <a:pt x="537957" y="1719541"/>
                </a:moveTo>
                <a:lnTo>
                  <a:pt x="507669" y="1719541"/>
                </a:lnTo>
                <a:lnTo>
                  <a:pt x="516813" y="1716836"/>
                </a:lnTo>
                <a:lnTo>
                  <a:pt x="511413" y="1698573"/>
                </a:lnTo>
                <a:lnTo>
                  <a:pt x="543369" y="1689125"/>
                </a:lnTo>
                <a:lnTo>
                  <a:pt x="537957" y="1719541"/>
                </a:lnTo>
                <a:close/>
              </a:path>
              <a:path w="543560" h="1773554">
                <a:moveTo>
                  <a:pt x="507669" y="1719541"/>
                </a:moveTo>
                <a:lnTo>
                  <a:pt x="502269" y="1701277"/>
                </a:lnTo>
                <a:lnTo>
                  <a:pt x="511413" y="1698573"/>
                </a:lnTo>
                <a:lnTo>
                  <a:pt x="516813" y="1716836"/>
                </a:lnTo>
                <a:lnTo>
                  <a:pt x="507669" y="1719541"/>
                </a:lnTo>
                <a:close/>
              </a:path>
              <a:path w="543560" h="1773554">
                <a:moveTo>
                  <a:pt x="528447" y="1772996"/>
                </a:moveTo>
                <a:lnTo>
                  <a:pt x="470306" y="1710728"/>
                </a:lnTo>
                <a:lnTo>
                  <a:pt x="502269" y="1701277"/>
                </a:lnTo>
                <a:lnTo>
                  <a:pt x="507669" y="1719541"/>
                </a:lnTo>
                <a:lnTo>
                  <a:pt x="537957" y="1719541"/>
                </a:lnTo>
                <a:lnTo>
                  <a:pt x="528447" y="1772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03308" y="2776918"/>
            <a:ext cx="1906905" cy="819785"/>
          </a:xfrm>
          <a:custGeom>
            <a:avLst/>
            <a:gdLst/>
            <a:ahLst/>
            <a:cxnLst/>
            <a:rect l="l" t="t" r="r" b="b"/>
            <a:pathLst>
              <a:path w="1906904" h="819785">
                <a:moveTo>
                  <a:pt x="1834874" y="788583"/>
                </a:moveTo>
                <a:lnTo>
                  <a:pt x="0" y="8763"/>
                </a:lnTo>
                <a:lnTo>
                  <a:pt x="3733" y="0"/>
                </a:lnTo>
                <a:lnTo>
                  <a:pt x="1838597" y="779821"/>
                </a:lnTo>
                <a:lnTo>
                  <a:pt x="1834874" y="788583"/>
                </a:lnTo>
                <a:close/>
              </a:path>
              <a:path w="1906904" h="819785">
                <a:moveTo>
                  <a:pt x="1891566" y="796036"/>
                </a:moveTo>
                <a:lnTo>
                  <a:pt x="1852409" y="796036"/>
                </a:lnTo>
                <a:lnTo>
                  <a:pt x="1856130" y="787273"/>
                </a:lnTo>
                <a:lnTo>
                  <a:pt x="1838597" y="779821"/>
                </a:lnTo>
                <a:lnTo>
                  <a:pt x="1851634" y="749134"/>
                </a:lnTo>
                <a:lnTo>
                  <a:pt x="1891566" y="796036"/>
                </a:lnTo>
                <a:close/>
              </a:path>
              <a:path w="1906904" h="819785">
                <a:moveTo>
                  <a:pt x="1852409" y="796036"/>
                </a:moveTo>
                <a:lnTo>
                  <a:pt x="1834874" y="788583"/>
                </a:lnTo>
                <a:lnTo>
                  <a:pt x="1838597" y="779821"/>
                </a:lnTo>
                <a:lnTo>
                  <a:pt x="1856130" y="787273"/>
                </a:lnTo>
                <a:lnTo>
                  <a:pt x="1852409" y="796036"/>
                </a:lnTo>
                <a:close/>
              </a:path>
              <a:path w="1906904" h="819785">
                <a:moveTo>
                  <a:pt x="1821840" y="819264"/>
                </a:moveTo>
                <a:lnTo>
                  <a:pt x="1834874" y="788583"/>
                </a:lnTo>
                <a:lnTo>
                  <a:pt x="1852409" y="796036"/>
                </a:lnTo>
                <a:lnTo>
                  <a:pt x="1891566" y="796036"/>
                </a:lnTo>
                <a:lnTo>
                  <a:pt x="1906866" y="814006"/>
                </a:lnTo>
                <a:lnTo>
                  <a:pt x="1821840" y="819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81604" y="3743007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7504" y="2876232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61327" y="351541"/>
            <a:ext cx="7915275" cy="1715770"/>
          </a:xfrm>
          <a:prstGeom prst="rect"/>
        </p:spPr>
        <p:txBody>
          <a:bodyPr wrap="square" lIns="0" tIns="21336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680"/>
              </a:spcBef>
            </a:pPr>
            <a:r>
              <a:rPr dirty="0" sz="3200" spc="-5"/>
              <a:t>Second Example</a:t>
            </a:r>
            <a:r>
              <a:rPr dirty="0" sz="3200" spc="-10"/>
              <a:t> </a:t>
            </a:r>
            <a:r>
              <a:rPr dirty="0" sz="3200" spc="-5"/>
              <a:t>(continued):</a:t>
            </a:r>
            <a:endParaRPr sz="3200"/>
          </a:p>
          <a:p>
            <a:pPr marL="194945" marR="17780">
              <a:lnSpc>
                <a:spcPts val="3670"/>
              </a:lnSpc>
              <a:spcBef>
                <a:spcPts val="640"/>
              </a:spcBef>
              <a:tabLst>
                <a:tab pos="3970020" algn="l"/>
                <a:tab pos="4676140" algn="l"/>
              </a:tabLst>
            </a:pPr>
            <a:r>
              <a:rPr dirty="0" u="none" sz="2400"/>
              <a:t>Another </a:t>
            </a:r>
            <a:r>
              <a:rPr dirty="0" u="none" sz="2400" spc="-5"/>
              <a:t>option: </a:t>
            </a:r>
            <a:r>
              <a:rPr dirty="0" u="none" sz="2400"/>
              <a:t>T</a:t>
            </a:r>
            <a:r>
              <a:rPr dirty="0" u="none" baseline="-17921" sz="2325"/>
              <a:t>1 </a:t>
            </a:r>
            <a:r>
              <a:rPr dirty="0" u="none" sz="2400"/>
              <a:t>only </a:t>
            </a:r>
            <a:r>
              <a:rPr dirty="0" u="none" sz="2400" spc="-5"/>
              <a:t>gets </a:t>
            </a:r>
            <a:r>
              <a:rPr dirty="0" u="none" sz="2400"/>
              <a:t>A </a:t>
            </a:r>
            <a:r>
              <a:rPr dirty="0" u="none" sz="2400" spc="-5"/>
              <a:t>lock </a:t>
            </a:r>
            <a:r>
              <a:rPr dirty="0" u="none" sz="2400"/>
              <a:t>after </a:t>
            </a:r>
            <a:r>
              <a:rPr dirty="0" u="none" sz="2400" spc="-5"/>
              <a:t>T</a:t>
            </a:r>
            <a:r>
              <a:rPr dirty="0" u="none" baseline="-17921" sz="2325" spc="-7"/>
              <a:t>2</a:t>
            </a:r>
            <a:r>
              <a:rPr dirty="0" u="none" sz="2400" spc="-5"/>
              <a:t>, </a:t>
            </a:r>
            <a:r>
              <a:rPr dirty="0" u="none" sz="2400"/>
              <a:t>T</a:t>
            </a:r>
            <a:r>
              <a:rPr dirty="0" u="none" baseline="-17921" sz="2325"/>
              <a:t>3 </a:t>
            </a:r>
            <a:r>
              <a:rPr dirty="0" u="none" sz="2400" spc="-5"/>
              <a:t>complete,  so </a:t>
            </a:r>
            <a:r>
              <a:rPr dirty="0" u="none" sz="2400"/>
              <a:t>T</a:t>
            </a:r>
            <a:r>
              <a:rPr dirty="0" u="none" baseline="-17921" sz="2325"/>
              <a:t>1  </a:t>
            </a:r>
            <a:r>
              <a:rPr dirty="0" u="none" sz="2400" spc="-10"/>
              <a:t>waits for </a:t>
            </a:r>
            <a:r>
              <a:rPr dirty="0" u="none" sz="2400" spc="-5"/>
              <a:t>both</a:t>
            </a:r>
            <a:r>
              <a:rPr dirty="0" u="none" sz="2400" spc="-175"/>
              <a:t> </a:t>
            </a:r>
            <a:r>
              <a:rPr dirty="0" u="none" sz="2400" spc="-5"/>
              <a:t>T</a:t>
            </a:r>
            <a:r>
              <a:rPr dirty="0" u="none" baseline="-17921" sz="2325" spc="-7"/>
              <a:t>2</a:t>
            </a:r>
            <a:r>
              <a:rPr dirty="0" u="none" sz="2400" spc="-5"/>
              <a:t>,</a:t>
            </a:r>
            <a:r>
              <a:rPr dirty="0" u="none" sz="2400"/>
              <a:t> T</a:t>
            </a:r>
            <a:r>
              <a:rPr dirty="0" u="none" baseline="-17921" sz="2325"/>
              <a:t>3	</a:t>
            </a:r>
            <a:r>
              <a:rPr dirty="0" u="none" sz="3200">
                <a:latin typeface="Symbol"/>
                <a:cs typeface="Symbol"/>
              </a:rPr>
              <a:t></a:t>
            </a:r>
            <a:r>
              <a:rPr dirty="0" u="none" sz="3200">
                <a:latin typeface="Times New Roman"/>
                <a:cs typeface="Times New Roman"/>
              </a:rPr>
              <a:t>	</a:t>
            </a:r>
            <a:r>
              <a:rPr dirty="0" u="none" sz="2400"/>
              <a:t>T</a:t>
            </a:r>
            <a:r>
              <a:rPr dirty="0" u="none" baseline="-17921" sz="2325"/>
              <a:t>2 </a:t>
            </a:r>
            <a:r>
              <a:rPr dirty="0" u="none" sz="2400" spc="-5"/>
              <a:t>wounded right</a:t>
            </a:r>
            <a:r>
              <a:rPr dirty="0" u="none" sz="2400" spc="-270"/>
              <a:t> </a:t>
            </a:r>
            <a:r>
              <a:rPr dirty="0" u="none" sz="2400" spc="-15"/>
              <a:t>away!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41328" y="3571875"/>
            <a:ext cx="1136650" cy="976630"/>
          </a:xfrm>
          <a:custGeom>
            <a:avLst/>
            <a:gdLst/>
            <a:ahLst/>
            <a:cxnLst/>
            <a:rect l="l" t="t" r="r" b="b"/>
            <a:pathLst>
              <a:path w="1136650" h="976629">
                <a:moveTo>
                  <a:pt x="1090307" y="46989"/>
                </a:moveTo>
                <a:lnTo>
                  <a:pt x="1011770" y="46989"/>
                </a:lnTo>
                <a:lnTo>
                  <a:pt x="1029385" y="36829"/>
                </a:lnTo>
                <a:lnTo>
                  <a:pt x="1047254" y="25400"/>
                </a:lnTo>
                <a:lnTo>
                  <a:pt x="1056017" y="20320"/>
                </a:lnTo>
                <a:lnTo>
                  <a:pt x="1065580" y="16510"/>
                </a:lnTo>
                <a:lnTo>
                  <a:pt x="1066431" y="15239"/>
                </a:lnTo>
                <a:lnTo>
                  <a:pt x="1076388" y="11429"/>
                </a:lnTo>
                <a:lnTo>
                  <a:pt x="1081684" y="8889"/>
                </a:lnTo>
                <a:lnTo>
                  <a:pt x="1087119" y="7620"/>
                </a:lnTo>
                <a:lnTo>
                  <a:pt x="1092695" y="5079"/>
                </a:lnTo>
                <a:lnTo>
                  <a:pt x="1097699" y="3810"/>
                </a:lnTo>
                <a:lnTo>
                  <a:pt x="1109548" y="1270"/>
                </a:lnTo>
                <a:lnTo>
                  <a:pt x="1115720" y="1270"/>
                </a:lnTo>
                <a:lnTo>
                  <a:pt x="1116520" y="0"/>
                </a:lnTo>
                <a:lnTo>
                  <a:pt x="1135240" y="0"/>
                </a:lnTo>
                <a:lnTo>
                  <a:pt x="1136053" y="38100"/>
                </a:lnTo>
                <a:lnTo>
                  <a:pt x="1121359" y="38100"/>
                </a:lnTo>
                <a:lnTo>
                  <a:pt x="1115961" y="39370"/>
                </a:lnTo>
                <a:lnTo>
                  <a:pt x="1112227" y="39370"/>
                </a:lnTo>
                <a:lnTo>
                  <a:pt x="1107109" y="40639"/>
                </a:lnTo>
                <a:lnTo>
                  <a:pt x="1107821" y="40639"/>
                </a:lnTo>
                <a:lnTo>
                  <a:pt x="1102817" y="41910"/>
                </a:lnTo>
                <a:lnTo>
                  <a:pt x="1103502" y="41910"/>
                </a:lnTo>
                <a:lnTo>
                  <a:pt x="1098600" y="43179"/>
                </a:lnTo>
                <a:lnTo>
                  <a:pt x="1099235" y="43179"/>
                </a:lnTo>
                <a:lnTo>
                  <a:pt x="1096835" y="44450"/>
                </a:lnTo>
                <a:lnTo>
                  <a:pt x="1095019" y="44450"/>
                </a:lnTo>
                <a:lnTo>
                  <a:pt x="1090307" y="46989"/>
                </a:lnTo>
                <a:close/>
              </a:path>
              <a:path w="1136650" h="976629">
                <a:moveTo>
                  <a:pt x="1111478" y="40639"/>
                </a:moveTo>
                <a:lnTo>
                  <a:pt x="1112227" y="39370"/>
                </a:lnTo>
                <a:lnTo>
                  <a:pt x="1116736" y="39370"/>
                </a:lnTo>
                <a:lnTo>
                  <a:pt x="1111478" y="40639"/>
                </a:lnTo>
                <a:close/>
              </a:path>
              <a:path w="1136650" h="976629">
                <a:moveTo>
                  <a:pt x="1094435" y="45720"/>
                </a:moveTo>
                <a:lnTo>
                  <a:pt x="1095019" y="44450"/>
                </a:lnTo>
                <a:lnTo>
                  <a:pt x="1096835" y="44450"/>
                </a:lnTo>
                <a:lnTo>
                  <a:pt x="1094435" y="45720"/>
                </a:lnTo>
                <a:close/>
              </a:path>
              <a:path w="1136650" h="976629">
                <a:moveTo>
                  <a:pt x="1061894" y="60960"/>
                </a:moveTo>
                <a:lnTo>
                  <a:pt x="985354" y="60960"/>
                </a:lnTo>
                <a:lnTo>
                  <a:pt x="995083" y="55879"/>
                </a:lnTo>
                <a:lnTo>
                  <a:pt x="994346" y="55879"/>
                </a:lnTo>
                <a:lnTo>
                  <a:pt x="1003706" y="52070"/>
                </a:lnTo>
                <a:lnTo>
                  <a:pt x="1003160" y="52070"/>
                </a:lnTo>
                <a:lnTo>
                  <a:pt x="1012228" y="46989"/>
                </a:lnTo>
                <a:lnTo>
                  <a:pt x="1091082" y="46989"/>
                </a:lnTo>
                <a:lnTo>
                  <a:pt x="1084961" y="49529"/>
                </a:lnTo>
                <a:lnTo>
                  <a:pt x="1082763" y="49529"/>
                </a:lnTo>
                <a:lnTo>
                  <a:pt x="1073823" y="54610"/>
                </a:lnTo>
                <a:lnTo>
                  <a:pt x="1074458" y="54610"/>
                </a:lnTo>
                <a:lnTo>
                  <a:pt x="1067885" y="58420"/>
                </a:lnTo>
                <a:lnTo>
                  <a:pt x="1066228" y="58420"/>
                </a:lnTo>
                <a:lnTo>
                  <a:pt x="1061894" y="60960"/>
                </a:lnTo>
                <a:close/>
              </a:path>
              <a:path w="1136650" h="976629">
                <a:moveTo>
                  <a:pt x="1081900" y="50800"/>
                </a:moveTo>
                <a:lnTo>
                  <a:pt x="1082763" y="49529"/>
                </a:lnTo>
                <a:lnTo>
                  <a:pt x="1084961" y="49529"/>
                </a:lnTo>
                <a:lnTo>
                  <a:pt x="1081900" y="50800"/>
                </a:lnTo>
                <a:close/>
              </a:path>
              <a:path w="1136650" h="976629">
                <a:moveTo>
                  <a:pt x="1065695" y="59689"/>
                </a:moveTo>
                <a:lnTo>
                  <a:pt x="1066228" y="58420"/>
                </a:lnTo>
                <a:lnTo>
                  <a:pt x="1067885" y="58420"/>
                </a:lnTo>
                <a:lnTo>
                  <a:pt x="1065695" y="59689"/>
                </a:lnTo>
                <a:close/>
              </a:path>
              <a:path w="1136650" h="976629">
                <a:moveTo>
                  <a:pt x="1055393" y="64770"/>
                </a:moveTo>
                <a:lnTo>
                  <a:pt x="976109" y="64770"/>
                </a:lnTo>
                <a:lnTo>
                  <a:pt x="986269" y="59689"/>
                </a:lnTo>
                <a:lnTo>
                  <a:pt x="985354" y="60960"/>
                </a:lnTo>
                <a:lnTo>
                  <a:pt x="1061894" y="60960"/>
                </a:lnTo>
                <a:lnTo>
                  <a:pt x="1055393" y="64770"/>
                </a:lnTo>
                <a:close/>
              </a:path>
              <a:path w="1136650" h="976629">
                <a:moveTo>
                  <a:pt x="356411" y="482600"/>
                </a:moveTo>
                <a:lnTo>
                  <a:pt x="299618" y="482600"/>
                </a:lnTo>
                <a:lnTo>
                  <a:pt x="309156" y="473710"/>
                </a:lnTo>
                <a:lnTo>
                  <a:pt x="308927" y="473710"/>
                </a:lnTo>
                <a:lnTo>
                  <a:pt x="318338" y="466089"/>
                </a:lnTo>
                <a:lnTo>
                  <a:pt x="318122" y="466089"/>
                </a:lnTo>
                <a:lnTo>
                  <a:pt x="336689" y="449579"/>
                </a:lnTo>
                <a:lnTo>
                  <a:pt x="355168" y="433070"/>
                </a:lnTo>
                <a:lnTo>
                  <a:pt x="373913" y="415289"/>
                </a:lnTo>
                <a:lnTo>
                  <a:pt x="383527" y="407670"/>
                </a:lnTo>
                <a:lnTo>
                  <a:pt x="393293" y="398779"/>
                </a:lnTo>
                <a:lnTo>
                  <a:pt x="403275" y="391160"/>
                </a:lnTo>
                <a:lnTo>
                  <a:pt x="413435" y="383539"/>
                </a:lnTo>
                <a:lnTo>
                  <a:pt x="439902" y="365760"/>
                </a:lnTo>
                <a:lnTo>
                  <a:pt x="494309" y="330200"/>
                </a:lnTo>
                <a:lnTo>
                  <a:pt x="521792" y="313689"/>
                </a:lnTo>
                <a:lnTo>
                  <a:pt x="549325" y="295910"/>
                </a:lnTo>
                <a:lnTo>
                  <a:pt x="576618" y="279400"/>
                </a:lnTo>
                <a:lnTo>
                  <a:pt x="576376" y="279400"/>
                </a:lnTo>
                <a:lnTo>
                  <a:pt x="603453" y="261620"/>
                </a:lnTo>
                <a:lnTo>
                  <a:pt x="603186" y="261620"/>
                </a:lnTo>
                <a:lnTo>
                  <a:pt x="616534" y="252729"/>
                </a:lnTo>
                <a:lnTo>
                  <a:pt x="616305" y="252729"/>
                </a:lnTo>
                <a:lnTo>
                  <a:pt x="629551" y="243839"/>
                </a:lnTo>
                <a:lnTo>
                  <a:pt x="653478" y="227329"/>
                </a:lnTo>
                <a:lnTo>
                  <a:pt x="676211" y="212089"/>
                </a:lnTo>
                <a:lnTo>
                  <a:pt x="697953" y="198120"/>
                </a:lnTo>
                <a:lnTo>
                  <a:pt x="718896" y="185420"/>
                </a:lnTo>
                <a:lnTo>
                  <a:pt x="739241" y="172720"/>
                </a:lnTo>
                <a:lnTo>
                  <a:pt x="778878" y="149860"/>
                </a:lnTo>
                <a:lnTo>
                  <a:pt x="798537" y="139700"/>
                </a:lnTo>
                <a:lnTo>
                  <a:pt x="818324" y="130810"/>
                </a:lnTo>
                <a:lnTo>
                  <a:pt x="838441" y="120650"/>
                </a:lnTo>
                <a:lnTo>
                  <a:pt x="859066" y="111760"/>
                </a:lnTo>
                <a:lnTo>
                  <a:pt x="880402" y="101600"/>
                </a:lnTo>
                <a:lnTo>
                  <a:pt x="902614" y="92710"/>
                </a:lnTo>
                <a:lnTo>
                  <a:pt x="925918" y="83820"/>
                </a:lnTo>
                <a:lnTo>
                  <a:pt x="950493" y="73660"/>
                </a:lnTo>
                <a:lnTo>
                  <a:pt x="976464" y="63500"/>
                </a:lnTo>
                <a:lnTo>
                  <a:pt x="976109" y="64770"/>
                </a:lnTo>
                <a:lnTo>
                  <a:pt x="1055393" y="64770"/>
                </a:lnTo>
                <a:lnTo>
                  <a:pt x="1048892" y="68579"/>
                </a:lnTo>
                <a:lnTo>
                  <a:pt x="1031366" y="80010"/>
                </a:lnTo>
                <a:lnTo>
                  <a:pt x="1011199" y="90170"/>
                </a:lnTo>
                <a:lnTo>
                  <a:pt x="1001471" y="95250"/>
                </a:lnTo>
                <a:lnTo>
                  <a:pt x="1000556" y="95250"/>
                </a:lnTo>
                <a:lnTo>
                  <a:pt x="990028" y="100329"/>
                </a:lnTo>
                <a:lnTo>
                  <a:pt x="964069" y="109220"/>
                </a:lnTo>
                <a:lnTo>
                  <a:pt x="939749" y="119379"/>
                </a:lnTo>
                <a:lnTo>
                  <a:pt x="939914" y="119379"/>
                </a:lnTo>
                <a:lnTo>
                  <a:pt x="916787" y="128270"/>
                </a:lnTo>
                <a:lnTo>
                  <a:pt x="917003" y="128270"/>
                </a:lnTo>
                <a:lnTo>
                  <a:pt x="894994" y="137160"/>
                </a:lnTo>
                <a:lnTo>
                  <a:pt x="895248" y="137160"/>
                </a:lnTo>
                <a:lnTo>
                  <a:pt x="874179" y="146050"/>
                </a:lnTo>
                <a:lnTo>
                  <a:pt x="874471" y="146050"/>
                </a:lnTo>
                <a:lnTo>
                  <a:pt x="854125" y="154939"/>
                </a:lnTo>
                <a:lnTo>
                  <a:pt x="854443" y="154939"/>
                </a:lnTo>
                <a:lnTo>
                  <a:pt x="834656" y="165100"/>
                </a:lnTo>
                <a:lnTo>
                  <a:pt x="834986" y="165100"/>
                </a:lnTo>
                <a:lnTo>
                  <a:pt x="815530" y="173989"/>
                </a:lnTo>
                <a:lnTo>
                  <a:pt x="815886" y="173989"/>
                </a:lnTo>
                <a:lnTo>
                  <a:pt x="796582" y="184150"/>
                </a:lnTo>
                <a:lnTo>
                  <a:pt x="796925" y="184150"/>
                </a:lnTo>
                <a:lnTo>
                  <a:pt x="777570" y="194310"/>
                </a:lnTo>
                <a:lnTo>
                  <a:pt x="777913" y="194310"/>
                </a:lnTo>
                <a:lnTo>
                  <a:pt x="758316" y="205739"/>
                </a:lnTo>
                <a:lnTo>
                  <a:pt x="758634" y="205739"/>
                </a:lnTo>
                <a:lnTo>
                  <a:pt x="738593" y="217170"/>
                </a:lnTo>
                <a:lnTo>
                  <a:pt x="738886" y="217170"/>
                </a:lnTo>
                <a:lnTo>
                  <a:pt x="718223" y="229870"/>
                </a:lnTo>
                <a:lnTo>
                  <a:pt x="718477" y="229870"/>
                </a:lnTo>
                <a:lnTo>
                  <a:pt x="696976" y="243839"/>
                </a:lnTo>
                <a:lnTo>
                  <a:pt x="697204" y="243839"/>
                </a:lnTo>
                <a:lnTo>
                  <a:pt x="674687" y="259079"/>
                </a:lnTo>
                <a:lnTo>
                  <a:pt x="674877" y="259079"/>
                </a:lnTo>
                <a:lnTo>
                  <a:pt x="651141" y="275589"/>
                </a:lnTo>
                <a:lnTo>
                  <a:pt x="637793" y="284479"/>
                </a:lnTo>
                <a:lnTo>
                  <a:pt x="569340" y="328929"/>
                </a:lnTo>
                <a:lnTo>
                  <a:pt x="541807" y="345439"/>
                </a:lnTo>
                <a:lnTo>
                  <a:pt x="514362" y="363220"/>
                </a:lnTo>
                <a:lnTo>
                  <a:pt x="514515" y="363220"/>
                </a:lnTo>
                <a:lnTo>
                  <a:pt x="487337" y="379729"/>
                </a:lnTo>
                <a:lnTo>
                  <a:pt x="487540" y="379729"/>
                </a:lnTo>
                <a:lnTo>
                  <a:pt x="474116" y="388620"/>
                </a:lnTo>
                <a:lnTo>
                  <a:pt x="474294" y="388620"/>
                </a:lnTo>
                <a:lnTo>
                  <a:pt x="461010" y="397510"/>
                </a:lnTo>
                <a:lnTo>
                  <a:pt x="461225" y="397510"/>
                </a:lnTo>
                <a:lnTo>
                  <a:pt x="448119" y="406400"/>
                </a:lnTo>
                <a:lnTo>
                  <a:pt x="448360" y="406400"/>
                </a:lnTo>
                <a:lnTo>
                  <a:pt x="437300" y="414020"/>
                </a:lnTo>
                <a:lnTo>
                  <a:pt x="435876" y="414020"/>
                </a:lnTo>
                <a:lnTo>
                  <a:pt x="426148" y="421639"/>
                </a:lnTo>
                <a:lnTo>
                  <a:pt x="426554" y="421639"/>
                </a:lnTo>
                <a:lnTo>
                  <a:pt x="416979" y="429260"/>
                </a:lnTo>
                <a:lnTo>
                  <a:pt x="417309" y="429260"/>
                </a:lnTo>
                <a:lnTo>
                  <a:pt x="407860" y="436879"/>
                </a:lnTo>
                <a:lnTo>
                  <a:pt x="408114" y="436879"/>
                </a:lnTo>
                <a:lnTo>
                  <a:pt x="398779" y="444500"/>
                </a:lnTo>
                <a:lnTo>
                  <a:pt x="399034" y="444500"/>
                </a:lnTo>
                <a:lnTo>
                  <a:pt x="380542" y="461010"/>
                </a:lnTo>
                <a:lnTo>
                  <a:pt x="380695" y="461010"/>
                </a:lnTo>
                <a:lnTo>
                  <a:pt x="362191" y="477520"/>
                </a:lnTo>
                <a:lnTo>
                  <a:pt x="356411" y="482600"/>
                </a:lnTo>
                <a:close/>
              </a:path>
              <a:path w="1136650" h="976629">
                <a:moveTo>
                  <a:pt x="435457" y="415289"/>
                </a:moveTo>
                <a:lnTo>
                  <a:pt x="435876" y="414020"/>
                </a:lnTo>
                <a:lnTo>
                  <a:pt x="437300" y="414020"/>
                </a:lnTo>
                <a:lnTo>
                  <a:pt x="435457" y="415289"/>
                </a:lnTo>
                <a:close/>
              </a:path>
              <a:path w="1136650" h="976629">
                <a:moveTo>
                  <a:pt x="347742" y="490220"/>
                </a:moveTo>
                <a:lnTo>
                  <a:pt x="290233" y="490220"/>
                </a:lnTo>
                <a:lnTo>
                  <a:pt x="299910" y="481329"/>
                </a:lnTo>
                <a:lnTo>
                  <a:pt x="299618" y="482600"/>
                </a:lnTo>
                <a:lnTo>
                  <a:pt x="356411" y="482600"/>
                </a:lnTo>
                <a:lnTo>
                  <a:pt x="347742" y="490220"/>
                </a:lnTo>
                <a:close/>
              </a:path>
              <a:path w="1136650" h="976629">
                <a:moveTo>
                  <a:pt x="36093" y="976629"/>
                </a:moveTo>
                <a:lnTo>
                  <a:pt x="0" y="965200"/>
                </a:lnTo>
                <a:lnTo>
                  <a:pt x="3771" y="953770"/>
                </a:lnTo>
                <a:lnTo>
                  <a:pt x="7747" y="942339"/>
                </a:lnTo>
                <a:lnTo>
                  <a:pt x="11912" y="930910"/>
                </a:lnTo>
                <a:lnTo>
                  <a:pt x="16255" y="920750"/>
                </a:lnTo>
                <a:lnTo>
                  <a:pt x="20777" y="909320"/>
                </a:lnTo>
                <a:lnTo>
                  <a:pt x="45732" y="854710"/>
                </a:lnTo>
                <a:lnTo>
                  <a:pt x="67983" y="811529"/>
                </a:lnTo>
                <a:lnTo>
                  <a:pt x="91770" y="769620"/>
                </a:lnTo>
                <a:lnTo>
                  <a:pt x="104076" y="749300"/>
                </a:lnTo>
                <a:lnTo>
                  <a:pt x="116586" y="727710"/>
                </a:lnTo>
                <a:lnTo>
                  <a:pt x="129235" y="707389"/>
                </a:lnTo>
                <a:lnTo>
                  <a:pt x="141884" y="688339"/>
                </a:lnTo>
                <a:lnTo>
                  <a:pt x="154736" y="668020"/>
                </a:lnTo>
                <a:lnTo>
                  <a:pt x="179959" y="629920"/>
                </a:lnTo>
                <a:lnTo>
                  <a:pt x="179781" y="629920"/>
                </a:lnTo>
                <a:lnTo>
                  <a:pt x="183451" y="624839"/>
                </a:lnTo>
                <a:lnTo>
                  <a:pt x="183146" y="624839"/>
                </a:lnTo>
                <a:lnTo>
                  <a:pt x="187032" y="618489"/>
                </a:lnTo>
                <a:lnTo>
                  <a:pt x="186804" y="618489"/>
                </a:lnTo>
                <a:lnTo>
                  <a:pt x="195148" y="604520"/>
                </a:lnTo>
                <a:lnTo>
                  <a:pt x="204190" y="588010"/>
                </a:lnTo>
                <a:lnTo>
                  <a:pt x="213969" y="570229"/>
                </a:lnTo>
                <a:lnTo>
                  <a:pt x="219151" y="561339"/>
                </a:lnTo>
                <a:lnTo>
                  <a:pt x="224205" y="553720"/>
                </a:lnTo>
                <a:lnTo>
                  <a:pt x="229641" y="544829"/>
                </a:lnTo>
                <a:lnTo>
                  <a:pt x="235254" y="537210"/>
                </a:lnTo>
                <a:lnTo>
                  <a:pt x="235788" y="535939"/>
                </a:lnTo>
                <a:lnTo>
                  <a:pt x="241058" y="529589"/>
                </a:lnTo>
                <a:lnTo>
                  <a:pt x="241808" y="528320"/>
                </a:lnTo>
                <a:lnTo>
                  <a:pt x="247129" y="523239"/>
                </a:lnTo>
                <a:lnTo>
                  <a:pt x="247891" y="521970"/>
                </a:lnTo>
                <a:lnTo>
                  <a:pt x="250558" y="519429"/>
                </a:lnTo>
                <a:lnTo>
                  <a:pt x="251193" y="519429"/>
                </a:lnTo>
                <a:lnTo>
                  <a:pt x="253873" y="516889"/>
                </a:lnTo>
                <a:lnTo>
                  <a:pt x="254635" y="515620"/>
                </a:lnTo>
                <a:lnTo>
                  <a:pt x="257314" y="513079"/>
                </a:lnTo>
                <a:lnTo>
                  <a:pt x="258254" y="513079"/>
                </a:lnTo>
                <a:lnTo>
                  <a:pt x="261302" y="510539"/>
                </a:lnTo>
                <a:lnTo>
                  <a:pt x="271602" y="504189"/>
                </a:lnTo>
                <a:lnTo>
                  <a:pt x="271094" y="504189"/>
                </a:lnTo>
                <a:lnTo>
                  <a:pt x="281152" y="496570"/>
                </a:lnTo>
                <a:lnTo>
                  <a:pt x="280733" y="496570"/>
                </a:lnTo>
                <a:lnTo>
                  <a:pt x="290588" y="488950"/>
                </a:lnTo>
                <a:lnTo>
                  <a:pt x="290233" y="490220"/>
                </a:lnTo>
                <a:lnTo>
                  <a:pt x="347742" y="490220"/>
                </a:lnTo>
                <a:lnTo>
                  <a:pt x="343408" y="494029"/>
                </a:lnTo>
                <a:lnTo>
                  <a:pt x="333768" y="502920"/>
                </a:lnTo>
                <a:lnTo>
                  <a:pt x="323951" y="511810"/>
                </a:lnTo>
                <a:lnTo>
                  <a:pt x="313918" y="519429"/>
                </a:lnTo>
                <a:lnTo>
                  <a:pt x="303644" y="527050"/>
                </a:lnTo>
                <a:lnTo>
                  <a:pt x="293077" y="534670"/>
                </a:lnTo>
                <a:lnTo>
                  <a:pt x="282790" y="542289"/>
                </a:lnTo>
                <a:lnTo>
                  <a:pt x="283159" y="542289"/>
                </a:lnTo>
                <a:lnTo>
                  <a:pt x="280479" y="543560"/>
                </a:lnTo>
                <a:lnTo>
                  <a:pt x="281419" y="543560"/>
                </a:lnTo>
                <a:lnTo>
                  <a:pt x="278739" y="544829"/>
                </a:lnTo>
                <a:lnTo>
                  <a:pt x="279514" y="544829"/>
                </a:lnTo>
                <a:lnTo>
                  <a:pt x="278180" y="546100"/>
                </a:lnTo>
                <a:lnTo>
                  <a:pt x="277482" y="546100"/>
                </a:lnTo>
                <a:lnTo>
                  <a:pt x="274815" y="548639"/>
                </a:lnTo>
                <a:lnTo>
                  <a:pt x="275577" y="548639"/>
                </a:lnTo>
                <a:lnTo>
                  <a:pt x="270255" y="553720"/>
                </a:lnTo>
                <a:lnTo>
                  <a:pt x="271005" y="553720"/>
                </a:lnTo>
                <a:lnTo>
                  <a:pt x="266788" y="558800"/>
                </a:lnTo>
                <a:lnTo>
                  <a:pt x="266280" y="558800"/>
                </a:lnTo>
                <a:lnTo>
                  <a:pt x="261061" y="566420"/>
                </a:lnTo>
                <a:lnTo>
                  <a:pt x="261454" y="566420"/>
                </a:lnTo>
                <a:lnTo>
                  <a:pt x="256311" y="574039"/>
                </a:lnTo>
                <a:lnTo>
                  <a:pt x="256590" y="574039"/>
                </a:lnTo>
                <a:lnTo>
                  <a:pt x="251536" y="581660"/>
                </a:lnTo>
                <a:lnTo>
                  <a:pt x="251739" y="581660"/>
                </a:lnTo>
                <a:lnTo>
                  <a:pt x="246773" y="589279"/>
                </a:lnTo>
                <a:lnTo>
                  <a:pt x="246976" y="589279"/>
                </a:lnTo>
                <a:lnTo>
                  <a:pt x="237401" y="605789"/>
                </a:lnTo>
                <a:lnTo>
                  <a:pt x="228384" y="622300"/>
                </a:lnTo>
                <a:lnTo>
                  <a:pt x="219798" y="637539"/>
                </a:lnTo>
                <a:lnTo>
                  <a:pt x="215912" y="645160"/>
                </a:lnTo>
                <a:lnTo>
                  <a:pt x="186512" y="689610"/>
                </a:lnTo>
                <a:lnTo>
                  <a:pt x="173926" y="708660"/>
                </a:lnTo>
                <a:lnTo>
                  <a:pt x="162144" y="727710"/>
                </a:lnTo>
                <a:lnTo>
                  <a:pt x="161442" y="727710"/>
                </a:lnTo>
                <a:lnTo>
                  <a:pt x="148882" y="748029"/>
                </a:lnTo>
                <a:lnTo>
                  <a:pt x="136588" y="768350"/>
                </a:lnTo>
                <a:lnTo>
                  <a:pt x="124523" y="788670"/>
                </a:lnTo>
                <a:lnTo>
                  <a:pt x="124663" y="788670"/>
                </a:lnTo>
                <a:lnTo>
                  <a:pt x="112750" y="808989"/>
                </a:lnTo>
                <a:lnTo>
                  <a:pt x="112902" y="808989"/>
                </a:lnTo>
                <a:lnTo>
                  <a:pt x="102001" y="829310"/>
                </a:lnTo>
                <a:lnTo>
                  <a:pt x="101485" y="829310"/>
                </a:lnTo>
                <a:lnTo>
                  <a:pt x="90297" y="850900"/>
                </a:lnTo>
                <a:lnTo>
                  <a:pt x="90474" y="850900"/>
                </a:lnTo>
                <a:lnTo>
                  <a:pt x="79743" y="871220"/>
                </a:lnTo>
                <a:lnTo>
                  <a:pt x="79921" y="871220"/>
                </a:lnTo>
                <a:lnTo>
                  <a:pt x="69710" y="892810"/>
                </a:lnTo>
                <a:lnTo>
                  <a:pt x="69900" y="892810"/>
                </a:lnTo>
                <a:lnTo>
                  <a:pt x="60840" y="913129"/>
                </a:lnTo>
                <a:lnTo>
                  <a:pt x="60426" y="913129"/>
                </a:lnTo>
                <a:lnTo>
                  <a:pt x="55841" y="924560"/>
                </a:lnTo>
                <a:lnTo>
                  <a:pt x="51523" y="934720"/>
                </a:lnTo>
                <a:lnTo>
                  <a:pt x="47383" y="944879"/>
                </a:lnTo>
                <a:lnTo>
                  <a:pt x="43884" y="955039"/>
                </a:lnTo>
                <a:lnTo>
                  <a:pt x="43535" y="955039"/>
                </a:lnTo>
                <a:lnTo>
                  <a:pt x="39662" y="966470"/>
                </a:lnTo>
                <a:lnTo>
                  <a:pt x="36093" y="976629"/>
                </a:lnTo>
                <a:close/>
              </a:path>
              <a:path w="1136650" h="976629">
                <a:moveTo>
                  <a:pt x="276847" y="547370"/>
                </a:moveTo>
                <a:lnTo>
                  <a:pt x="277482" y="546100"/>
                </a:lnTo>
                <a:lnTo>
                  <a:pt x="278180" y="546100"/>
                </a:lnTo>
                <a:lnTo>
                  <a:pt x="276847" y="547370"/>
                </a:lnTo>
                <a:close/>
              </a:path>
              <a:path w="1136650" h="976629">
                <a:moveTo>
                  <a:pt x="265734" y="560070"/>
                </a:moveTo>
                <a:lnTo>
                  <a:pt x="266280" y="558800"/>
                </a:lnTo>
                <a:lnTo>
                  <a:pt x="266788" y="558800"/>
                </a:lnTo>
                <a:lnTo>
                  <a:pt x="265734" y="560070"/>
                </a:lnTo>
                <a:close/>
              </a:path>
              <a:path w="1136650" h="976629">
                <a:moveTo>
                  <a:pt x="161353" y="728979"/>
                </a:moveTo>
                <a:lnTo>
                  <a:pt x="161442" y="727710"/>
                </a:lnTo>
                <a:lnTo>
                  <a:pt x="162144" y="727710"/>
                </a:lnTo>
                <a:lnTo>
                  <a:pt x="161353" y="728979"/>
                </a:lnTo>
                <a:close/>
              </a:path>
              <a:path w="1136650" h="976629">
                <a:moveTo>
                  <a:pt x="101320" y="830579"/>
                </a:moveTo>
                <a:lnTo>
                  <a:pt x="101485" y="829310"/>
                </a:lnTo>
                <a:lnTo>
                  <a:pt x="102001" y="829310"/>
                </a:lnTo>
                <a:lnTo>
                  <a:pt x="101320" y="830579"/>
                </a:lnTo>
                <a:close/>
              </a:path>
              <a:path w="1136650" h="976629">
                <a:moveTo>
                  <a:pt x="60274" y="914400"/>
                </a:moveTo>
                <a:lnTo>
                  <a:pt x="60426" y="913129"/>
                </a:lnTo>
                <a:lnTo>
                  <a:pt x="60840" y="913129"/>
                </a:lnTo>
                <a:lnTo>
                  <a:pt x="60274" y="914400"/>
                </a:lnTo>
                <a:close/>
              </a:path>
              <a:path w="1136650" h="976629">
                <a:moveTo>
                  <a:pt x="43434" y="956310"/>
                </a:moveTo>
                <a:lnTo>
                  <a:pt x="43535" y="955039"/>
                </a:lnTo>
                <a:lnTo>
                  <a:pt x="43884" y="955039"/>
                </a:lnTo>
                <a:lnTo>
                  <a:pt x="43434" y="95631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92242" y="3584689"/>
            <a:ext cx="1399540" cy="617220"/>
          </a:xfrm>
          <a:custGeom>
            <a:avLst/>
            <a:gdLst/>
            <a:ahLst/>
            <a:cxnLst/>
            <a:rect l="l" t="t" r="r" b="b"/>
            <a:pathLst>
              <a:path w="1399539" h="617220">
                <a:moveTo>
                  <a:pt x="213941" y="39624"/>
                </a:moveTo>
                <a:lnTo>
                  <a:pt x="16281" y="39624"/>
                </a:lnTo>
                <a:lnTo>
                  <a:pt x="0" y="37871"/>
                </a:lnTo>
                <a:lnTo>
                  <a:pt x="4064" y="0"/>
                </a:lnTo>
                <a:lnTo>
                  <a:pt x="20624" y="1777"/>
                </a:lnTo>
                <a:lnTo>
                  <a:pt x="69278" y="8394"/>
                </a:lnTo>
                <a:lnTo>
                  <a:pt x="116611" y="16776"/>
                </a:lnTo>
                <a:lnTo>
                  <a:pt x="162826" y="26720"/>
                </a:lnTo>
                <a:lnTo>
                  <a:pt x="213941" y="39624"/>
                </a:lnTo>
                <a:close/>
              </a:path>
              <a:path w="1399539" h="617220">
                <a:moveTo>
                  <a:pt x="228919" y="43687"/>
                </a:moveTo>
                <a:lnTo>
                  <a:pt x="47815" y="43687"/>
                </a:lnTo>
                <a:lnTo>
                  <a:pt x="31864" y="41516"/>
                </a:lnTo>
                <a:lnTo>
                  <a:pt x="16014" y="39598"/>
                </a:lnTo>
                <a:lnTo>
                  <a:pt x="16281" y="39624"/>
                </a:lnTo>
                <a:lnTo>
                  <a:pt x="213941" y="39624"/>
                </a:lnTo>
                <a:lnTo>
                  <a:pt x="223215" y="42075"/>
                </a:lnTo>
                <a:lnTo>
                  <a:pt x="228919" y="43687"/>
                </a:lnTo>
                <a:close/>
              </a:path>
              <a:path w="1399539" h="617220">
                <a:moveTo>
                  <a:pt x="237183" y="46024"/>
                </a:moveTo>
                <a:lnTo>
                  <a:pt x="63373" y="46024"/>
                </a:lnTo>
                <a:lnTo>
                  <a:pt x="47561" y="43662"/>
                </a:lnTo>
                <a:lnTo>
                  <a:pt x="47815" y="43687"/>
                </a:lnTo>
                <a:lnTo>
                  <a:pt x="228919" y="43687"/>
                </a:lnTo>
                <a:lnTo>
                  <a:pt x="237183" y="46024"/>
                </a:lnTo>
                <a:close/>
              </a:path>
              <a:path w="1399539" h="617220">
                <a:moveTo>
                  <a:pt x="255568" y="51269"/>
                </a:moveTo>
                <a:lnTo>
                  <a:pt x="94068" y="51269"/>
                </a:lnTo>
                <a:lnTo>
                  <a:pt x="78536" y="48513"/>
                </a:lnTo>
                <a:lnTo>
                  <a:pt x="63129" y="45988"/>
                </a:lnTo>
                <a:lnTo>
                  <a:pt x="63373" y="46024"/>
                </a:lnTo>
                <a:lnTo>
                  <a:pt x="237183" y="46024"/>
                </a:lnTo>
                <a:lnTo>
                  <a:pt x="252679" y="50406"/>
                </a:lnTo>
                <a:lnTo>
                  <a:pt x="255568" y="51269"/>
                </a:lnTo>
                <a:close/>
              </a:path>
              <a:path w="1399539" h="617220">
                <a:moveTo>
                  <a:pt x="296972" y="63830"/>
                </a:moveTo>
                <a:lnTo>
                  <a:pt x="154190" y="63830"/>
                </a:lnTo>
                <a:lnTo>
                  <a:pt x="139090" y="60401"/>
                </a:lnTo>
                <a:lnTo>
                  <a:pt x="124104" y="57175"/>
                </a:lnTo>
                <a:lnTo>
                  <a:pt x="109029" y="54114"/>
                </a:lnTo>
                <a:lnTo>
                  <a:pt x="93840" y="51231"/>
                </a:lnTo>
                <a:lnTo>
                  <a:pt x="94068" y="51269"/>
                </a:lnTo>
                <a:lnTo>
                  <a:pt x="255568" y="51269"/>
                </a:lnTo>
                <a:lnTo>
                  <a:pt x="282511" y="59321"/>
                </a:lnTo>
                <a:lnTo>
                  <a:pt x="296972" y="63830"/>
                </a:lnTo>
                <a:close/>
              </a:path>
              <a:path w="1399539" h="617220">
                <a:moveTo>
                  <a:pt x="319841" y="71043"/>
                </a:moveTo>
                <a:lnTo>
                  <a:pt x="183743" y="71043"/>
                </a:lnTo>
                <a:lnTo>
                  <a:pt x="168808" y="67322"/>
                </a:lnTo>
                <a:lnTo>
                  <a:pt x="153987" y="63792"/>
                </a:lnTo>
                <a:lnTo>
                  <a:pt x="154190" y="63830"/>
                </a:lnTo>
                <a:lnTo>
                  <a:pt x="296972" y="63830"/>
                </a:lnTo>
                <a:lnTo>
                  <a:pt x="311962" y="68503"/>
                </a:lnTo>
                <a:lnTo>
                  <a:pt x="319841" y="71043"/>
                </a:lnTo>
                <a:close/>
              </a:path>
              <a:path w="1399539" h="617220">
                <a:moveTo>
                  <a:pt x="343928" y="78828"/>
                </a:moveTo>
                <a:lnTo>
                  <a:pt x="213113" y="78816"/>
                </a:lnTo>
                <a:lnTo>
                  <a:pt x="183503" y="70984"/>
                </a:lnTo>
                <a:lnTo>
                  <a:pt x="183743" y="71043"/>
                </a:lnTo>
                <a:lnTo>
                  <a:pt x="319841" y="71043"/>
                </a:lnTo>
                <a:lnTo>
                  <a:pt x="343928" y="78828"/>
                </a:lnTo>
                <a:close/>
              </a:path>
              <a:path w="1399539" h="617220">
                <a:moveTo>
                  <a:pt x="368902" y="87071"/>
                </a:moveTo>
                <a:lnTo>
                  <a:pt x="242316" y="87071"/>
                </a:lnTo>
                <a:lnTo>
                  <a:pt x="213110" y="78816"/>
                </a:lnTo>
                <a:lnTo>
                  <a:pt x="343928" y="78828"/>
                </a:lnTo>
                <a:lnTo>
                  <a:pt x="368902" y="87071"/>
                </a:lnTo>
                <a:close/>
              </a:path>
              <a:path w="1399539" h="617220">
                <a:moveTo>
                  <a:pt x="394793" y="95757"/>
                </a:moveTo>
                <a:lnTo>
                  <a:pt x="271386" y="95757"/>
                </a:lnTo>
                <a:lnTo>
                  <a:pt x="242100" y="87010"/>
                </a:lnTo>
                <a:lnTo>
                  <a:pt x="242316" y="87071"/>
                </a:lnTo>
                <a:lnTo>
                  <a:pt x="368902" y="87071"/>
                </a:lnTo>
                <a:lnTo>
                  <a:pt x="394793" y="95757"/>
                </a:lnTo>
                <a:close/>
              </a:path>
              <a:path w="1399539" h="617220">
                <a:moveTo>
                  <a:pt x="449831" y="114211"/>
                </a:moveTo>
                <a:lnTo>
                  <a:pt x="329577" y="114211"/>
                </a:lnTo>
                <a:lnTo>
                  <a:pt x="300278" y="104762"/>
                </a:lnTo>
                <a:lnTo>
                  <a:pt x="271170" y="95694"/>
                </a:lnTo>
                <a:lnTo>
                  <a:pt x="271386" y="95757"/>
                </a:lnTo>
                <a:lnTo>
                  <a:pt x="394793" y="95757"/>
                </a:lnTo>
                <a:lnTo>
                  <a:pt x="430186" y="107645"/>
                </a:lnTo>
                <a:lnTo>
                  <a:pt x="449831" y="114211"/>
                </a:lnTo>
                <a:close/>
              </a:path>
              <a:path w="1399539" h="617220">
                <a:moveTo>
                  <a:pt x="478708" y="123863"/>
                </a:moveTo>
                <a:lnTo>
                  <a:pt x="358825" y="123863"/>
                </a:lnTo>
                <a:lnTo>
                  <a:pt x="329450" y="114173"/>
                </a:lnTo>
                <a:lnTo>
                  <a:pt x="449831" y="114211"/>
                </a:lnTo>
                <a:lnTo>
                  <a:pt x="478708" y="123863"/>
                </a:lnTo>
                <a:close/>
              </a:path>
              <a:path w="1399539" h="617220">
                <a:moveTo>
                  <a:pt x="475717" y="163047"/>
                </a:moveTo>
                <a:lnTo>
                  <a:pt x="401670" y="138253"/>
                </a:lnTo>
                <a:lnTo>
                  <a:pt x="358736" y="123837"/>
                </a:lnTo>
                <a:lnTo>
                  <a:pt x="478708" y="123863"/>
                </a:lnTo>
                <a:lnTo>
                  <a:pt x="490677" y="127863"/>
                </a:lnTo>
                <a:lnTo>
                  <a:pt x="493433" y="129044"/>
                </a:lnTo>
                <a:lnTo>
                  <a:pt x="495985" y="130632"/>
                </a:lnTo>
                <a:lnTo>
                  <a:pt x="506063" y="138112"/>
                </a:lnTo>
                <a:lnTo>
                  <a:pt x="516233" y="145427"/>
                </a:lnTo>
                <a:lnTo>
                  <a:pt x="526694" y="152717"/>
                </a:lnTo>
                <a:lnTo>
                  <a:pt x="537019" y="159702"/>
                </a:lnTo>
                <a:lnTo>
                  <a:pt x="539408" y="161239"/>
                </a:lnTo>
                <a:lnTo>
                  <a:pt x="473278" y="161239"/>
                </a:lnTo>
                <a:lnTo>
                  <a:pt x="475717" y="163047"/>
                </a:lnTo>
                <a:close/>
              </a:path>
              <a:path w="1399539" h="617220">
                <a:moveTo>
                  <a:pt x="478586" y="164007"/>
                </a:moveTo>
                <a:lnTo>
                  <a:pt x="475717" y="163047"/>
                </a:lnTo>
                <a:lnTo>
                  <a:pt x="473278" y="161239"/>
                </a:lnTo>
                <a:lnTo>
                  <a:pt x="478586" y="164007"/>
                </a:lnTo>
                <a:close/>
              </a:path>
              <a:path w="1399539" h="617220">
                <a:moveTo>
                  <a:pt x="543683" y="164007"/>
                </a:moveTo>
                <a:lnTo>
                  <a:pt x="478586" y="164007"/>
                </a:lnTo>
                <a:lnTo>
                  <a:pt x="473278" y="161239"/>
                </a:lnTo>
                <a:lnTo>
                  <a:pt x="539408" y="161239"/>
                </a:lnTo>
                <a:lnTo>
                  <a:pt x="543683" y="164007"/>
                </a:lnTo>
                <a:close/>
              </a:path>
              <a:path w="1399539" h="617220">
                <a:moveTo>
                  <a:pt x="876233" y="332536"/>
                </a:moveTo>
                <a:lnTo>
                  <a:pt x="786369" y="332524"/>
                </a:lnTo>
                <a:lnTo>
                  <a:pt x="694613" y="289966"/>
                </a:lnTo>
                <a:lnTo>
                  <a:pt x="648982" y="267665"/>
                </a:lnTo>
                <a:lnTo>
                  <a:pt x="603808" y="244068"/>
                </a:lnTo>
                <a:lnTo>
                  <a:pt x="559257" y="218732"/>
                </a:lnTo>
                <a:lnTo>
                  <a:pt x="515670" y="191262"/>
                </a:lnTo>
                <a:lnTo>
                  <a:pt x="483590" y="168884"/>
                </a:lnTo>
                <a:lnTo>
                  <a:pt x="475717" y="163047"/>
                </a:lnTo>
                <a:lnTo>
                  <a:pt x="478586" y="164007"/>
                </a:lnTo>
                <a:lnTo>
                  <a:pt x="543683" y="164007"/>
                </a:lnTo>
                <a:lnTo>
                  <a:pt x="557607" y="173024"/>
                </a:lnTo>
                <a:lnTo>
                  <a:pt x="578818" y="186029"/>
                </a:lnTo>
                <a:lnTo>
                  <a:pt x="600608" y="198729"/>
                </a:lnTo>
                <a:lnTo>
                  <a:pt x="622003" y="210604"/>
                </a:lnTo>
                <a:lnTo>
                  <a:pt x="643957" y="222288"/>
                </a:lnTo>
                <a:lnTo>
                  <a:pt x="666133" y="233641"/>
                </a:lnTo>
                <a:lnTo>
                  <a:pt x="688670" y="244817"/>
                </a:lnTo>
                <a:lnTo>
                  <a:pt x="710964" y="255562"/>
                </a:lnTo>
                <a:lnTo>
                  <a:pt x="756468" y="276860"/>
                </a:lnTo>
                <a:lnTo>
                  <a:pt x="848372" y="319214"/>
                </a:lnTo>
                <a:lnTo>
                  <a:pt x="870013" y="329438"/>
                </a:lnTo>
                <a:lnTo>
                  <a:pt x="876233" y="332536"/>
                </a:lnTo>
                <a:close/>
              </a:path>
              <a:path w="1399539" h="617220">
                <a:moveTo>
                  <a:pt x="600643" y="198729"/>
                </a:moveTo>
                <a:lnTo>
                  <a:pt x="600278" y="198526"/>
                </a:lnTo>
                <a:lnTo>
                  <a:pt x="600643" y="198729"/>
                </a:lnTo>
                <a:close/>
              </a:path>
              <a:path w="1399539" h="617220">
                <a:moveTo>
                  <a:pt x="935767" y="363715"/>
                </a:moveTo>
                <a:lnTo>
                  <a:pt x="853389" y="363715"/>
                </a:lnTo>
                <a:lnTo>
                  <a:pt x="832091" y="353656"/>
                </a:lnTo>
                <a:lnTo>
                  <a:pt x="786358" y="332524"/>
                </a:lnTo>
                <a:lnTo>
                  <a:pt x="876233" y="332536"/>
                </a:lnTo>
                <a:lnTo>
                  <a:pt x="891349" y="340067"/>
                </a:lnTo>
                <a:lnTo>
                  <a:pt x="912406" y="351053"/>
                </a:lnTo>
                <a:lnTo>
                  <a:pt x="933234" y="362305"/>
                </a:lnTo>
                <a:lnTo>
                  <a:pt x="935767" y="363715"/>
                </a:lnTo>
                <a:close/>
              </a:path>
              <a:path w="1399539" h="617220">
                <a:moveTo>
                  <a:pt x="954271" y="374014"/>
                </a:moveTo>
                <a:lnTo>
                  <a:pt x="874052" y="374014"/>
                </a:lnTo>
                <a:lnTo>
                  <a:pt x="853169" y="363611"/>
                </a:lnTo>
                <a:lnTo>
                  <a:pt x="853389" y="363715"/>
                </a:lnTo>
                <a:lnTo>
                  <a:pt x="935767" y="363715"/>
                </a:lnTo>
                <a:lnTo>
                  <a:pt x="954271" y="374014"/>
                </a:lnTo>
                <a:close/>
              </a:path>
              <a:path w="1399539" h="617220">
                <a:moveTo>
                  <a:pt x="992143" y="395706"/>
                </a:moveTo>
                <a:lnTo>
                  <a:pt x="914920" y="395706"/>
                </a:lnTo>
                <a:lnTo>
                  <a:pt x="894295" y="384568"/>
                </a:lnTo>
                <a:lnTo>
                  <a:pt x="873771" y="373875"/>
                </a:lnTo>
                <a:lnTo>
                  <a:pt x="874052" y="374014"/>
                </a:lnTo>
                <a:lnTo>
                  <a:pt x="954271" y="374014"/>
                </a:lnTo>
                <a:lnTo>
                  <a:pt x="974331" y="385406"/>
                </a:lnTo>
                <a:lnTo>
                  <a:pt x="992143" y="395706"/>
                </a:lnTo>
                <a:close/>
              </a:path>
              <a:path w="1399539" h="617220">
                <a:moveTo>
                  <a:pt x="1381669" y="574675"/>
                </a:moveTo>
                <a:lnTo>
                  <a:pt x="1291907" y="574675"/>
                </a:lnTo>
                <a:lnTo>
                  <a:pt x="1276604" y="569633"/>
                </a:lnTo>
                <a:lnTo>
                  <a:pt x="1246136" y="560298"/>
                </a:lnTo>
                <a:lnTo>
                  <a:pt x="1216012" y="551179"/>
                </a:lnTo>
                <a:lnTo>
                  <a:pt x="1201445" y="546531"/>
                </a:lnTo>
                <a:lnTo>
                  <a:pt x="1162291" y="531456"/>
                </a:lnTo>
                <a:lnTo>
                  <a:pt x="1119314" y="510603"/>
                </a:lnTo>
                <a:lnTo>
                  <a:pt x="1077429" y="488365"/>
                </a:lnTo>
                <a:lnTo>
                  <a:pt x="1036332" y="465264"/>
                </a:lnTo>
                <a:lnTo>
                  <a:pt x="955268" y="418388"/>
                </a:lnTo>
                <a:lnTo>
                  <a:pt x="935037" y="406895"/>
                </a:lnTo>
                <a:lnTo>
                  <a:pt x="914717" y="395604"/>
                </a:lnTo>
                <a:lnTo>
                  <a:pt x="914920" y="395706"/>
                </a:lnTo>
                <a:lnTo>
                  <a:pt x="992143" y="395706"/>
                </a:lnTo>
                <a:lnTo>
                  <a:pt x="1055395" y="432282"/>
                </a:lnTo>
                <a:lnTo>
                  <a:pt x="1075626" y="443776"/>
                </a:lnTo>
                <a:lnTo>
                  <a:pt x="1095763" y="454964"/>
                </a:lnTo>
                <a:lnTo>
                  <a:pt x="1116368" y="466102"/>
                </a:lnTo>
                <a:lnTo>
                  <a:pt x="1136624" y="476656"/>
                </a:lnTo>
                <a:lnTo>
                  <a:pt x="1157286" y="486956"/>
                </a:lnTo>
                <a:lnTo>
                  <a:pt x="1178303" y="496887"/>
                </a:lnTo>
                <a:lnTo>
                  <a:pt x="1183327" y="499160"/>
                </a:lnTo>
                <a:lnTo>
                  <a:pt x="1188566" y="501370"/>
                </a:lnTo>
                <a:lnTo>
                  <a:pt x="1189139" y="501611"/>
                </a:lnTo>
                <a:lnTo>
                  <a:pt x="1200433" y="505891"/>
                </a:lnTo>
                <a:lnTo>
                  <a:pt x="1201000" y="506107"/>
                </a:lnTo>
                <a:lnTo>
                  <a:pt x="1213815" y="510501"/>
                </a:lnTo>
                <a:lnTo>
                  <a:pt x="1227355" y="514807"/>
                </a:lnTo>
                <a:lnTo>
                  <a:pt x="1288135" y="533323"/>
                </a:lnTo>
                <a:lnTo>
                  <a:pt x="1334808" y="550011"/>
                </a:lnTo>
                <a:lnTo>
                  <a:pt x="1369695" y="567016"/>
                </a:lnTo>
                <a:lnTo>
                  <a:pt x="1376845" y="571411"/>
                </a:lnTo>
                <a:lnTo>
                  <a:pt x="1381669" y="574675"/>
                </a:lnTo>
                <a:close/>
              </a:path>
              <a:path w="1399539" h="617220">
                <a:moveTo>
                  <a:pt x="1189176" y="501611"/>
                </a:moveTo>
                <a:lnTo>
                  <a:pt x="1188790" y="501465"/>
                </a:lnTo>
                <a:lnTo>
                  <a:pt x="1189176" y="501611"/>
                </a:lnTo>
                <a:close/>
              </a:path>
              <a:path w="1399539" h="617220">
                <a:moveTo>
                  <a:pt x="1201044" y="506107"/>
                </a:moveTo>
                <a:lnTo>
                  <a:pt x="1200588" y="505951"/>
                </a:lnTo>
                <a:lnTo>
                  <a:pt x="1201044" y="506107"/>
                </a:lnTo>
                <a:close/>
              </a:path>
              <a:path w="1399539" h="617220">
                <a:moveTo>
                  <a:pt x="1213859" y="510501"/>
                </a:moveTo>
                <a:lnTo>
                  <a:pt x="1213421" y="510362"/>
                </a:lnTo>
                <a:lnTo>
                  <a:pt x="1213859" y="510501"/>
                </a:lnTo>
                <a:close/>
              </a:path>
              <a:path w="1399539" h="617220">
                <a:moveTo>
                  <a:pt x="1276959" y="569760"/>
                </a:moveTo>
                <a:lnTo>
                  <a:pt x="1276545" y="569633"/>
                </a:lnTo>
                <a:lnTo>
                  <a:pt x="1276959" y="569760"/>
                </a:lnTo>
                <a:close/>
              </a:path>
              <a:path w="1399539" h="617220">
                <a:moveTo>
                  <a:pt x="1388674" y="579843"/>
                </a:moveTo>
                <a:lnTo>
                  <a:pt x="1306487" y="579843"/>
                </a:lnTo>
                <a:lnTo>
                  <a:pt x="1291554" y="574558"/>
                </a:lnTo>
                <a:lnTo>
                  <a:pt x="1291907" y="574675"/>
                </a:lnTo>
                <a:lnTo>
                  <a:pt x="1381669" y="574675"/>
                </a:lnTo>
                <a:lnTo>
                  <a:pt x="1383118" y="575678"/>
                </a:lnTo>
                <a:lnTo>
                  <a:pt x="1388674" y="579843"/>
                </a:lnTo>
                <a:close/>
              </a:path>
              <a:path w="1399539" h="617220">
                <a:moveTo>
                  <a:pt x="1395165" y="585304"/>
                </a:moveTo>
                <a:lnTo>
                  <a:pt x="1320444" y="585304"/>
                </a:lnTo>
                <a:lnTo>
                  <a:pt x="1306077" y="579699"/>
                </a:lnTo>
                <a:lnTo>
                  <a:pt x="1306487" y="579843"/>
                </a:lnTo>
                <a:lnTo>
                  <a:pt x="1388674" y="579843"/>
                </a:lnTo>
                <a:lnTo>
                  <a:pt x="1394015" y="584263"/>
                </a:lnTo>
                <a:lnTo>
                  <a:pt x="1395165" y="585304"/>
                </a:lnTo>
                <a:close/>
              </a:path>
              <a:path w="1399539" h="617220">
                <a:moveTo>
                  <a:pt x="1398103" y="588060"/>
                </a:moveTo>
                <a:lnTo>
                  <a:pt x="1326946" y="588060"/>
                </a:lnTo>
                <a:lnTo>
                  <a:pt x="1320309" y="585252"/>
                </a:lnTo>
                <a:lnTo>
                  <a:pt x="1320444" y="585304"/>
                </a:lnTo>
                <a:lnTo>
                  <a:pt x="1395165" y="585304"/>
                </a:lnTo>
                <a:lnTo>
                  <a:pt x="1398103" y="588060"/>
                </a:lnTo>
                <a:close/>
              </a:path>
              <a:path w="1399539" h="617220">
                <a:moveTo>
                  <a:pt x="1394931" y="593966"/>
                </a:moveTo>
                <a:lnTo>
                  <a:pt x="1339519" y="593966"/>
                </a:lnTo>
                <a:lnTo>
                  <a:pt x="1332915" y="590765"/>
                </a:lnTo>
                <a:lnTo>
                  <a:pt x="1326727" y="587967"/>
                </a:lnTo>
                <a:lnTo>
                  <a:pt x="1326946" y="588060"/>
                </a:lnTo>
                <a:lnTo>
                  <a:pt x="1398103" y="588060"/>
                </a:lnTo>
                <a:lnTo>
                  <a:pt x="1399362" y="589241"/>
                </a:lnTo>
                <a:lnTo>
                  <a:pt x="1394931" y="593966"/>
                </a:lnTo>
                <a:close/>
              </a:path>
              <a:path w="1399539" h="617220">
                <a:moveTo>
                  <a:pt x="1392049" y="597039"/>
                </a:moveTo>
                <a:lnTo>
                  <a:pt x="1345399" y="597039"/>
                </a:lnTo>
                <a:lnTo>
                  <a:pt x="1339399" y="593907"/>
                </a:lnTo>
                <a:lnTo>
                  <a:pt x="1394931" y="593966"/>
                </a:lnTo>
                <a:lnTo>
                  <a:pt x="1392049" y="597039"/>
                </a:lnTo>
                <a:close/>
              </a:path>
              <a:path w="1399539" h="617220">
                <a:moveTo>
                  <a:pt x="1389095" y="600189"/>
                </a:moveTo>
                <a:lnTo>
                  <a:pt x="1350962" y="600189"/>
                </a:lnTo>
                <a:lnTo>
                  <a:pt x="1345151" y="596909"/>
                </a:lnTo>
                <a:lnTo>
                  <a:pt x="1345399" y="597039"/>
                </a:lnTo>
                <a:lnTo>
                  <a:pt x="1392049" y="597039"/>
                </a:lnTo>
                <a:lnTo>
                  <a:pt x="1389095" y="600189"/>
                </a:lnTo>
                <a:close/>
              </a:path>
              <a:path w="1399539" h="617220">
                <a:moveTo>
                  <a:pt x="1386058" y="603427"/>
                </a:moveTo>
                <a:lnTo>
                  <a:pt x="1356194" y="603427"/>
                </a:lnTo>
                <a:lnTo>
                  <a:pt x="1355521" y="602995"/>
                </a:lnTo>
                <a:lnTo>
                  <a:pt x="1350580" y="599973"/>
                </a:lnTo>
                <a:lnTo>
                  <a:pt x="1350962" y="600189"/>
                </a:lnTo>
                <a:lnTo>
                  <a:pt x="1389095" y="600189"/>
                </a:lnTo>
                <a:lnTo>
                  <a:pt x="1386058" y="603427"/>
                </a:lnTo>
                <a:close/>
              </a:path>
              <a:path w="1399539" h="617220">
                <a:moveTo>
                  <a:pt x="1355817" y="603195"/>
                </a:moveTo>
                <a:lnTo>
                  <a:pt x="1355493" y="602995"/>
                </a:lnTo>
                <a:lnTo>
                  <a:pt x="1355817" y="603195"/>
                </a:lnTo>
                <a:close/>
              </a:path>
              <a:path w="1399539" h="617220">
                <a:moveTo>
                  <a:pt x="1382949" y="606742"/>
                </a:moveTo>
                <a:lnTo>
                  <a:pt x="1361071" y="606742"/>
                </a:lnTo>
                <a:lnTo>
                  <a:pt x="1360335" y="606209"/>
                </a:lnTo>
                <a:lnTo>
                  <a:pt x="1355817" y="603195"/>
                </a:lnTo>
                <a:lnTo>
                  <a:pt x="1356194" y="603427"/>
                </a:lnTo>
                <a:lnTo>
                  <a:pt x="1386058" y="603427"/>
                </a:lnTo>
                <a:lnTo>
                  <a:pt x="1382949" y="606742"/>
                </a:lnTo>
                <a:close/>
              </a:path>
              <a:path w="1399539" h="617220">
                <a:moveTo>
                  <a:pt x="1360837" y="606584"/>
                </a:moveTo>
                <a:lnTo>
                  <a:pt x="1360281" y="606209"/>
                </a:lnTo>
                <a:lnTo>
                  <a:pt x="1360837" y="606584"/>
                </a:lnTo>
                <a:close/>
              </a:path>
              <a:path w="1399539" h="617220">
                <a:moveTo>
                  <a:pt x="1379793" y="610107"/>
                </a:moveTo>
                <a:lnTo>
                  <a:pt x="1365554" y="610107"/>
                </a:lnTo>
                <a:lnTo>
                  <a:pt x="1364754" y="609485"/>
                </a:lnTo>
                <a:lnTo>
                  <a:pt x="1360837" y="606584"/>
                </a:lnTo>
                <a:lnTo>
                  <a:pt x="1361071" y="606742"/>
                </a:lnTo>
                <a:lnTo>
                  <a:pt x="1382949" y="606742"/>
                </a:lnTo>
                <a:lnTo>
                  <a:pt x="1379793" y="610107"/>
                </a:lnTo>
                <a:close/>
              </a:path>
              <a:path w="1399539" h="617220">
                <a:moveTo>
                  <a:pt x="1365040" y="609723"/>
                </a:moveTo>
                <a:lnTo>
                  <a:pt x="1364721" y="609485"/>
                </a:lnTo>
                <a:lnTo>
                  <a:pt x="1365040" y="609723"/>
                </a:lnTo>
                <a:close/>
              </a:path>
              <a:path w="1399539" h="617220">
                <a:moveTo>
                  <a:pt x="1376565" y="613549"/>
                </a:moveTo>
                <a:lnTo>
                  <a:pt x="1369631" y="613549"/>
                </a:lnTo>
                <a:lnTo>
                  <a:pt x="1368793" y="612800"/>
                </a:lnTo>
                <a:lnTo>
                  <a:pt x="1365040" y="609723"/>
                </a:lnTo>
                <a:lnTo>
                  <a:pt x="1365554" y="610107"/>
                </a:lnTo>
                <a:lnTo>
                  <a:pt x="1379793" y="610107"/>
                </a:lnTo>
                <a:lnTo>
                  <a:pt x="1376565" y="613549"/>
                </a:lnTo>
                <a:close/>
              </a:path>
              <a:path w="1399539" h="617220">
                <a:moveTo>
                  <a:pt x="1369278" y="613255"/>
                </a:moveTo>
                <a:lnTo>
                  <a:pt x="1368732" y="612800"/>
                </a:lnTo>
                <a:lnTo>
                  <a:pt x="1369278" y="613255"/>
                </a:lnTo>
                <a:close/>
              </a:path>
              <a:path w="1399539" h="617220">
                <a:moveTo>
                  <a:pt x="1369631" y="613549"/>
                </a:moveTo>
                <a:lnTo>
                  <a:pt x="1369278" y="613255"/>
                </a:lnTo>
                <a:lnTo>
                  <a:pt x="1368793" y="612800"/>
                </a:lnTo>
                <a:lnTo>
                  <a:pt x="1369631" y="613549"/>
                </a:lnTo>
                <a:close/>
              </a:path>
              <a:path w="1399539" h="617220">
                <a:moveTo>
                  <a:pt x="1373301" y="617029"/>
                </a:moveTo>
                <a:lnTo>
                  <a:pt x="1369278" y="613255"/>
                </a:lnTo>
                <a:lnTo>
                  <a:pt x="1369631" y="613549"/>
                </a:lnTo>
                <a:lnTo>
                  <a:pt x="1376565" y="613549"/>
                </a:lnTo>
                <a:lnTo>
                  <a:pt x="1373301" y="617029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677" y="2318086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048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=15)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33377" y="3341706"/>
            <a:ext cx="153797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403860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=20)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1677" y="4804111"/>
            <a:ext cx="1146810" cy="104838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 marR="23495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400">
                <a:latin typeface="Tahoma"/>
                <a:cs typeface="Tahoma"/>
              </a:rPr>
              <a:t>(ts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=10)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33825" y="43896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74767" y="446345"/>
                </a:moveTo>
                <a:lnTo>
                  <a:pt x="72259" y="437152"/>
                </a:lnTo>
                <a:lnTo>
                  <a:pt x="1675142" y="0"/>
                </a:lnTo>
                <a:lnTo>
                  <a:pt x="1677657" y="9194"/>
                </a:lnTo>
                <a:lnTo>
                  <a:pt x="74767" y="446345"/>
                </a:lnTo>
                <a:close/>
              </a:path>
              <a:path w="1677670" h="478789">
                <a:moveTo>
                  <a:pt x="83540" y="478510"/>
                </a:moveTo>
                <a:lnTo>
                  <a:pt x="0" y="461797"/>
                </a:lnTo>
                <a:lnTo>
                  <a:pt x="63487" y="404990"/>
                </a:lnTo>
                <a:lnTo>
                  <a:pt x="72259" y="437152"/>
                </a:lnTo>
                <a:lnTo>
                  <a:pt x="53886" y="442163"/>
                </a:lnTo>
                <a:lnTo>
                  <a:pt x="56387" y="451358"/>
                </a:lnTo>
                <a:lnTo>
                  <a:pt x="76134" y="451358"/>
                </a:lnTo>
                <a:lnTo>
                  <a:pt x="83540" y="478510"/>
                </a:lnTo>
                <a:close/>
              </a:path>
              <a:path w="1677670" h="478789">
                <a:moveTo>
                  <a:pt x="56387" y="451358"/>
                </a:moveTo>
                <a:lnTo>
                  <a:pt x="53886" y="442163"/>
                </a:lnTo>
                <a:lnTo>
                  <a:pt x="72259" y="437152"/>
                </a:lnTo>
                <a:lnTo>
                  <a:pt x="74767" y="446345"/>
                </a:lnTo>
                <a:lnTo>
                  <a:pt x="56387" y="451358"/>
                </a:lnTo>
                <a:close/>
              </a:path>
              <a:path w="1677670" h="478789">
                <a:moveTo>
                  <a:pt x="76134" y="451358"/>
                </a:moveTo>
                <a:lnTo>
                  <a:pt x="56387" y="451358"/>
                </a:lnTo>
                <a:lnTo>
                  <a:pt x="74767" y="446345"/>
                </a:lnTo>
                <a:lnTo>
                  <a:pt x="76134" y="45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224654" y="4247832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4027" y="551497"/>
            <a:ext cx="53073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/>
              <a:t>Second Example</a:t>
            </a:r>
            <a:r>
              <a:rPr dirty="0" sz="3200" spc="-25"/>
              <a:t> </a:t>
            </a:r>
            <a:r>
              <a:rPr dirty="0" sz="3200" spc="-5"/>
              <a:t>(continued):</a:t>
            </a:r>
            <a:endParaRPr sz="3200"/>
          </a:p>
        </p:txBody>
      </p:sp>
      <p:sp>
        <p:nvSpPr>
          <p:cNvPr id="8" name="object 8"/>
          <p:cNvSpPr/>
          <p:nvPr/>
        </p:nvSpPr>
        <p:spPr>
          <a:xfrm>
            <a:off x="3233927" y="2846628"/>
            <a:ext cx="543560" cy="1773555"/>
          </a:xfrm>
          <a:custGeom>
            <a:avLst/>
            <a:gdLst/>
            <a:ahLst/>
            <a:cxnLst/>
            <a:rect l="l" t="t" r="r" b="b"/>
            <a:pathLst>
              <a:path w="543560" h="1773554">
                <a:moveTo>
                  <a:pt x="502269" y="1701277"/>
                </a:moveTo>
                <a:lnTo>
                  <a:pt x="0" y="2692"/>
                </a:lnTo>
                <a:lnTo>
                  <a:pt x="9144" y="0"/>
                </a:lnTo>
                <a:lnTo>
                  <a:pt x="511413" y="1698573"/>
                </a:lnTo>
                <a:lnTo>
                  <a:pt x="502269" y="1701277"/>
                </a:lnTo>
                <a:close/>
              </a:path>
              <a:path w="543560" h="1773554">
                <a:moveTo>
                  <a:pt x="537957" y="1719541"/>
                </a:moveTo>
                <a:lnTo>
                  <a:pt x="507669" y="1719541"/>
                </a:lnTo>
                <a:lnTo>
                  <a:pt x="516813" y="1716836"/>
                </a:lnTo>
                <a:lnTo>
                  <a:pt x="511413" y="1698573"/>
                </a:lnTo>
                <a:lnTo>
                  <a:pt x="543369" y="1689125"/>
                </a:lnTo>
                <a:lnTo>
                  <a:pt x="537957" y="1719541"/>
                </a:lnTo>
                <a:close/>
              </a:path>
              <a:path w="543560" h="1773554">
                <a:moveTo>
                  <a:pt x="507669" y="1719541"/>
                </a:moveTo>
                <a:lnTo>
                  <a:pt x="502269" y="1701277"/>
                </a:lnTo>
                <a:lnTo>
                  <a:pt x="511413" y="1698573"/>
                </a:lnTo>
                <a:lnTo>
                  <a:pt x="516813" y="1716836"/>
                </a:lnTo>
                <a:lnTo>
                  <a:pt x="507669" y="1719541"/>
                </a:lnTo>
                <a:close/>
              </a:path>
              <a:path w="543560" h="1773554">
                <a:moveTo>
                  <a:pt x="528447" y="1772996"/>
                </a:moveTo>
                <a:lnTo>
                  <a:pt x="470306" y="1710728"/>
                </a:lnTo>
                <a:lnTo>
                  <a:pt x="502269" y="1701277"/>
                </a:lnTo>
                <a:lnTo>
                  <a:pt x="507669" y="1719541"/>
                </a:lnTo>
                <a:lnTo>
                  <a:pt x="537957" y="1719541"/>
                </a:lnTo>
                <a:lnTo>
                  <a:pt x="528447" y="1772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29000" y="2762250"/>
            <a:ext cx="1841500" cy="1185545"/>
          </a:xfrm>
          <a:custGeom>
            <a:avLst/>
            <a:gdLst/>
            <a:ahLst/>
            <a:cxnLst/>
            <a:rect l="l" t="t" r="r" b="b"/>
            <a:pathLst>
              <a:path w="1841500" h="1185545">
                <a:moveTo>
                  <a:pt x="43510" y="73240"/>
                </a:moveTo>
                <a:lnTo>
                  <a:pt x="0" y="0"/>
                </a:lnTo>
                <a:lnTo>
                  <a:pt x="84709" y="9131"/>
                </a:lnTo>
                <a:lnTo>
                  <a:pt x="73299" y="26885"/>
                </a:lnTo>
                <a:lnTo>
                  <a:pt x="50660" y="26885"/>
                </a:lnTo>
                <a:lnTo>
                  <a:pt x="45504" y="34899"/>
                </a:lnTo>
                <a:lnTo>
                  <a:pt x="61531" y="45197"/>
                </a:lnTo>
                <a:lnTo>
                  <a:pt x="43510" y="73240"/>
                </a:lnTo>
                <a:close/>
              </a:path>
              <a:path w="1841500" h="1185545">
                <a:moveTo>
                  <a:pt x="61531" y="45197"/>
                </a:moveTo>
                <a:lnTo>
                  <a:pt x="45504" y="34899"/>
                </a:lnTo>
                <a:lnTo>
                  <a:pt x="50660" y="26885"/>
                </a:lnTo>
                <a:lnTo>
                  <a:pt x="66683" y="37180"/>
                </a:lnTo>
                <a:lnTo>
                  <a:pt x="61531" y="45197"/>
                </a:lnTo>
                <a:close/>
              </a:path>
              <a:path w="1841500" h="1185545">
                <a:moveTo>
                  <a:pt x="66683" y="37180"/>
                </a:moveTo>
                <a:lnTo>
                  <a:pt x="50660" y="26885"/>
                </a:lnTo>
                <a:lnTo>
                  <a:pt x="73299" y="26885"/>
                </a:lnTo>
                <a:lnTo>
                  <a:pt x="66683" y="37180"/>
                </a:lnTo>
                <a:close/>
              </a:path>
              <a:path w="1841500" h="1185545">
                <a:moveTo>
                  <a:pt x="1835746" y="1185100"/>
                </a:moveTo>
                <a:lnTo>
                  <a:pt x="61531" y="45197"/>
                </a:lnTo>
                <a:lnTo>
                  <a:pt x="66683" y="37180"/>
                </a:lnTo>
                <a:lnTo>
                  <a:pt x="1840903" y="1177099"/>
                </a:lnTo>
                <a:lnTo>
                  <a:pt x="1835746" y="1185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81604" y="3743007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4272279" y="3019107"/>
            <a:ext cx="8350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latin typeface="Tahoma"/>
                <a:cs typeface="Tahoma"/>
              </a:rPr>
              <a:t>w</a:t>
            </a:r>
            <a:r>
              <a:rPr dirty="0" sz="2000" spc="-5">
                <a:latin typeface="Tahoma"/>
                <a:cs typeface="Tahoma"/>
              </a:rPr>
              <a:t>ait(A</a:t>
            </a:r>
            <a:r>
              <a:rPr dirty="0" sz="200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090" y="1189672"/>
            <a:ext cx="7592059" cy="87756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3500" marR="30480">
              <a:lnSpc>
                <a:spcPct val="99600"/>
              </a:lnSpc>
              <a:spcBef>
                <a:spcPts val="110"/>
              </a:spcBef>
              <a:tabLst>
                <a:tab pos="4704715" algn="l"/>
                <a:tab pos="5410835" algn="l"/>
              </a:tabLst>
            </a:pPr>
            <a:r>
              <a:rPr dirty="0" sz="2400" spc="-50">
                <a:latin typeface="Tahoma"/>
                <a:cs typeface="Tahoma"/>
              </a:rPr>
              <a:t>Yet </a:t>
            </a:r>
            <a:r>
              <a:rPr dirty="0" sz="2400">
                <a:latin typeface="Tahoma"/>
                <a:cs typeface="Tahoma"/>
              </a:rPr>
              <a:t>another </a:t>
            </a:r>
            <a:r>
              <a:rPr dirty="0" sz="2400" spc="-5">
                <a:latin typeface="Tahoma"/>
                <a:cs typeface="Tahoma"/>
              </a:rPr>
              <a:t>option: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1 </a:t>
            </a:r>
            <a:r>
              <a:rPr dirty="0" sz="2400" spc="-5">
                <a:latin typeface="Tahoma"/>
                <a:cs typeface="Tahoma"/>
              </a:rPr>
              <a:t>preempts T</a:t>
            </a:r>
            <a:r>
              <a:rPr dirty="0" baseline="-17921" sz="2325" spc="-7">
                <a:latin typeface="Tahoma"/>
                <a:cs typeface="Tahoma"/>
              </a:rPr>
              <a:t>2</a:t>
            </a:r>
            <a:r>
              <a:rPr dirty="0" sz="2400" spc="-5">
                <a:latin typeface="Tahoma"/>
                <a:cs typeface="Tahoma"/>
              </a:rPr>
              <a:t>, so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1 </a:t>
            </a:r>
            <a:r>
              <a:rPr dirty="0" sz="2400">
                <a:latin typeface="Tahoma"/>
                <a:cs typeface="Tahoma"/>
              </a:rPr>
              <a:t>only </a:t>
            </a:r>
            <a:r>
              <a:rPr dirty="0" sz="2400" spc="-10">
                <a:latin typeface="Tahoma"/>
                <a:cs typeface="Tahoma"/>
              </a:rPr>
              <a:t>waits for  </a:t>
            </a:r>
            <a:r>
              <a:rPr dirty="0" sz="2400" spc="-5">
                <a:latin typeface="Tahoma"/>
                <a:cs typeface="Tahoma"/>
              </a:rPr>
              <a:t>T</a:t>
            </a:r>
            <a:r>
              <a:rPr dirty="0" baseline="-17921" sz="2325" spc="-7">
                <a:latin typeface="Tahoma"/>
                <a:cs typeface="Tahoma"/>
              </a:rPr>
              <a:t>3</a:t>
            </a:r>
            <a:r>
              <a:rPr dirty="0" sz="2400" spc="-5">
                <a:latin typeface="Tahoma"/>
                <a:cs typeface="Tahoma"/>
              </a:rPr>
              <a:t>;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2  </a:t>
            </a:r>
            <a:r>
              <a:rPr dirty="0" sz="2400">
                <a:latin typeface="Tahoma"/>
                <a:cs typeface="Tahoma"/>
              </a:rPr>
              <a:t>then </a:t>
            </a:r>
            <a:r>
              <a:rPr dirty="0" sz="2400" spc="-10">
                <a:latin typeface="Tahoma"/>
                <a:cs typeface="Tahoma"/>
              </a:rPr>
              <a:t>waits for 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3</a:t>
            </a:r>
            <a:r>
              <a:rPr dirty="0" baseline="-17921" sz="2325" spc="1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 </a:t>
            </a:r>
            <a:r>
              <a:rPr dirty="0" sz="2400" spc="-5">
                <a:latin typeface="Tahoma"/>
                <a:cs typeface="Tahoma"/>
              </a:rPr>
              <a:t>T</a:t>
            </a:r>
            <a:r>
              <a:rPr dirty="0" baseline="-17921" sz="2325" spc="-7">
                <a:latin typeface="Tahoma"/>
                <a:cs typeface="Tahoma"/>
              </a:rPr>
              <a:t>1</a:t>
            </a:r>
            <a:r>
              <a:rPr dirty="0" sz="2400" spc="-5">
                <a:latin typeface="Tahoma"/>
                <a:cs typeface="Tahoma"/>
              </a:rPr>
              <a:t>...	</a:t>
            </a:r>
            <a:r>
              <a:rPr dirty="0" sz="3200">
                <a:latin typeface="Symbol"/>
                <a:cs typeface="Symbol"/>
              </a:rPr>
              <a:t>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2400">
                <a:latin typeface="Tahoma"/>
                <a:cs typeface="Tahoma"/>
              </a:rPr>
              <a:t>T</a:t>
            </a:r>
            <a:r>
              <a:rPr dirty="0" baseline="-17921" sz="2325">
                <a:latin typeface="Tahoma"/>
                <a:cs typeface="Tahoma"/>
              </a:rPr>
              <a:t>2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4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spared!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1263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User/Program</a:t>
            </a:r>
            <a:r>
              <a:rPr dirty="0" spc="-60"/>
              <a:t> </a:t>
            </a:r>
            <a:r>
              <a:rPr dirty="0" spc="-5"/>
              <a:t>commands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5825490" cy="23647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3200" spc="-5">
                <a:latin typeface="Tahoma"/>
                <a:cs typeface="Tahoma"/>
              </a:rPr>
              <a:t>Lots of </a:t>
            </a:r>
            <a:r>
              <a:rPr dirty="0" sz="3200" spc="-10">
                <a:latin typeface="Tahoma"/>
                <a:cs typeface="Tahoma"/>
              </a:rPr>
              <a:t>variations, </a:t>
            </a:r>
            <a:r>
              <a:rPr dirty="0" sz="3200" spc="-5">
                <a:latin typeface="Tahoma"/>
                <a:cs typeface="Tahoma"/>
              </a:rPr>
              <a:t>but in</a:t>
            </a:r>
            <a:r>
              <a:rPr dirty="0" sz="3200" spc="-3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general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>
                <a:latin typeface="Tahoma"/>
                <a:cs typeface="Tahoma"/>
              </a:rPr>
              <a:t>Begin_work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Commit_work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Abort_work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44525"/>
            <a:ext cx="39884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Nested</a:t>
            </a:r>
            <a:r>
              <a:rPr dirty="0" spc="-45"/>
              <a:t> </a:t>
            </a:r>
            <a:r>
              <a:rPr dirty="0" spc="-10"/>
              <a:t>transactions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525587"/>
            <a:ext cx="6099810" cy="4022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489325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User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program: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400">
              <a:latin typeface="Tahoma"/>
              <a:cs typeface="Tahoma"/>
            </a:endParaRPr>
          </a:p>
          <a:p>
            <a:pPr algn="r" marR="3498850">
              <a:lnSpc>
                <a:spcPct val="100000"/>
              </a:lnSpc>
              <a:spcBef>
                <a:spcPts val="5"/>
              </a:spcBef>
            </a:pPr>
            <a:r>
              <a:rPr dirty="0" sz="3200" spc="10">
                <a:latin typeface="Tahoma"/>
                <a:cs typeface="Tahoma"/>
              </a:rPr>
              <a:t>B</a:t>
            </a:r>
            <a:r>
              <a:rPr dirty="0" sz="3200" spc="-5">
                <a:latin typeface="Tahoma"/>
                <a:cs typeface="Tahoma"/>
              </a:rPr>
              <a:t>egin_wo</a:t>
            </a:r>
            <a:r>
              <a:rPr dirty="0" sz="3200">
                <a:latin typeface="Tahoma"/>
                <a:cs typeface="Tahoma"/>
              </a:rPr>
              <a:t>r</a:t>
            </a:r>
            <a:r>
              <a:rPr dirty="0" sz="3200" spc="-5">
                <a:latin typeface="Tahoma"/>
                <a:cs typeface="Tahoma"/>
              </a:rPr>
              <a:t>k</a:t>
            </a:r>
            <a:r>
              <a:rPr dirty="0" sz="3200">
                <a:latin typeface="Tahoma"/>
                <a:cs typeface="Tahoma"/>
              </a:rPr>
              <a:t>;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800">
              <a:latin typeface="Tahoma"/>
              <a:cs typeface="Tahoma"/>
            </a:endParaRPr>
          </a:p>
          <a:p>
            <a:pPr marL="1841500" marR="5080" indent="-1485900">
              <a:lnSpc>
                <a:spcPct val="119900"/>
              </a:lnSpc>
            </a:pPr>
            <a:r>
              <a:rPr dirty="0" sz="3200" spc="-5">
                <a:latin typeface="Tahoma"/>
                <a:cs typeface="Tahoma"/>
              </a:rPr>
              <a:t>If results_ok, then commit </a:t>
            </a:r>
            <a:r>
              <a:rPr dirty="0" sz="3200">
                <a:latin typeface="Tahoma"/>
                <a:cs typeface="Tahoma"/>
              </a:rPr>
              <a:t>work  </a:t>
            </a:r>
            <a:r>
              <a:rPr dirty="0" sz="3200" spc="-5">
                <a:latin typeface="Tahoma"/>
                <a:cs typeface="Tahoma"/>
              </a:rPr>
              <a:t>else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abort_work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5681" y="20741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1881" y="33695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1881" y="41315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94054"/>
            <a:ext cx="39884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Nested</a:t>
            </a:r>
            <a:r>
              <a:rPr dirty="0" spc="-45"/>
              <a:t> </a:t>
            </a:r>
            <a:r>
              <a:rPr dirty="0" spc="-10"/>
              <a:t>transactions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479549"/>
            <a:ext cx="6648450" cy="4523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40386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User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program: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00">
              <a:latin typeface="Tahoma"/>
              <a:cs typeface="Tahoma"/>
            </a:endParaRPr>
          </a:p>
          <a:p>
            <a:pPr algn="r" marR="4048125">
              <a:lnSpc>
                <a:spcPct val="100000"/>
              </a:lnSpc>
            </a:pPr>
            <a:r>
              <a:rPr dirty="0" sz="3200" spc="10">
                <a:latin typeface="Tahoma"/>
                <a:cs typeface="Tahoma"/>
              </a:rPr>
              <a:t>B</a:t>
            </a:r>
            <a:r>
              <a:rPr dirty="0" sz="3200" spc="-5">
                <a:latin typeface="Tahoma"/>
                <a:cs typeface="Tahoma"/>
              </a:rPr>
              <a:t>egin_wo</a:t>
            </a:r>
            <a:r>
              <a:rPr dirty="0" sz="3200">
                <a:latin typeface="Tahoma"/>
                <a:cs typeface="Tahoma"/>
              </a:rPr>
              <a:t>r</a:t>
            </a:r>
            <a:r>
              <a:rPr dirty="0" sz="3200" spc="-5">
                <a:latin typeface="Tahoma"/>
                <a:cs typeface="Tahoma"/>
              </a:rPr>
              <a:t>k</a:t>
            </a:r>
            <a:r>
              <a:rPr dirty="0" sz="3200">
                <a:latin typeface="Tahoma"/>
                <a:cs typeface="Tahoma"/>
              </a:rPr>
              <a:t>;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475"/>
              </a:spcBef>
            </a:pPr>
            <a:r>
              <a:rPr dirty="0" sz="2000" spc="-5">
                <a:latin typeface="Tahoma"/>
                <a:cs typeface="Tahoma"/>
              </a:rPr>
              <a:t>Begin_work;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</a:pPr>
            <a:r>
              <a:rPr dirty="0" sz="2000" spc="-5">
                <a:latin typeface="Tahoma"/>
                <a:cs typeface="Tahoma"/>
              </a:rPr>
              <a:t>If results_ok, then commit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work</a:t>
            </a:r>
            <a:endParaRPr sz="2000">
              <a:latin typeface="Tahoma"/>
              <a:cs typeface="Tahoma"/>
            </a:endParaRPr>
          </a:p>
          <a:p>
            <a:pPr marL="2159000">
              <a:lnSpc>
                <a:spcPct val="100000"/>
              </a:lnSpc>
              <a:spcBef>
                <a:spcPts val="480"/>
              </a:spcBef>
            </a:pPr>
            <a:r>
              <a:rPr dirty="0" sz="2000" spc="-5">
                <a:latin typeface="Tahoma"/>
                <a:cs typeface="Tahoma"/>
              </a:rPr>
              <a:t>else {abort_work; try something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else…}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ahoma"/>
              <a:cs typeface="Tahoma"/>
            </a:endParaRPr>
          </a:p>
          <a:p>
            <a:pPr marL="1841500" marR="553720" indent="-1485900">
              <a:lnSpc>
                <a:spcPct val="119900"/>
              </a:lnSpc>
            </a:pPr>
            <a:r>
              <a:rPr dirty="0" sz="3200" spc="-5">
                <a:latin typeface="Tahoma"/>
                <a:cs typeface="Tahoma"/>
              </a:rPr>
              <a:t>If results_ok, then commit </a:t>
            </a:r>
            <a:r>
              <a:rPr dirty="0" sz="3200">
                <a:latin typeface="Tahoma"/>
                <a:cs typeface="Tahoma"/>
              </a:rPr>
              <a:t>work  </a:t>
            </a:r>
            <a:r>
              <a:rPr dirty="0" sz="3200" spc="-5">
                <a:latin typeface="Tahoma"/>
                <a:cs typeface="Tahoma"/>
              </a:rPr>
              <a:t>else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abort_work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9095" y="2027938"/>
            <a:ext cx="333375" cy="2565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..</a:t>
            </a:r>
            <a:r>
              <a:rPr dirty="0" sz="200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1495" y="3513838"/>
            <a:ext cx="333375" cy="2565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..</a:t>
            </a:r>
            <a:r>
              <a:rPr dirty="0" sz="200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2595" y="4618738"/>
            <a:ext cx="333375" cy="25654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..</a:t>
            </a:r>
            <a:r>
              <a:rPr dirty="0" sz="200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487044"/>
            <a:ext cx="625919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Parallel </a:t>
            </a:r>
            <a:r>
              <a:rPr dirty="0" sz="4000" spc="-5"/>
              <a:t>Nested</a:t>
            </a:r>
            <a:r>
              <a:rPr dirty="0" sz="4000" spc="-25"/>
              <a:t> </a:t>
            </a:r>
            <a:r>
              <a:rPr dirty="0" sz="4000" spc="-40"/>
              <a:t>Transactions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39102" y="1412239"/>
            <a:ext cx="27139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939165" algn="l"/>
              </a:tabLst>
            </a:pPr>
            <a:r>
              <a:rPr dirty="0" sz="2800">
                <a:latin typeface="Tahoma"/>
                <a:cs typeface="Tahoma"/>
              </a:rPr>
              <a:t>T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:	</a:t>
            </a:r>
            <a:r>
              <a:rPr dirty="0" sz="2800" spc="-5">
                <a:latin typeface="Tahoma"/>
                <a:cs typeface="Tahoma"/>
              </a:rPr>
              <a:t>begin-work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6202" y="2052319"/>
            <a:ext cx="12750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Tahoma"/>
                <a:cs typeface="Tahoma"/>
              </a:rPr>
              <a:t>parallel: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0802" y="2479039"/>
            <a:ext cx="6623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T</a:t>
            </a:r>
            <a:r>
              <a:rPr dirty="0" baseline="-16975" sz="2700">
                <a:latin typeface="Tahoma"/>
                <a:cs typeface="Tahoma"/>
              </a:rPr>
              <a:t>11</a:t>
            </a:r>
            <a:r>
              <a:rPr dirty="0" sz="2800"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0802" y="3759200"/>
            <a:ext cx="6623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T</a:t>
            </a:r>
            <a:r>
              <a:rPr dirty="0" baseline="-16975" sz="2700">
                <a:latin typeface="Tahoma"/>
                <a:cs typeface="Tahoma"/>
              </a:rPr>
              <a:t>12</a:t>
            </a:r>
            <a:r>
              <a:rPr dirty="0" sz="2800"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0602" y="2264917"/>
            <a:ext cx="2136775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800" spc="-5">
                <a:latin typeface="Tahoma"/>
                <a:cs typeface="Tahoma"/>
              </a:rPr>
              <a:t>begin_work  </a:t>
            </a:r>
            <a:r>
              <a:rPr dirty="0" sz="2800" spc="-5">
                <a:latin typeface="Tahoma"/>
                <a:cs typeface="Tahoma"/>
              </a:rPr>
              <a:t>comm</a:t>
            </a:r>
            <a:r>
              <a:rPr dirty="0" sz="2800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t_</a:t>
            </a:r>
            <a:r>
              <a:rPr dirty="0" sz="2800">
                <a:latin typeface="Tahoma"/>
                <a:cs typeface="Tahoma"/>
              </a:rPr>
              <a:t>w</a:t>
            </a:r>
            <a:r>
              <a:rPr dirty="0" sz="2800" spc="-5">
                <a:latin typeface="Tahoma"/>
                <a:cs typeface="Tahoma"/>
              </a:rPr>
              <a:t>ork  </a:t>
            </a:r>
            <a:r>
              <a:rPr dirty="0" sz="2800" spc="-5">
                <a:latin typeface="Tahoma"/>
                <a:cs typeface="Tahoma"/>
              </a:rPr>
              <a:t>begin_work  </a:t>
            </a:r>
            <a:r>
              <a:rPr dirty="0" sz="2800" spc="-5">
                <a:latin typeface="Tahoma"/>
                <a:cs typeface="Tahoma"/>
              </a:rPr>
              <a:t>comm</a:t>
            </a:r>
            <a:r>
              <a:rPr dirty="0" sz="2800">
                <a:latin typeface="Tahoma"/>
                <a:cs typeface="Tahoma"/>
              </a:rPr>
              <a:t>i</a:t>
            </a:r>
            <a:r>
              <a:rPr dirty="0" sz="2800" spc="-5">
                <a:latin typeface="Tahoma"/>
                <a:cs typeface="Tahoma"/>
              </a:rPr>
              <a:t>t_</a:t>
            </a:r>
            <a:r>
              <a:rPr dirty="0" sz="2800">
                <a:latin typeface="Tahoma"/>
                <a:cs typeface="Tahoma"/>
              </a:rPr>
              <a:t>w</a:t>
            </a:r>
            <a:r>
              <a:rPr dirty="0" sz="2800" spc="-5">
                <a:latin typeface="Tahoma"/>
                <a:cs typeface="Tahoma"/>
              </a:rPr>
              <a:t>ork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6202" y="5039359"/>
            <a:ext cx="21367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commit_work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1573" y="1823091"/>
            <a:ext cx="419100" cy="2921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b="1"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6011" y="4817103"/>
            <a:ext cx="419100" cy="2921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b="1"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7723" y="2910528"/>
            <a:ext cx="419100" cy="2921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b="1"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6611" y="4185278"/>
            <a:ext cx="419100" cy="2921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b="1"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6798" y="2307729"/>
            <a:ext cx="2330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4444" y="2502039"/>
            <a:ext cx="152400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6071" y="3620274"/>
            <a:ext cx="5372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0912" sz="4200" spc="7">
                <a:latin typeface="Tahoma"/>
                <a:cs typeface="Tahoma"/>
              </a:rPr>
              <a:t>T</a:t>
            </a:r>
            <a:r>
              <a:rPr dirty="0" sz="1800" spc="5">
                <a:latin typeface="Tahoma"/>
                <a:cs typeface="Tahoma"/>
              </a:rPr>
              <a:t>11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51458" y="3598049"/>
            <a:ext cx="5372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0912" sz="4200" spc="7">
                <a:latin typeface="Tahoma"/>
                <a:cs typeface="Tahoma"/>
              </a:rPr>
              <a:t>T</a:t>
            </a:r>
            <a:r>
              <a:rPr dirty="0" sz="1800" spc="5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40452" y="1765300"/>
            <a:ext cx="3196971" cy="307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415915" y="2612072"/>
            <a:ext cx="2330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5623559" y="2806382"/>
            <a:ext cx="152400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09624"/>
            <a:ext cx="13830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3200" spc="-5"/>
              <a:t>Locking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40" y="1393189"/>
            <a:ext cx="4963795" cy="16852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559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Locking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3200" spc="-5">
                <a:latin typeface="Tahoma"/>
                <a:cs typeface="Tahoma"/>
              </a:rPr>
              <a:t>What </a:t>
            </a:r>
            <a:r>
              <a:rPr dirty="0" sz="3200" spc="-10">
                <a:latin typeface="Tahoma"/>
                <a:cs typeface="Tahoma"/>
              </a:rPr>
              <a:t>are </a:t>
            </a:r>
            <a:r>
              <a:rPr dirty="0" sz="3200">
                <a:latin typeface="Tahoma"/>
                <a:cs typeface="Tahoma"/>
              </a:rPr>
              <a:t>we </a:t>
            </a:r>
            <a:r>
              <a:rPr dirty="0" sz="3200" spc="-5">
                <a:latin typeface="Tahoma"/>
                <a:cs typeface="Tahoma"/>
              </a:rPr>
              <a:t>really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locking?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6008" y="35306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532891" y="914400"/>
                </a:moveTo>
                <a:lnTo>
                  <a:pt x="481521" y="912307"/>
                </a:lnTo>
                <a:lnTo>
                  <a:pt x="431530" y="906155"/>
                </a:lnTo>
                <a:lnTo>
                  <a:pt x="383143" y="896138"/>
                </a:lnTo>
                <a:lnTo>
                  <a:pt x="336584" y="882445"/>
                </a:lnTo>
                <a:lnTo>
                  <a:pt x="292078" y="865269"/>
                </a:lnTo>
                <a:lnTo>
                  <a:pt x="249850" y="844801"/>
                </a:lnTo>
                <a:lnTo>
                  <a:pt x="210123" y="821233"/>
                </a:lnTo>
                <a:lnTo>
                  <a:pt x="173123" y="794757"/>
                </a:lnTo>
                <a:lnTo>
                  <a:pt x="139075" y="765563"/>
                </a:lnTo>
                <a:lnTo>
                  <a:pt x="108204" y="733844"/>
                </a:lnTo>
                <a:lnTo>
                  <a:pt x="80826" y="699930"/>
                </a:lnTo>
                <a:lnTo>
                  <a:pt x="56988" y="663776"/>
                </a:lnTo>
                <a:lnTo>
                  <a:pt x="36998" y="625680"/>
                </a:lnTo>
                <a:lnTo>
                  <a:pt x="21080" y="585832"/>
                </a:lnTo>
                <a:lnTo>
                  <a:pt x="9458" y="544426"/>
                </a:lnTo>
                <a:lnTo>
                  <a:pt x="2357" y="501654"/>
                </a:lnTo>
                <a:lnTo>
                  <a:pt x="0" y="457708"/>
                </a:lnTo>
                <a:lnTo>
                  <a:pt x="2357" y="413592"/>
                </a:lnTo>
                <a:lnTo>
                  <a:pt x="9458" y="370671"/>
                </a:lnTo>
                <a:lnTo>
                  <a:pt x="21080" y="329134"/>
                </a:lnTo>
                <a:lnTo>
                  <a:pt x="36998" y="289174"/>
                </a:lnTo>
                <a:lnTo>
                  <a:pt x="56988" y="250980"/>
                </a:lnTo>
                <a:lnTo>
                  <a:pt x="80826" y="214745"/>
                </a:lnTo>
                <a:lnTo>
                  <a:pt x="108288" y="180658"/>
                </a:lnTo>
                <a:lnTo>
                  <a:pt x="139237" y="148836"/>
                </a:lnTo>
                <a:lnTo>
                  <a:pt x="173259" y="119642"/>
                </a:lnTo>
                <a:lnTo>
                  <a:pt x="210232" y="93166"/>
                </a:lnTo>
                <a:lnTo>
                  <a:pt x="249933" y="69598"/>
                </a:lnTo>
                <a:lnTo>
                  <a:pt x="292138" y="49130"/>
                </a:lnTo>
                <a:lnTo>
                  <a:pt x="336624" y="31954"/>
                </a:lnTo>
                <a:lnTo>
                  <a:pt x="383166" y="18261"/>
                </a:lnTo>
                <a:lnTo>
                  <a:pt x="431540" y="8244"/>
                </a:lnTo>
                <a:lnTo>
                  <a:pt x="481524" y="2092"/>
                </a:lnTo>
                <a:lnTo>
                  <a:pt x="532891" y="0"/>
                </a:lnTo>
                <a:lnTo>
                  <a:pt x="584262" y="2093"/>
                </a:lnTo>
                <a:lnTo>
                  <a:pt x="634254" y="8244"/>
                </a:lnTo>
                <a:lnTo>
                  <a:pt x="682643" y="18264"/>
                </a:lnTo>
                <a:lnTo>
                  <a:pt x="729205" y="31961"/>
                </a:lnTo>
                <a:lnTo>
                  <a:pt x="773718" y="49143"/>
                </a:lnTo>
                <a:lnTo>
                  <a:pt x="815956" y="69620"/>
                </a:lnTo>
                <a:lnTo>
                  <a:pt x="855695" y="93201"/>
                </a:lnTo>
                <a:lnTo>
                  <a:pt x="892713" y="119695"/>
                </a:lnTo>
                <a:lnTo>
                  <a:pt x="926783" y="148911"/>
                </a:lnTo>
                <a:lnTo>
                  <a:pt x="957682" y="180658"/>
                </a:lnTo>
                <a:lnTo>
                  <a:pt x="985094" y="214607"/>
                </a:lnTo>
                <a:lnTo>
                  <a:pt x="1008973" y="250802"/>
                </a:lnTo>
                <a:lnTo>
                  <a:pt x="1029012" y="288947"/>
                </a:lnTo>
                <a:lnTo>
                  <a:pt x="1044986" y="328851"/>
                </a:lnTo>
                <a:lnTo>
                  <a:pt x="1056674" y="370322"/>
                </a:lnTo>
                <a:lnTo>
                  <a:pt x="1063850" y="413169"/>
                </a:lnTo>
                <a:lnTo>
                  <a:pt x="1066291" y="457200"/>
                </a:lnTo>
                <a:lnTo>
                  <a:pt x="1063850" y="501230"/>
                </a:lnTo>
                <a:lnTo>
                  <a:pt x="1056674" y="544077"/>
                </a:lnTo>
                <a:lnTo>
                  <a:pt x="1044986" y="585548"/>
                </a:lnTo>
                <a:lnTo>
                  <a:pt x="1029012" y="625452"/>
                </a:lnTo>
                <a:lnTo>
                  <a:pt x="1008973" y="663597"/>
                </a:lnTo>
                <a:lnTo>
                  <a:pt x="985094" y="699792"/>
                </a:lnTo>
                <a:lnTo>
                  <a:pt x="957599" y="733844"/>
                </a:lnTo>
                <a:lnTo>
                  <a:pt x="926622" y="765639"/>
                </a:lnTo>
                <a:lnTo>
                  <a:pt x="892577" y="794810"/>
                </a:lnTo>
                <a:lnTo>
                  <a:pt x="855586" y="821269"/>
                </a:lnTo>
                <a:lnTo>
                  <a:pt x="815872" y="844823"/>
                </a:lnTo>
                <a:lnTo>
                  <a:pt x="773657" y="865282"/>
                </a:lnTo>
                <a:lnTo>
                  <a:pt x="729166" y="882452"/>
                </a:lnTo>
                <a:lnTo>
                  <a:pt x="682620" y="896140"/>
                </a:lnTo>
                <a:lnTo>
                  <a:pt x="634243" y="906156"/>
                </a:lnTo>
                <a:lnTo>
                  <a:pt x="584259" y="912307"/>
                </a:lnTo>
                <a:lnTo>
                  <a:pt x="532891" y="91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39284" y="3800855"/>
            <a:ext cx="458724" cy="1021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30737" y="3525837"/>
            <a:ext cx="1076325" cy="923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435292"/>
            <a:ext cx="18923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Example: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266951"/>
            <a:ext cx="3539490" cy="11925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3200" spc="-5">
                <a:latin typeface="Tahoma"/>
                <a:cs typeface="Tahoma"/>
              </a:rPr>
              <a:t>T</a:t>
            </a:r>
            <a:r>
              <a:rPr dirty="0" sz="2400" spc="-5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 algn="ctr" marL="913765">
              <a:lnSpc>
                <a:spcPct val="100000"/>
              </a:lnSpc>
              <a:spcBef>
                <a:spcPts val="755"/>
              </a:spcBef>
            </a:pPr>
            <a:r>
              <a:rPr dirty="0" sz="3200" spc="-20">
                <a:latin typeface="Tahoma"/>
                <a:cs typeface="Tahoma"/>
              </a:rPr>
              <a:t>Read </a:t>
            </a:r>
            <a:r>
              <a:rPr dirty="0" sz="3200" spc="-10">
                <a:latin typeface="Tahoma"/>
                <a:cs typeface="Tahoma"/>
              </a:rPr>
              <a:t>record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</a:t>
            </a:r>
            <a:r>
              <a:rPr dirty="0" sz="240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3115310"/>
            <a:ext cx="26250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0">
                <a:latin typeface="Tahoma"/>
                <a:cs typeface="Tahoma"/>
              </a:rPr>
              <a:t>Read </a:t>
            </a:r>
            <a:r>
              <a:rPr dirty="0" sz="3200" spc="-10">
                <a:latin typeface="Tahoma"/>
                <a:cs typeface="Tahoma"/>
              </a:rPr>
              <a:t>record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</a:t>
            </a:r>
            <a:r>
              <a:rPr dirty="0" sz="240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0940" y="3018917"/>
            <a:ext cx="1734185" cy="1195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dirty="0" sz="3200">
                <a:latin typeface="Tahoma"/>
                <a:cs typeface="Tahoma"/>
              </a:rPr>
              <a:t>do</a:t>
            </a:r>
            <a:r>
              <a:rPr dirty="0" sz="3200" spc="-8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record  </a:t>
            </a:r>
            <a:r>
              <a:rPr dirty="0" sz="3200" spc="-5">
                <a:latin typeface="Tahoma"/>
                <a:cs typeface="Tahoma"/>
              </a:rPr>
              <a:t>locking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4284979"/>
            <a:ext cx="29076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latin typeface="Tahoma"/>
                <a:cs typeface="Tahoma"/>
              </a:rPr>
              <a:t>Modify record</a:t>
            </a:r>
            <a:r>
              <a:rPr dirty="0" sz="3200" spc="-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r</a:t>
            </a:r>
            <a:r>
              <a:rPr dirty="0" sz="240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04396" y="2182177"/>
            <a:ext cx="690880" cy="1292860"/>
          </a:xfrm>
          <a:custGeom>
            <a:avLst/>
            <a:gdLst/>
            <a:ahLst/>
            <a:cxnLst/>
            <a:rect l="l" t="t" r="r" b="b"/>
            <a:pathLst>
              <a:path w="690879" h="1292860">
                <a:moveTo>
                  <a:pt x="4445" y="12865"/>
                </a:moveTo>
                <a:lnTo>
                  <a:pt x="0" y="4445"/>
                </a:lnTo>
                <a:lnTo>
                  <a:pt x="8407" y="0"/>
                </a:lnTo>
                <a:lnTo>
                  <a:pt x="12865" y="8407"/>
                </a:lnTo>
                <a:lnTo>
                  <a:pt x="4445" y="12865"/>
                </a:lnTo>
                <a:close/>
              </a:path>
              <a:path w="690879" h="1292860">
                <a:moveTo>
                  <a:pt x="13360" y="29705"/>
                </a:moveTo>
                <a:lnTo>
                  <a:pt x="8902" y="21285"/>
                </a:lnTo>
                <a:lnTo>
                  <a:pt x="17322" y="16827"/>
                </a:lnTo>
                <a:lnTo>
                  <a:pt x="21780" y="25247"/>
                </a:lnTo>
                <a:lnTo>
                  <a:pt x="13360" y="29705"/>
                </a:lnTo>
                <a:close/>
              </a:path>
              <a:path w="690879" h="1292860">
                <a:moveTo>
                  <a:pt x="22275" y="46545"/>
                </a:moveTo>
                <a:lnTo>
                  <a:pt x="17818" y="38125"/>
                </a:lnTo>
                <a:lnTo>
                  <a:pt x="26238" y="33667"/>
                </a:lnTo>
                <a:lnTo>
                  <a:pt x="30695" y="42087"/>
                </a:lnTo>
                <a:lnTo>
                  <a:pt x="22275" y="46545"/>
                </a:lnTo>
                <a:close/>
              </a:path>
              <a:path w="690879" h="1292860">
                <a:moveTo>
                  <a:pt x="31191" y="63373"/>
                </a:moveTo>
                <a:lnTo>
                  <a:pt x="26733" y="54952"/>
                </a:lnTo>
                <a:lnTo>
                  <a:pt x="35153" y="50507"/>
                </a:lnTo>
                <a:lnTo>
                  <a:pt x="39611" y="58915"/>
                </a:lnTo>
                <a:lnTo>
                  <a:pt x="31191" y="63373"/>
                </a:lnTo>
                <a:close/>
              </a:path>
              <a:path w="690879" h="1292860">
                <a:moveTo>
                  <a:pt x="40106" y="80213"/>
                </a:moveTo>
                <a:lnTo>
                  <a:pt x="35648" y="71793"/>
                </a:lnTo>
                <a:lnTo>
                  <a:pt x="44069" y="67335"/>
                </a:lnTo>
                <a:lnTo>
                  <a:pt x="48526" y="75755"/>
                </a:lnTo>
                <a:lnTo>
                  <a:pt x="40106" y="80213"/>
                </a:lnTo>
                <a:close/>
              </a:path>
              <a:path w="690879" h="1292860">
                <a:moveTo>
                  <a:pt x="49022" y="97053"/>
                </a:moveTo>
                <a:lnTo>
                  <a:pt x="44564" y="88633"/>
                </a:lnTo>
                <a:lnTo>
                  <a:pt x="52984" y="84175"/>
                </a:lnTo>
                <a:lnTo>
                  <a:pt x="57429" y="92595"/>
                </a:lnTo>
                <a:lnTo>
                  <a:pt x="49022" y="97053"/>
                </a:lnTo>
                <a:close/>
              </a:path>
              <a:path w="690879" h="1292860">
                <a:moveTo>
                  <a:pt x="57924" y="113880"/>
                </a:moveTo>
                <a:lnTo>
                  <a:pt x="53479" y="105473"/>
                </a:lnTo>
                <a:lnTo>
                  <a:pt x="61887" y="101015"/>
                </a:lnTo>
                <a:lnTo>
                  <a:pt x="66344" y="109423"/>
                </a:lnTo>
                <a:lnTo>
                  <a:pt x="57924" y="113880"/>
                </a:lnTo>
                <a:close/>
              </a:path>
              <a:path w="690879" h="1292860">
                <a:moveTo>
                  <a:pt x="66840" y="130721"/>
                </a:moveTo>
                <a:lnTo>
                  <a:pt x="62382" y="122301"/>
                </a:lnTo>
                <a:lnTo>
                  <a:pt x="70802" y="117843"/>
                </a:lnTo>
                <a:lnTo>
                  <a:pt x="75260" y="126263"/>
                </a:lnTo>
                <a:lnTo>
                  <a:pt x="66840" y="130721"/>
                </a:lnTo>
                <a:close/>
              </a:path>
              <a:path w="690879" h="1292860">
                <a:moveTo>
                  <a:pt x="75755" y="147561"/>
                </a:moveTo>
                <a:lnTo>
                  <a:pt x="71297" y="139141"/>
                </a:lnTo>
                <a:lnTo>
                  <a:pt x="79717" y="134683"/>
                </a:lnTo>
                <a:lnTo>
                  <a:pt x="84175" y="143103"/>
                </a:lnTo>
                <a:lnTo>
                  <a:pt x="75755" y="147561"/>
                </a:lnTo>
                <a:close/>
              </a:path>
              <a:path w="690879" h="1292860">
                <a:moveTo>
                  <a:pt x="84670" y="164388"/>
                </a:moveTo>
                <a:lnTo>
                  <a:pt x="80213" y="155981"/>
                </a:lnTo>
                <a:lnTo>
                  <a:pt x="88633" y="151523"/>
                </a:lnTo>
                <a:lnTo>
                  <a:pt x="93091" y="159943"/>
                </a:lnTo>
                <a:lnTo>
                  <a:pt x="84670" y="164388"/>
                </a:lnTo>
                <a:close/>
              </a:path>
              <a:path w="690879" h="1292860">
                <a:moveTo>
                  <a:pt x="93586" y="181229"/>
                </a:moveTo>
                <a:lnTo>
                  <a:pt x="89128" y="172808"/>
                </a:lnTo>
                <a:lnTo>
                  <a:pt x="97548" y="168351"/>
                </a:lnTo>
                <a:lnTo>
                  <a:pt x="102006" y="176771"/>
                </a:lnTo>
                <a:lnTo>
                  <a:pt x="93586" y="181229"/>
                </a:lnTo>
                <a:close/>
              </a:path>
              <a:path w="690879" h="1292860">
                <a:moveTo>
                  <a:pt x="102501" y="198069"/>
                </a:moveTo>
                <a:lnTo>
                  <a:pt x="98044" y="189649"/>
                </a:lnTo>
                <a:lnTo>
                  <a:pt x="106464" y="185191"/>
                </a:lnTo>
                <a:lnTo>
                  <a:pt x="110909" y="193611"/>
                </a:lnTo>
                <a:lnTo>
                  <a:pt x="102501" y="198069"/>
                </a:lnTo>
                <a:close/>
              </a:path>
              <a:path w="690879" h="1292860">
                <a:moveTo>
                  <a:pt x="111404" y="214896"/>
                </a:moveTo>
                <a:lnTo>
                  <a:pt x="106959" y="206489"/>
                </a:lnTo>
                <a:lnTo>
                  <a:pt x="115366" y="202031"/>
                </a:lnTo>
                <a:lnTo>
                  <a:pt x="119824" y="210451"/>
                </a:lnTo>
                <a:lnTo>
                  <a:pt x="111404" y="214896"/>
                </a:lnTo>
                <a:close/>
              </a:path>
              <a:path w="690879" h="1292860">
                <a:moveTo>
                  <a:pt x="120319" y="231736"/>
                </a:moveTo>
                <a:lnTo>
                  <a:pt x="115862" y="223316"/>
                </a:lnTo>
                <a:lnTo>
                  <a:pt x="124282" y="218859"/>
                </a:lnTo>
                <a:lnTo>
                  <a:pt x="128739" y="227279"/>
                </a:lnTo>
                <a:lnTo>
                  <a:pt x="120319" y="231736"/>
                </a:lnTo>
                <a:close/>
              </a:path>
              <a:path w="690879" h="1292860">
                <a:moveTo>
                  <a:pt x="129235" y="248577"/>
                </a:moveTo>
                <a:lnTo>
                  <a:pt x="124777" y="240157"/>
                </a:lnTo>
                <a:lnTo>
                  <a:pt x="133197" y="235699"/>
                </a:lnTo>
                <a:lnTo>
                  <a:pt x="137655" y="244119"/>
                </a:lnTo>
                <a:lnTo>
                  <a:pt x="129235" y="248577"/>
                </a:lnTo>
                <a:close/>
              </a:path>
              <a:path w="690879" h="1292860">
                <a:moveTo>
                  <a:pt x="138150" y="265417"/>
                </a:moveTo>
                <a:lnTo>
                  <a:pt x="133692" y="256997"/>
                </a:lnTo>
                <a:lnTo>
                  <a:pt x="142112" y="252539"/>
                </a:lnTo>
                <a:lnTo>
                  <a:pt x="146570" y="260959"/>
                </a:lnTo>
                <a:lnTo>
                  <a:pt x="138150" y="265417"/>
                </a:lnTo>
                <a:close/>
              </a:path>
              <a:path w="690879" h="1292860">
                <a:moveTo>
                  <a:pt x="147066" y="282244"/>
                </a:moveTo>
                <a:lnTo>
                  <a:pt x="142608" y="273824"/>
                </a:lnTo>
                <a:lnTo>
                  <a:pt x="151028" y="269367"/>
                </a:lnTo>
                <a:lnTo>
                  <a:pt x="155486" y="277787"/>
                </a:lnTo>
                <a:lnTo>
                  <a:pt x="147066" y="282244"/>
                </a:lnTo>
                <a:close/>
              </a:path>
              <a:path w="690879" h="1292860">
                <a:moveTo>
                  <a:pt x="155981" y="299085"/>
                </a:moveTo>
                <a:lnTo>
                  <a:pt x="151523" y="290664"/>
                </a:lnTo>
                <a:lnTo>
                  <a:pt x="159943" y="286207"/>
                </a:lnTo>
                <a:lnTo>
                  <a:pt x="164388" y="294627"/>
                </a:lnTo>
                <a:lnTo>
                  <a:pt x="155981" y="299085"/>
                </a:lnTo>
                <a:close/>
              </a:path>
              <a:path w="690879" h="1292860">
                <a:moveTo>
                  <a:pt x="164884" y="315925"/>
                </a:moveTo>
                <a:lnTo>
                  <a:pt x="160439" y="307505"/>
                </a:lnTo>
                <a:lnTo>
                  <a:pt x="168846" y="303047"/>
                </a:lnTo>
                <a:lnTo>
                  <a:pt x="173304" y="311467"/>
                </a:lnTo>
                <a:lnTo>
                  <a:pt x="164884" y="315925"/>
                </a:lnTo>
                <a:close/>
              </a:path>
              <a:path w="690879" h="1292860">
                <a:moveTo>
                  <a:pt x="173799" y="332752"/>
                </a:moveTo>
                <a:lnTo>
                  <a:pt x="169341" y="324332"/>
                </a:lnTo>
                <a:lnTo>
                  <a:pt x="177761" y="319874"/>
                </a:lnTo>
                <a:lnTo>
                  <a:pt x="182219" y="328295"/>
                </a:lnTo>
                <a:lnTo>
                  <a:pt x="173799" y="332752"/>
                </a:lnTo>
                <a:close/>
              </a:path>
              <a:path w="690879" h="1292860">
                <a:moveTo>
                  <a:pt x="182714" y="349592"/>
                </a:moveTo>
                <a:lnTo>
                  <a:pt x="178257" y="341172"/>
                </a:lnTo>
                <a:lnTo>
                  <a:pt x="186677" y="336715"/>
                </a:lnTo>
                <a:lnTo>
                  <a:pt x="191135" y="345135"/>
                </a:lnTo>
                <a:lnTo>
                  <a:pt x="182714" y="349592"/>
                </a:lnTo>
                <a:close/>
              </a:path>
              <a:path w="690879" h="1292860">
                <a:moveTo>
                  <a:pt x="191630" y="366433"/>
                </a:moveTo>
                <a:lnTo>
                  <a:pt x="187172" y="358013"/>
                </a:lnTo>
                <a:lnTo>
                  <a:pt x="195592" y="353555"/>
                </a:lnTo>
                <a:lnTo>
                  <a:pt x="200050" y="361975"/>
                </a:lnTo>
                <a:lnTo>
                  <a:pt x="191630" y="366433"/>
                </a:lnTo>
                <a:close/>
              </a:path>
              <a:path w="690879" h="1292860">
                <a:moveTo>
                  <a:pt x="200545" y="383260"/>
                </a:moveTo>
                <a:lnTo>
                  <a:pt x="196087" y="374840"/>
                </a:lnTo>
                <a:lnTo>
                  <a:pt x="204508" y="370395"/>
                </a:lnTo>
                <a:lnTo>
                  <a:pt x="208965" y="378802"/>
                </a:lnTo>
                <a:lnTo>
                  <a:pt x="200545" y="383260"/>
                </a:lnTo>
                <a:close/>
              </a:path>
              <a:path w="690879" h="1292860">
                <a:moveTo>
                  <a:pt x="209461" y="400100"/>
                </a:moveTo>
                <a:lnTo>
                  <a:pt x="205003" y="391680"/>
                </a:lnTo>
                <a:lnTo>
                  <a:pt x="213423" y="387223"/>
                </a:lnTo>
                <a:lnTo>
                  <a:pt x="217868" y="395643"/>
                </a:lnTo>
                <a:lnTo>
                  <a:pt x="209461" y="400100"/>
                </a:lnTo>
                <a:close/>
              </a:path>
              <a:path w="690879" h="1292860">
                <a:moveTo>
                  <a:pt x="218363" y="416941"/>
                </a:moveTo>
                <a:lnTo>
                  <a:pt x="213918" y="408520"/>
                </a:lnTo>
                <a:lnTo>
                  <a:pt x="222326" y="404063"/>
                </a:lnTo>
                <a:lnTo>
                  <a:pt x="226783" y="412483"/>
                </a:lnTo>
                <a:lnTo>
                  <a:pt x="218363" y="416941"/>
                </a:lnTo>
                <a:close/>
              </a:path>
              <a:path w="690879" h="1292860">
                <a:moveTo>
                  <a:pt x="227279" y="433768"/>
                </a:moveTo>
                <a:lnTo>
                  <a:pt x="222821" y="425361"/>
                </a:lnTo>
                <a:lnTo>
                  <a:pt x="231241" y="420903"/>
                </a:lnTo>
                <a:lnTo>
                  <a:pt x="235699" y="429310"/>
                </a:lnTo>
                <a:lnTo>
                  <a:pt x="227279" y="433768"/>
                </a:lnTo>
                <a:close/>
              </a:path>
              <a:path w="690879" h="1292860">
                <a:moveTo>
                  <a:pt x="236194" y="450608"/>
                </a:moveTo>
                <a:lnTo>
                  <a:pt x="231736" y="442188"/>
                </a:lnTo>
                <a:lnTo>
                  <a:pt x="240157" y="437730"/>
                </a:lnTo>
                <a:lnTo>
                  <a:pt x="244614" y="446151"/>
                </a:lnTo>
                <a:lnTo>
                  <a:pt x="236194" y="450608"/>
                </a:lnTo>
                <a:close/>
              </a:path>
              <a:path w="690879" h="1292860">
                <a:moveTo>
                  <a:pt x="245110" y="467448"/>
                </a:moveTo>
                <a:lnTo>
                  <a:pt x="240652" y="459028"/>
                </a:lnTo>
                <a:lnTo>
                  <a:pt x="249072" y="454571"/>
                </a:lnTo>
                <a:lnTo>
                  <a:pt x="253530" y="462991"/>
                </a:lnTo>
                <a:lnTo>
                  <a:pt x="245110" y="467448"/>
                </a:lnTo>
                <a:close/>
              </a:path>
              <a:path w="690879" h="1292860">
                <a:moveTo>
                  <a:pt x="254025" y="484276"/>
                </a:moveTo>
                <a:lnTo>
                  <a:pt x="249567" y="475869"/>
                </a:lnTo>
                <a:lnTo>
                  <a:pt x="257987" y="471411"/>
                </a:lnTo>
                <a:lnTo>
                  <a:pt x="262445" y="479818"/>
                </a:lnTo>
                <a:lnTo>
                  <a:pt x="254025" y="484276"/>
                </a:lnTo>
                <a:close/>
              </a:path>
              <a:path w="690879" h="1292860">
                <a:moveTo>
                  <a:pt x="262940" y="501116"/>
                </a:moveTo>
                <a:lnTo>
                  <a:pt x="258483" y="492696"/>
                </a:lnTo>
                <a:lnTo>
                  <a:pt x="266903" y="488238"/>
                </a:lnTo>
                <a:lnTo>
                  <a:pt x="271348" y="496658"/>
                </a:lnTo>
                <a:lnTo>
                  <a:pt x="262940" y="501116"/>
                </a:lnTo>
                <a:close/>
              </a:path>
              <a:path w="690879" h="1292860">
                <a:moveTo>
                  <a:pt x="271843" y="517956"/>
                </a:moveTo>
                <a:lnTo>
                  <a:pt x="267398" y="509536"/>
                </a:lnTo>
                <a:lnTo>
                  <a:pt x="275805" y="505079"/>
                </a:lnTo>
                <a:lnTo>
                  <a:pt x="280263" y="513499"/>
                </a:lnTo>
                <a:lnTo>
                  <a:pt x="271843" y="517956"/>
                </a:lnTo>
                <a:close/>
              </a:path>
              <a:path w="690879" h="1292860">
                <a:moveTo>
                  <a:pt x="280758" y="534784"/>
                </a:moveTo>
                <a:lnTo>
                  <a:pt x="276301" y="526376"/>
                </a:lnTo>
                <a:lnTo>
                  <a:pt x="284721" y="521919"/>
                </a:lnTo>
                <a:lnTo>
                  <a:pt x="289179" y="530339"/>
                </a:lnTo>
                <a:lnTo>
                  <a:pt x="280758" y="534784"/>
                </a:lnTo>
                <a:close/>
              </a:path>
              <a:path w="690879" h="1292860">
                <a:moveTo>
                  <a:pt x="289674" y="551624"/>
                </a:moveTo>
                <a:lnTo>
                  <a:pt x="285216" y="543204"/>
                </a:lnTo>
                <a:lnTo>
                  <a:pt x="293636" y="538746"/>
                </a:lnTo>
                <a:lnTo>
                  <a:pt x="298094" y="547166"/>
                </a:lnTo>
                <a:lnTo>
                  <a:pt x="289674" y="551624"/>
                </a:lnTo>
                <a:close/>
              </a:path>
              <a:path w="690879" h="1292860">
                <a:moveTo>
                  <a:pt x="298589" y="568464"/>
                </a:moveTo>
                <a:lnTo>
                  <a:pt x="294132" y="560044"/>
                </a:lnTo>
                <a:lnTo>
                  <a:pt x="302552" y="555586"/>
                </a:lnTo>
                <a:lnTo>
                  <a:pt x="307009" y="564007"/>
                </a:lnTo>
                <a:lnTo>
                  <a:pt x="298589" y="568464"/>
                </a:lnTo>
                <a:close/>
              </a:path>
              <a:path w="690879" h="1292860">
                <a:moveTo>
                  <a:pt x="307505" y="585292"/>
                </a:moveTo>
                <a:lnTo>
                  <a:pt x="303047" y="576884"/>
                </a:lnTo>
                <a:lnTo>
                  <a:pt x="311467" y="572427"/>
                </a:lnTo>
                <a:lnTo>
                  <a:pt x="315925" y="580847"/>
                </a:lnTo>
                <a:lnTo>
                  <a:pt x="307505" y="585292"/>
                </a:lnTo>
                <a:close/>
              </a:path>
              <a:path w="690879" h="1292860">
                <a:moveTo>
                  <a:pt x="316420" y="602132"/>
                </a:moveTo>
                <a:lnTo>
                  <a:pt x="311962" y="593712"/>
                </a:lnTo>
                <a:lnTo>
                  <a:pt x="320382" y="589254"/>
                </a:lnTo>
                <a:lnTo>
                  <a:pt x="324827" y="597674"/>
                </a:lnTo>
                <a:lnTo>
                  <a:pt x="316420" y="602132"/>
                </a:lnTo>
                <a:close/>
              </a:path>
              <a:path w="690879" h="1292860">
                <a:moveTo>
                  <a:pt x="325323" y="618972"/>
                </a:moveTo>
                <a:lnTo>
                  <a:pt x="320865" y="610552"/>
                </a:lnTo>
                <a:lnTo>
                  <a:pt x="329285" y="606094"/>
                </a:lnTo>
                <a:lnTo>
                  <a:pt x="333743" y="614514"/>
                </a:lnTo>
                <a:lnTo>
                  <a:pt x="325323" y="618972"/>
                </a:lnTo>
                <a:close/>
              </a:path>
              <a:path w="690879" h="1292860">
                <a:moveTo>
                  <a:pt x="334238" y="635812"/>
                </a:moveTo>
                <a:lnTo>
                  <a:pt x="329780" y="627392"/>
                </a:lnTo>
                <a:lnTo>
                  <a:pt x="338200" y="622935"/>
                </a:lnTo>
                <a:lnTo>
                  <a:pt x="342658" y="631355"/>
                </a:lnTo>
                <a:lnTo>
                  <a:pt x="334238" y="635812"/>
                </a:lnTo>
                <a:close/>
              </a:path>
              <a:path w="690879" h="1292860">
                <a:moveTo>
                  <a:pt x="343154" y="652640"/>
                </a:moveTo>
                <a:lnTo>
                  <a:pt x="338696" y="644220"/>
                </a:lnTo>
                <a:lnTo>
                  <a:pt x="347116" y="639762"/>
                </a:lnTo>
                <a:lnTo>
                  <a:pt x="351574" y="648182"/>
                </a:lnTo>
                <a:lnTo>
                  <a:pt x="343154" y="652640"/>
                </a:lnTo>
                <a:close/>
              </a:path>
              <a:path w="690879" h="1292860">
                <a:moveTo>
                  <a:pt x="352069" y="669480"/>
                </a:moveTo>
                <a:lnTo>
                  <a:pt x="347611" y="661060"/>
                </a:lnTo>
                <a:lnTo>
                  <a:pt x="356031" y="656602"/>
                </a:lnTo>
                <a:lnTo>
                  <a:pt x="360489" y="665022"/>
                </a:lnTo>
                <a:lnTo>
                  <a:pt x="352069" y="669480"/>
                </a:lnTo>
                <a:close/>
              </a:path>
              <a:path w="690879" h="1292860">
                <a:moveTo>
                  <a:pt x="360984" y="686320"/>
                </a:moveTo>
                <a:lnTo>
                  <a:pt x="356527" y="677900"/>
                </a:lnTo>
                <a:lnTo>
                  <a:pt x="364947" y="673442"/>
                </a:lnTo>
                <a:lnTo>
                  <a:pt x="369404" y="681863"/>
                </a:lnTo>
                <a:lnTo>
                  <a:pt x="360984" y="686320"/>
                </a:lnTo>
                <a:close/>
              </a:path>
              <a:path w="690879" h="1292860">
                <a:moveTo>
                  <a:pt x="369900" y="703148"/>
                </a:moveTo>
                <a:lnTo>
                  <a:pt x="365442" y="694728"/>
                </a:lnTo>
                <a:lnTo>
                  <a:pt x="373849" y="690270"/>
                </a:lnTo>
                <a:lnTo>
                  <a:pt x="378307" y="698690"/>
                </a:lnTo>
                <a:lnTo>
                  <a:pt x="369900" y="703148"/>
                </a:lnTo>
                <a:close/>
              </a:path>
              <a:path w="690879" h="1292860">
                <a:moveTo>
                  <a:pt x="378802" y="719988"/>
                </a:moveTo>
                <a:lnTo>
                  <a:pt x="374345" y="711568"/>
                </a:lnTo>
                <a:lnTo>
                  <a:pt x="382765" y="707110"/>
                </a:lnTo>
                <a:lnTo>
                  <a:pt x="387223" y="715530"/>
                </a:lnTo>
                <a:lnTo>
                  <a:pt x="378802" y="719988"/>
                </a:lnTo>
                <a:close/>
              </a:path>
              <a:path w="690879" h="1292860">
                <a:moveTo>
                  <a:pt x="387718" y="736828"/>
                </a:moveTo>
                <a:lnTo>
                  <a:pt x="383260" y="728408"/>
                </a:lnTo>
                <a:lnTo>
                  <a:pt x="391680" y="723950"/>
                </a:lnTo>
                <a:lnTo>
                  <a:pt x="396138" y="732370"/>
                </a:lnTo>
                <a:lnTo>
                  <a:pt x="387718" y="736828"/>
                </a:lnTo>
                <a:close/>
              </a:path>
              <a:path w="690879" h="1292860">
                <a:moveTo>
                  <a:pt x="396633" y="753656"/>
                </a:moveTo>
                <a:lnTo>
                  <a:pt x="392175" y="745236"/>
                </a:lnTo>
                <a:lnTo>
                  <a:pt x="400596" y="740791"/>
                </a:lnTo>
                <a:lnTo>
                  <a:pt x="405053" y="749198"/>
                </a:lnTo>
                <a:lnTo>
                  <a:pt x="396633" y="753656"/>
                </a:lnTo>
                <a:close/>
              </a:path>
              <a:path w="690879" h="1292860">
                <a:moveTo>
                  <a:pt x="405549" y="770496"/>
                </a:moveTo>
                <a:lnTo>
                  <a:pt x="401091" y="762076"/>
                </a:lnTo>
                <a:lnTo>
                  <a:pt x="409511" y="757618"/>
                </a:lnTo>
                <a:lnTo>
                  <a:pt x="413969" y="766038"/>
                </a:lnTo>
                <a:lnTo>
                  <a:pt x="405549" y="770496"/>
                </a:lnTo>
                <a:close/>
              </a:path>
              <a:path w="690879" h="1292860">
                <a:moveTo>
                  <a:pt x="414464" y="787336"/>
                </a:moveTo>
                <a:lnTo>
                  <a:pt x="410006" y="778916"/>
                </a:lnTo>
                <a:lnTo>
                  <a:pt x="418426" y="774458"/>
                </a:lnTo>
                <a:lnTo>
                  <a:pt x="422884" y="782878"/>
                </a:lnTo>
                <a:lnTo>
                  <a:pt x="414464" y="787336"/>
                </a:lnTo>
                <a:close/>
              </a:path>
              <a:path w="690879" h="1292860">
                <a:moveTo>
                  <a:pt x="423379" y="804164"/>
                </a:moveTo>
                <a:lnTo>
                  <a:pt x="418922" y="795743"/>
                </a:lnTo>
                <a:lnTo>
                  <a:pt x="427329" y="791298"/>
                </a:lnTo>
                <a:lnTo>
                  <a:pt x="431787" y="799706"/>
                </a:lnTo>
                <a:lnTo>
                  <a:pt x="423379" y="804164"/>
                </a:lnTo>
                <a:close/>
              </a:path>
              <a:path w="690879" h="1292860">
                <a:moveTo>
                  <a:pt x="432282" y="821004"/>
                </a:moveTo>
                <a:lnTo>
                  <a:pt x="427824" y="812584"/>
                </a:lnTo>
                <a:lnTo>
                  <a:pt x="436245" y="808126"/>
                </a:lnTo>
                <a:lnTo>
                  <a:pt x="440702" y="816546"/>
                </a:lnTo>
                <a:lnTo>
                  <a:pt x="432282" y="821004"/>
                </a:lnTo>
                <a:close/>
              </a:path>
              <a:path w="690879" h="1292860">
                <a:moveTo>
                  <a:pt x="441198" y="837844"/>
                </a:moveTo>
                <a:lnTo>
                  <a:pt x="436740" y="829424"/>
                </a:lnTo>
                <a:lnTo>
                  <a:pt x="445160" y="824966"/>
                </a:lnTo>
                <a:lnTo>
                  <a:pt x="449618" y="833386"/>
                </a:lnTo>
                <a:lnTo>
                  <a:pt x="441198" y="837844"/>
                </a:lnTo>
                <a:close/>
              </a:path>
              <a:path w="690879" h="1292860">
                <a:moveTo>
                  <a:pt x="450113" y="854671"/>
                </a:moveTo>
                <a:lnTo>
                  <a:pt x="445655" y="846264"/>
                </a:lnTo>
                <a:lnTo>
                  <a:pt x="454075" y="841806"/>
                </a:lnTo>
                <a:lnTo>
                  <a:pt x="458533" y="850214"/>
                </a:lnTo>
                <a:lnTo>
                  <a:pt x="450113" y="854671"/>
                </a:lnTo>
                <a:close/>
              </a:path>
              <a:path w="690879" h="1292860">
                <a:moveTo>
                  <a:pt x="459028" y="871512"/>
                </a:moveTo>
                <a:lnTo>
                  <a:pt x="454571" y="863092"/>
                </a:lnTo>
                <a:lnTo>
                  <a:pt x="462991" y="858634"/>
                </a:lnTo>
                <a:lnTo>
                  <a:pt x="467448" y="867054"/>
                </a:lnTo>
                <a:lnTo>
                  <a:pt x="459028" y="871512"/>
                </a:lnTo>
                <a:close/>
              </a:path>
              <a:path w="690879" h="1292860">
                <a:moveTo>
                  <a:pt x="467944" y="888352"/>
                </a:moveTo>
                <a:lnTo>
                  <a:pt x="463486" y="879932"/>
                </a:lnTo>
                <a:lnTo>
                  <a:pt x="471906" y="875474"/>
                </a:lnTo>
                <a:lnTo>
                  <a:pt x="476364" y="883894"/>
                </a:lnTo>
                <a:lnTo>
                  <a:pt x="467944" y="888352"/>
                </a:lnTo>
                <a:close/>
              </a:path>
              <a:path w="690879" h="1292860">
                <a:moveTo>
                  <a:pt x="476859" y="905179"/>
                </a:moveTo>
                <a:lnTo>
                  <a:pt x="472401" y="896772"/>
                </a:lnTo>
                <a:lnTo>
                  <a:pt x="480809" y="892314"/>
                </a:lnTo>
                <a:lnTo>
                  <a:pt x="485267" y="900734"/>
                </a:lnTo>
                <a:lnTo>
                  <a:pt x="476859" y="905179"/>
                </a:lnTo>
                <a:close/>
              </a:path>
              <a:path w="690879" h="1292860">
                <a:moveTo>
                  <a:pt x="485762" y="922020"/>
                </a:moveTo>
                <a:lnTo>
                  <a:pt x="481304" y="913599"/>
                </a:lnTo>
                <a:lnTo>
                  <a:pt x="489724" y="909142"/>
                </a:lnTo>
                <a:lnTo>
                  <a:pt x="494182" y="917562"/>
                </a:lnTo>
                <a:lnTo>
                  <a:pt x="485762" y="922020"/>
                </a:lnTo>
                <a:close/>
              </a:path>
              <a:path w="690879" h="1292860">
                <a:moveTo>
                  <a:pt x="494677" y="938860"/>
                </a:moveTo>
                <a:lnTo>
                  <a:pt x="490220" y="930440"/>
                </a:lnTo>
                <a:lnTo>
                  <a:pt x="498640" y="925982"/>
                </a:lnTo>
                <a:lnTo>
                  <a:pt x="503097" y="934402"/>
                </a:lnTo>
                <a:lnTo>
                  <a:pt x="494677" y="938860"/>
                </a:lnTo>
                <a:close/>
              </a:path>
              <a:path w="690879" h="1292860">
                <a:moveTo>
                  <a:pt x="503593" y="955687"/>
                </a:moveTo>
                <a:lnTo>
                  <a:pt x="499135" y="947280"/>
                </a:lnTo>
                <a:lnTo>
                  <a:pt x="507555" y="942822"/>
                </a:lnTo>
                <a:lnTo>
                  <a:pt x="512013" y="951242"/>
                </a:lnTo>
                <a:lnTo>
                  <a:pt x="503593" y="955687"/>
                </a:lnTo>
                <a:close/>
              </a:path>
              <a:path w="690879" h="1292860">
                <a:moveTo>
                  <a:pt x="512508" y="972527"/>
                </a:moveTo>
                <a:lnTo>
                  <a:pt x="508050" y="964107"/>
                </a:lnTo>
                <a:lnTo>
                  <a:pt x="516470" y="959650"/>
                </a:lnTo>
                <a:lnTo>
                  <a:pt x="520928" y="968070"/>
                </a:lnTo>
                <a:lnTo>
                  <a:pt x="512508" y="972527"/>
                </a:lnTo>
                <a:close/>
              </a:path>
              <a:path w="690879" h="1292860">
                <a:moveTo>
                  <a:pt x="521423" y="989368"/>
                </a:moveTo>
                <a:lnTo>
                  <a:pt x="516966" y="980948"/>
                </a:lnTo>
                <a:lnTo>
                  <a:pt x="525386" y="976490"/>
                </a:lnTo>
                <a:lnTo>
                  <a:pt x="529844" y="984910"/>
                </a:lnTo>
                <a:lnTo>
                  <a:pt x="521423" y="989368"/>
                </a:lnTo>
                <a:close/>
              </a:path>
              <a:path w="690879" h="1292860">
                <a:moveTo>
                  <a:pt x="530339" y="1006208"/>
                </a:moveTo>
                <a:lnTo>
                  <a:pt x="525881" y="997788"/>
                </a:lnTo>
                <a:lnTo>
                  <a:pt x="534288" y="993330"/>
                </a:lnTo>
                <a:lnTo>
                  <a:pt x="538746" y="1001750"/>
                </a:lnTo>
                <a:lnTo>
                  <a:pt x="530339" y="1006208"/>
                </a:lnTo>
                <a:close/>
              </a:path>
              <a:path w="690879" h="1292860">
                <a:moveTo>
                  <a:pt x="539242" y="1023035"/>
                </a:moveTo>
                <a:lnTo>
                  <a:pt x="534784" y="1014615"/>
                </a:lnTo>
                <a:lnTo>
                  <a:pt x="543204" y="1010158"/>
                </a:lnTo>
                <a:lnTo>
                  <a:pt x="547662" y="1018578"/>
                </a:lnTo>
                <a:lnTo>
                  <a:pt x="539242" y="1023035"/>
                </a:lnTo>
                <a:close/>
              </a:path>
              <a:path w="690879" h="1292860">
                <a:moveTo>
                  <a:pt x="548157" y="1039876"/>
                </a:moveTo>
                <a:lnTo>
                  <a:pt x="543699" y="1031455"/>
                </a:lnTo>
                <a:lnTo>
                  <a:pt x="552119" y="1026998"/>
                </a:lnTo>
                <a:lnTo>
                  <a:pt x="556577" y="1035418"/>
                </a:lnTo>
                <a:lnTo>
                  <a:pt x="548157" y="1039876"/>
                </a:lnTo>
                <a:close/>
              </a:path>
              <a:path w="690879" h="1292860">
                <a:moveTo>
                  <a:pt x="557072" y="1056716"/>
                </a:moveTo>
                <a:lnTo>
                  <a:pt x="552615" y="1048296"/>
                </a:lnTo>
                <a:lnTo>
                  <a:pt x="561035" y="1043838"/>
                </a:lnTo>
                <a:lnTo>
                  <a:pt x="565492" y="1052258"/>
                </a:lnTo>
                <a:lnTo>
                  <a:pt x="557072" y="1056716"/>
                </a:lnTo>
                <a:close/>
              </a:path>
              <a:path w="690879" h="1292860">
                <a:moveTo>
                  <a:pt x="565988" y="1073543"/>
                </a:moveTo>
                <a:lnTo>
                  <a:pt x="561530" y="1065123"/>
                </a:lnTo>
                <a:lnTo>
                  <a:pt x="569950" y="1060665"/>
                </a:lnTo>
                <a:lnTo>
                  <a:pt x="574408" y="1069086"/>
                </a:lnTo>
                <a:lnTo>
                  <a:pt x="565988" y="1073543"/>
                </a:lnTo>
                <a:close/>
              </a:path>
              <a:path w="690879" h="1292860">
                <a:moveTo>
                  <a:pt x="574903" y="1090383"/>
                </a:moveTo>
                <a:lnTo>
                  <a:pt x="570445" y="1081963"/>
                </a:lnTo>
                <a:lnTo>
                  <a:pt x="578866" y="1077506"/>
                </a:lnTo>
                <a:lnTo>
                  <a:pt x="583323" y="1085926"/>
                </a:lnTo>
                <a:lnTo>
                  <a:pt x="574903" y="1090383"/>
                </a:lnTo>
                <a:close/>
              </a:path>
              <a:path w="690879" h="1292860">
                <a:moveTo>
                  <a:pt x="583819" y="1107224"/>
                </a:moveTo>
                <a:lnTo>
                  <a:pt x="579361" y="1098804"/>
                </a:lnTo>
                <a:lnTo>
                  <a:pt x="587768" y="1094346"/>
                </a:lnTo>
                <a:lnTo>
                  <a:pt x="592226" y="1102766"/>
                </a:lnTo>
                <a:lnTo>
                  <a:pt x="583819" y="1107224"/>
                </a:lnTo>
                <a:close/>
              </a:path>
              <a:path w="690879" h="1292860">
                <a:moveTo>
                  <a:pt x="592721" y="1124051"/>
                </a:moveTo>
                <a:lnTo>
                  <a:pt x="588263" y="1115631"/>
                </a:lnTo>
                <a:lnTo>
                  <a:pt x="596684" y="1111186"/>
                </a:lnTo>
                <a:lnTo>
                  <a:pt x="601141" y="1119593"/>
                </a:lnTo>
                <a:lnTo>
                  <a:pt x="592721" y="1124051"/>
                </a:lnTo>
                <a:close/>
              </a:path>
              <a:path w="690879" h="1292860">
                <a:moveTo>
                  <a:pt x="601637" y="1140891"/>
                </a:moveTo>
                <a:lnTo>
                  <a:pt x="597179" y="1132471"/>
                </a:lnTo>
                <a:lnTo>
                  <a:pt x="605599" y="1128014"/>
                </a:lnTo>
                <a:lnTo>
                  <a:pt x="610057" y="1136434"/>
                </a:lnTo>
                <a:lnTo>
                  <a:pt x="601637" y="1140891"/>
                </a:lnTo>
                <a:close/>
              </a:path>
              <a:path w="690879" h="1292860">
                <a:moveTo>
                  <a:pt x="610552" y="1157732"/>
                </a:moveTo>
                <a:lnTo>
                  <a:pt x="606094" y="1149311"/>
                </a:lnTo>
                <a:lnTo>
                  <a:pt x="614514" y="1144854"/>
                </a:lnTo>
                <a:lnTo>
                  <a:pt x="618972" y="1153274"/>
                </a:lnTo>
                <a:lnTo>
                  <a:pt x="610552" y="1157732"/>
                </a:lnTo>
                <a:close/>
              </a:path>
              <a:path w="690879" h="1292860">
                <a:moveTo>
                  <a:pt x="619467" y="1174559"/>
                </a:moveTo>
                <a:lnTo>
                  <a:pt x="615010" y="1166139"/>
                </a:lnTo>
                <a:lnTo>
                  <a:pt x="623430" y="1161694"/>
                </a:lnTo>
                <a:lnTo>
                  <a:pt x="627888" y="1170101"/>
                </a:lnTo>
                <a:lnTo>
                  <a:pt x="619467" y="1174559"/>
                </a:lnTo>
                <a:close/>
              </a:path>
              <a:path w="690879" h="1292860">
                <a:moveTo>
                  <a:pt x="628383" y="1191399"/>
                </a:moveTo>
                <a:lnTo>
                  <a:pt x="623925" y="1182979"/>
                </a:lnTo>
                <a:lnTo>
                  <a:pt x="632345" y="1178521"/>
                </a:lnTo>
                <a:lnTo>
                  <a:pt x="636803" y="1186942"/>
                </a:lnTo>
                <a:lnTo>
                  <a:pt x="628383" y="1191399"/>
                </a:lnTo>
                <a:close/>
              </a:path>
              <a:path w="690879" h="1292860">
                <a:moveTo>
                  <a:pt x="637298" y="1208239"/>
                </a:moveTo>
                <a:lnTo>
                  <a:pt x="632841" y="1199819"/>
                </a:lnTo>
                <a:lnTo>
                  <a:pt x="641248" y="1195362"/>
                </a:lnTo>
                <a:lnTo>
                  <a:pt x="645706" y="1203782"/>
                </a:lnTo>
                <a:lnTo>
                  <a:pt x="637298" y="1208239"/>
                </a:lnTo>
                <a:close/>
              </a:path>
              <a:path w="690879" h="1292860">
                <a:moveTo>
                  <a:pt x="646201" y="1225067"/>
                </a:moveTo>
                <a:lnTo>
                  <a:pt x="641743" y="1216660"/>
                </a:lnTo>
                <a:lnTo>
                  <a:pt x="650163" y="1212202"/>
                </a:lnTo>
                <a:lnTo>
                  <a:pt x="654621" y="1220609"/>
                </a:lnTo>
                <a:lnTo>
                  <a:pt x="646201" y="1225067"/>
                </a:lnTo>
                <a:close/>
              </a:path>
              <a:path w="690879" h="1292860">
                <a:moveTo>
                  <a:pt x="655116" y="1241907"/>
                </a:moveTo>
                <a:lnTo>
                  <a:pt x="650659" y="1233487"/>
                </a:lnTo>
                <a:lnTo>
                  <a:pt x="659079" y="1229029"/>
                </a:lnTo>
                <a:lnTo>
                  <a:pt x="663536" y="1237449"/>
                </a:lnTo>
                <a:lnTo>
                  <a:pt x="655116" y="1241907"/>
                </a:lnTo>
                <a:close/>
              </a:path>
              <a:path w="690879" h="1292860">
                <a:moveTo>
                  <a:pt x="664032" y="1258747"/>
                </a:moveTo>
                <a:lnTo>
                  <a:pt x="659574" y="1250327"/>
                </a:lnTo>
                <a:lnTo>
                  <a:pt x="667994" y="1245870"/>
                </a:lnTo>
                <a:lnTo>
                  <a:pt x="672452" y="1254290"/>
                </a:lnTo>
                <a:lnTo>
                  <a:pt x="664032" y="1258747"/>
                </a:lnTo>
                <a:close/>
              </a:path>
              <a:path w="690879" h="1292860">
                <a:moveTo>
                  <a:pt x="672947" y="1275575"/>
                </a:moveTo>
                <a:lnTo>
                  <a:pt x="668489" y="1267167"/>
                </a:lnTo>
                <a:lnTo>
                  <a:pt x="676910" y="1262710"/>
                </a:lnTo>
                <a:lnTo>
                  <a:pt x="681367" y="1271130"/>
                </a:lnTo>
                <a:lnTo>
                  <a:pt x="672947" y="1275575"/>
                </a:lnTo>
                <a:close/>
              </a:path>
              <a:path w="690879" h="1292860">
                <a:moveTo>
                  <a:pt x="681863" y="1292415"/>
                </a:moveTo>
                <a:lnTo>
                  <a:pt x="677405" y="1283995"/>
                </a:lnTo>
                <a:lnTo>
                  <a:pt x="685825" y="1279537"/>
                </a:lnTo>
                <a:lnTo>
                  <a:pt x="690283" y="1287957"/>
                </a:lnTo>
                <a:lnTo>
                  <a:pt x="681863" y="1292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52326" y="3634371"/>
            <a:ext cx="766445" cy="1067435"/>
          </a:xfrm>
          <a:custGeom>
            <a:avLst/>
            <a:gdLst/>
            <a:ahLst/>
            <a:cxnLst/>
            <a:rect l="l" t="t" r="r" b="b"/>
            <a:pathLst>
              <a:path w="766445" h="1067435">
                <a:moveTo>
                  <a:pt x="7747" y="1067396"/>
                </a:moveTo>
                <a:lnTo>
                  <a:pt x="0" y="1061859"/>
                </a:lnTo>
                <a:lnTo>
                  <a:pt x="5537" y="1054112"/>
                </a:lnTo>
                <a:lnTo>
                  <a:pt x="13284" y="1059649"/>
                </a:lnTo>
                <a:lnTo>
                  <a:pt x="7747" y="1067396"/>
                </a:lnTo>
                <a:close/>
              </a:path>
              <a:path w="766445" h="1067435">
                <a:moveTo>
                  <a:pt x="18821" y="1051890"/>
                </a:moveTo>
                <a:lnTo>
                  <a:pt x="11074" y="1046352"/>
                </a:lnTo>
                <a:lnTo>
                  <a:pt x="16611" y="1038606"/>
                </a:lnTo>
                <a:lnTo>
                  <a:pt x="24358" y="1044143"/>
                </a:lnTo>
                <a:lnTo>
                  <a:pt x="18821" y="1051890"/>
                </a:lnTo>
                <a:close/>
              </a:path>
              <a:path w="766445" h="1067435">
                <a:moveTo>
                  <a:pt x="29895" y="1036396"/>
                </a:moveTo>
                <a:lnTo>
                  <a:pt x="22148" y="1030859"/>
                </a:lnTo>
                <a:lnTo>
                  <a:pt x="27673" y="1023099"/>
                </a:lnTo>
                <a:lnTo>
                  <a:pt x="35433" y="1028636"/>
                </a:lnTo>
                <a:lnTo>
                  <a:pt x="29895" y="1036396"/>
                </a:lnTo>
                <a:close/>
              </a:path>
              <a:path w="766445" h="1067435">
                <a:moveTo>
                  <a:pt x="40970" y="1020889"/>
                </a:moveTo>
                <a:lnTo>
                  <a:pt x="33210" y="1015352"/>
                </a:lnTo>
                <a:lnTo>
                  <a:pt x="38747" y="1007605"/>
                </a:lnTo>
                <a:lnTo>
                  <a:pt x="46507" y="1013142"/>
                </a:lnTo>
                <a:lnTo>
                  <a:pt x="40970" y="1020889"/>
                </a:lnTo>
                <a:close/>
              </a:path>
              <a:path w="766445" h="1067435">
                <a:moveTo>
                  <a:pt x="52044" y="1005395"/>
                </a:moveTo>
                <a:lnTo>
                  <a:pt x="44284" y="999858"/>
                </a:lnTo>
                <a:lnTo>
                  <a:pt x="49822" y="992098"/>
                </a:lnTo>
                <a:lnTo>
                  <a:pt x="57569" y="997635"/>
                </a:lnTo>
                <a:lnTo>
                  <a:pt x="52044" y="1005395"/>
                </a:lnTo>
                <a:close/>
              </a:path>
              <a:path w="766445" h="1067435">
                <a:moveTo>
                  <a:pt x="63106" y="989888"/>
                </a:moveTo>
                <a:lnTo>
                  <a:pt x="55359" y="984351"/>
                </a:lnTo>
                <a:lnTo>
                  <a:pt x="60896" y="976604"/>
                </a:lnTo>
                <a:lnTo>
                  <a:pt x="68643" y="982141"/>
                </a:lnTo>
                <a:lnTo>
                  <a:pt x="63106" y="989888"/>
                </a:lnTo>
                <a:close/>
              </a:path>
              <a:path w="766445" h="1067435">
                <a:moveTo>
                  <a:pt x="74180" y="974382"/>
                </a:moveTo>
                <a:lnTo>
                  <a:pt x="66433" y="968844"/>
                </a:lnTo>
                <a:lnTo>
                  <a:pt x="71970" y="961097"/>
                </a:lnTo>
                <a:lnTo>
                  <a:pt x="79717" y="966635"/>
                </a:lnTo>
                <a:lnTo>
                  <a:pt x="74180" y="974382"/>
                </a:lnTo>
                <a:close/>
              </a:path>
              <a:path w="766445" h="1067435">
                <a:moveTo>
                  <a:pt x="85255" y="958888"/>
                </a:moveTo>
                <a:lnTo>
                  <a:pt x="77508" y="953350"/>
                </a:lnTo>
                <a:lnTo>
                  <a:pt x="83045" y="945603"/>
                </a:lnTo>
                <a:lnTo>
                  <a:pt x="90792" y="951128"/>
                </a:lnTo>
                <a:lnTo>
                  <a:pt x="85255" y="958888"/>
                </a:lnTo>
                <a:close/>
              </a:path>
              <a:path w="766445" h="1067435">
                <a:moveTo>
                  <a:pt x="96329" y="943381"/>
                </a:moveTo>
                <a:lnTo>
                  <a:pt x="88582" y="937844"/>
                </a:lnTo>
                <a:lnTo>
                  <a:pt x="94119" y="930097"/>
                </a:lnTo>
                <a:lnTo>
                  <a:pt x="101866" y="935634"/>
                </a:lnTo>
                <a:lnTo>
                  <a:pt x="96329" y="943381"/>
                </a:lnTo>
                <a:close/>
              </a:path>
              <a:path w="766445" h="1067435">
                <a:moveTo>
                  <a:pt x="107403" y="927887"/>
                </a:moveTo>
                <a:lnTo>
                  <a:pt x="99656" y="922350"/>
                </a:lnTo>
                <a:lnTo>
                  <a:pt x="105181" y="914590"/>
                </a:lnTo>
                <a:lnTo>
                  <a:pt x="112941" y="920127"/>
                </a:lnTo>
                <a:lnTo>
                  <a:pt x="107403" y="927887"/>
                </a:lnTo>
                <a:close/>
              </a:path>
              <a:path w="766445" h="1067435">
                <a:moveTo>
                  <a:pt x="118478" y="912380"/>
                </a:moveTo>
                <a:lnTo>
                  <a:pt x="110718" y="906843"/>
                </a:lnTo>
                <a:lnTo>
                  <a:pt x="116255" y="899096"/>
                </a:lnTo>
                <a:lnTo>
                  <a:pt x="124015" y="904633"/>
                </a:lnTo>
                <a:lnTo>
                  <a:pt x="118478" y="912380"/>
                </a:lnTo>
                <a:close/>
              </a:path>
              <a:path w="766445" h="1067435">
                <a:moveTo>
                  <a:pt x="129552" y="896874"/>
                </a:moveTo>
                <a:lnTo>
                  <a:pt x="121793" y="891336"/>
                </a:lnTo>
                <a:lnTo>
                  <a:pt x="127330" y="883589"/>
                </a:lnTo>
                <a:lnTo>
                  <a:pt x="135077" y="889126"/>
                </a:lnTo>
                <a:lnTo>
                  <a:pt x="129552" y="896874"/>
                </a:lnTo>
                <a:close/>
              </a:path>
              <a:path w="766445" h="1067435">
                <a:moveTo>
                  <a:pt x="140614" y="881380"/>
                </a:moveTo>
                <a:lnTo>
                  <a:pt x="132867" y="875842"/>
                </a:lnTo>
                <a:lnTo>
                  <a:pt x="138404" y="868095"/>
                </a:lnTo>
                <a:lnTo>
                  <a:pt x="146151" y="873620"/>
                </a:lnTo>
                <a:lnTo>
                  <a:pt x="140614" y="881380"/>
                </a:lnTo>
                <a:close/>
              </a:path>
              <a:path w="766445" h="1067435">
                <a:moveTo>
                  <a:pt x="151688" y="865873"/>
                </a:moveTo>
                <a:lnTo>
                  <a:pt x="143941" y="860336"/>
                </a:lnTo>
                <a:lnTo>
                  <a:pt x="149478" y="852589"/>
                </a:lnTo>
                <a:lnTo>
                  <a:pt x="157225" y="858126"/>
                </a:lnTo>
                <a:lnTo>
                  <a:pt x="151688" y="865873"/>
                </a:lnTo>
                <a:close/>
              </a:path>
              <a:path w="766445" h="1067435">
                <a:moveTo>
                  <a:pt x="162763" y="850379"/>
                </a:moveTo>
                <a:lnTo>
                  <a:pt x="155016" y="844842"/>
                </a:lnTo>
                <a:lnTo>
                  <a:pt x="160553" y="837082"/>
                </a:lnTo>
                <a:lnTo>
                  <a:pt x="168300" y="842619"/>
                </a:lnTo>
                <a:lnTo>
                  <a:pt x="162763" y="850379"/>
                </a:lnTo>
                <a:close/>
              </a:path>
              <a:path w="766445" h="1067435">
                <a:moveTo>
                  <a:pt x="173837" y="834872"/>
                </a:moveTo>
                <a:lnTo>
                  <a:pt x="166090" y="829335"/>
                </a:lnTo>
                <a:lnTo>
                  <a:pt x="171627" y="821588"/>
                </a:lnTo>
                <a:lnTo>
                  <a:pt x="179374" y="827125"/>
                </a:lnTo>
                <a:lnTo>
                  <a:pt x="173837" y="834872"/>
                </a:lnTo>
                <a:close/>
              </a:path>
              <a:path w="766445" h="1067435">
                <a:moveTo>
                  <a:pt x="184912" y="819365"/>
                </a:moveTo>
                <a:lnTo>
                  <a:pt x="177164" y="813828"/>
                </a:lnTo>
                <a:lnTo>
                  <a:pt x="182689" y="806081"/>
                </a:lnTo>
                <a:lnTo>
                  <a:pt x="190449" y="811618"/>
                </a:lnTo>
                <a:lnTo>
                  <a:pt x="184912" y="819365"/>
                </a:lnTo>
                <a:close/>
              </a:path>
              <a:path w="766445" h="1067435">
                <a:moveTo>
                  <a:pt x="195986" y="803871"/>
                </a:moveTo>
                <a:lnTo>
                  <a:pt x="188226" y="798334"/>
                </a:lnTo>
                <a:lnTo>
                  <a:pt x="193763" y="790587"/>
                </a:lnTo>
                <a:lnTo>
                  <a:pt x="201523" y="796112"/>
                </a:lnTo>
                <a:lnTo>
                  <a:pt x="195986" y="803871"/>
                </a:lnTo>
                <a:close/>
              </a:path>
              <a:path w="766445" h="1067435">
                <a:moveTo>
                  <a:pt x="207060" y="788365"/>
                </a:moveTo>
                <a:lnTo>
                  <a:pt x="199301" y="782827"/>
                </a:lnTo>
                <a:lnTo>
                  <a:pt x="204838" y="775081"/>
                </a:lnTo>
                <a:lnTo>
                  <a:pt x="212585" y="780618"/>
                </a:lnTo>
                <a:lnTo>
                  <a:pt x="207060" y="788365"/>
                </a:lnTo>
                <a:close/>
              </a:path>
              <a:path w="766445" h="1067435">
                <a:moveTo>
                  <a:pt x="218122" y="772871"/>
                </a:moveTo>
                <a:lnTo>
                  <a:pt x="210375" y="767334"/>
                </a:lnTo>
                <a:lnTo>
                  <a:pt x="215912" y="759574"/>
                </a:lnTo>
                <a:lnTo>
                  <a:pt x="223659" y="765111"/>
                </a:lnTo>
                <a:lnTo>
                  <a:pt x="218122" y="772871"/>
                </a:lnTo>
                <a:close/>
              </a:path>
              <a:path w="766445" h="1067435">
                <a:moveTo>
                  <a:pt x="229196" y="757364"/>
                </a:moveTo>
                <a:lnTo>
                  <a:pt x="221449" y="751827"/>
                </a:lnTo>
                <a:lnTo>
                  <a:pt x="226987" y="744080"/>
                </a:lnTo>
                <a:lnTo>
                  <a:pt x="234734" y="749617"/>
                </a:lnTo>
                <a:lnTo>
                  <a:pt x="229196" y="757364"/>
                </a:lnTo>
                <a:close/>
              </a:path>
              <a:path w="766445" h="1067435">
                <a:moveTo>
                  <a:pt x="240271" y="741857"/>
                </a:moveTo>
                <a:lnTo>
                  <a:pt x="232524" y="736320"/>
                </a:lnTo>
                <a:lnTo>
                  <a:pt x="238061" y="728573"/>
                </a:lnTo>
                <a:lnTo>
                  <a:pt x="245808" y="734110"/>
                </a:lnTo>
                <a:lnTo>
                  <a:pt x="240271" y="741857"/>
                </a:lnTo>
                <a:close/>
              </a:path>
              <a:path w="766445" h="1067435">
                <a:moveTo>
                  <a:pt x="251345" y="726363"/>
                </a:moveTo>
                <a:lnTo>
                  <a:pt x="243598" y="720826"/>
                </a:lnTo>
                <a:lnTo>
                  <a:pt x="249135" y="713079"/>
                </a:lnTo>
                <a:lnTo>
                  <a:pt x="256882" y="718604"/>
                </a:lnTo>
                <a:lnTo>
                  <a:pt x="251345" y="726363"/>
                </a:lnTo>
                <a:close/>
              </a:path>
              <a:path w="766445" h="1067435">
                <a:moveTo>
                  <a:pt x="262420" y="710857"/>
                </a:moveTo>
                <a:lnTo>
                  <a:pt x="254673" y="705319"/>
                </a:lnTo>
                <a:lnTo>
                  <a:pt x="260197" y="697572"/>
                </a:lnTo>
                <a:lnTo>
                  <a:pt x="267957" y="703110"/>
                </a:lnTo>
                <a:lnTo>
                  <a:pt x="262420" y="710857"/>
                </a:lnTo>
                <a:close/>
              </a:path>
              <a:path w="766445" h="1067435">
                <a:moveTo>
                  <a:pt x="273494" y="695363"/>
                </a:moveTo>
                <a:lnTo>
                  <a:pt x="265734" y="689825"/>
                </a:lnTo>
                <a:lnTo>
                  <a:pt x="271272" y="682066"/>
                </a:lnTo>
                <a:lnTo>
                  <a:pt x="279031" y="687603"/>
                </a:lnTo>
                <a:lnTo>
                  <a:pt x="273494" y="695363"/>
                </a:lnTo>
                <a:close/>
              </a:path>
              <a:path w="766445" h="1067435">
                <a:moveTo>
                  <a:pt x="284568" y="679856"/>
                </a:moveTo>
                <a:lnTo>
                  <a:pt x="276809" y="674319"/>
                </a:lnTo>
                <a:lnTo>
                  <a:pt x="282346" y="666572"/>
                </a:lnTo>
                <a:lnTo>
                  <a:pt x="290093" y="672109"/>
                </a:lnTo>
                <a:lnTo>
                  <a:pt x="284568" y="679856"/>
                </a:lnTo>
                <a:close/>
              </a:path>
              <a:path w="766445" h="1067435">
                <a:moveTo>
                  <a:pt x="295630" y="664349"/>
                </a:moveTo>
                <a:lnTo>
                  <a:pt x="287883" y="658812"/>
                </a:lnTo>
                <a:lnTo>
                  <a:pt x="293420" y="651065"/>
                </a:lnTo>
                <a:lnTo>
                  <a:pt x="301167" y="656602"/>
                </a:lnTo>
                <a:lnTo>
                  <a:pt x="295630" y="664349"/>
                </a:lnTo>
                <a:close/>
              </a:path>
              <a:path w="766445" h="1067435">
                <a:moveTo>
                  <a:pt x="306705" y="648855"/>
                </a:moveTo>
                <a:lnTo>
                  <a:pt x="298958" y="643318"/>
                </a:lnTo>
                <a:lnTo>
                  <a:pt x="304495" y="635571"/>
                </a:lnTo>
                <a:lnTo>
                  <a:pt x="312242" y="641096"/>
                </a:lnTo>
                <a:lnTo>
                  <a:pt x="306705" y="648855"/>
                </a:lnTo>
                <a:close/>
              </a:path>
              <a:path w="766445" h="1067435">
                <a:moveTo>
                  <a:pt x="317779" y="633349"/>
                </a:moveTo>
                <a:lnTo>
                  <a:pt x="310032" y="627811"/>
                </a:lnTo>
                <a:lnTo>
                  <a:pt x="315569" y="620064"/>
                </a:lnTo>
                <a:lnTo>
                  <a:pt x="323316" y="625601"/>
                </a:lnTo>
                <a:lnTo>
                  <a:pt x="317779" y="633349"/>
                </a:lnTo>
                <a:close/>
              </a:path>
              <a:path w="766445" h="1067435">
                <a:moveTo>
                  <a:pt x="328853" y="617855"/>
                </a:moveTo>
                <a:lnTo>
                  <a:pt x="321106" y="612317"/>
                </a:lnTo>
                <a:lnTo>
                  <a:pt x="326644" y="604558"/>
                </a:lnTo>
                <a:lnTo>
                  <a:pt x="334390" y="610095"/>
                </a:lnTo>
                <a:lnTo>
                  <a:pt x="328853" y="617855"/>
                </a:lnTo>
                <a:close/>
              </a:path>
              <a:path w="766445" h="1067435">
                <a:moveTo>
                  <a:pt x="339928" y="602348"/>
                </a:moveTo>
                <a:lnTo>
                  <a:pt x="332181" y="596811"/>
                </a:lnTo>
                <a:lnTo>
                  <a:pt x="337705" y="589064"/>
                </a:lnTo>
                <a:lnTo>
                  <a:pt x="345465" y="594601"/>
                </a:lnTo>
                <a:lnTo>
                  <a:pt x="339928" y="602348"/>
                </a:lnTo>
                <a:close/>
              </a:path>
              <a:path w="766445" h="1067435">
                <a:moveTo>
                  <a:pt x="351002" y="586841"/>
                </a:moveTo>
                <a:lnTo>
                  <a:pt x="343242" y="581304"/>
                </a:lnTo>
                <a:lnTo>
                  <a:pt x="348780" y="573557"/>
                </a:lnTo>
                <a:lnTo>
                  <a:pt x="356539" y="579094"/>
                </a:lnTo>
                <a:lnTo>
                  <a:pt x="351002" y="586841"/>
                </a:lnTo>
                <a:close/>
              </a:path>
              <a:path w="766445" h="1067435">
                <a:moveTo>
                  <a:pt x="362076" y="571347"/>
                </a:moveTo>
                <a:lnTo>
                  <a:pt x="354317" y="565810"/>
                </a:lnTo>
                <a:lnTo>
                  <a:pt x="359854" y="558050"/>
                </a:lnTo>
                <a:lnTo>
                  <a:pt x="367601" y="563587"/>
                </a:lnTo>
                <a:lnTo>
                  <a:pt x="362076" y="571347"/>
                </a:lnTo>
                <a:close/>
              </a:path>
              <a:path w="766445" h="1067435">
                <a:moveTo>
                  <a:pt x="373138" y="555840"/>
                </a:moveTo>
                <a:lnTo>
                  <a:pt x="365391" y="550303"/>
                </a:lnTo>
                <a:lnTo>
                  <a:pt x="370928" y="542556"/>
                </a:lnTo>
                <a:lnTo>
                  <a:pt x="378675" y="548093"/>
                </a:lnTo>
                <a:lnTo>
                  <a:pt x="373138" y="555840"/>
                </a:lnTo>
                <a:close/>
              </a:path>
              <a:path w="766445" h="1067435">
                <a:moveTo>
                  <a:pt x="384213" y="540346"/>
                </a:moveTo>
                <a:lnTo>
                  <a:pt x="376466" y="534809"/>
                </a:lnTo>
                <a:lnTo>
                  <a:pt x="382003" y="527050"/>
                </a:lnTo>
                <a:lnTo>
                  <a:pt x="389750" y="532587"/>
                </a:lnTo>
                <a:lnTo>
                  <a:pt x="384213" y="540346"/>
                </a:lnTo>
                <a:close/>
              </a:path>
              <a:path w="766445" h="1067435">
                <a:moveTo>
                  <a:pt x="395287" y="524840"/>
                </a:moveTo>
                <a:lnTo>
                  <a:pt x="387540" y="519302"/>
                </a:lnTo>
                <a:lnTo>
                  <a:pt x="393077" y="511556"/>
                </a:lnTo>
                <a:lnTo>
                  <a:pt x="400824" y="517093"/>
                </a:lnTo>
                <a:lnTo>
                  <a:pt x="395287" y="524840"/>
                </a:lnTo>
                <a:close/>
              </a:path>
              <a:path w="766445" h="1067435">
                <a:moveTo>
                  <a:pt x="406361" y="509333"/>
                </a:moveTo>
                <a:lnTo>
                  <a:pt x="398614" y="503796"/>
                </a:lnTo>
                <a:lnTo>
                  <a:pt x="404152" y="496049"/>
                </a:lnTo>
                <a:lnTo>
                  <a:pt x="411899" y="501586"/>
                </a:lnTo>
                <a:lnTo>
                  <a:pt x="406361" y="509333"/>
                </a:lnTo>
                <a:close/>
              </a:path>
              <a:path w="766445" h="1067435">
                <a:moveTo>
                  <a:pt x="417436" y="493839"/>
                </a:moveTo>
                <a:lnTo>
                  <a:pt x="409689" y="488302"/>
                </a:lnTo>
                <a:lnTo>
                  <a:pt x="415213" y="480542"/>
                </a:lnTo>
                <a:lnTo>
                  <a:pt x="422973" y="486079"/>
                </a:lnTo>
                <a:lnTo>
                  <a:pt x="417436" y="493839"/>
                </a:lnTo>
                <a:close/>
              </a:path>
              <a:path w="766445" h="1067435">
                <a:moveTo>
                  <a:pt x="428510" y="478332"/>
                </a:moveTo>
                <a:lnTo>
                  <a:pt x="420750" y="472795"/>
                </a:lnTo>
                <a:lnTo>
                  <a:pt x="426288" y="465048"/>
                </a:lnTo>
                <a:lnTo>
                  <a:pt x="434047" y="470585"/>
                </a:lnTo>
                <a:lnTo>
                  <a:pt x="428510" y="478332"/>
                </a:lnTo>
                <a:close/>
              </a:path>
              <a:path w="766445" h="1067435">
                <a:moveTo>
                  <a:pt x="439585" y="462838"/>
                </a:moveTo>
                <a:lnTo>
                  <a:pt x="431825" y="457301"/>
                </a:lnTo>
                <a:lnTo>
                  <a:pt x="437362" y="449541"/>
                </a:lnTo>
                <a:lnTo>
                  <a:pt x="445109" y="455079"/>
                </a:lnTo>
                <a:lnTo>
                  <a:pt x="439585" y="462838"/>
                </a:lnTo>
                <a:close/>
              </a:path>
              <a:path w="766445" h="1067435">
                <a:moveTo>
                  <a:pt x="450646" y="447332"/>
                </a:moveTo>
                <a:lnTo>
                  <a:pt x="442899" y="441794"/>
                </a:lnTo>
                <a:lnTo>
                  <a:pt x="448437" y="434047"/>
                </a:lnTo>
                <a:lnTo>
                  <a:pt x="456184" y="439585"/>
                </a:lnTo>
                <a:lnTo>
                  <a:pt x="450646" y="447332"/>
                </a:lnTo>
                <a:close/>
              </a:path>
              <a:path w="766445" h="1067435">
                <a:moveTo>
                  <a:pt x="461721" y="431825"/>
                </a:moveTo>
                <a:lnTo>
                  <a:pt x="453974" y="426288"/>
                </a:lnTo>
                <a:lnTo>
                  <a:pt x="459511" y="418541"/>
                </a:lnTo>
                <a:lnTo>
                  <a:pt x="467258" y="424078"/>
                </a:lnTo>
                <a:lnTo>
                  <a:pt x="461721" y="431825"/>
                </a:lnTo>
                <a:close/>
              </a:path>
              <a:path w="766445" h="1067435">
                <a:moveTo>
                  <a:pt x="472795" y="416331"/>
                </a:moveTo>
                <a:lnTo>
                  <a:pt x="465048" y="410794"/>
                </a:lnTo>
                <a:lnTo>
                  <a:pt x="470585" y="403034"/>
                </a:lnTo>
                <a:lnTo>
                  <a:pt x="478332" y="408571"/>
                </a:lnTo>
                <a:lnTo>
                  <a:pt x="472795" y="416331"/>
                </a:lnTo>
                <a:close/>
              </a:path>
              <a:path w="766445" h="1067435">
                <a:moveTo>
                  <a:pt x="483870" y="400824"/>
                </a:moveTo>
                <a:lnTo>
                  <a:pt x="476123" y="395287"/>
                </a:lnTo>
                <a:lnTo>
                  <a:pt x="481660" y="387540"/>
                </a:lnTo>
                <a:lnTo>
                  <a:pt x="489407" y="393077"/>
                </a:lnTo>
                <a:lnTo>
                  <a:pt x="483870" y="400824"/>
                </a:lnTo>
                <a:close/>
              </a:path>
              <a:path w="766445" h="1067435">
                <a:moveTo>
                  <a:pt x="494944" y="385330"/>
                </a:moveTo>
                <a:lnTo>
                  <a:pt x="487197" y="379793"/>
                </a:lnTo>
                <a:lnTo>
                  <a:pt x="492721" y="372033"/>
                </a:lnTo>
                <a:lnTo>
                  <a:pt x="500481" y="377571"/>
                </a:lnTo>
                <a:lnTo>
                  <a:pt x="494944" y="385330"/>
                </a:lnTo>
                <a:close/>
              </a:path>
              <a:path w="766445" h="1067435">
                <a:moveTo>
                  <a:pt x="506018" y="369824"/>
                </a:moveTo>
                <a:lnTo>
                  <a:pt x="498259" y="364286"/>
                </a:lnTo>
                <a:lnTo>
                  <a:pt x="503796" y="356539"/>
                </a:lnTo>
                <a:lnTo>
                  <a:pt x="511556" y="362076"/>
                </a:lnTo>
                <a:lnTo>
                  <a:pt x="506018" y="369824"/>
                </a:lnTo>
                <a:close/>
              </a:path>
              <a:path w="766445" h="1067435">
                <a:moveTo>
                  <a:pt x="517093" y="354317"/>
                </a:moveTo>
                <a:lnTo>
                  <a:pt x="509333" y="348780"/>
                </a:lnTo>
                <a:lnTo>
                  <a:pt x="514870" y="341033"/>
                </a:lnTo>
                <a:lnTo>
                  <a:pt x="522617" y="346570"/>
                </a:lnTo>
                <a:lnTo>
                  <a:pt x="517093" y="354317"/>
                </a:lnTo>
                <a:close/>
              </a:path>
              <a:path w="766445" h="1067435">
                <a:moveTo>
                  <a:pt x="528154" y="338823"/>
                </a:moveTo>
                <a:lnTo>
                  <a:pt x="520407" y="333286"/>
                </a:lnTo>
                <a:lnTo>
                  <a:pt x="525945" y="325526"/>
                </a:lnTo>
                <a:lnTo>
                  <a:pt x="533692" y="331063"/>
                </a:lnTo>
                <a:lnTo>
                  <a:pt x="528154" y="338823"/>
                </a:lnTo>
                <a:close/>
              </a:path>
              <a:path w="766445" h="1067435">
                <a:moveTo>
                  <a:pt x="539229" y="323316"/>
                </a:moveTo>
                <a:lnTo>
                  <a:pt x="531482" y="317779"/>
                </a:lnTo>
                <a:lnTo>
                  <a:pt x="537019" y="310032"/>
                </a:lnTo>
                <a:lnTo>
                  <a:pt x="544766" y="315569"/>
                </a:lnTo>
                <a:lnTo>
                  <a:pt x="539229" y="323316"/>
                </a:lnTo>
                <a:close/>
              </a:path>
              <a:path w="766445" h="1067435">
                <a:moveTo>
                  <a:pt x="550303" y="307822"/>
                </a:moveTo>
                <a:lnTo>
                  <a:pt x="542556" y="302285"/>
                </a:lnTo>
                <a:lnTo>
                  <a:pt x="548093" y="294525"/>
                </a:lnTo>
                <a:lnTo>
                  <a:pt x="555840" y="300062"/>
                </a:lnTo>
                <a:lnTo>
                  <a:pt x="550303" y="307822"/>
                </a:lnTo>
                <a:close/>
              </a:path>
              <a:path w="766445" h="1067435">
                <a:moveTo>
                  <a:pt x="561378" y="292315"/>
                </a:moveTo>
                <a:lnTo>
                  <a:pt x="553631" y="286778"/>
                </a:lnTo>
                <a:lnTo>
                  <a:pt x="559168" y="279031"/>
                </a:lnTo>
                <a:lnTo>
                  <a:pt x="566915" y="284568"/>
                </a:lnTo>
                <a:lnTo>
                  <a:pt x="561378" y="292315"/>
                </a:lnTo>
                <a:close/>
              </a:path>
              <a:path w="766445" h="1067435">
                <a:moveTo>
                  <a:pt x="572452" y="276809"/>
                </a:moveTo>
                <a:lnTo>
                  <a:pt x="564705" y="271272"/>
                </a:lnTo>
                <a:lnTo>
                  <a:pt x="570230" y="263525"/>
                </a:lnTo>
                <a:lnTo>
                  <a:pt x="577989" y="269062"/>
                </a:lnTo>
                <a:lnTo>
                  <a:pt x="572452" y="276809"/>
                </a:lnTo>
                <a:close/>
              </a:path>
              <a:path w="766445" h="1067435">
                <a:moveTo>
                  <a:pt x="583526" y="261315"/>
                </a:moveTo>
                <a:lnTo>
                  <a:pt x="575767" y="255777"/>
                </a:lnTo>
                <a:lnTo>
                  <a:pt x="581304" y="248031"/>
                </a:lnTo>
                <a:lnTo>
                  <a:pt x="589064" y="253555"/>
                </a:lnTo>
                <a:lnTo>
                  <a:pt x="583526" y="261315"/>
                </a:lnTo>
                <a:close/>
              </a:path>
              <a:path w="766445" h="1067435">
                <a:moveTo>
                  <a:pt x="594601" y="245808"/>
                </a:moveTo>
                <a:lnTo>
                  <a:pt x="586841" y="240271"/>
                </a:lnTo>
                <a:lnTo>
                  <a:pt x="592378" y="232524"/>
                </a:lnTo>
                <a:lnTo>
                  <a:pt x="600125" y="238061"/>
                </a:lnTo>
                <a:lnTo>
                  <a:pt x="594601" y="245808"/>
                </a:lnTo>
                <a:close/>
              </a:path>
              <a:path w="766445" h="1067435">
                <a:moveTo>
                  <a:pt x="605663" y="230314"/>
                </a:moveTo>
                <a:lnTo>
                  <a:pt x="597915" y="224777"/>
                </a:lnTo>
                <a:lnTo>
                  <a:pt x="603453" y="217017"/>
                </a:lnTo>
                <a:lnTo>
                  <a:pt x="611200" y="222554"/>
                </a:lnTo>
                <a:lnTo>
                  <a:pt x="605663" y="230314"/>
                </a:lnTo>
                <a:close/>
              </a:path>
              <a:path w="766445" h="1067435">
                <a:moveTo>
                  <a:pt x="616737" y="214807"/>
                </a:moveTo>
                <a:lnTo>
                  <a:pt x="608990" y="209270"/>
                </a:lnTo>
                <a:lnTo>
                  <a:pt x="614527" y="201523"/>
                </a:lnTo>
                <a:lnTo>
                  <a:pt x="622274" y="207060"/>
                </a:lnTo>
                <a:lnTo>
                  <a:pt x="616737" y="214807"/>
                </a:lnTo>
                <a:close/>
              </a:path>
              <a:path w="766445" h="1067435">
                <a:moveTo>
                  <a:pt x="627811" y="199301"/>
                </a:moveTo>
                <a:lnTo>
                  <a:pt x="620064" y="193763"/>
                </a:lnTo>
                <a:lnTo>
                  <a:pt x="625601" y="186016"/>
                </a:lnTo>
                <a:lnTo>
                  <a:pt x="633349" y="191554"/>
                </a:lnTo>
                <a:lnTo>
                  <a:pt x="627811" y="199301"/>
                </a:lnTo>
                <a:close/>
              </a:path>
              <a:path w="766445" h="1067435">
                <a:moveTo>
                  <a:pt x="638886" y="183807"/>
                </a:moveTo>
                <a:lnTo>
                  <a:pt x="631139" y="178269"/>
                </a:lnTo>
                <a:lnTo>
                  <a:pt x="636676" y="170522"/>
                </a:lnTo>
                <a:lnTo>
                  <a:pt x="644423" y="176047"/>
                </a:lnTo>
                <a:lnTo>
                  <a:pt x="638886" y="183807"/>
                </a:lnTo>
                <a:close/>
              </a:path>
              <a:path w="766445" h="1067435">
                <a:moveTo>
                  <a:pt x="649960" y="168300"/>
                </a:moveTo>
                <a:lnTo>
                  <a:pt x="642213" y="162763"/>
                </a:lnTo>
                <a:lnTo>
                  <a:pt x="647738" y="155016"/>
                </a:lnTo>
                <a:lnTo>
                  <a:pt x="655497" y="160553"/>
                </a:lnTo>
                <a:lnTo>
                  <a:pt x="649960" y="168300"/>
                </a:lnTo>
                <a:close/>
              </a:path>
              <a:path w="766445" h="1067435">
                <a:moveTo>
                  <a:pt x="661035" y="152806"/>
                </a:moveTo>
                <a:lnTo>
                  <a:pt x="653275" y="147269"/>
                </a:lnTo>
                <a:lnTo>
                  <a:pt x="658812" y="139509"/>
                </a:lnTo>
                <a:lnTo>
                  <a:pt x="666572" y="145046"/>
                </a:lnTo>
                <a:lnTo>
                  <a:pt x="661035" y="152806"/>
                </a:lnTo>
                <a:close/>
              </a:path>
              <a:path w="766445" h="1067435">
                <a:moveTo>
                  <a:pt x="672109" y="137299"/>
                </a:moveTo>
                <a:lnTo>
                  <a:pt x="664349" y="131762"/>
                </a:lnTo>
                <a:lnTo>
                  <a:pt x="669886" y="124015"/>
                </a:lnTo>
                <a:lnTo>
                  <a:pt x="677633" y="129552"/>
                </a:lnTo>
                <a:lnTo>
                  <a:pt x="672109" y="137299"/>
                </a:lnTo>
                <a:close/>
              </a:path>
              <a:path w="766445" h="1067435">
                <a:moveTo>
                  <a:pt x="683171" y="121793"/>
                </a:moveTo>
                <a:lnTo>
                  <a:pt x="675424" y="116255"/>
                </a:lnTo>
                <a:lnTo>
                  <a:pt x="680961" y="108508"/>
                </a:lnTo>
                <a:lnTo>
                  <a:pt x="688708" y="114046"/>
                </a:lnTo>
                <a:lnTo>
                  <a:pt x="683171" y="121793"/>
                </a:lnTo>
                <a:close/>
              </a:path>
              <a:path w="766445" h="1067435">
                <a:moveTo>
                  <a:pt x="694245" y="106299"/>
                </a:moveTo>
                <a:lnTo>
                  <a:pt x="686498" y="100761"/>
                </a:lnTo>
                <a:lnTo>
                  <a:pt x="692035" y="93014"/>
                </a:lnTo>
                <a:lnTo>
                  <a:pt x="699782" y="98539"/>
                </a:lnTo>
                <a:lnTo>
                  <a:pt x="694245" y="106299"/>
                </a:lnTo>
                <a:close/>
              </a:path>
              <a:path w="766445" h="1067435">
                <a:moveTo>
                  <a:pt x="705319" y="90792"/>
                </a:moveTo>
                <a:lnTo>
                  <a:pt x="697572" y="85255"/>
                </a:lnTo>
                <a:lnTo>
                  <a:pt x="703110" y="77508"/>
                </a:lnTo>
                <a:lnTo>
                  <a:pt x="710857" y="83045"/>
                </a:lnTo>
                <a:lnTo>
                  <a:pt x="705319" y="90792"/>
                </a:lnTo>
                <a:close/>
              </a:path>
              <a:path w="766445" h="1067435">
                <a:moveTo>
                  <a:pt x="716394" y="75298"/>
                </a:moveTo>
                <a:lnTo>
                  <a:pt x="708647" y="69761"/>
                </a:lnTo>
                <a:lnTo>
                  <a:pt x="714184" y="62001"/>
                </a:lnTo>
                <a:lnTo>
                  <a:pt x="721931" y="67538"/>
                </a:lnTo>
                <a:lnTo>
                  <a:pt x="716394" y="75298"/>
                </a:lnTo>
                <a:close/>
              </a:path>
              <a:path w="766445" h="1067435">
                <a:moveTo>
                  <a:pt x="727468" y="59791"/>
                </a:moveTo>
                <a:lnTo>
                  <a:pt x="719721" y="54254"/>
                </a:lnTo>
                <a:lnTo>
                  <a:pt x="725246" y="46507"/>
                </a:lnTo>
                <a:lnTo>
                  <a:pt x="733005" y="52044"/>
                </a:lnTo>
                <a:lnTo>
                  <a:pt x="727468" y="59791"/>
                </a:lnTo>
                <a:close/>
              </a:path>
              <a:path w="766445" h="1067435">
                <a:moveTo>
                  <a:pt x="738543" y="44284"/>
                </a:moveTo>
                <a:lnTo>
                  <a:pt x="730783" y="38747"/>
                </a:lnTo>
                <a:lnTo>
                  <a:pt x="736320" y="31000"/>
                </a:lnTo>
                <a:lnTo>
                  <a:pt x="744080" y="36537"/>
                </a:lnTo>
                <a:lnTo>
                  <a:pt x="738543" y="44284"/>
                </a:lnTo>
                <a:close/>
              </a:path>
              <a:path w="766445" h="1067435">
                <a:moveTo>
                  <a:pt x="749617" y="28790"/>
                </a:moveTo>
                <a:lnTo>
                  <a:pt x="741857" y="23253"/>
                </a:lnTo>
                <a:lnTo>
                  <a:pt x="747395" y="15506"/>
                </a:lnTo>
                <a:lnTo>
                  <a:pt x="755141" y="21031"/>
                </a:lnTo>
                <a:lnTo>
                  <a:pt x="749617" y="28790"/>
                </a:lnTo>
                <a:close/>
              </a:path>
              <a:path w="766445" h="1067435">
                <a:moveTo>
                  <a:pt x="760679" y="13284"/>
                </a:moveTo>
                <a:lnTo>
                  <a:pt x="752932" y="7747"/>
                </a:lnTo>
                <a:lnTo>
                  <a:pt x="758469" y="0"/>
                </a:lnTo>
                <a:lnTo>
                  <a:pt x="766216" y="5537"/>
                </a:lnTo>
                <a:lnTo>
                  <a:pt x="760679" y="13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09881" y="16550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1909881" y="27980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9881" y="39410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3681" y="5160293"/>
            <a:ext cx="516890" cy="39560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..</a:t>
            </a:r>
            <a:r>
              <a:rPr dirty="0" sz="320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450215"/>
            <a:ext cx="33191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But</a:t>
            </a:r>
            <a:r>
              <a:rPr dirty="0" spc="-60"/>
              <a:t> </a:t>
            </a:r>
            <a:r>
              <a:rPr dirty="0" spc="-5"/>
              <a:t>underneath:</a:t>
            </a:r>
          </a:p>
        </p:txBody>
      </p:sp>
      <p:sp>
        <p:nvSpPr>
          <p:cNvPr id="3" name="object 3"/>
          <p:cNvSpPr/>
          <p:nvPr/>
        </p:nvSpPr>
        <p:spPr>
          <a:xfrm>
            <a:off x="1638300" y="1701800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76200"/>
                </a:moveTo>
                <a:lnTo>
                  <a:pt x="990600" y="0"/>
                </a:lnTo>
                <a:lnTo>
                  <a:pt x="1057275" y="33337"/>
                </a:lnTo>
                <a:lnTo>
                  <a:pt x="1009650" y="33337"/>
                </a:lnTo>
                <a:lnTo>
                  <a:pt x="1009650" y="42862"/>
                </a:lnTo>
                <a:lnTo>
                  <a:pt x="1057275" y="42862"/>
                </a:lnTo>
                <a:lnTo>
                  <a:pt x="990600" y="76200"/>
                </a:lnTo>
                <a:close/>
              </a:path>
              <a:path w="1066800" h="76200">
                <a:moveTo>
                  <a:pt x="990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990600" y="33337"/>
                </a:lnTo>
                <a:lnTo>
                  <a:pt x="990600" y="42862"/>
                </a:lnTo>
                <a:close/>
              </a:path>
              <a:path w="1066800" h="76200">
                <a:moveTo>
                  <a:pt x="1057275" y="42862"/>
                </a:moveTo>
                <a:lnTo>
                  <a:pt x="1009650" y="42862"/>
                </a:lnTo>
                <a:lnTo>
                  <a:pt x="1009650" y="33337"/>
                </a:lnTo>
                <a:lnTo>
                  <a:pt x="1057275" y="33337"/>
                </a:lnTo>
                <a:lnTo>
                  <a:pt x="1066800" y="38100"/>
                </a:lnTo>
                <a:lnTo>
                  <a:pt x="1057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59607" y="1588008"/>
            <a:ext cx="2209800" cy="1524000"/>
          </a:xfrm>
          <a:custGeom>
            <a:avLst/>
            <a:gdLst/>
            <a:ahLst/>
            <a:cxnLst/>
            <a:rect l="l" t="t" r="r" b="b"/>
            <a:pathLst>
              <a:path w="2209800" h="1524000">
                <a:moveTo>
                  <a:pt x="0" y="0"/>
                </a:moveTo>
                <a:lnTo>
                  <a:pt x="2209799" y="0"/>
                </a:lnTo>
                <a:lnTo>
                  <a:pt x="2209799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54337" y="1582737"/>
            <a:ext cx="2219325" cy="1533525"/>
          </a:xfrm>
          <a:custGeom>
            <a:avLst/>
            <a:gdLst/>
            <a:ahLst/>
            <a:cxnLst/>
            <a:rect l="l" t="t" r="r" b="b"/>
            <a:pathLst>
              <a:path w="2219325" h="1533525">
                <a:moveTo>
                  <a:pt x="22193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2219325" y="0"/>
                </a:lnTo>
                <a:lnTo>
                  <a:pt x="2219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2219325" y="1528762"/>
                </a:lnTo>
                <a:lnTo>
                  <a:pt x="2219325" y="1533525"/>
                </a:lnTo>
                <a:close/>
              </a:path>
              <a:path w="22193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19325" h="1533525">
                <a:moveTo>
                  <a:pt x="2209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09800" y="4762"/>
                </a:lnTo>
                <a:lnTo>
                  <a:pt x="2209800" y="9525"/>
                </a:lnTo>
                <a:close/>
              </a:path>
              <a:path w="2219325" h="1533525">
                <a:moveTo>
                  <a:pt x="2209800" y="1528762"/>
                </a:moveTo>
                <a:lnTo>
                  <a:pt x="2209800" y="4762"/>
                </a:lnTo>
                <a:lnTo>
                  <a:pt x="2214562" y="9525"/>
                </a:lnTo>
                <a:lnTo>
                  <a:pt x="2219325" y="9525"/>
                </a:lnTo>
                <a:lnTo>
                  <a:pt x="2219325" y="1524000"/>
                </a:lnTo>
                <a:lnTo>
                  <a:pt x="2214562" y="1524000"/>
                </a:lnTo>
                <a:lnTo>
                  <a:pt x="2209800" y="1528762"/>
                </a:lnTo>
                <a:close/>
              </a:path>
              <a:path w="2219325" h="1533525">
                <a:moveTo>
                  <a:pt x="2219325" y="9525"/>
                </a:moveTo>
                <a:lnTo>
                  <a:pt x="2214562" y="9525"/>
                </a:lnTo>
                <a:lnTo>
                  <a:pt x="2209800" y="4762"/>
                </a:lnTo>
                <a:lnTo>
                  <a:pt x="2219325" y="4762"/>
                </a:lnTo>
                <a:lnTo>
                  <a:pt x="2219325" y="9525"/>
                </a:lnTo>
                <a:close/>
              </a:path>
              <a:path w="22193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2219325" h="1533525">
                <a:moveTo>
                  <a:pt x="22098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2209800" y="1524000"/>
                </a:lnTo>
                <a:lnTo>
                  <a:pt x="2209800" y="1528762"/>
                </a:lnTo>
                <a:close/>
              </a:path>
              <a:path w="2219325" h="1533525">
                <a:moveTo>
                  <a:pt x="2219325" y="1528762"/>
                </a:moveTo>
                <a:lnTo>
                  <a:pt x="2209800" y="1528762"/>
                </a:lnTo>
                <a:lnTo>
                  <a:pt x="2214562" y="1524000"/>
                </a:lnTo>
                <a:lnTo>
                  <a:pt x="2219325" y="1524000"/>
                </a:lnTo>
                <a:lnTo>
                  <a:pt x="22193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59607" y="3112007"/>
            <a:ext cx="2209800" cy="1524000"/>
          </a:xfrm>
          <a:custGeom>
            <a:avLst/>
            <a:gdLst/>
            <a:ahLst/>
            <a:cxnLst/>
            <a:rect l="l" t="t" r="r" b="b"/>
            <a:pathLst>
              <a:path w="2209800" h="1524000">
                <a:moveTo>
                  <a:pt x="0" y="0"/>
                </a:moveTo>
                <a:lnTo>
                  <a:pt x="2209799" y="0"/>
                </a:lnTo>
                <a:lnTo>
                  <a:pt x="2209799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54337" y="3106737"/>
            <a:ext cx="2219325" cy="1533525"/>
          </a:xfrm>
          <a:custGeom>
            <a:avLst/>
            <a:gdLst/>
            <a:ahLst/>
            <a:cxnLst/>
            <a:rect l="l" t="t" r="r" b="b"/>
            <a:pathLst>
              <a:path w="2219325" h="1533525">
                <a:moveTo>
                  <a:pt x="22193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2219325" y="0"/>
                </a:lnTo>
                <a:lnTo>
                  <a:pt x="2219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2219325" y="1528762"/>
                </a:lnTo>
                <a:lnTo>
                  <a:pt x="2219325" y="1533525"/>
                </a:lnTo>
                <a:close/>
              </a:path>
              <a:path w="22193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19325" h="1533525">
                <a:moveTo>
                  <a:pt x="2209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09800" y="4762"/>
                </a:lnTo>
                <a:lnTo>
                  <a:pt x="2209800" y="9525"/>
                </a:lnTo>
                <a:close/>
              </a:path>
              <a:path w="2219325" h="1533525">
                <a:moveTo>
                  <a:pt x="2209800" y="1528762"/>
                </a:moveTo>
                <a:lnTo>
                  <a:pt x="2209800" y="4762"/>
                </a:lnTo>
                <a:lnTo>
                  <a:pt x="2214562" y="9525"/>
                </a:lnTo>
                <a:lnTo>
                  <a:pt x="2219325" y="9525"/>
                </a:lnTo>
                <a:lnTo>
                  <a:pt x="2219325" y="1524000"/>
                </a:lnTo>
                <a:lnTo>
                  <a:pt x="2214562" y="1524000"/>
                </a:lnTo>
                <a:lnTo>
                  <a:pt x="2209800" y="1528762"/>
                </a:lnTo>
                <a:close/>
              </a:path>
              <a:path w="2219325" h="1533525">
                <a:moveTo>
                  <a:pt x="2219325" y="9525"/>
                </a:moveTo>
                <a:lnTo>
                  <a:pt x="2214562" y="9525"/>
                </a:lnTo>
                <a:lnTo>
                  <a:pt x="2209800" y="4762"/>
                </a:lnTo>
                <a:lnTo>
                  <a:pt x="2219325" y="4762"/>
                </a:lnTo>
                <a:lnTo>
                  <a:pt x="2219325" y="9525"/>
                </a:lnTo>
                <a:close/>
              </a:path>
              <a:path w="22193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2219325" h="1533525">
                <a:moveTo>
                  <a:pt x="22098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2209800" y="1524000"/>
                </a:lnTo>
                <a:lnTo>
                  <a:pt x="2209800" y="1528762"/>
                </a:lnTo>
                <a:close/>
              </a:path>
              <a:path w="2219325" h="1533525">
                <a:moveTo>
                  <a:pt x="2219325" y="1528762"/>
                </a:moveTo>
                <a:lnTo>
                  <a:pt x="2209800" y="1528762"/>
                </a:lnTo>
                <a:lnTo>
                  <a:pt x="2214562" y="1524000"/>
                </a:lnTo>
                <a:lnTo>
                  <a:pt x="2219325" y="1524000"/>
                </a:lnTo>
                <a:lnTo>
                  <a:pt x="22193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59100" y="4635500"/>
            <a:ext cx="0" cy="609600"/>
          </a:xfrm>
          <a:custGeom>
            <a:avLst/>
            <a:gdLst/>
            <a:ahLst/>
            <a:cxnLst/>
            <a:rect l="l" t="t" r="r" b="b"/>
            <a:pathLst>
              <a:path w="0"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68900" y="4635500"/>
            <a:ext cx="0" cy="609600"/>
          </a:xfrm>
          <a:custGeom>
            <a:avLst/>
            <a:gdLst/>
            <a:ahLst/>
            <a:cxnLst/>
            <a:rect l="l" t="t" r="r" b="b"/>
            <a:pathLst>
              <a:path w="0"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74390" y="4718050"/>
            <a:ext cx="620395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5725">
              <a:lnSpc>
                <a:spcPct val="129900"/>
              </a:lnSpc>
              <a:spcBef>
                <a:spcPts val="100"/>
              </a:spcBef>
            </a:pPr>
            <a:r>
              <a:rPr dirty="0" sz="1800" spc="-5">
                <a:latin typeface="Tahoma"/>
                <a:cs typeface="Tahoma"/>
              </a:rPr>
              <a:t>Disk  </a:t>
            </a:r>
            <a:r>
              <a:rPr dirty="0" sz="1800">
                <a:latin typeface="Tahoma"/>
                <a:cs typeface="Tahoma"/>
              </a:rPr>
              <a:t>pag</a:t>
            </a:r>
            <a:r>
              <a:rPr dirty="0" sz="1800" spc="-5">
                <a:latin typeface="Tahoma"/>
                <a:cs typeface="Tahoma"/>
              </a:rPr>
              <a:t>e</a:t>
            </a:r>
            <a:r>
              <a:rPr dirty="0" sz="1800">
                <a:latin typeface="Tahoma"/>
                <a:cs typeface="Tahoma"/>
              </a:rPr>
              <a:t>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74008" y="3950208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68737" y="3944937"/>
            <a:ext cx="923925" cy="466725"/>
          </a:xfrm>
          <a:custGeom>
            <a:avLst/>
            <a:gdLst/>
            <a:ahLst/>
            <a:cxnLst/>
            <a:rect l="l" t="t" r="r" b="b"/>
            <a:pathLst>
              <a:path w="923925" h="466725">
                <a:moveTo>
                  <a:pt x="923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923925" y="0"/>
                </a:lnTo>
                <a:lnTo>
                  <a:pt x="92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923925" y="461962"/>
                </a:lnTo>
                <a:lnTo>
                  <a:pt x="923925" y="466725"/>
                </a:lnTo>
                <a:close/>
              </a:path>
              <a:path w="923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23925" h="466725">
                <a:moveTo>
                  <a:pt x="91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14400" y="4762"/>
                </a:lnTo>
                <a:lnTo>
                  <a:pt x="914400" y="9525"/>
                </a:lnTo>
                <a:close/>
              </a:path>
              <a:path w="923925" h="466725">
                <a:moveTo>
                  <a:pt x="914400" y="461962"/>
                </a:moveTo>
                <a:lnTo>
                  <a:pt x="914400" y="4762"/>
                </a:lnTo>
                <a:lnTo>
                  <a:pt x="919162" y="9525"/>
                </a:lnTo>
                <a:lnTo>
                  <a:pt x="923925" y="9525"/>
                </a:lnTo>
                <a:lnTo>
                  <a:pt x="923925" y="457200"/>
                </a:lnTo>
                <a:lnTo>
                  <a:pt x="919162" y="457200"/>
                </a:lnTo>
                <a:lnTo>
                  <a:pt x="914400" y="461962"/>
                </a:lnTo>
                <a:close/>
              </a:path>
              <a:path w="923925" h="466725">
                <a:moveTo>
                  <a:pt x="923925" y="9525"/>
                </a:moveTo>
                <a:lnTo>
                  <a:pt x="919162" y="9525"/>
                </a:lnTo>
                <a:lnTo>
                  <a:pt x="914400" y="4762"/>
                </a:lnTo>
                <a:lnTo>
                  <a:pt x="923925" y="4762"/>
                </a:lnTo>
                <a:lnTo>
                  <a:pt x="923925" y="9525"/>
                </a:lnTo>
                <a:close/>
              </a:path>
              <a:path w="923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923925" h="466725">
                <a:moveTo>
                  <a:pt x="914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914400" y="457200"/>
                </a:lnTo>
                <a:lnTo>
                  <a:pt x="914400" y="461962"/>
                </a:lnTo>
                <a:close/>
              </a:path>
              <a:path w="923925" h="466725">
                <a:moveTo>
                  <a:pt x="923925" y="461962"/>
                </a:moveTo>
                <a:lnTo>
                  <a:pt x="914400" y="461962"/>
                </a:lnTo>
                <a:lnTo>
                  <a:pt x="919162" y="457200"/>
                </a:lnTo>
                <a:lnTo>
                  <a:pt x="923925" y="457200"/>
                </a:lnTo>
                <a:lnTo>
                  <a:pt x="923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74008" y="3920490"/>
            <a:ext cx="9144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098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ahoma"/>
                <a:cs typeface="Tahoma"/>
              </a:rPr>
              <a:t>R</a:t>
            </a:r>
            <a:r>
              <a:rPr dirty="0" sz="200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7520" y="1863089"/>
            <a:ext cx="4038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R</a:t>
            </a:r>
            <a:r>
              <a:rPr dirty="0" sz="200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0320" y="2472689"/>
            <a:ext cx="4038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R</a:t>
            </a:r>
            <a:r>
              <a:rPr dirty="0" sz="200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59607" y="3112007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0"/>
                </a:moveTo>
                <a:lnTo>
                  <a:pt x="228600" y="0"/>
                </a:lnTo>
                <a:lnTo>
                  <a:pt x="228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54337" y="3106737"/>
            <a:ext cx="238125" cy="390525"/>
          </a:xfrm>
          <a:custGeom>
            <a:avLst/>
            <a:gdLst/>
            <a:ahLst/>
            <a:cxnLst/>
            <a:rect l="l" t="t" r="r" b="b"/>
            <a:pathLst>
              <a:path w="238125" h="390525">
                <a:moveTo>
                  <a:pt x="2381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38125" y="0"/>
                </a:lnTo>
                <a:lnTo>
                  <a:pt x="23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38125" y="385762"/>
                </a:lnTo>
                <a:lnTo>
                  <a:pt x="238125" y="390525"/>
                </a:lnTo>
                <a:close/>
              </a:path>
              <a:path w="2381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8125" h="390525">
                <a:moveTo>
                  <a:pt x="22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" y="4762"/>
                </a:lnTo>
                <a:lnTo>
                  <a:pt x="228600" y="9525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228600" y="4762"/>
                </a:lnTo>
                <a:lnTo>
                  <a:pt x="233362" y="9525"/>
                </a:lnTo>
                <a:lnTo>
                  <a:pt x="238125" y="9525"/>
                </a:lnTo>
                <a:lnTo>
                  <a:pt x="238125" y="381000"/>
                </a:lnTo>
                <a:lnTo>
                  <a:pt x="233362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9525"/>
                </a:moveTo>
                <a:lnTo>
                  <a:pt x="233362" y="9525"/>
                </a:lnTo>
                <a:lnTo>
                  <a:pt x="228600" y="4762"/>
                </a:lnTo>
                <a:lnTo>
                  <a:pt x="238125" y="4762"/>
                </a:lnTo>
                <a:lnTo>
                  <a:pt x="238125" y="9525"/>
                </a:lnTo>
                <a:close/>
              </a:path>
              <a:path w="2381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28600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385762"/>
                </a:moveTo>
                <a:lnTo>
                  <a:pt x="228600" y="385762"/>
                </a:lnTo>
                <a:lnTo>
                  <a:pt x="233362" y="381000"/>
                </a:lnTo>
                <a:lnTo>
                  <a:pt x="238125" y="381000"/>
                </a:lnTo>
                <a:lnTo>
                  <a:pt x="2381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8207" y="3112007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0"/>
                </a:moveTo>
                <a:lnTo>
                  <a:pt x="228599" y="0"/>
                </a:lnTo>
                <a:lnTo>
                  <a:pt x="228599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82937" y="3106737"/>
            <a:ext cx="238125" cy="390525"/>
          </a:xfrm>
          <a:custGeom>
            <a:avLst/>
            <a:gdLst/>
            <a:ahLst/>
            <a:cxnLst/>
            <a:rect l="l" t="t" r="r" b="b"/>
            <a:pathLst>
              <a:path w="238125" h="390525">
                <a:moveTo>
                  <a:pt x="2381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38125" y="0"/>
                </a:lnTo>
                <a:lnTo>
                  <a:pt x="23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38125" y="385762"/>
                </a:lnTo>
                <a:lnTo>
                  <a:pt x="238125" y="390525"/>
                </a:lnTo>
                <a:close/>
              </a:path>
              <a:path w="2381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8125" h="390525">
                <a:moveTo>
                  <a:pt x="22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" y="4762"/>
                </a:lnTo>
                <a:lnTo>
                  <a:pt x="228600" y="9525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228600" y="4762"/>
                </a:lnTo>
                <a:lnTo>
                  <a:pt x="233362" y="9525"/>
                </a:lnTo>
                <a:lnTo>
                  <a:pt x="238125" y="9525"/>
                </a:lnTo>
                <a:lnTo>
                  <a:pt x="238125" y="381000"/>
                </a:lnTo>
                <a:lnTo>
                  <a:pt x="233362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9525"/>
                </a:moveTo>
                <a:lnTo>
                  <a:pt x="233362" y="9525"/>
                </a:lnTo>
                <a:lnTo>
                  <a:pt x="228600" y="4762"/>
                </a:lnTo>
                <a:lnTo>
                  <a:pt x="238125" y="4762"/>
                </a:lnTo>
                <a:lnTo>
                  <a:pt x="238125" y="9525"/>
                </a:lnTo>
                <a:close/>
              </a:path>
              <a:path w="2381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28600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385762"/>
                </a:moveTo>
                <a:lnTo>
                  <a:pt x="228600" y="385762"/>
                </a:lnTo>
                <a:lnTo>
                  <a:pt x="233362" y="381000"/>
                </a:lnTo>
                <a:lnTo>
                  <a:pt x="238125" y="381000"/>
                </a:lnTo>
                <a:lnTo>
                  <a:pt x="2381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16808" y="3112007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0"/>
                </a:moveTo>
                <a:lnTo>
                  <a:pt x="228600" y="0"/>
                </a:lnTo>
                <a:lnTo>
                  <a:pt x="228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11537" y="3106737"/>
            <a:ext cx="238125" cy="390525"/>
          </a:xfrm>
          <a:custGeom>
            <a:avLst/>
            <a:gdLst/>
            <a:ahLst/>
            <a:cxnLst/>
            <a:rect l="l" t="t" r="r" b="b"/>
            <a:pathLst>
              <a:path w="238125" h="390525">
                <a:moveTo>
                  <a:pt x="2381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38125" y="0"/>
                </a:lnTo>
                <a:lnTo>
                  <a:pt x="23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38125" y="385762"/>
                </a:lnTo>
                <a:lnTo>
                  <a:pt x="238125" y="390525"/>
                </a:lnTo>
                <a:close/>
              </a:path>
              <a:path w="2381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8125" h="390525">
                <a:moveTo>
                  <a:pt x="22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" y="4762"/>
                </a:lnTo>
                <a:lnTo>
                  <a:pt x="228600" y="9525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228600" y="4762"/>
                </a:lnTo>
                <a:lnTo>
                  <a:pt x="233362" y="9525"/>
                </a:lnTo>
                <a:lnTo>
                  <a:pt x="238125" y="9525"/>
                </a:lnTo>
                <a:lnTo>
                  <a:pt x="238125" y="381000"/>
                </a:lnTo>
                <a:lnTo>
                  <a:pt x="233362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9525"/>
                </a:moveTo>
                <a:lnTo>
                  <a:pt x="233362" y="9525"/>
                </a:lnTo>
                <a:lnTo>
                  <a:pt x="228600" y="4762"/>
                </a:lnTo>
                <a:lnTo>
                  <a:pt x="238125" y="4762"/>
                </a:lnTo>
                <a:lnTo>
                  <a:pt x="238125" y="9525"/>
                </a:lnTo>
                <a:close/>
              </a:path>
              <a:path w="2381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28600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385762"/>
                </a:moveTo>
                <a:lnTo>
                  <a:pt x="228600" y="385762"/>
                </a:lnTo>
                <a:lnTo>
                  <a:pt x="233362" y="381000"/>
                </a:lnTo>
                <a:lnTo>
                  <a:pt x="238125" y="381000"/>
                </a:lnTo>
                <a:lnTo>
                  <a:pt x="2381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45408" y="3112007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0"/>
                </a:moveTo>
                <a:lnTo>
                  <a:pt x="228600" y="0"/>
                </a:lnTo>
                <a:lnTo>
                  <a:pt x="228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40137" y="3106737"/>
            <a:ext cx="238125" cy="390525"/>
          </a:xfrm>
          <a:custGeom>
            <a:avLst/>
            <a:gdLst/>
            <a:ahLst/>
            <a:cxnLst/>
            <a:rect l="l" t="t" r="r" b="b"/>
            <a:pathLst>
              <a:path w="238125" h="390525">
                <a:moveTo>
                  <a:pt x="2381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38125" y="0"/>
                </a:lnTo>
                <a:lnTo>
                  <a:pt x="23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38125" y="385762"/>
                </a:lnTo>
                <a:lnTo>
                  <a:pt x="238125" y="390525"/>
                </a:lnTo>
                <a:close/>
              </a:path>
              <a:path w="2381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8125" h="390525">
                <a:moveTo>
                  <a:pt x="22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" y="4762"/>
                </a:lnTo>
                <a:lnTo>
                  <a:pt x="228600" y="9525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228600" y="4762"/>
                </a:lnTo>
                <a:lnTo>
                  <a:pt x="233362" y="9525"/>
                </a:lnTo>
                <a:lnTo>
                  <a:pt x="238125" y="9525"/>
                </a:lnTo>
                <a:lnTo>
                  <a:pt x="238125" y="381000"/>
                </a:lnTo>
                <a:lnTo>
                  <a:pt x="233362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9525"/>
                </a:moveTo>
                <a:lnTo>
                  <a:pt x="233362" y="9525"/>
                </a:lnTo>
                <a:lnTo>
                  <a:pt x="228600" y="4762"/>
                </a:lnTo>
                <a:lnTo>
                  <a:pt x="238125" y="4762"/>
                </a:lnTo>
                <a:lnTo>
                  <a:pt x="238125" y="9525"/>
                </a:lnTo>
                <a:close/>
              </a:path>
              <a:path w="2381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38125" h="390525">
                <a:moveTo>
                  <a:pt x="2286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28600" y="381000"/>
                </a:lnTo>
                <a:lnTo>
                  <a:pt x="228600" y="385762"/>
                </a:lnTo>
                <a:close/>
              </a:path>
              <a:path w="238125" h="390525">
                <a:moveTo>
                  <a:pt x="238125" y="385762"/>
                </a:moveTo>
                <a:lnTo>
                  <a:pt x="228600" y="385762"/>
                </a:lnTo>
                <a:lnTo>
                  <a:pt x="233362" y="381000"/>
                </a:lnTo>
                <a:lnTo>
                  <a:pt x="238125" y="381000"/>
                </a:lnTo>
                <a:lnTo>
                  <a:pt x="2381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335921" y="3337814"/>
            <a:ext cx="461645" cy="840740"/>
          </a:xfrm>
          <a:custGeom>
            <a:avLst/>
            <a:gdLst/>
            <a:ahLst/>
            <a:cxnLst/>
            <a:rect l="l" t="t" r="r" b="b"/>
            <a:pathLst>
              <a:path w="461645" h="840739">
                <a:moveTo>
                  <a:pt x="420708" y="775869"/>
                </a:moveTo>
                <a:lnTo>
                  <a:pt x="0" y="4572"/>
                </a:lnTo>
                <a:lnTo>
                  <a:pt x="8356" y="0"/>
                </a:lnTo>
                <a:lnTo>
                  <a:pt x="429066" y="771311"/>
                </a:lnTo>
                <a:lnTo>
                  <a:pt x="420708" y="775869"/>
                </a:lnTo>
                <a:close/>
              </a:path>
              <a:path w="461645" h="840739">
                <a:moveTo>
                  <a:pt x="459670" y="792594"/>
                </a:moveTo>
                <a:lnTo>
                  <a:pt x="429831" y="792594"/>
                </a:lnTo>
                <a:lnTo>
                  <a:pt x="438188" y="788035"/>
                </a:lnTo>
                <a:lnTo>
                  <a:pt x="429066" y="771311"/>
                </a:lnTo>
                <a:lnTo>
                  <a:pt x="458343" y="755345"/>
                </a:lnTo>
                <a:lnTo>
                  <a:pt x="459670" y="792594"/>
                </a:lnTo>
                <a:close/>
              </a:path>
              <a:path w="461645" h="840739">
                <a:moveTo>
                  <a:pt x="429831" y="792594"/>
                </a:moveTo>
                <a:lnTo>
                  <a:pt x="420708" y="775869"/>
                </a:lnTo>
                <a:lnTo>
                  <a:pt x="429066" y="771311"/>
                </a:lnTo>
                <a:lnTo>
                  <a:pt x="438188" y="788035"/>
                </a:lnTo>
                <a:lnTo>
                  <a:pt x="429831" y="792594"/>
                </a:lnTo>
                <a:close/>
              </a:path>
              <a:path w="461645" h="840739">
                <a:moveTo>
                  <a:pt x="461378" y="840486"/>
                </a:moveTo>
                <a:lnTo>
                  <a:pt x="391439" y="791832"/>
                </a:lnTo>
                <a:lnTo>
                  <a:pt x="420708" y="775869"/>
                </a:lnTo>
                <a:lnTo>
                  <a:pt x="429831" y="792594"/>
                </a:lnTo>
                <a:lnTo>
                  <a:pt x="459670" y="792594"/>
                </a:lnTo>
                <a:lnTo>
                  <a:pt x="461378" y="840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492250" y="1758632"/>
            <a:ext cx="1210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record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54337" y="1342237"/>
            <a:ext cx="2913773" cy="1621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920740" y="1086611"/>
            <a:ext cx="2577465" cy="32258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If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we </a:t>
            </a: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r>
              <a:rPr dirty="0" sz="20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all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data </a:t>
            </a: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involved </a:t>
            </a: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in read  of R1,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we </a:t>
            </a: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may prevent 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an </a:t>
            </a: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update to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R2  </a:t>
            </a: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(which </a:t>
            </a:r>
            <a:r>
              <a:rPr dirty="0" sz="2000" spc="-10">
                <a:solidFill>
                  <a:srgbClr val="FF0000"/>
                </a:solidFill>
                <a:latin typeface="Tahoma"/>
                <a:cs typeface="Tahoma"/>
              </a:rPr>
              <a:t>may </a:t>
            </a: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require  reorganization within  block)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64128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3435" algn="l"/>
              </a:tabLst>
            </a:pPr>
            <a:r>
              <a:rPr dirty="0" spc="-5"/>
              <a:t>Solution:</a:t>
            </a:r>
            <a:r>
              <a:rPr dirty="0" u="none" spc="-5"/>
              <a:t>	</a:t>
            </a:r>
            <a:r>
              <a:rPr dirty="0" u="none"/>
              <a:t>view </a:t>
            </a:r>
            <a:r>
              <a:rPr dirty="0" u="none" spc="-5"/>
              <a:t>DB </a:t>
            </a:r>
            <a:r>
              <a:rPr dirty="0" u="none"/>
              <a:t>at </a:t>
            </a:r>
            <a:r>
              <a:rPr dirty="0" u="none" spc="-5"/>
              <a:t>two</a:t>
            </a:r>
            <a:r>
              <a:rPr dirty="0" u="none" spc="-90"/>
              <a:t> </a:t>
            </a:r>
            <a:r>
              <a:rPr dirty="0" u="none" spc="-5"/>
              <a:t>levels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6974205" cy="4116704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3200" spc="-114">
                <a:latin typeface="Tahoma"/>
                <a:cs typeface="Tahoma"/>
              </a:rPr>
              <a:t>Top </a:t>
            </a:r>
            <a:r>
              <a:rPr dirty="0" sz="3200" spc="-10">
                <a:latin typeface="Tahoma"/>
                <a:cs typeface="Tahoma"/>
              </a:rPr>
              <a:t>level: record</a:t>
            </a:r>
            <a:r>
              <a:rPr dirty="0" sz="3200" spc="10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actions</a:t>
            </a:r>
            <a:endParaRPr sz="3200">
              <a:latin typeface="Tahoma"/>
              <a:cs typeface="Tahoma"/>
            </a:endParaRPr>
          </a:p>
          <a:p>
            <a:pPr marL="1968500">
              <a:lnSpc>
                <a:spcPct val="100000"/>
              </a:lnSpc>
              <a:spcBef>
                <a:spcPts val="755"/>
              </a:spcBef>
            </a:pPr>
            <a:r>
              <a:rPr dirty="0" sz="3200" spc="-10">
                <a:latin typeface="Tahoma"/>
                <a:cs typeface="Tahoma"/>
              </a:rPr>
              <a:t>record </a:t>
            </a:r>
            <a:r>
              <a:rPr dirty="0" sz="3200" spc="-5">
                <a:latin typeface="Tahoma"/>
                <a:cs typeface="Tahoma"/>
              </a:rPr>
              <a:t>locks</a:t>
            </a:r>
            <a:endParaRPr sz="3200">
              <a:latin typeface="Tahoma"/>
              <a:cs typeface="Tahoma"/>
            </a:endParaRPr>
          </a:p>
          <a:p>
            <a:pPr marL="1968500">
              <a:lnSpc>
                <a:spcPct val="100000"/>
              </a:lnSpc>
              <a:spcBef>
                <a:spcPts val="765"/>
              </a:spcBef>
            </a:pPr>
            <a:r>
              <a:rPr dirty="0" sz="3200" spc="-5">
                <a:latin typeface="Tahoma"/>
                <a:cs typeface="Tahoma"/>
              </a:rPr>
              <a:t>undo/redo actions </a:t>
            </a:r>
            <a:r>
              <a:rPr dirty="0" sz="3200">
                <a:latin typeface="Tahoma"/>
                <a:cs typeface="Tahoma"/>
              </a:rPr>
              <a:t>—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logical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00">
              <a:latin typeface="Tahoma"/>
              <a:cs typeface="Tahoma"/>
            </a:endParaRPr>
          </a:p>
          <a:p>
            <a:pPr marL="2730500" marR="699135" indent="-889000">
              <a:lnSpc>
                <a:spcPct val="119900"/>
              </a:lnSpc>
            </a:pPr>
            <a:r>
              <a:rPr dirty="0" sz="3200" spc="-45">
                <a:latin typeface="Tahoma"/>
                <a:cs typeface="Tahoma"/>
              </a:rPr>
              <a:t>e.g., </a:t>
            </a:r>
            <a:r>
              <a:rPr dirty="0" sz="3200" spc="-5">
                <a:latin typeface="Tahoma"/>
                <a:cs typeface="Tahoma"/>
              </a:rPr>
              <a:t>Insert </a:t>
            </a:r>
            <a:r>
              <a:rPr dirty="0" sz="3200" spc="-40">
                <a:latin typeface="Tahoma"/>
                <a:cs typeface="Tahoma"/>
              </a:rPr>
              <a:t>record(X,Y,Z)  </a:t>
            </a:r>
            <a:r>
              <a:rPr dirty="0" sz="3200" spc="-15">
                <a:latin typeface="Tahoma"/>
                <a:cs typeface="Tahoma"/>
              </a:rPr>
              <a:t>Redo: </a:t>
            </a:r>
            <a:r>
              <a:rPr dirty="0" sz="3200" spc="-40">
                <a:latin typeface="Tahoma"/>
                <a:cs typeface="Tahoma"/>
              </a:rPr>
              <a:t>insert(X,Y,Z)  </a:t>
            </a:r>
            <a:r>
              <a:rPr dirty="0" sz="3200" spc="-5">
                <a:latin typeface="Tahoma"/>
                <a:cs typeface="Tahoma"/>
              </a:rPr>
              <a:t>Undo: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delete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917826"/>
            <a:ext cx="6417310" cy="1777364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u="none" sz="3200" spc="-5"/>
              <a:t>Low </a:t>
            </a:r>
            <a:r>
              <a:rPr dirty="0" u="none" sz="3200" spc="-10"/>
              <a:t>level: </a:t>
            </a:r>
            <a:r>
              <a:rPr dirty="0" u="none" sz="3200" spc="-5"/>
              <a:t>deal with </a:t>
            </a:r>
            <a:r>
              <a:rPr dirty="0" u="none" sz="3200" spc="-10"/>
              <a:t>physical</a:t>
            </a:r>
            <a:r>
              <a:rPr dirty="0" u="none" sz="3200" spc="20"/>
              <a:t> </a:t>
            </a:r>
            <a:r>
              <a:rPr dirty="0" u="none" sz="3200" spc="-5"/>
              <a:t>details</a:t>
            </a:r>
            <a:endParaRPr sz="3200"/>
          </a:p>
          <a:p>
            <a:pPr marL="1841500" marR="31750" indent="127000">
              <a:lnSpc>
                <a:spcPts val="4600"/>
              </a:lnSpc>
              <a:spcBef>
                <a:spcPts val="275"/>
              </a:spcBef>
            </a:pPr>
            <a:r>
              <a:rPr dirty="0" sz="3200" spc="-5"/>
              <a:t>latch</a:t>
            </a:r>
            <a:r>
              <a:rPr dirty="0" u="none" sz="3200" spc="-5"/>
              <a:t> page during action  (release at end of</a:t>
            </a:r>
            <a:r>
              <a:rPr dirty="0" u="none" sz="3200" spc="-50"/>
              <a:t> </a:t>
            </a:r>
            <a:r>
              <a:rPr dirty="0" u="none" sz="3200" spc="-5"/>
              <a:t>action)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433387"/>
            <a:ext cx="7608570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dirty="0" u="none" sz="3200" spc="-5"/>
              <a:t>Note: undo does not return </a:t>
            </a:r>
            <a:r>
              <a:rPr dirty="0" u="none" sz="3200" spc="-10"/>
              <a:t>physical </a:t>
            </a:r>
            <a:r>
              <a:rPr dirty="0" u="none" sz="3200"/>
              <a:t>DB </a:t>
            </a:r>
            <a:r>
              <a:rPr dirty="0" u="none" sz="3200" spc="-5"/>
              <a:t>to  original state; only same logical state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4540" y="2089467"/>
            <a:ext cx="691895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82750" algn="l"/>
                <a:tab pos="4584065" algn="l"/>
              </a:tabLst>
            </a:pPr>
            <a:r>
              <a:rPr dirty="0" sz="3200" spc="-45">
                <a:latin typeface="Tahoma"/>
                <a:cs typeface="Tahoma"/>
              </a:rPr>
              <a:t>e.g.,	</a:t>
            </a:r>
            <a:r>
              <a:rPr dirty="0" sz="3200" spc="-5">
                <a:latin typeface="Tahoma"/>
                <a:cs typeface="Tahoma"/>
              </a:rPr>
              <a:t>Insert </a:t>
            </a:r>
            <a:r>
              <a:rPr dirty="0" sz="3200">
                <a:latin typeface="Tahoma"/>
                <a:cs typeface="Tahoma"/>
              </a:rPr>
              <a:t>R3	</a:t>
            </a:r>
            <a:r>
              <a:rPr dirty="0" sz="3200" spc="-5">
                <a:latin typeface="Tahoma"/>
                <a:cs typeface="Tahoma"/>
              </a:rPr>
              <a:t>Undo </a:t>
            </a:r>
            <a:r>
              <a:rPr dirty="0" sz="2000" spc="-5">
                <a:latin typeface="Tahoma"/>
                <a:cs typeface="Tahoma"/>
              </a:rPr>
              <a:t>(delete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R3)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5400" y="2895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90637" y="2890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95400" y="3276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90637" y="3271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14500" y="3270884"/>
            <a:ext cx="381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R1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400" y="3657600"/>
            <a:ext cx="1219200" cy="38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90637" y="3652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38600" y="2895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33837" y="2890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38600" y="3276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33837" y="3271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38600" y="3657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33837" y="3652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62800" y="2895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58037" y="2890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62800" y="3276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58037" y="3271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62800" y="3657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58037" y="3652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581900" y="3270884"/>
            <a:ext cx="381635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R1  R2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95400" y="403860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0" y="0"/>
                </a:moveTo>
                <a:lnTo>
                  <a:pt x="1219200" y="0"/>
                </a:lnTo>
                <a:lnTo>
                  <a:pt x="1219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90637" y="4033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714500" y="4032884"/>
            <a:ext cx="381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R2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95400" y="4419600"/>
            <a:ext cx="1219200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90637" y="4414837"/>
            <a:ext cx="1228725" cy="390525"/>
          </a:xfrm>
          <a:custGeom>
            <a:avLst/>
            <a:gdLst/>
            <a:ahLst/>
            <a:cxnLst/>
            <a:rect l="l" t="t" r="r" b="b"/>
            <a:pathLst>
              <a:path w="1228725" h="390525">
                <a:moveTo>
                  <a:pt x="1228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228725" y="385762"/>
                </a:lnTo>
                <a:lnTo>
                  <a:pt x="1228725" y="390525"/>
                </a:lnTo>
                <a:close/>
              </a:path>
              <a:path w="1228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390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381000"/>
                </a:lnTo>
                <a:lnTo>
                  <a:pt x="1223962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228725" h="390525">
                <a:moveTo>
                  <a:pt x="1219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19200" y="381000"/>
                </a:lnTo>
                <a:lnTo>
                  <a:pt x="1219200" y="385762"/>
                </a:lnTo>
                <a:close/>
              </a:path>
              <a:path w="1228725" h="390525">
                <a:moveTo>
                  <a:pt x="1228725" y="385762"/>
                </a:moveTo>
                <a:lnTo>
                  <a:pt x="1219200" y="385762"/>
                </a:lnTo>
                <a:lnTo>
                  <a:pt x="1223962" y="381000"/>
                </a:lnTo>
                <a:lnTo>
                  <a:pt x="1228725" y="381000"/>
                </a:lnTo>
                <a:lnTo>
                  <a:pt x="1228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038600" y="40386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0" y="0"/>
                </a:moveTo>
                <a:lnTo>
                  <a:pt x="1219200" y="0"/>
                </a:lnTo>
                <a:lnTo>
                  <a:pt x="1219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33837" y="4033837"/>
            <a:ext cx="1228725" cy="771525"/>
          </a:xfrm>
          <a:custGeom>
            <a:avLst/>
            <a:gdLst/>
            <a:ahLst/>
            <a:cxnLst/>
            <a:rect l="l" t="t" r="r" b="b"/>
            <a:pathLst>
              <a:path w="1228725" h="771525">
                <a:moveTo>
                  <a:pt x="12287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1228725" y="766762"/>
                </a:lnTo>
                <a:lnTo>
                  <a:pt x="1228725" y="771525"/>
                </a:lnTo>
                <a:close/>
              </a:path>
              <a:path w="12287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771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771525">
                <a:moveTo>
                  <a:pt x="1219200" y="766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762000"/>
                </a:lnTo>
                <a:lnTo>
                  <a:pt x="1223962" y="762000"/>
                </a:lnTo>
                <a:lnTo>
                  <a:pt x="1219200" y="766762"/>
                </a:lnTo>
                <a:close/>
              </a:path>
              <a:path w="1228725" h="771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1228725" h="771525">
                <a:moveTo>
                  <a:pt x="12192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1219200" y="762000"/>
                </a:lnTo>
                <a:lnTo>
                  <a:pt x="1219200" y="766762"/>
                </a:lnTo>
                <a:close/>
              </a:path>
              <a:path w="1228725" h="771525">
                <a:moveTo>
                  <a:pt x="1228725" y="766762"/>
                </a:moveTo>
                <a:lnTo>
                  <a:pt x="1219200" y="766762"/>
                </a:lnTo>
                <a:lnTo>
                  <a:pt x="1223962" y="762000"/>
                </a:lnTo>
                <a:lnTo>
                  <a:pt x="1228725" y="762000"/>
                </a:lnTo>
                <a:lnTo>
                  <a:pt x="12287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457700" y="3270884"/>
            <a:ext cx="381635" cy="1343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R1  R2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2400">
                <a:latin typeface="Tahoma"/>
                <a:cs typeface="Tahoma"/>
              </a:rPr>
              <a:t>R3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162800" y="4038600"/>
            <a:ext cx="1219200" cy="76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158037" y="4033837"/>
            <a:ext cx="1228725" cy="771525"/>
          </a:xfrm>
          <a:custGeom>
            <a:avLst/>
            <a:gdLst/>
            <a:ahLst/>
            <a:cxnLst/>
            <a:rect l="l" t="t" r="r" b="b"/>
            <a:pathLst>
              <a:path w="1228725" h="771525">
                <a:moveTo>
                  <a:pt x="12287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1228725" y="766762"/>
                </a:lnTo>
                <a:lnTo>
                  <a:pt x="1228725" y="771525"/>
                </a:lnTo>
                <a:close/>
              </a:path>
              <a:path w="12287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771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771525">
                <a:moveTo>
                  <a:pt x="1219200" y="766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762000"/>
                </a:lnTo>
                <a:lnTo>
                  <a:pt x="1223962" y="762000"/>
                </a:lnTo>
                <a:lnTo>
                  <a:pt x="1219200" y="766762"/>
                </a:lnTo>
                <a:close/>
              </a:path>
              <a:path w="1228725" h="771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1228725" h="771525">
                <a:moveTo>
                  <a:pt x="12192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1219200" y="762000"/>
                </a:lnTo>
                <a:lnTo>
                  <a:pt x="1219200" y="766762"/>
                </a:lnTo>
                <a:close/>
              </a:path>
              <a:path w="1228725" h="771525">
                <a:moveTo>
                  <a:pt x="1228725" y="766762"/>
                </a:moveTo>
                <a:lnTo>
                  <a:pt x="1219200" y="766762"/>
                </a:lnTo>
                <a:lnTo>
                  <a:pt x="1223962" y="762000"/>
                </a:lnTo>
                <a:lnTo>
                  <a:pt x="1228725" y="762000"/>
                </a:lnTo>
                <a:lnTo>
                  <a:pt x="12287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37930" y="2662262"/>
            <a:ext cx="763270" cy="85725"/>
          </a:xfrm>
          <a:custGeom>
            <a:avLst/>
            <a:gdLst/>
            <a:ahLst/>
            <a:cxnLst/>
            <a:rect l="l" t="t" r="r" b="b"/>
            <a:pathLst>
              <a:path w="763269" h="85725">
                <a:moveTo>
                  <a:pt x="939" y="85674"/>
                </a:moveTo>
                <a:lnTo>
                  <a:pt x="0" y="76200"/>
                </a:lnTo>
                <a:lnTo>
                  <a:pt x="762000" y="0"/>
                </a:lnTo>
                <a:lnTo>
                  <a:pt x="762939" y="9474"/>
                </a:lnTo>
                <a:lnTo>
                  <a:pt x="939" y="85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199460" y="2662326"/>
            <a:ext cx="763270" cy="179705"/>
          </a:xfrm>
          <a:custGeom>
            <a:avLst/>
            <a:gdLst/>
            <a:ahLst/>
            <a:cxnLst/>
            <a:rect l="l" t="t" r="r" b="b"/>
            <a:pathLst>
              <a:path w="763270" h="179705">
                <a:moveTo>
                  <a:pt x="687286" y="146796"/>
                </a:moveTo>
                <a:lnTo>
                  <a:pt x="0" y="9347"/>
                </a:lnTo>
                <a:lnTo>
                  <a:pt x="1879" y="0"/>
                </a:lnTo>
                <a:lnTo>
                  <a:pt x="689153" y="137462"/>
                </a:lnTo>
                <a:lnTo>
                  <a:pt x="687286" y="146796"/>
                </a:lnTo>
                <a:close/>
              </a:path>
              <a:path w="763270" h="179705">
                <a:moveTo>
                  <a:pt x="754529" y="150533"/>
                </a:moveTo>
                <a:lnTo>
                  <a:pt x="705967" y="150533"/>
                </a:lnTo>
                <a:lnTo>
                  <a:pt x="707834" y="141198"/>
                </a:lnTo>
                <a:lnTo>
                  <a:pt x="689153" y="137462"/>
                </a:lnTo>
                <a:lnTo>
                  <a:pt x="695693" y="104775"/>
                </a:lnTo>
                <a:lnTo>
                  <a:pt x="754529" y="150533"/>
                </a:lnTo>
                <a:close/>
              </a:path>
              <a:path w="763270" h="179705">
                <a:moveTo>
                  <a:pt x="705967" y="150533"/>
                </a:moveTo>
                <a:lnTo>
                  <a:pt x="687286" y="146796"/>
                </a:lnTo>
                <a:lnTo>
                  <a:pt x="689153" y="137462"/>
                </a:lnTo>
                <a:lnTo>
                  <a:pt x="707834" y="141198"/>
                </a:lnTo>
                <a:lnTo>
                  <a:pt x="705967" y="150533"/>
                </a:lnTo>
                <a:close/>
              </a:path>
              <a:path w="763270" h="179705">
                <a:moveTo>
                  <a:pt x="680745" y="179489"/>
                </a:moveTo>
                <a:lnTo>
                  <a:pt x="687286" y="146796"/>
                </a:lnTo>
                <a:lnTo>
                  <a:pt x="705967" y="150533"/>
                </a:lnTo>
                <a:lnTo>
                  <a:pt x="754529" y="150533"/>
                </a:lnTo>
                <a:lnTo>
                  <a:pt x="762939" y="157073"/>
                </a:lnTo>
                <a:lnTo>
                  <a:pt x="680745" y="179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09730" y="2662262"/>
            <a:ext cx="763270" cy="85725"/>
          </a:xfrm>
          <a:custGeom>
            <a:avLst/>
            <a:gdLst/>
            <a:ahLst/>
            <a:cxnLst/>
            <a:rect l="l" t="t" r="r" b="b"/>
            <a:pathLst>
              <a:path w="763270" h="85725">
                <a:moveTo>
                  <a:pt x="939" y="85674"/>
                </a:moveTo>
                <a:lnTo>
                  <a:pt x="0" y="76200"/>
                </a:lnTo>
                <a:lnTo>
                  <a:pt x="762000" y="0"/>
                </a:lnTo>
                <a:lnTo>
                  <a:pt x="762939" y="9474"/>
                </a:lnTo>
                <a:lnTo>
                  <a:pt x="939" y="85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171260" y="2662326"/>
            <a:ext cx="763270" cy="179705"/>
          </a:xfrm>
          <a:custGeom>
            <a:avLst/>
            <a:gdLst/>
            <a:ahLst/>
            <a:cxnLst/>
            <a:rect l="l" t="t" r="r" b="b"/>
            <a:pathLst>
              <a:path w="763270" h="179705">
                <a:moveTo>
                  <a:pt x="687286" y="146796"/>
                </a:moveTo>
                <a:lnTo>
                  <a:pt x="0" y="9347"/>
                </a:lnTo>
                <a:lnTo>
                  <a:pt x="1879" y="0"/>
                </a:lnTo>
                <a:lnTo>
                  <a:pt x="689153" y="137462"/>
                </a:lnTo>
                <a:lnTo>
                  <a:pt x="687286" y="146796"/>
                </a:lnTo>
                <a:close/>
              </a:path>
              <a:path w="763270" h="179705">
                <a:moveTo>
                  <a:pt x="754529" y="150533"/>
                </a:moveTo>
                <a:lnTo>
                  <a:pt x="705967" y="150533"/>
                </a:lnTo>
                <a:lnTo>
                  <a:pt x="707834" y="141198"/>
                </a:lnTo>
                <a:lnTo>
                  <a:pt x="689153" y="137462"/>
                </a:lnTo>
                <a:lnTo>
                  <a:pt x="695693" y="104775"/>
                </a:lnTo>
                <a:lnTo>
                  <a:pt x="754529" y="150533"/>
                </a:lnTo>
                <a:close/>
              </a:path>
              <a:path w="763270" h="179705">
                <a:moveTo>
                  <a:pt x="705967" y="150533"/>
                </a:moveTo>
                <a:lnTo>
                  <a:pt x="687286" y="146796"/>
                </a:lnTo>
                <a:lnTo>
                  <a:pt x="689153" y="137462"/>
                </a:lnTo>
                <a:lnTo>
                  <a:pt x="707834" y="141198"/>
                </a:lnTo>
                <a:lnTo>
                  <a:pt x="705967" y="150533"/>
                </a:lnTo>
                <a:close/>
              </a:path>
              <a:path w="763270" h="179705">
                <a:moveTo>
                  <a:pt x="680745" y="179489"/>
                </a:moveTo>
                <a:lnTo>
                  <a:pt x="687286" y="146796"/>
                </a:lnTo>
                <a:lnTo>
                  <a:pt x="705967" y="150533"/>
                </a:lnTo>
                <a:lnTo>
                  <a:pt x="754529" y="150533"/>
                </a:lnTo>
                <a:lnTo>
                  <a:pt x="762939" y="157073"/>
                </a:lnTo>
                <a:lnTo>
                  <a:pt x="680745" y="179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4478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6002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526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910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3434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4958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152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676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620000" y="2895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33500" y="32004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2862" y="247650"/>
                </a:moveTo>
                <a:lnTo>
                  <a:pt x="33337" y="247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247650"/>
                </a:lnTo>
                <a:close/>
              </a:path>
              <a:path w="76200" h="304800">
                <a:moveTo>
                  <a:pt x="38100" y="304800"/>
                </a:moveTo>
                <a:lnTo>
                  <a:pt x="0" y="228600"/>
                </a:lnTo>
                <a:lnTo>
                  <a:pt x="33337" y="228600"/>
                </a:lnTo>
                <a:lnTo>
                  <a:pt x="33337" y="247650"/>
                </a:lnTo>
                <a:lnTo>
                  <a:pt x="66675" y="247650"/>
                </a:lnTo>
                <a:lnTo>
                  <a:pt x="38100" y="304800"/>
                </a:lnTo>
                <a:close/>
              </a:path>
              <a:path w="76200" h="304800">
                <a:moveTo>
                  <a:pt x="66675" y="247650"/>
                </a:moveTo>
                <a:lnTo>
                  <a:pt x="42862" y="247650"/>
                </a:lnTo>
                <a:lnTo>
                  <a:pt x="42862" y="228600"/>
                </a:lnTo>
                <a:lnTo>
                  <a:pt x="76200" y="228600"/>
                </a:lnTo>
                <a:lnTo>
                  <a:pt x="66675" y="247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345082" y="3199701"/>
            <a:ext cx="184150" cy="1029969"/>
          </a:xfrm>
          <a:custGeom>
            <a:avLst/>
            <a:gdLst/>
            <a:ahLst/>
            <a:cxnLst/>
            <a:rect l="l" t="t" r="r" b="b"/>
            <a:pathLst>
              <a:path w="184150" h="1029970">
                <a:moveTo>
                  <a:pt x="42392" y="954714"/>
                </a:moveTo>
                <a:lnTo>
                  <a:pt x="32980" y="953320"/>
                </a:lnTo>
                <a:lnTo>
                  <a:pt x="174205" y="0"/>
                </a:lnTo>
                <a:lnTo>
                  <a:pt x="183629" y="1397"/>
                </a:lnTo>
                <a:lnTo>
                  <a:pt x="42392" y="954714"/>
                </a:lnTo>
                <a:close/>
              </a:path>
              <a:path w="184150" h="1029970">
                <a:moveTo>
                  <a:pt x="26517" y="1029398"/>
                </a:moveTo>
                <a:lnTo>
                  <a:pt x="0" y="948436"/>
                </a:lnTo>
                <a:lnTo>
                  <a:pt x="32980" y="953320"/>
                </a:lnTo>
                <a:lnTo>
                  <a:pt x="30187" y="972172"/>
                </a:lnTo>
                <a:lnTo>
                  <a:pt x="39598" y="973569"/>
                </a:lnTo>
                <a:lnTo>
                  <a:pt x="65596" y="973569"/>
                </a:lnTo>
                <a:lnTo>
                  <a:pt x="26517" y="1029398"/>
                </a:lnTo>
                <a:close/>
              </a:path>
              <a:path w="184150" h="1029970">
                <a:moveTo>
                  <a:pt x="39598" y="973569"/>
                </a:moveTo>
                <a:lnTo>
                  <a:pt x="30187" y="972172"/>
                </a:lnTo>
                <a:lnTo>
                  <a:pt x="32980" y="953320"/>
                </a:lnTo>
                <a:lnTo>
                  <a:pt x="42392" y="954714"/>
                </a:lnTo>
                <a:lnTo>
                  <a:pt x="39598" y="973569"/>
                </a:lnTo>
                <a:close/>
              </a:path>
              <a:path w="184150" h="1029970">
                <a:moveTo>
                  <a:pt x="65596" y="973569"/>
                </a:moveTo>
                <a:lnTo>
                  <a:pt x="39598" y="973569"/>
                </a:lnTo>
                <a:lnTo>
                  <a:pt x="42392" y="954714"/>
                </a:lnTo>
                <a:lnTo>
                  <a:pt x="75374" y="959599"/>
                </a:lnTo>
                <a:lnTo>
                  <a:pt x="65596" y="973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76700" y="31242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42862" y="400050"/>
                </a:moveTo>
                <a:lnTo>
                  <a:pt x="33337" y="4000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00050"/>
                </a:lnTo>
                <a:close/>
              </a:path>
              <a:path w="76200" h="457200">
                <a:moveTo>
                  <a:pt x="38100" y="457200"/>
                </a:moveTo>
                <a:lnTo>
                  <a:pt x="0" y="381000"/>
                </a:lnTo>
                <a:lnTo>
                  <a:pt x="33337" y="381000"/>
                </a:lnTo>
                <a:lnTo>
                  <a:pt x="33337" y="400050"/>
                </a:lnTo>
                <a:lnTo>
                  <a:pt x="66675" y="400050"/>
                </a:lnTo>
                <a:lnTo>
                  <a:pt x="38100" y="457200"/>
                </a:lnTo>
                <a:close/>
              </a:path>
              <a:path w="76200" h="457200">
                <a:moveTo>
                  <a:pt x="66675" y="400050"/>
                </a:moveTo>
                <a:lnTo>
                  <a:pt x="42862" y="400050"/>
                </a:lnTo>
                <a:lnTo>
                  <a:pt x="42862" y="381000"/>
                </a:lnTo>
                <a:lnTo>
                  <a:pt x="76200" y="381000"/>
                </a:lnTo>
                <a:lnTo>
                  <a:pt x="66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229100" y="3124200"/>
            <a:ext cx="76200" cy="838200"/>
          </a:xfrm>
          <a:custGeom>
            <a:avLst/>
            <a:gdLst/>
            <a:ahLst/>
            <a:cxnLst/>
            <a:rect l="l" t="t" r="r" b="b"/>
            <a:pathLst>
              <a:path w="76200" h="838200">
                <a:moveTo>
                  <a:pt x="42862" y="781050"/>
                </a:moveTo>
                <a:lnTo>
                  <a:pt x="33337" y="7810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781050"/>
                </a:lnTo>
                <a:close/>
              </a:path>
              <a:path w="76200" h="838200">
                <a:moveTo>
                  <a:pt x="38100" y="838200"/>
                </a:moveTo>
                <a:lnTo>
                  <a:pt x="0" y="762000"/>
                </a:lnTo>
                <a:lnTo>
                  <a:pt x="33337" y="762000"/>
                </a:lnTo>
                <a:lnTo>
                  <a:pt x="33337" y="781050"/>
                </a:lnTo>
                <a:lnTo>
                  <a:pt x="66675" y="781050"/>
                </a:lnTo>
                <a:lnTo>
                  <a:pt x="38100" y="838200"/>
                </a:lnTo>
                <a:close/>
              </a:path>
              <a:path w="76200" h="838200">
                <a:moveTo>
                  <a:pt x="66675" y="781050"/>
                </a:moveTo>
                <a:lnTo>
                  <a:pt x="42862" y="781050"/>
                </a:lnTo>
                <a:lnTo>
                  <a:pt x="42862" y="762000"/>
                </a:lnTo>
                <a:lnTo>
                  <a:pt x="76200" y="762000"/>
                </a:lnTo>
                <a:lnTo>
                  <a:pt x="66675" y="781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381500" y="3124200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42862" y="1238250"/>
                </a:moveTo>
                <a:lnTo>
                  <a:pt x="33337" y="1238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1238250"/>
                </a:lnTo>
                <a:close/>
              </a:path>
              <a:path w="76200" h="1295400">
                <a:moveTo>
                  <a:pt x="38100" y="1295400"/>
                </a:moveTo>
                <a:lnTo>
                  <a:pt x="0" y="1219200"/>
                </a:lnTo>
                <a:lnTo>
                  <a:pt x="33337" y="1219200"/>
                </a:lnTo>
                <a:lnTo>
                  <a:pt x="33337" y="1238250"/>
                </a:lnTo>
                <a:lnTo>
                  <a:pt x="66675" y="1238250"/>
                </a:lnTo>
                <a:lnTo>
                  <a:pt x="38100" y="1295400"/>
                </a:lnTo>
                <a:close/>
              </a:path>
              <a:path w="76200" h="1295400">
                <a:moveTo>
                  <a:pt x="66675" y="1238250"/>
                </a:moveTo>
                <a:lnTo>
                  <a:pt x="42862" y="1238250"/>
                </a:lnTo>
                <a:lnTo>
                  <a:pt x="42862" y="1219200"/>
                </a:lnTo>
                <a:lnTo>
                  <a:pt x="76200" y="1219200"/>
                </a:lnTo>
                <a:lnTo>
                  <a:pt x="66675" y="1238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00900" y="31242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2862" y="247650"/>
                </a:moveTo>
                <a:lnTo>
                  <a:pt x="33337" y="247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247650"/>
                </a:lnTo>
                <a:close/>
              </a:path>
              <a:path w="76200" h="304800">
                <a:moveTo>
                  <a:pt x="38100" y="304800"/>
                </a:moveTo>
                <a:lnTo>
                  <a:pt x="0" y="228600"/>
                </a:lnTo>
                <a:lnTo>
                  <a:pt x="33337" y="228600"/>
                </a:lnTo>
                <a:lnTo>
                  <a:pt x="33337" y="247650"/>
                </a:lnTo>
                <a:lnTo>
                  <a:pt x="66675" y="247650"/>
                </a:lnTo>
                <a:lnTo>
                  <a:pt x="38100" y="304800"/>
                </a:lnTo>
                <a:close/>
              </a:path>
              <a:path w="76200" h="304800">
                <a:moveTo>
                  <a:pt x="66675" y="247650"/>
                </a:moveTo>
                <a:lnTo>
                  <a:pt x="42862" y="247650"/>
                </a:lnTo>
                <a:lnTo>
                  <a:pt x="42862" y="228600"/>
                </a:lnTo>
                <a:lnTo>
                  <a:pt x="76200" y="228600"/>
                </a:lnTo>
                <a:lnTo>
                  <a:pt x="66675" y="247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353300" y="3124200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42862" y="704850"/>
                </a:moveTo>
                <a:lnTo>
                  <a:pt x="33337" y="7048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704850"/>
                </a:lnTo>
                <a:close/>
              </a:path>
              <a:path w="76200" h="762000">
                <a:moveTo>
                  <a:pt x="38100" y="762000"/>
                </a:moveTo>
                <a:lnTo>
                  <a:pt x="0" y="685800"/>
                </a:lnTo>
                <a:lnTo>
                  <a:pt x="33337" y="685800"/>
                </a:lnTo>
                <a:lnTo>
                  <a:pt x="33337" y="704850"/>
                </a:lnTo>
                <a:lnTo>
                  <a:pt x="66675" y="704850"/>
                </a:lnTo>
                <a:lnTo>
                  <a:pt x="38100" y="762000"/>
                </a:lnTo>
                <a:close/>
              </a:path>
              <a:path w="76200" h="762000">
                <a:moveTo>
                  <a:pt x="66675" y="704850"/>
                </a:moveTo>
                <a:lnTo>
                  <a:pt x="42862" y="704850"/>
                </a:lnTo>
                <a:lnTo>
                  <a:pt x="42862" y="685800"/>
                </a:lnTo>
                <a:lnTo>
                  <a:pt x="76200" y="685800"/>
                </a:lnTo>
                <a:lnTo>
                  <a:pt x="66675" y="704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79412"/>
            <a:ext cx="47434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Logging Logical</a:t>
            </a:r>
            <a:r>
              <a:rPr dirty="0" spc="-20"/>
              <a:t> </a:t>
            </a:r>
            <a:r>
              <a:rPr dirty="0" spc="-5"/>
              <a:t>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398587"/>
            <a:ext cx="7301230" cy="39039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651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Logical action </a:t>
            </a:r>
            <a:r>
              <a:rPr dirty="0" sz="3200" spc="-10">
                <a:latin typeface="Tahoma"/>
                <a:cs typeface="Tahoma"/>
              </a:rPr>
              <a:t>typically </a:t>
            </a:r>
            <a:r>
              <a:rPr dirty="0" sz="3200" spc="-5">
                <a:latin typeface="Tahoma"/>
                <a:cs typeface="Tahoma"/>
              </a:rPr>
              <a:t>span one block  (physiological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actions)</a:t>
            </a:r>
            <a:endParaRPr sz="3200">
              <a:latin typeface="Tahoma"/>
              <a:cs typeface="Tahoma"/>
            </a:endParaRPr>
          </a:p>
          <a:p>
            <a:pPr marL="355600" marR="161671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Undo/redo log entry specifies  undo/redo logical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action</a:t>
            </a:r>
            <a:endParaRPr sz="3200">
              <a:latin typeface="Tahoma"/>
              <a:cs typeface="Tahoma"/>
            </a:endParaRPr>
          </a:p>
          <a:p>
            <a:pPr lvl="1" marL="422275" indent="-342900">
              <a:lnSpc>
                <a:spcPct val="100000"/>
              </a:lnSpc>
              <a:spcBef>
                <a:spcPts val="2135"/>
              </a:spcBef>
              <a:buChar char="•"/>
              <a:tabLst>
                <a:tab pos="422275" algn="l"/>
              </a:tabLst>
            </a:pPr>
            <a:r>
              <a:rPr dirty="0" sz="3200" spc="-5">
                <a:latin typeface="Tahoma"/>
                <a:cs typeface="Tahoma"/>
              </a:rPr>
              <a:t>Challenge: making actions idempotent</a:t>
            </a:r>
            <a:endParaRPr sz="3200">
              <a:latin typeface="Tahoma"/>
              <a:cs typeface="Tahoma"/>
            </a:endParaRPr>
          </a:p>
          <a:p>
            <a:pPr algn="r" lvl="2" marL="285750" marR="1125855" indent="-285750">
              <a:lnSpc>
                <a:spcPct val="100000"/>
              </a:lnSpc>
              <a:spcBef>
                <a:spcPts val="750"/>
              </a:spcBef>
              <a:buChar char="•"/>
              <a:tabLst>
                <a:tab pos="285750" algn="l"/>
              </a:tabLst>
            </a:pPr>
            <a:r>
              <a:rPr dirty="0" sz="3200" spc="-5">
                <a:latin typeface="Tahoma"/>
                <a:cs typeface="Tahoma"/>
              </a:rPr>
              <a:t>Example (bad): redo insert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>
                <a:latin typeface="Symbol"/>
                <a:cs typeface="Symbol"/>
              </a:rPr>
              <a:t></a:t>
            </a:r>
            <a:endParaRPr sz="3200">
              <a:latin typeface="Symbol"/>
              <a:cs typeface="Symbol"/>
            </a:endParaRPr>
          </a:p>
          <a:p>
            <a:pPr algn="r" marR="1108710">
              <a:lnSpc>
                <a:spcPct val="100000"/>
              </a:lnSpc>
            </a:pPr>
            <a:r>
              <a:rPr dirty="0" sz="3200" spc="-15">
                <a:latin typeface="Tahoma"/>
                <a:cs typeface="Tahoma"/>
              </a:rPr>
              <a:t>key </a:t>
            </a:r>
            <a:r>
              <a:rPr dirty="0" sz="3200" spc="-5">
                <a:latin typeface="Tahoma"/>
                <a:cs typeface="Tahoma"/>
              </a:rPr>
              <a:t>inserted multiple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times!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052" y="543242"/>
            <a:ext cx="74434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27395" algn="l"/>
              </a:tabLst>
            </a:pPr>
            <a:r>
              <a:rPr dirty="0" spc="-5"/>
              <a:t>Solution: </a:t>
            </a:r>
            <a:r>
              <a:rPr dirty="0"/>
              <a:t>Add</a:t>
            </a:r>
            <a:r>
              <a:rPr dirty="0" spc="35"/>
              <a:t> </a:t>
            </a:r>
            <a:r>
              <a:rPr dirty="0" spc="-5"/>
              <a:t>Log</a:t>
            </a:r>
            <a:r>
              <a:rPr dirty="0" spc="20"/>
              <a:t> </a:t>
            </a:r>
            <a:r>
              <a:rPr dirty="0" spc="-5"/>
              <a:t>Sequence	Number</a:t>
            </a:r>
          </a:p>
        </p:txBody>
      </p:sp>
      <p:sp>
        <p:nvSpPr>
          <p:cNvPr id="3" name="object 3"/>
          <p:cNvSpPr/>
          <p:nvPr/>
        </p:nvSpPr>
        <p:spPr>
          <a:xfrm>
            <a:off x="446087" y="1870075"/>
            <a:ext cx="3348354" cy="2562225"/>
          </a:xfrm>
          <a:custGeom>
            <a:avLst/>
            <a:gdLst/>
            <a:ahLst/>
            <a:cxnLst/>
            <a:rect l="l" t="t" r="r" b="b"/>
            <a:pathLst>
              <a:path w="3348354" h="2562225">
                <a:moveTo>
                  <a:pt x="3348037" y="2562225"/>
                </a:moveTo>
                <a:lnTo>
                  <a:pt x="0" y="2562225"/>
                </a:lnTo>
                <a:lnTo>
                  <a:pt x="0" y="0"/>
                </a:lnTo>
                <a:lnTo>
                  <a:pt x="3348037" y="0"/>
                </a:lnTo>
                <a:lnTo>
                  <a:pt x="33480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52700"/>
                </a:lnTo>
                <a:lnTo>
                  <a:pt x="4762" y="2552700"/>
                </a:lnTo>
                <a:lnTo>
                  <a:pt x="9525" y="2557462"/>
                </a:lnTo>
                <a:lnTo>
                  <a:pt x="3348037" y="2557462"/>
                </a:lnTo>
                <a:lnTo>
                  <a:pt x="3348037" y="2562225"/>
                </a:lnTo>
                <a:close/>
              </a:path>
              <a:path w="3348354" h="25622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348354" h="2562225">
                <a:moveTo>
                  <a:pt x="33385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38512" y="4762"/>
                </a:lnTo>
                <a:lnTo>
                  <a:pt x="3338512" y="9525"/>
                </a:lnTo>
                <a:close/>
              </a:path>
              <a:path w="3348354" h="2562225">
                <a:moveTo>
                  <a:pt x="3338512" y="2557462"/>
                </a:moveTo>
                <a:lnTo>
                  <a:pt x="3338512" y="4762"/>
                </a:lnTo>
                <a:lnTo>
                  <a:pt x="3343275" y="9525"/>
                </a:lnTo>
                <a:lnTo>
                  <a:pt x="3348037" y="9525"/>
                </a:lnTo>
                <a:lnTo>
                  <a:pt x="3348037" y="2552700"/>
                </a:lnTo>
                <a:lnTo>
                  <a:pt x="3343275" y="2552700"/>
                </a:lnTo>
                <a:lnTo>
                  <a:pt x="3338512" y="2557462"/>
                </a:lnTo>
                <a:close/>
              </a:path>
              <a:path w="3348354" h="2562225">
                <a:moveTo>
                  <a:pt x="3348037" y="9525"/>
                </a:moveTo>
                <a:lnTo>
                  <a:pt x="3343275" y="9525"/>
                </a:lnTo>
                <a:lnTo>
                  <a:pt x="3338512" y="4762"/>
                </a:lnTo>
                <a:lnTo>
                  <a:pt x="3348037" y="4762"/>
                </a:lnTo>
                <a:lnTo>
                  <a:pt x="3348037" y="9525"/>
                </a:lnTo>
                <a:close/>
              </a:path>
              <a:path w="3348354" h="2562225">
                <a:moveTo>
                  <a:pt x="9525" y="2557462"/>
                </a:moveTo>
                <a:lnTo>
                  <a:pt x="4762" y="2552700"/>
                </a:lnTo>
                <a:lnTo>
                  <a:pt x="9525" y="2552700"/>
                </a:lnTo>
                <a:lnTo>
                  <a:pt x="9525" y="2557462"/>
                </a:lnTo>
                <a:close/>
              </a:path>
              <a:path w="3348354" h="2562225">
                <a:moveTo>
                  <a:pt x="3338512" y="2557462"/>
                </a:moveTo>
                <a:lnTo>
                  <a:pt x="9525" y="2557462"/>
                </a:lnTo>
                <a:lnTo>
                  <a:pt x="9525" y="2552700"/>
                </a:lnTo>
                <a:lnTo>
                  <a:pt x="3338512" y="2552700"/>
                </a:lnTo>
                <a:lnTo>
                  <a:pt x="3338512" y="2557462"/>
                </a:lnTo>
                <a:close/>
              </a:path>
              <a:path w="3348354" h="2562225">
                <a:moveTo>
                  <a:pt x="3348037" y="2557462"/>
                </a:moveTo>
                <a:lnTo>
                  <a:pt x="3338512" y="2557462"/>
                </a:lnTo>
                <a:lnTo>
                  <a:pt x="3343275" y="2552700"/>
                </a:lnTo>
                <a:lnTo>
                  <a:pt x="3348037" y="2552700"/>
                </a:lnTo>
                <a:lnTo>
                  <a:pt x="3348037" y="25574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2290" y="2369502"/>
            <a:ext cx="2053589" cy="0"/>
          </a:xfrm>
          <a:custGeom>
            <a:avLst/>
            <a:gdLst/>
            <a:ahLst/>
            <a:cxnLst/>
            <a:rect l="l" t="t" r="r" b="b"/>
            <a:pathLst>
              <a:path w="2053589" h="0">
                <a:moveTo>
                  <a:pt x="0" y="0"/>
                </a:moveTo>
                <a:lnTo>
                  <a:pt x="2053589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9590" y="1906587"/>
            <a:ext cx="3096260" cy="2465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Tahoma"/>
                <a:cs typeface="Tahoma"/>
              </a:rPr>
              <a:t>Log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record:</a:t>
            </a:r>
            <a:endParaRPr sz="3200">
              <a:latin typeface="Tahoma"/>
              <a:cs typeface="Tahoma"/>
            </a:endParaRPr>
          </a:p>
          <a:p>
            <a:pPr marL="198120" indent="-186055">
              <a:lnSpc>
                <a:spcPct val="100000"/>
              </a:lnSpc>
              <a:buSzPct val="96875"/>
              <a:buChar char="•"/>
              <a:tabLst>
                <a:tab pos="198755" algn="l"/>
              </a:tabLst>
            </a:pPr>
            <a:r>
              <a:rPr dirty="0" sz="3200" spc="-5">
                <a:latin typeface="Tahoma"/>
                <a:cs typeface="Tahoma"/>
              </a:rPr>
              <a:t>LSN=26</a:t>
            </a:r>
            <a:endParaRPr sz="3200">
              <a:latin typeface="Tahoma"/>
              <a:cs typeface="Tahoma"/>
            </a:endParaRPr>
          </a:p>
          <a:p>
            <a:pPr marL="198120" indent="-186055">
              <a:lnSpc>
                <a:spcPct val="100000"/>
              </a:lnSpc>
              <a:buSzPct val="96875"/>
              <a:buChar char="•"/>
              <a:tabLst>
                <a:tab pos="198755" algn="l"/>
              </a:tabLst>
            </a:pPr>
            <a:r>
              <a:rPr dirty="0" sz="3200" spc="-5">
                <a:latin typeface="Tahoma"/>
                <a:cs typeface="Tahoma"/>
              </a:rPr>
              <a:t>OP=insert(5,v2)</a:t>
            </a:r>
            <a:endParaRPr sz="3200">
              <a:latin typeface="Tahoma"/>
              <a:cs typeface="Tahoma"/>
            </a:endParaRPr>
          </a:p>
          <a:p>
            <a:pPr marL="1155065">
              <a:lnSpc>
                <a:spcPct val="100000"/>
              </a:lnSpc>
            </a:pPr>
            <a:r>
              <a:rPr dirty="0" sz="3200" spc="-5">
                <a:latin typeface="Tahoma"/>
                <a:cs typeface="Tahoma"/>
              </a:rPr>
              <a:t>into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P</a:t>
            </a:r>
            <a:endParaRPr sz="3200">
              <a:latin typeface="Tahoma"/>
              <a:cs typeface="Tahoma"/>
            </a:endParaRPr>
          </a:p>
          <a:p>
            <a:pPr marL="324485" indent="-311785">
              <a:lnSpc>
                <a:spcPct val="100000"/>
              </a:lnSpc>
              <a:buSzPct val="96875"/>
              <a:buChar char="•"/>
              <a:tabLst>
                <a:tab pos="324485" algn="l"/>
              </a:tabLst>
            </a:pPr>
            <a:r>
              <a:rPr dirty="0" sz="3200" spc="-5">
                <a:latin typeface="Tahoma"/>
                <a:cs typeface="Tahoma"/>
              </a:rPr>
              <a:t>...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38787" y="1404937"/>
            <a:ext cx="2171700" cy="390525"/>
          </a:xfrm>
          <a:custGeom>
            <a:avLst/>
            <a:gdLst/>
            <a:ahLst/>
            <a:cxnLst/>
            <a:rect l="l" t="t" r="r" b="b"/>
            <a:pathLst>
              <a:path w="2171700" h="390525">
                <a:moveTo>
                  <a:pt x="21717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2171700" y="0"/>
                </a:lnTo>
                <a:lnTo>
                  <a:pt x="21717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171700" y="385762"/>
                </a:lnTo>
                <a:lnTo>
                  <a:pt x="2171700" y="390525"/>
                </a:lnTo>
                <a:close/>
              </a:path>
              <a:path w="21717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71700" h="390525">
                <a:moveTo>
                  <a:pt x="21621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62175" y="4762"/>
                </a:lnTo>
                <a:lnTo>
                  <a:pt x="2162175" y="9525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2162175" y="4762"/>
                </a:lnTo>
                <a:lnTo>
                  <a:pt x="2166937" y="9525"/>
                </a:lnTo>
                <a:lnTo>
                  <a:pt x="2171700" y="9525"/>
                </a:lnTo>
                <a:lnTo>
                  <a:pt x="2171700" y="381000"/>
                </a:lnTo>
                <a:lnTo>
                  <a:pt x="2166937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9525"/>
                </a:moveTo>
                <a:lnTo>
                  <a:pt x="2166937" y="9525"/>
                </a:lnTo>
                <a:lnTo>
                  <a:pt x="2162175" y="4762"/>
                </a:lnTo>
                <a:lnTo>
                  <a:pt x="2171700" y="4762"/>
                </a:lnTo>
                <a:lnTo>
                  <a:pt x="2171700" y="9525"/>
                </a:lnTo>
                <a:close/>
              </a:path>
              <a:path w="21717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162175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385762"/>
                </a:moveTo>
                <a:lnTo>
                  <a:pt x="2162175" y="385762"/>
                </a:lnTo>
                <a:lnTo>
                  <a:pt x="2166937" y="381000"/>
                </a:lnTo>
                <a:lnTo>
                  <a:pt x="2171700" y="381000"/>
                </a:lnTo>
                <a:lnTo>
                  <a:pt x="21717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38787" y="1785937"/>
            <a:ext cx="2171700" cy="390525"/>
          </a:xfrm>
          <a:custGeom>
            <a:avLst/>
            <a:gdLst/>
            <a:ahLst/>
            <a:cxnLst/>
            <a:rect l="l" t="t" r="r" b="b"/>
            <a:pathLst>
              <a:path w="2171700" h="390525">
                <a:moveTo>
                  <a:pt x="21717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2171700" y="0"/>
                </a:lnTo>
                <a:lnTo>
                  <a:pt x="21717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171700" y="385762"/>
                </a:lnTo>
                <a:lnTo>
                  <a:pt x="2171700" y="390525"/>
                </a:lnTo>
                <a:close/>
              </a:path>
              <a:path w="21717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71700" h="390525">
                <a:moveTo>
                  <a:pt x="21621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62175" y="4762"/>
                </a:lnTo>
                <a:lnTo>
                  <a:pt x="2162175" y="9525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2162175" y="4762"/>
                </a:lnTo>
                <a:lnTo>
                  <a:pt x="2166937" y="9525"/>
                </a:lnTo>
                <a:lnTo>
                  <a:pt x="2171700" y="9525"/>
                </a:lnTo>
                <a:lnTo>
                  <a:pt x="2171700" y="381000"/>
                </a:lnTo>
                <a:lnTo>
                  <a:pt x="2166937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9525"/>
                </a:moveTo>
                <a:lnTo>
                  <a:pt x="2166937" y="9525"/>
                </a:lnTo>
                <a:lnTo>
                  <a:pt x="2162175" y="4762"/>
                </a:lnTo>
                <a:lnTo>
                  <a:pt x="2171700" y="4762"/>
                </a:lnTo>
                <a:lnTo>
                  <a:pt x="2171700" y="9525"/>
                </a:lnTo>
                <a:close/>
              </a:path>
              <a:path w="21717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162175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385762"/>
                </a:moveTo>
                <a:lnTo>
                  <a:pt x="2162175" y="385762"/>
                </a:lnTo>
                <a:lnTo>
                  <a:pt x="2166937" y="381000"/>
                </a:lnTo>
                <a:lnTo>
                  <a:pt x="2171700" y="381000"/>
                </a:lnTo>
                <a:lnTo>
                  <a:pt x="21717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44311" y="2171700"/>
            <a:ext cx="2161032" cy="1304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38787" y="2166937"/>
            <a:ext cx="2171700" cy="1314450"/>
          </a:xfrm>
          <a:custGeom>
            <a:avLst/>
            <a:gdLst/>
            <a:ahLst/>
            <a:cxnLst/>
            <a:rect l="l" t="t" r="r" b="b"/>
            <a:pathLst>
              <a:path w="2171700" h="1314450">
                <a:moveTo>
                  <a:pt x="2171700" y="1314450"/>
                </a:moveTo>
                <a:lnTo>
                  <a:pt x="0" y="1314450"/>
                </a:lnTo>
                <a:lnTo>
                  <a:pt x="0" y="0"/>
                </a:lnTo>
                <a:lnTo>
                  <a:pt x="2171700" y="0"/>
                </a:lnTo>
                <a:lnTo>
                  <a:pt x="21717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04925"/>
                </a:lnTo>
                <a:lnTo>
                  <a:pt x="4762" y="1304925"/>
                </a:lnTo>
                <a:lnTo>
                  <a:pt x="9525" y="1309687"/>
                </a:lnTo>
                <a:lnTo>
                  <a:pt x="2171700" y="1309687"/>
                </a:lnTo>
                <a:lnTo>
                  <a:pt x="2171700" y="1314450"/>
                </a:lnTo>
                <a:close/>
              </a:path>
              <a:path w="2171700" h="13144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71700" h="1314450">
                <a:moveTo>
                  <a:pt x="21621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62175" y="4762"/>
                </a:lnTo>
                <a:lnTo>
                  <a:pt x="2162175" y="9525"/>
                </a:lnTo>
                <a:close/>
              </a:path>
              <a:path w="2171700" h="1314450">
                <a:moveTo>
                  <a:pt x="2162175" y="1309687"/>
                </a:moveTo>
                <a:lnTo>
                  <a:pt x="2162175" y="4762"/>
                </a:lnTo>
                <a:lnTo>
                  <a:pt x="2166937" y="9525"/>
                </a:lnTo>
                <a:lnTo>
                  <a:pt x="2171700" y="9525"/>
                </a:lnTo>
                <a:lnTo>
                  <a:pt x="2171700" y="1304925"/>
                </a:lnTo>
                <a:lnTo>
                  <a:pt x="2166937" y="1304925"/>
                </a:lnTo>
                <a:lnTo>
                  <a:pt x="2162175" y="1309687"/>
                </a:lnTo>
                <a:close/>
              </a:path>
              <a:path w="2171700" h="1314450">
                <a:moveTo>
                  <a:pt x="2171700" y="9525"/>
                </a:moveTo>
                <a:lnTo>
                  <a:pt x="2166937" y="9525"/>
                </a:lnTo>
                <a:lnTo>
                  <a:pt x="2162175" y="4762"/>
                </a:lnTo>
                <a:lnTo>
                  <a:pt x="2171700" y="4762"/>
                </a:lnTo>
                <a:lnTo>
                  <a:pt x="2171700" y="9525"/>
                </a:lnTo>
                <a:close/>
              </a:path>
              <a:path w="2171700" h="1314450">
                <a:moveTo>
                  <a:pt x="9525" y="1309687"/>
                </a:moveTo>
                <a:lnTo>
                  <a:pt x="4762" y="1304925"/>
                </a:lnTo>
                <a:lnTo>
                  <a:pt x="9525" y="1304925"/>
                </a:lnTo>
                <a:lnTo>
                  <a:pt x="9525" y="1309687"/>
                </a:lnTo>
                <a:close/>
              </a:path>
              <a:path w="2171700" h="1314450">
                <a:moveTo>
                  <a:pt x="2162175" y="1309687"/>
                </a:moveTo>
                <a:lnTo>
                  <a:pt x="9525" y="1309687"/>
                </a:lnTo>
                <a:lnTo>
                  <a:pt x="9525" y="1304925"/>
                </a:lnTo>
                <a:lnTo>
                  <a:pt x="2162175" y="1304925"/>
                </a:lnTo>
                <a:lnTo>
                  <a:pt x="2162175" y="1309687"/>
                </a:lnTo>
                <a:close/>
              </a:path>
              <a:path w="2171700" h="1314450">
                <a:moveTo>
                  <a:pt x="2171700" y="1309687"/>
                </a:moveTo>
                <a:lnTo>
                  <a:pt x="2162175" y="1309687"/>
                </a:lnTo>
                <a:lnTo>
                  <a:pt x="2166937" y="1304925"/>
                </a:lnTo>
                <a:lnTo>
                  <a:pt x="2171700" y="1304925"/>
                </a:lnTo>
                <a:lnTo>
                  <a:pt x="2171700" y="1309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544311" y="1409700"/>
          <a:ext cx="2161540" cy="2066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/>
                <a:gridCol w="904875"/>
                <a:gridCol w="751840"/>
              </a:tblGrid>
              <a:tr h="38100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5">
                          <a:latin typeface="Tahoma"/>
                          <a:cs typeface="Tahoma"/>
                        </a:rPr>
                        <a:t>sem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2865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5">
                          <a:latin typeface="Tahoma"/>
                          <a:cs typeface="Tahoma"/>
                        </a:rPr>
                        <a:t>lsn=25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28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600" spc="-5">
                          <a:latin typeface="Tahoma"/>
                          <a:cs typeface="Tahoma"/>
                        </a:rPr>
                        <a:t>...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2865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168554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latin typeface="Tahoma"/>
                          <a:cs typeface="Tahoma"/>
                        </a:rPr>
                        <a:t>3,</a:t>
                      </a:r>
                      <a:r>
                        <a:rPr dirty="0" sz="24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v1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698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548312" y="4090987"/>
            <a:ext cx="2171700" cy="390525"/>
          </a:xfrm>
          <a:custGeom>
            <a:avLst/>
            <a:gdLst/>
            <a:ahLst/>
            <a:cxnLst/>
            <a:rect l="l" t="t" r="r" b="b"/>
            <a:pathLst>
              <a:path w="2171700" h="390525">
                <a:moveTo>
                  <a:pt x="21717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2171700" y="0"/>
                </a:lnTo>
                <a:lnTo>
                  <a:pt x="21717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171700" y="385762"/>
                </a:lnTo>
                <a:lnTo>
                  <a:pt x="2171700" y="390525"/>
                </a:lnTo>
                <a:close/>
              </a:path>
              <a:path w="21717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71700" h="390525">
                <a:moveTo>
                  <a:pt x="21621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62175" y="4762"/>
                </a:lnTo>
                <a:lnTo>
                  <a:pt x="2162175" y="9525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2162175" y="4762"/>
                </a:lnTo>
                <a:lnTo>
                  <a:pt x="2166937" y="9525"/>
                </a:lnTo>
                <a:lnTo>
                  <a:pt x="2171700" y="9525"/>
                </a:lnTo>
                <a:lnTo>
                  <a:pt x="2171700" y="381000"/>
                </a:lnTo>
                <a:lnTo>
                  <a:pt x="2166937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9525"/>
                </a:moveTo>
                <a:lnTo>
                  <a:pt x="2166937" y="9525"/>
                </a:lnTo>
                <a:lnTo>
                  <a:pt x="2162175" y="4762"/>
                </a:lnTo>
                <a:lnTo>
                  <a:pt x="2171700" y="4762"/>
                </a:lnTo>
                <a:lnTo>
                  <a:pt x="2171700" y="9525"/>
                </a:lnTo>
                <a:close/>
              </a:path>
              <a:path w="21717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162175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385762"/>
                </a:moveTo>
                <a:lnTo>
                  <a:pt x="2162175" y="385762"/>
                </a:lnTo>
                <a:lnTo>
                  <a:pt x="2166937" y="381000"/>
                </a:lnTo>
                <a:lnTo>
                  <a:pt x="2171700" y="381000"/>
                </a:lnTo>
                <a:lnTo>
                  <a:pt x="21717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48312" y="4471987"/>
            <a:ext cx="2171700" cy="390525"/>
          </a:xfrm>
          <a:custGeom>
            <a:avLst/>
            <a:gdLst/>
            <a:ahLst/>
            <a:cxnLst/>
            <a:rect l="l" t="t" r="r" b="b"/>
            <a:pathLst>
              <a:path w="2171700" h="390525">
                <a:moveTo>
                  <a:pt x="21717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2171700" y="0"/>
                </a:lnTo>
                <a:lnTo>
                  <a:pt x="21717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171700" y="385762"/>
                </a:lnTo>
                <a:lnTo>
                  <a:pt x="2171700" y="390525"/>
                </a:lnTo>
                <a:close/>
              </a:path>
              <a:path w="21717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71700" h="390525">
                <a:moveTo>
                  <a:pt x="21621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62175" y="4762"/>
                </a:lnTo>
                <a:lnTo>
                  <a:pt x="2162175" y="9525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2162175" y="4762"/>
                </a:lnTo>
                <a:lnTo>
                  <a:pt x="2166937" y="9525"/>
                </a:lnTo>
                <a:lnTo>
                  <a:pt x="2171700" y="9525"/>
                </a:lnTo>
                <a:lnTo>
                  <a:pt x="2171700" y="381000"/>
                </a:lnTo>
                <a:lnTo>
                  <a:pt x="2166937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9525"/>
                </a:moveTo>
                <a:lnTo>
                  <a:pt x="2166937" y="9525"/>
                </a:lnTo>
                <a:lnTo>
                  <a:pt x="2162175" y="4762"/>
                </a:lnTo>
                <a:lnTo>
                  <a:pt x="2171700" y="4762"/>
                </a:lnTo>
                <a:lnTo>
                  <a:pt x="2171700" y="9525"/>
                </a:lnTo>
                <a:close/>
              </a:path>
              <a:path w="21717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162175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385762"/>
                </a:moveTo>
                <a:lnTo>
                  <a:pt x="2162175" y="385762"/>
                </a:lnTo>
                <a:lnTo>
                  <a:pt x="2166937" y="381000"/>
                </a:lnTo>
                <a:lnTo>
                  <a:pt x="2171700" y="381000"/>
                </a:lnTo>
                <a:lnTo>
                  <a:pt x="21717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53455" y="5239511"/>
            <a:ext cx="2162555" cy="9235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548312" y="5233987"/>
            <a:ext cx="2171700" cy="933450"/>
          </a:xfrm>
          <a:custGeom>
            <a:avLst/>
            <a:gdLst/>
            <a:ahLst/>
            <a:cxnLst/>
            <a:rect l="l" t="t" r="r" b="b"/>
            <a:pathLst>
              <a:path w="2171700" h="933450">
                <a:moveTo>
                  <a:pt x="2171700" y="933450"/>
                </a:moveTo>
                <a:lnTo>
                  <a:pt x="0" y="933450"/>
                </a:lnTo>
                <a:lnTo>
                  <a:pt x="0" y="0"/>
                </a:lnTo>
                <a:lnTo>
                  <a:pt x="2171700" y="0"/>
                </a:lnTo>
                <a:lnTo>
                  <a:pt x="21717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23925"/>
                </a:lnTo>
                <a:lnTo>
                  <a:pt x="4762" y="923925"/>
                </a:lnTo>
                <a:lnTo>
                  <a:pt x="9525" y="928687"/>
                </a:lnTo>
                <a:lnTo>
                  <a:pt x="2171700" y="928687"/>
                </a:lnTo>
                <a:lnTo>
                  <a:pt x="2171700" y="933450"/>
                </a:lnTo>
                <a:close/>
              </a:path>
              <a:path w="2171700" h="9334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71700" h="933450">
                <a:moveTo>
                  <a:pt x="21621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62175" y="4762"/>
                </a:lnTo>
                <a:lnTo>
                  <a:pt x="2162175" y="9525"/>
                </a:lnTo>
                <a:close/>
              </a:path>
              <a:path w="2171700" h="933450">
                <a:moveTo>
                  <a:pt x="2162175" y="928687"/>
                </a:moveTo>
                <a:lnTo>
                  <a:pt x="2162175" y="4762"/>
                </a:lnTo>
                <a:lnTo>
                  <a:pt x="2166937" y="9525"/>
                </a:lnTo>
                <a:lnTo>
                  <a:pt x="2171700" y="9525"/>
                </a:lnTo>
                <a:lnTo>
                  <a:pt x="2171700" y="923925"/>
                </a:lnTo>
                <a:lnTo>
                  <a:pt x="2166937" y="923925"/>
                </a:lnTo>
                <a:lnTo>
                  <a:pt x="2162175" y="928687"/>
                </a:lnTo>
                <a:close/>
              </a:path>
              <a:path w="2171700" h="933450">
                <a:moveTo>
                  <a:pt x="2171700" y="9525"/>
                </a:moveTo>
                <a:lnTo>
                  <a:pt x="2166937" y="9525"/>
                </a:lnTo>
                <a:lnTo>
                  <a:pt x="2162175" y="4762"/>
                </a:lnTo>
                <a:lnTo>
                  <a:pt x="2171700" y="4762"/>
                </a:lnTo>
                <a:lnTo>
                  <a:pt x="2171700" y="9525"/>
                </a:lnTo>
                <a:close/>
              </a:path>
              <a:path w="2171700" h="933450">
                <a:moveTo>
                  <a:pt x="9525" y="928687"/>
                </a:moveTo>
                <a:lnTo>
                  <a:pt x="4762" y="923925"/>
                </a:lnTo>
                <a:lnTo>
                  <a:pt x="9525" y="923925"/>
                </a:lnTo>
                <a:lnTo>
                  <a:pt x="9525" y="928687"/>
                </a:lnTo>
                <a:close/>
              </a:path>
              <a:path w="2171700" h="933450">
                <a:moveTo>
                  <a:pt x="2162175" y="928687"/>
                </a:moveTo>
                <a:lnTo>
                  <a:pt x="9525" y="928687"/>
                </a:lnTo>
                <a:lnTo>
                  <a:pt x="9525" y="923925"/>
                </a:lnTo>
                <a:lnTo>
                  <a:pt x="2162175" y="923925"/>
                </a:lnTo>
                <a:lnTo>
                  <a:pt x="2162175" y="928687"/>
                </a:lnTo>
                <a:close/>
              </a:path>
              <a:path w="2171700" h="933450">
                <a:moveTo>
                  <a:pt x="2171700" y="928687"/>
                </a:moveTo>
                <a:lnTo>
                  <a:pt x="2162175" y="928687"/>
                </a:lnTo>
                <a:lnTo>
                  <a:pt x="2166937" y="923925"/>
                </a:lnTo>
                <a:lnTo>
                  <a:pt x="2171700" y="923925"/>
                </a:lnTo>
                <a:lnTo>
                  <a:pt x="2171700" y="928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91300" y="3629025"/>
            <a:ext cx="114300" cy="333375"/>
          </a:xfrm>
          <a:custGeom>
            <a:avLst/>
            <a:gdLst/>
            <a:ahLst/>
            <a:cxnLst/>
            <a:rect l="l" t="t" r="r" b="b"/>
            <a:pathLst>
              <a:path w="114300" h="333375">
                <a:moveTo>
                  <a:pt x="76200" y="247650"/>
                </a:moveTo>
                <a:lnTo>
                  <a:pt x="38100" y="247650"/>
                </a:lnTo>
                <a:lnTo>
                  <a:pt x="38100" y="0"/>
                </a:lnTo>
                <a:lnTo>
                  <a:pt x="76200" y="0"/>
                </a:lnTo>
                <a:lnTo>
                  <a:pt x="76200" y="247650"/>
                </a:lnTo>
                <a:close/>
              </a:path>
              <a:path w="114300" h="333375">
                <a:moveTo>
                  <a:pt x="57150" y="333375"/>
                </a:moveTo>
                <a:lnTo>
                  <a:pt x="0" y="219075"/>
                </a:lnTo>
                <a:lnTo>
                  <a:pt x="38100" y="219075"/>
                </a:lnTo>
                <a:lnTo>
                  <a:pt x="38100" y="247650"/>
                </a:lnTo>
                <a:lnTo>
                  <a:pt x="100012" y="247650"/>
                </a:lnTo>
                <a:lnTo>
                  <a:pt x="57150" y="333375"/>
                </a:lnTo>
                <a:close/>
              </a:path>
              <a:path w="114300" h="333375">
                <a:moveTo>
                  <a:pt x="100012" y="247650"/>
                </a:moveTo>
                <a:lnTo>
                  <a:pt x="76200" y="247650"/>
                </a:lnTo>
                <a:lnTo>
                  <a:pt x="76200" y="219075"/>
                </a:lnTo>
                <a:lnTo>
                  <a:pt x="114300" y="219075"/>
                </a:lnTo>
                <a:lnTo>
                  <a:pt x="100012" y="247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57837" y="4852987"/>
            <a:ext cx="2171700" cy="390525"/>
          </a:xfrm>
          <a:custGeom>
            <a:avLst/>
            <a:gdLst/>
            <a:ahLst/>
            <a:cxnLst/>
            <a:rect l="l" t="t" r="r" b="b"/>
            <a:pathLst>
              <a:path w="2171700" h="390525">
                <a:moveTo>
                  <a:pt x="21717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2171700" y="0"/>
                </a:lnTo>
                <a:lnTo>
                  <a:pt x="21717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171700" y="385762"/>
                </a:lnTo>
                <a:lnTo>
                  <a:pt x="2171700" y="390525"/>
                </a:lnTo>
                <a:close/>
              </a:path>
              <a:path w="21717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71700" h="390525">
                <a:moveTo>
                  <a:pt x="21621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62175" y="4762"/>
                </a:lnTo>
                <a:lnTo>
                  <a:pt x="2162175" y="9525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2162175" y="4762"/>
                </a:lnTo>
                <a:lnTo>
                  <a:pt x="2166937" y="9525"/>
                </a:lnTo>
                <a:lnTo>
                  <a:pt x="2171700" y="9525"/>
                </a:lnTo>
                <a:lnTo>
                  <a:pt x="2171700" y="381000"/>
                </a:lnTo>
                <a:lnTo>
                  <a:pt x="2166937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9525"/>
                </a:moveTo>
                <a:lnTo>
                  <a:pt x="2166937" y="9525"/>
                </a:lnTo>
                <a:lnTo>
                  <a:pt x="2162175" y="4762"/>
                </a:lnTo>
                <a:lnTo>
                  <a:pt x="2171700" y="4762"/>
                </a:lnTo>
                <a:lnTo>
                  <a:pt x="2171700" y="9525"/>
                </a:lnTo>
                <a:close/>
              </a:path>
              <a:path w="21717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171700" h="390525">
                <a:moveTo>
                  <a:pt x="21621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162175" y="381000"/>
                </a:lnTo>
                <a:lnTo>
                  <a:pt x="2162175" y="385762"/>
                </a:lnTo>
                <a:close/>
              </a:path>
              <a:path w="2171700" h="390525">
                <a:moveTo>
                  <a:pt x="2171700" y="385762"/>
                </a:moveTo>
                <a:lnTo>
                  <a:pt x="2162175" y="385762"/>
                </a:lnTo>
                <a:lnTo>
                  <a:pt x="2166937" y="381000"/>
                </a:lnTo>
                <a:lnTo>
                  <a:pt x="2171700" y="381000"/>
                </a:lnTo>
                <a:lnTo>
                  <a:pt x="21717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553455" y="4096511"/>
          <a:ext cx="2171700" cy="2066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/>
                <a:gridCol w="904875"/>
                <a:gridCol w="762635"/>
              </a:tblGrid>
              <a:tr h="380238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600" spc="-5">
                          <a:latin typeface="Tahoma"/>
                          <a:cs typeface="Tahoma"/>
                        </a:rPr>
                        <a:t>sem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223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600" spc="-5">
                          <a:latin typeface="Tahoma"/>
                          <a:cs typeface="Tahoma"/>
                        </a:rPr>
                        <a:t>lsn=26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22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600" spc="-5">
                          <a:latin typeface="Tahoma"/>
                          <a:cs typeface="Tahoma"/>
                        </a:rPr>
                        <a:t>...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6223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1686305">
                <a:tc gridSpan="3"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latin typeface="Tahoma"/>
                          <a:cs typeface="Tahoma"/>
                        </a:rPr>
                        <a:t>3,</a:t>
                      </a:r>
                      <a:r>
                        <a:rPr dirty="0" sz="2400" spc="-9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v1</a:t>
                      </a:r>
                      <a:endParaRPr sz="2400">
                        <a:latin typeface="Tahoma"/>
                        <a:cs typeface="Tahoma"/>
                      </a:endParaRPr>
                    </a:p>
                    <a:p>
                      <a:pPr algn="ctr" marL="76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spc="-5">
                          <a:latin typeface="Tahoma"/>
                          <a:cs typeface="Tahoma"/>
                        </a:rPr>
                        <a:t>5,</a:t>
                      </a:r>
                      <a:r>
                        <a:rPr dirty="0" sz="2400" spc="-9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400" spc="-5">
                          <a:latin typeface="Tahoma"/>
                          <a:cs typeface="Tahoma"/>
                        </a:rPr>
                        <a:t>v2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 marT="698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42246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1364" algn="l"/>
              </a:tabLst>
            </a:pPr>
            <a:r>
              <a:rPr dirty="0"/>
              <a:t>Still </a:t>
            </a:r>
            <a:r>
              <a:rPr dirty="0" spc="-15"/>
              <a:t>Have	</a:t>
            </a:r>
            <a:r>
              <a:rPr dirty="0"/>
              <a:t>a</a:t>
            </a:r>
            <a:r>
              <a:rPr dirty="0" spc="-75"/>
              <a:t> </a:t>
            </a:r>
            <a:r>
              <a:rPr dirty="0" spc="-5"/>
              <a:t>Problem!</a:t>
            </a:r>
          </a:p>
        </p:txBody>
      </p:sp>
      <p:sp>
        <p:nvSpPr>
          <p:cNvPr id="3" name="object 3"/>
          <p:cNvSpPr/>
          <p:nvPr/>
        </p:nvSpPr>
        <p:spPr>
          <a:xfrm>
            <a:off x="542544" y="1810511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10" h="381000">
                <a:moveTo>
                  <a:pt x="0" y="0"/>
                </a:moveTo>
                <a:lnTo>
                  <a:pt x="1552956" y="0"/>
                </a:lnTo>
                <a:lnTo>
                  <a:pt x="1552956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8162" y="1804987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2544" y="2191511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10" h="381000">
                <a:moveTo>
                  <a:pt x="0" y="0"/>
                </a:moveTo>
                <a:lnTo>
                  <a:pt x="1552956" y="0"/>
                </a:lnTo>
                <a:lnTo>
                  <a:pt x="1552956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8162" y="2185987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2544" y="2953511"/>
            <a:ext cx="1552956" cy="9235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8162" y="2947987"/>
            <a:ext cx="1562100" cy="933450"/>
          </a:xfrm>
          <a:custGeom>
            <a:avLst/>
            <a:gdLst/>
            <a:ahLst/>
            <a:cxnLst/>
            <a:rect l="l" t="t" r="r" b="b"/>
            <a:pathLst>
              <a:path w="1562100" h="933450">
                <a:moveTo>
                  <a:pt x="1562100" y="933450"/>
                </a:moveTo>
                <a:lnTo>
                  <a:pt x="0" y="933450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23925"/>
                </a:lnTo>
                <a:lnTo>
                  <a:pt x="4762" y="923925"/>
                </a:lnTo>
                <a:lnTo>
                  <a:pt x="9525" y="928687"/>
                </a:lnTo>
                <a:lnTo>
                  <a:pt x="1562100" y="928687"/>
                </a:lnTo>
                <a:lnTo>
                  <a:pt x="1562100" y="933450"/>
                </a:lnTo>
                <a:close/>
              </a:path>
              <a:path w="1562100" h="9334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933450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933450">
                <a:moveTo>
                  <a:pt x="1552575" y="928687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923925"/>
                </a:lnTo>
                <a:lnTo>
                  <a:pt x="1557337" y="923925"/>
                </a:lnTo>
                <a:lnTo>
                  <a:pt x="1552575" y="928687"/>
                </a:lnTo>
                <a:close/>
              </a:path>
              <a:path w="1562100" h="933450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933450">
                <a:moveTo>
                  <a:pt x="9525" y="928687"/>
                </a:moveTo>
                <a:lnTo>
                  <a:pt x="4762" y="923925"/>
                </a:lnTo>
                <a:lnTo>
                  <a:pt x="9525" y="923925"/>
                </a:lnTo>
                <a:lnTo>
                  <a:pt x="9525" y="928687"/>
                </a:lnTo>
                <a:close/>
              </a:path>
              <a:path w="1562100" h="933450">
                <a:moveTo>
                  <a:pt x="1552575" y="928687"/>
                </a:moveTo>
                <a:lnTo>
                  <a:pt x="9525" y="928687"/>
                </a:lnTo>
                <a:lnTo>
                  <a:pt x="9525" y="923925"/>
                </a:lnTo>
                <a:lnTo>
                  <a:pt x="1552575" y="923925"/>
                </a:lnTo>
                <a:lnTo>
                  <a:pt x="1552575" y="928687"/>
                </a:lnTo>
                <a:close/>
              </a:path>
              <a:path w="1562100" h="933450">
                <a:moveTo>
                  <a:pt x="1562100" y="928687"/>
                </a:moveTo>
                <a:lnTo>
                  <a:pt x="1552575" y="928687"/>
                </a:lnTo>
                <a:lnTo>
                  <a:pt x="1557337" y="923925"/>
                </a:lnTo>
                <a:lnTo>
                  <a:pt x="1562100" y="923925"/>
                </a:lnTo>
                <a:lnTo>
                  <a:pt x="1562100" y="928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71600" y="180975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3415" y="1860867"/>
            <a:ext cx="12103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2190" algn="l"/>
              </a:tabLst>
            </a:pPr>
            <a:r>
              <a:rPr dirty="0" sz="1600" spc="-5">
                <a:latin typeface="Tahoma"/>
                <a:cs typeface="Tahoma"/>
              </a:rPr>
              <a:t>lsn=24</a:t>
            </a:r>
            <a:r>
              <a:rPr dirty="0" sz="1600" spc="-5">
                <a:latin typeface="Tahoma"/>
                <a:cs typeface="Tahoma"/>
              </a:rPr>
              <a:t>	</a:t>
            </a:r>
            <a:r>
              <a:rPr dirty="0" sz="1600" spc="-5">
                <a:latin typeface="Tahoma"/>
                <a:cs typeface="Tahoma"/>
              </a:rPr>
              <a:t>...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3212" y="2572511"/>
            <a:ext cx="1542415" cy="381000"/>
          </a:xfrm>
          <a:custGeom>
            <a:avLst/>
            <a:gdLst/>
            <a:ahLst/>
            <a:cxnLst/>
            <a:rect l="l" t="t" r="r" b="b"/>
            <a:pathLst>
              <a:path w="1542414" h="381000">
                <a:moveTo>
                  <a:pt x="0" y="0"/>
                </a:moveTo>
                <a:lnTo>
                  <a:pt x="1542288" y="0"/>
                </a:lnTo>
                <a:lnTo>
                  <a:pt x="1542288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7687" y="2566987"/>
            <a:ext cx="1552575" cy="390525"/>
          </a:xfrm>
          <a:custGeom>
            <a:avLst/>
            <a:gdLst/>
            <a:ahLst/>
            <a:cxnLst/>
            <a:rect l="l" t="t" r="r" b="b"/>
            <a:pathLst>
              <a:path w="1552575" h="390525">
                <a:moveTo>
                  <a:pt x="155257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52575" y="0"/>
                </a:lnTo>
                <a:lnTo>
                  <a:pt x="15525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52575" y="385762"/>
                </a:lnTo>
                <a:lnTo>
                  <a:pt x="1552575" y="390525"/>
                </a:lnTo>
                <a:close/>
              </a:path>
              <a:path w="155257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52575" h="390525">
                <a:moveTo>
                  <a:pt x="15430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43050" y="4762"/>
                </a:lnTo>
                <a:lnTo>
                  <a:pt x="1543050" y="9525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1543050" y="4762"/>
                </a:lnTo>
                <a:lnTo>
                  <a:pt x="1547812" y="9525"/>
                </a:lnTo>
                <a:lnTo>
                  <a:pt x="1552575" y="9525"/>
                </a:lnTo>
                <a:lnTo>
                  <a:pt x="1552575" y="381000"/>
                </a:lnTo>
                <a:lnTo>
                  <a:pt x="1547812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9525"/>
                </a:moveTo>
                <a:lnTo>
                  <a:pt x="1547812" y="9525"/>
                </a:lnTo>
                <a:lnTo>
                  <a:pt x="1543050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5257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43050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385762"/>
                </a:moveTo>
                <a:lnTo>
                  <a:pt x="1543050" y="385762"/>
                </a:lnTo>
                <a:lnTo>
                  <a:pt x="1547812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70280" y="2185034"/>
            <a:ext cx="70104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ahoma"/>
                <a:cs typeface="Tahoma"/>
              </a:rPr>
              <a:t>3,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v1</a:t>
            </a:r>
            <a:endParaRPr sz="24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120"/>
              </a:spcBef>
            </a:pPr>
            <a:r>
              <a:rPr dirty="0" sz="2400" spc="-15">
                <a:latin typeface="Tahoma"/>
                <a:cs typeface="Tahoma"/>
              </a:rPr>
              <a:t>4,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52700" y="1819655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10" h="381000">
                <a:moveTo>
                  <a:pt x="0" y="0"/>
                </a:moveTo>
                <a:lnTo>
                  <a:pt x="1552955" y="0"/>
                </a:lnTo>
                <a:lnTo>
                  <a:pt x="1552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47937" y="1814512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52700" y="2200655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10" h="381000">
                <a:moveTo>
                  <a:pt x="0" y="0"/>
                </a:moveTo>
                <a:lnTo>
                  <a:pt x="1552955" y="0"/>
                </a:lnTo>
                <a:lnTo>
                  <a:pt x="1552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47937" y="2195512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980054" y="2194559"/>
            <a:ext cx="697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ahoma"/>
                <a:cs typeface="Tahoma"/>
              </a:rPr>
              <a:t>3,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52700" y="2581655"/>
            <a:ext cx="1552955" cy="1304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47937" y="2576512"/>
            <a:ext cx="1562100" cy="1314450"/>
          </a:xfrm>
          <a:custGeom>
            <a:avLst/>
            <a:gdLst/>
            <a:ahLst/>
            <a:cxnLst/>
            <a:rect l="l" t="t" r="r" b="b"/>
            <a:pathLst>
              <a:path w="1562100" h="1314450">
                <a:moveTo>
                  <a:pt x="1562100" y="1314450"/>
                </a:moveTo>
                <a:lnTo>
                  <a:pt x="0" y="1314450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04925"/>
                </a:lnTo>
                <a:lnTo>
                  <a:pt x="4762" y="1304925"/>
                </a:lnTo>
                <a:lnTo>
                  <a:pt x="9525" y="1309687"/>
                </a:lnTo>
                <a:lnTo>
                  <a:pt x="1562100" y="1309687"/>
                </a:lnTo>
                <a:lnTo>
                  <a:pt x="1562100" y="1314450"/>
                </a:lnTo>
                <a:close/>
              </a:path>
              <a:path w="1562100" h="13144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1314450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1314450">
                <a:moveTo>
                  <a:pt x="1552575" y="1309687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1304925"/>
                </a:lnTo>
                <a:lnTo>
                  <a:pt x="1557337" y="1304925"/>
                </a:lnTo>
                <a:lnTo>
                  <a:pt x="1552575" y="1309687"/>
                </a:lnTo>
                <a:close/>
              </a:path>
              <a:path w="1562100" h="1314450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1314450">
                <a:moveTo>
                  <a:pt x="9525" y="1309687"/>
                </a:moveTo>
                <a:lnTo>
                  <a:pt x="4762" y="1304925"/>
                </a:lnTo>
                <a:lnTo>
                  <a:pt x="9525" y="1304925"/>
                </a:lnTo>
                <a:lnTo>
                  <a:pt x="9525" y="1309687"/>
                </a:lnTo>
                <a:close/>
              </a:path>
              <a:path w="1562100" h="1314450">
                <a:moveTo>
                  <a:pt x="1552575" y="1309687"/>
                </a:moveTo>
                <a:lnTo>
                  <a:pt x="9525" y="1309687"/>
                </a:lnTo>
                <a:lnTo>
                  <a:pt x="9525" y="1304925"/>
                </a:lnTo>
                <a:lnTo>
                  <a:pt x="1552575" y="1304925"/>
                </a:lnTo>
                <a:lnTo>
                  <a:pt x="1552575" y="1309687"/>
                </a:lnTo>
                <a:close/>
              </a:path>
              <a:path w="1562100" h="1314450">
                <a:moveTo>
                  <a:pt x="1562100" y="1309687"/>
                </a:moveTo>
                <a:lnTo>
                  <a:pt x="1552575" y="1309687"/>
                </a:lnTo>
                <a:lnTo>
                  <a:pt x="1557337" y="1304925"/>
                </a:lnTo>
                <a:lnTo>
                  <a:pt x="1562100" y="1304925"/>
                </a:lnTo>
                <a:lnTo>
                  <a:pt x="1562100" y="1309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81375" y="1819275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663189" y="1870392"/>
            <a:ext cx="12103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2190" algn="l"/>
              </a:tabLst>
            </a:pPr>
            <a:r>
              <a:rPr dirty="0" sz="1600" spc="-5">
                <a:latin typeface="Tahoma"/>
                <a:cs typeface="Tahoma"/>
              </a:rPr>
              <a:t>lsn=25</a:t>
            </a:r>
            <a:r>
              <a:rPr dirty="0" sz="1600" spc="-5">
                <a:latin typeface="Tahoma"/>
                <a:cs typeface="Tahoma"/>
              </a:rPr>
              <a:t>	</a:t>
            </a:r>
            <a:r>
              <a:rPr dirty="0" sz="1600" spc="-5">
                <a:latin typeface="Tahoma"/>
                <a:cs typeface="Tahoma"/>
              </a:rPr>
              <a:t>...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39055" y="1837944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10" h="381000">
                <a:moveTo>
                  <a:pt x="0" y="0"/>
                </a:moveTo>
                <a:lnTo>
                  <a:pt x="1552955" y="0"/>
                </a:lnTo>
                <a:lnTo>
                  <a:pt x="1552955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33912" y="1833562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39055" y="2218944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10" h="381000">
                <a:moveTo>
                  <a:pt x="0" y="0"/>
                </a:moveTo>
                <a:lnTo>
                  <a:pt x="1552955" y="0"/>
                </a:lnTo>
                <a:lnTo>
                  <a:pt x="1552955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33912" y="2214562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39055" y="2980944"/>
            <a:ext cx="1552955" cy="9250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33912" y="2976562"/>
            <a:ext cx="1562100" cy="933450"/>
          </a:xfrm>
          <a:custGeom>
            <a:avLst/>
            <a:gdLst/>
            <a:ahLst/>
            <a:cxnLst/>
            <a:rect l="l" t="t" r="r" b="b"/>
            <a:pathLst>
              <a:path w="1562100" h="933450">
                <a:moveTo>
                  <a:pt x="1562100" y="933450"/>
                </a:moveTo>
                <a:lnTo>
                  <a:pt x="0" y="933450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23925"/>
                </a:lnTo>
                <a:lnTo>
                  <a:pt x="4762" y="923925"/>
                </a:lnTo>
                <a:lnTo>
                  <a:pt x="9525" y="928687"/>
                </a:lnTo>
                <a:lnTo>
                  <a:pt x="1562100" y="928687"/>
                </a:lnTo>
                <a:lnTo>
                  <a:pt x="1562100" y="933450"/>
                </a:lnTo>
                <a:close/>
              </a:path>
              <a:path w="1562100" h="9334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933450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933450">
                <a:moveTo>
                  <a:pt x="1552575" y="928687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923925"/>
                </a:lnTo>
                <a:lnTo>
                  <a:pt x="1557337" y="923925"/>
                </a:lnTo>
                <a:lnTo>
                  <a:pt x="1552575" y="928687"/>
                </a:lnTo>
                <a:close/>
              </a:path>
              <a:path w="1562100" h="933450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933450">
                <a:moveTo>
                  <a:pt x="9525" y="928687"/>
                </a:moveTo>
                <a:lnTo>
                  <a:pt x="4762" y="923925"/>
                </a:lnTo>
                <a:lnTo>
                  <a:pt x="9525" y="923925"/>
                </a:lnTo>
                <a:lnTo>
                  <a:pt x="9525" y="928687"/>
                </a:lnTo>
                <a:close/>
              </a:path>
              <a:path w="1562100" h="933450">
                <a:moveTo>
                  <a:pt x="1552575" y="928687"/>
                </a:moveTo>
                <a:lnTo>
                  <a:pt x="9525" y="928687"/>
                </a:lnTo>
                <a:lnTo>
                  <a:pt x="9525" y="923925"/>
                </a:lnTo>
                <a:lnTo>
                  <a:pt x="1552575" y="923925"/>
                </a:lnTo>
                <a:lnTo>
                  <a:pt x="1552575" y="928687"/>
                </a:lnTo>
                <a:close/>
              </a:path>
              <a:path w="1562100" h="933450">
                <a:moveTo>
                  <a:pt x="1562100" y="928687"/>
                </a:moveTo>
                <a:lnTo>
                  <a:pt x="1552575" y="928687"/>
                </a:lnTo>
                <a:lnTo>
                  <a:pt x="1557337" y="923925"/>
                </a:lnTo>
                <a:lnTo>
                  <a:pt x="1562100" y="923925"/>
                </a:lnTo>
                <a:lnTo>
                  <a:pt x="1562100" y="928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467350" y="1838325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749165" y="1889442"/>
            <a:ext cx="12103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2190" algn="l"/>
              </a:tabLst>
            </a:pPr>
            <a:r>
              <a:rPr dirty="0" sz="1600" spc="-5">
                <a:latin typeface="Tahoma"/>
                <a:cs typeface="Tahoma"/>
              </a:rPr>
              <a:t>lsn=26</a:t>
            </a:r>
            <a:r>
              <a:rPr dirty="0" sz="1600" spc="-5">
                <a:latin typeface="Tahoma"/>
                <a:cs typeface="Tahoma"/>
              </a:rPr>
              <a:t>	</a:t>
            </a:r>
            <a:r>
              <a:rPr dirty="0" sz="1600" spc="-5">
                <a:latin typeface="Tahoma"/>
                <a:cs typeface="Tahoma"/>
              </a:rPr>
              <a:t>...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48200" y="2599944"/>
            <a:ext cx="1544320" cy="381000"/>
          </a:xfrm>
          <a:custGeom>
            <a:avLst/>
            <a:gdLst/>
            <a:ahLst/>
            <a:cxnLst/>
            <a:rect l="l" t="t" r="r" b="b"/>
            <a:pathLst>
              <a:path w="1544320" h="381000">
                <a:moveTo>
                  <a:pt x="0" y="0"/>
                </a:moveTo>
                <a:lnTo>
                  <a:pt x="1543812" y="0"/>
                </a:lnTo>
                <a:lnTo>
                  <a:pt x="1543812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43437" y="2595562"/>
            <a:ext cx="1552575" cy="390525"/>
          </a:xfrm>
          <a:custGeom>
            <a:avLst/>
            <a:gdLst/>
            <a:ahLst/>
            <a:cxnLst/>
            <a:rect l="l" t="t" r="r" b="b"/>
            <a:pathLst>
              <a:path w="1552575" h="390525">
                <a:moveTo>
                  <a:pt x="155257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52575" y="0"/>
                </a:lnTo>
                <a:lnTo>
                  <a:pt x="15525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52575" y="385762"/>
                </a:lnTo>
                <a:lnTo>
                  <a:pt x="1552575" y="390525"/>
                </a:lnTo>
                <a:close/>
              </a:path>
              <a:path w="155257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52575" h="390525">
                <a:moveTo>
                  <a:pt x="15430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43050" y="4762"/>
                </a:lnTo>
                <a:lnTo>
                  <a:pt x="1543050" y="9525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1543050" y="4762"/>
                </a:lnTo>
                <a:lnTo>
                  <a:pt x="1547812" y="9525"/>
                </a:lnTo>
                <a:lnTo>
                  <a:pt x="1552575" y="9525"/>
                </a:lnTo>
                <a:lnTo>
                  <a:pt x="1552575" y="381000"/>
                </a:lnTo>
                <a:lnTo>
                  <a:pt x="1547812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9525"/>
                </a:moveTo>
                <a:lnTo>
                  <a:pt x="1547812" y="9525"/>
                </a:lnTo>
                <a:lnTo>
                  <a:pt x="1543050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5257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43050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385762"/>
                </a:moveTo>
                <a:lnTo>
                  <a:pt x="1543050" y="385762"/>
                </a:lnTo>
                <a:lnTo>
                  <a:pt x="1547812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066029" y="2213609"/>
            <a:ext cx="702945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ahoma"/>
                <a:cs typeface="Tahoma"/>
              </a:rPr>
              <a:t>3,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v1</a:t>
            </a:r>
            <a:endParaRPr sz="2400">
              <a:latin typeface="Tahoma"/>
              <a:cs typeface="Tahoma"/>
            </a:endParaRPr>
          </a:p>
          <a:p>
            <a:pPr marL="17780">
              <a:lnSpc>
                <a:spcPct val="100000"/>
              </a:lnSpc>
              <a:spcBef>
                <a:spcPts val="120"/>
              </a:spcBef>
            </a:pPr>
            <a:r>
              <a:rPr dirty="0" sz="2400" spc="-5">
                <a:latin typeface="Tahoma"/>
                <a:cs typeface="Tahoma"/>
              </a:rPr>
              <a:t>5,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55177" y="4662170"/>
            <a:ext cx="84074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T1</a:t>
            </a:r>
            <a:endParaRPr sz="2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Del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4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66540" y="4662170"/>
            <a:ext cx="81851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T2</a:t>
            </a:r>
            <a:endParaRPr sz="2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800" spc="-10">
                <a:latin typeface="Tahoma"/>
                <a:cs typeface="Tahoma"/>
              </a:rPr>
              <a:t>Ins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5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88337" y="4048125"/>
            <a:ext cx="1278890" cy="425450"/>
          </a:xfrm>
          <a:custGeom>
            <a:avLst/>
            <a:gdLst/>
            <a:ahLst/>
            <a:cxnLst/>
            <a:rect l="l" t="t" r="r" b="b"/>
            <a:pathLst>
              <a:path w="1278889" h="425450">
                <a:moveTo>
                  <a:pt x="1219086" y="62707"/>
                </a:moveTo>
                <a:lnTo>
                  <a:pt x="1195298" y="46989"/>
                </a:lnTo>
                <a:lnTo>
                  <a:pt x="1278712" y="0"/>
                </a:lnTo>
                <a:lnTo>
                  <a:pt x="1272897" y="44450"/>
                </a:lnTo>
                <a:lnTo>
                  <a:pt x="1230896" y="44450"/>
                </a:lnTo>
                <a:lnTo>
                  <a:pt x="1219086" y="62707"/>
                </a:lnTo>
                <a:close/>
              </a:path>
              <a:path w="1278889" h="425450">
                <a:moveTo>
                  <a:pt x="24968" y="55879"/>
                </a:moveTo>
                <a:lnTo>
                  <a:pt x="21488" y="49529"/>
                </a:lnTo>
                <a:lnTo>
                  <a:pt x="21920" y="49529"/>
                </a:lnTo>
                <a:lnTo>
                  <a:pt x="17424" y="43179"/>
                </a:lnTo>
                <a:lnTo>
                  <a:pt x="17640" y="43179"/>
                </a:lnTo>
                <a:lnTo>
                  <a:pt x="0" y="16510"/>
                </a:lnTo>
                <a:lnTo>
                  <a:pt x="23774" y="1270"/>
                </a:lnTo>
                <a:lnTo>
                  <a:pt x="41617" y="27939"/>
                </a:lnTo>
                <a:lnTo>
                  <a:pt x="46113" y="34289"/>
                </a:lnTo>
                <a:lnTo>
                  <a:pt x="46532" y="35560"/>
                </a:lnTo>
                <a:lnTo>
                  <a:pt x="50012" y="41910"/>
                </a:lnTo>
                <a:lnTo>
                  <a:pt x="50368" y="43179"/>
                </a:lnTo>
                <a:lnTo>
                  <a:pt x="56037" y="54610"/>
                </a:lnTo>
                <a:lnTo>
                  <a:pt x="24599" y="54610"/>
                </a:lnTo>
                <a:lnTo>
                  <a:pt x="24968" y="55879"/>
                </a:lnTo>
                <a:close/>
              </a:path>
              <a:path w="1278889" h="425450">
                <a:moveTo>
                  <a:pt x="1242675" y="78292"/>
                </a:moveTo>
                <a:lnTo>
                  <a:pt x="1219086" y="62707"/>
                </a:lnTo>
                <a:lnTo>
                  <a:pt x="1230896" y="44450"/>
                </a:lnTo>
                <a:lnTo>
                  <a:pt x="1254747" y="60960"/>
                </a:lnTo>
                <a:lnTo>
                  <a:pt x="1244177" y="76200"/>
                </a:lnTo>
                <a:lnTo>
                  <a:pt x="1243888" y="76200"/>
                </a:lnTo>
                <a:lnTo>
                  <a:pt x="1242675" y="78292"/>
                </a:lnTo>
                <a:close/>
              </a:path>
              <a:path w="1278889" h="425450">
                <a:moveTo>
                  <a:pt x="1266418" y="93979"/>
                </a:moveTo>
                <a:lnTo>
                  <a:pt x="1243012" y="78515"/>
                </a:lnTo>
                <a:lnTo>
                  <a:pt x="1243542" y="77115"/>
                </a:lnTo>
                <a:lnTo>
                  <a:pt x="1254747" y="60960"/>
                </a:lnTo>
                <a:lnTo>
                  <a:pt x="1230896" y="44450"/>
                </a:lnTo>
                <a:lnTo>
                  <a:pt x="1272897" y="44450"/>
                </a:lnTo>
                <a:lnTo>
                  <a:pt x="1266418" y="93979"/>
                </a:lnTo>
                <a:close/>
              </a:path>
              <a:path w="1278889" h="425450">
                <a:moveTo>
                  <a:pt x="81800" y="146050"/>
                </a:moveTo>
                <a:lnTo>
                  <a:pt x="73761" y="139700"/>
                </a:lnTo>
                <a:lnTo>
                  <a:pt x="69799" y="135889"/>
                </a:lnTo>
                <a:lnTo>
                  <a:pt x="69075" y="135889"/>
                </a:lnTo>
                <a:lnTo>
                  <a:pt x="65366" y="132079"/>
                </a:lnTo>
                <a:lnTo>
                  <a:pt x="64554" y="132079"/>
                </a:lnTo>
                <a:lnTo>
                  <a:pt x="62839" y="129539"/>
                </a:lnTo>
                <a:lnTo>
                  <a:pt x="62204" y="129539"/>
                </a:lnTo>
                <a:lnTo>
                  <a:pt x="60617" y="127000"/>
                </a:lnTo>
                <a:lnTo>
                  <a:pt x="59943" y="125729"/>
                </a:lnTo>
                <a:lnTo>
                  <a:pt x="58496" y="124460"/>
                </a:lnTo>
                <a:lnTo>
                  <a:pt x="57848" y="123189"/>
                </a:lnTo>
                <a:lnTo>
                  <a:pt x="56222" y="119379"/>
                </a:lnTo>
                <a:lnTo>
                  <a:pt x="42837" y="92710"/>
                </a:lnTo>
                <a:lnTo>
                  <a:pt x="34048" y="74929"/>
                </a:lnTo>
                <a:lnTo>
                  <a:pt x="24599" y="54610"/>
                </a:lnTo>
                <a:lnTo>
                  <a:pt x="56037" y="54610"/>
                </a:lnTo>
                <a:lnTo>
                  <a:pt x="59817" y="62229"/>
                </a:lnTo>
                <a:lnTo>
                  <a:pt x="68580" y="80010"/>
                </a:lnTo>
                <a:lnTo>
                  <a:pt x="81851" y="107950"/>
                </a:lnTo>
                <a:lnTo>
                  <a:pt x="82130" y="107950"/>
                </a:lnTo>
                <a:lnTo>
                  <a:pt x="82791" y="109220"/>
                </a:lnTo>
                <a:lnTo>
                  <a:pt x="83578" y="110489"/>
                </a:lnTo>
                <a:lnTo>
                  <a:pt x="84493" y="111760"/>
                </a:lnTo>
                <a:lnTo>
                  <a:pt x="84759" y="111760"/>
                </a:lnTo>
                <a:lnTo>
                  <a:pt x="88480" y="114300"/>
                </a:lnTo>
                <a:lnTo>
                  <a:pt x="87744" y="114300"/>
                </a:lnTo>
                <a:lnTo>
                  <a:pt x="91706" y="116839"/>
                </a:lnTo>
                <a:lnTo>
                  <a:pt x="99580" y="123189"/>
                </a:lnTo>
                <a:lnTo>
                  <a:pt x="100495" y="124460"/>
                </a:lnTo>
                <a:lnTo>
                  <a:pt x="104178" y="128270"/>
                </a:lnTo>
                <a:lnTo>
                  <a:pt x="105016" y="128270"/>
                </a:lnTo>
                <a:lnTo>
                  <a:pt x="106692" y="130810"/>
                </a:lnTo>
                <a:lnTo>
                  <a:pt x="107353" y="132079"/>
                </a:lnTo>
                <a:lnTo>
                  <a:pt x="109245" y="133350"/>
                </a:lnTo>
                <a:lnTo>
                  <a:pt x="114846" y="142239"/>
                </a:lnTo>
                <a:lnTo>
                  <a:pt x="116690" y="144779"/>
                </a:lnTo>
                <a:lnTo>
                  <a:pt x="80886" y="144779"/>
                </a:lnTo>
                <a:lnTo>
                  <a:pt x="81800" y="146050"/>
                </a:lnTo>
                <a:close/>
              </a:path>
              <a:path w="1278889" h="425450">
                <a:moveTo>
                  <a:pt x="1229314" y="115570"/>
                </a:moveTo>
                <a:lnTo>
                  <a:pt x="1199007" y="115570"/>
                </a:lnTo>
                <a:lnTo>
                  <a:pt x="1217104" y="66039"/>
                </a:lnTo>
                <a:lnTo>
                  <a:pt x="1217752" y="64770"/>
                </a:lnTo>
                <a:lnTo>
                  <a:pt x="1219086" y="62707"/>
                </a:lnTo>
                <a:lnTo>
                  <a:pt x="1242675" y="78292"/>
                </a:lnTo>
                <a:lnTo>
                  <a:pt x="1242415" y="78739"/>
                </a:lnTo>
                <a:lnTo>
                  <a:pt x="1242927" y="78739"/>
                </a:lnTo>
                <a:lnTo>
                  <a:pt x="1234757" y="100329"/>
                </a:lnTo>
                <a:lnTo>
                  <a:pt x="1229314" y="115570"/>
                </a:lnTo>
                <a:close/>
              </a:path>
              <a:path w="1278889" h="425450">
                <a:moveTo>
                  <a:pt x="1242710" y="78315"/>
                </a:moveTo>
                <a:lnTo>
                  <a:pt x="1243888" y="76200"/>
                </a:lnTo>
                <a:lnTo>
                  <a:pt x="1243542" y="77115"/>
                </a:lnTo>
                <a:lnTo>
                  <a:pt x="1242710" y="78315"/>
                </a:lnTo>
                <a:close/>
              </a:path>
              <a:path w="1278889" h="425450">
                <a:moveTo>
                  <a:pt x="1243542" y="77115"/>
                </a:moveTo>
                <a:lnTo>
                  <a:pt x="1243888" y="76200"/>
                </a:lnTo>
                <a:lnTo>
                  <a:pt x="1244177" y="76200"/>
                </a:lnTo>
                <a:lnTo>
                  <a:pt x="1243542" y="77115"/>
                </a:lnTo>
                <a:close/>
              </a:path>
              <a:path w="1278889" h="425450">
                <a:moveTo>
                  <a:pt x="1243012" y="78515"/>
                </a:moveTo>
                <a:lnTo>
                  <a:pt x="1242710" y="78315"/>
                </a:lnTo>
                <a:lnTo>
                  <a:pt x="1243542" y="77115"/>
                </a:lnTo>
                <a:lnTo>
                  <a:pt x="1243012" y="78515"/>
                </a:lnTo>
                <a:close/>
              </a:path>
              <a:path w="1278889" h="425450">
                <a:moveTo>
                  <a:pt x="1242415" y="78739"/>
                </a:moveTo>
                <a:lnTo>
                  <a:pt x="1242675" y="78292"/>
                </a:lnTo>
                <a:lnTo>
                  <a:pt x="1242415" y="78739"/>
                </a:lnTo>
                <a:close/>
              </a:path>
              <a:path w="1278889" h="425450">
                <a:moveTo>
                  <a:pt x="1242927" y="78739"/>
                </a:moveTo>
                <a:lnTo>
                  <a:pt x="1242415" y="78739"/>
                </a:lnTo>
                <a:lnTo>
                  <a:pt x="1242710" y="78315"/>
                </a:lnTo>
                <a:lnTo>
                  <a:pt x="1243012" y="78515"/>
                </a:lnTo>
                <a:lnTo>
                  <a:pt x="1242927" y="78739"/>
                </a:lnTo>
                <a:close/>
              </a:path>
              <a:path w="1278889" h="425450">
                <a:moveTo>
                  <a:pt x="82149" y="107950"/>
                </a:moveTo>
                <a:lnTo>
                  <a:pt x="81851" y="107950"/>
                </a:lnTo>
                <a:lnTo>
                  <a:pt x="81508" y="106679"/>
                </a:lnTo>
                <a:lnTo>
                  <a:pt x="82149" y="107950"/>
                </a:lnTo>
                <a:close/>
              </a:path>
              <a:path w="1278889" h="425450">
                <a:moveTo>
                  <a:pt x="82791" y="109220"/>
                </a:moveTo>
                <a:lnTo>
                  <a:pt x="82130" y="107950"/>
                </a:lnTo>
                <a:lnTo>
                  <a:pt x="82297" y="108243"/>
                </a:lnTo>
                <a:lnTo>
                  <a:pt x="82791" y="109220"/>
                </a:lnTo>
                <a:close/>
              </a:path>
              <a:path w="1278889" h="425450">
                <a:moveTo>
                  <a:pt x="82297" y="108243"/>
                </a:moveTo>
                <a:lnTo>
                  <a:pt x="82130" y="107950"/>
                </a:lnTo>
                <a:lnTo>
                  <a:pt x="82297" y="108243"/>
                </a:lnTo>
                <a:close/>
              </a:path>
              <a:path w="1278889" h="425450">
                <a:moveTo>
                  <a:pt x="82854" y="109220"/>
                </a:moveTo>
                <a:lnTo>
                  <a:pt x="82297" y="108243"/>
                </a:lnTo>
                <a:lnTo>
                  <a:pt x="82854" y="109220"/>
                </a:lnTo>
                <a:close/>
              </a:path>
              <a:path w="1278889" h="425450">
                <a:moveTo>
                  <a:pt x="83699" y="110489"/>
                </a:moveTo>
                <a:lnTo>
                  <a:pt x="82905" y="109220"/>
                </a:lnTo>
                <a:lnTo>
                  <a:pt x="83699" y="110489"/>
                </a:lnTo>
                <a:close/>
              </a:path>
              <a:path w="1278889" h="425450">
                <a:moveTo>
                  <a:pt x="85572" y="111760"/>
                </a:moveTo>
                <a:lnTo>
                  <a:pt x="84493" y="111760"/>
                </a:lnTo>
                <a:lnTo>
                  <a:pt x="83858" y="110489"/>
                </a:lnTo>
                <a:lnTo>
                  <a:pt x="85572" y="111760"/>
                </a:lnTo>
                <a:close/>
              </a:path>
              <a:path w="1278889" h="425450">
                <a:moveTo>
                  <a:pt x="1220927" y="137160"/>
                </a:moveTo>
                <a:lnTo>
                  <a:pt x="1190028" y="137160"/>
                </a:lnTo>
                <a:lnTo>
                  <a:pt x="1194739" y="125729"/>
                </a:lnTo>
                <a:lnTo>
                  <a:pt x="1194562" y="125729"/>
                </a:lnTo>
                <a:lnTo>
                  <a:pt x="1199134" y="114300"/>
                </a:lnTo>
                <a:lnTo>
                  <a:pt x="1199007" y="115570"/>
                </a:lnTo>
                <a:lnTo>
                  <a:pt x="1229314" y="115570"/>
                </a:lnTo>
                <a:lnTo>
                  <a:pt x="1225677" y="125729"/>
                </a:lnTo>
                <a:lnTo>
                  <a:pt x="1220927" y="137160"/>
                </a:lnTo>
                <a:close/>
              </a:path>
              <a:path w="1278889" h="425450">
                <a:moveTo>
                  <a:pt x="1156512" y="238760"/>
                </a:moveTo>
                <a:lnTo>
                  <a:pt x="1121143" y="238760"/>
                </a:lnTo>
                <a:lnTo>
                  <a:pt x="1128928" y="228600"/>
                </a:lnTo>
                <a:lnTo>
                  <a:pt x="1136497" y="218439"/>
                </a:lnTo>
                <a:lnTo>
                  <a:pt x="1136345" y="218439"/>
                </a:lnTo>
                <a:lnTo>
                  <a:pt x="1151521" y="196850"/>
                </a:lnTo>
                <a:lnTo>
                  <a:pt x="1151369" y="196850"/>
                </a:lnTo>
                <a:lnTo>
                  <a:pt x="1166329" y="175260"/>
                </a:lnTo>
                <a:lnTo>
                  <a:pt x="1181125" y="153670"/>
                </a:lnTo>
                <a:lnTo>
                  <a:pt x="1180795" y="153670"/>
                </a:lnTo>
                <a:lnTo>
                  <a:pt x="1183436" y="149860"/>
                </a:lnTo>
                <a:lnTo>
                  <a:pt x="1183144" y="149860"/>
                </a:lnTo>
                <a:lnTo>
                  <a:pt x="1185710" y="146050"/>
                </a:lnTo>
                <a:lnTo>
                  <a:pt x="1185379" y="146050"/>
                </a:lnTo>
                <a:lnTo>
                  <a:pt x="1190307" y="135889"/>
                </a:lnTo>
                <a:lnTo>
                  <a:pt x="1190028" y="137160"/>
                </a:lnTo>
                <a:lnTo>
                  <a:pt x="1220927" y="137160"/>
                </a:lnTo>
                <a:lnTo>
                  <a:pt x="1216215" y="148589"/>
                </a:lnTo>
                <a:lnTo>
                  <a:pt x="1215923" y="148589"/>
                </a:lnTo>
                <a:lnTo>
                  <a:pt x="1210995" y="158750"/>
                </a:lnTo>
                <a:lnTo>
                  <a:pt x="1189875" y="191770"/>
                </a:lnTo>
                <a:lnTo>
                  <a:pt x="1159446" y="234950"/>
                </a:lnTo>
                <a:lnTo>
                  <a:pt x="1156512" y="238760"/>
                </a:lnTo>
                <a:close/>
              </a:path>
              <a:path w="1278889" h="425450">
                <a:moveTo>
                  <a:pt x="84556" y="148589"/>
                </a:moveTo>
                <a:lnTo>
                  <a:pt x="80886" y="144779"/>
                </a:lnTo>
                <a:lnTo>
                  <a:pt x="116690" y="144779"/>
                </a:lnTo>
                <a:lnTo>
                  <a:pt x="118535" y="147320"/>
                </a:lnTo>
                <a:lnTo>
                  <a:pt x="83718" y="147320"/>
                </a:lnTo>
                <a:lnTo>
                  <a:pt x="84556" y="148589"/>
                </a:lnTo>
                <a:close/>
              </a:path>
              <a:path w="1278889" h="425450">
                <a:moveTo>
                  <a:pt x="85407" y="149860"/>
                </a:moveTo>
                <a:lnTo>
                  <a:pt x="83718" y="147320"/>
                </a:lnTo>
                <a:lnTo>
                  <a:pt x="118535" y="147320"/>
                </a:lnTo>
                <a:lnTo>
                  <a:pt x="119457" y="148589"/>
                </a:lnTo>
                <a:lnTo>
                  <a:pt x="84759" y="148589"/>
                </a:lnTo>
                <a:lnTo>
                  <a:pt x="85407" y="149860"/>
                </a:lnTo>
                <a:close/>
              </a:path>
              <a:path w="1278889" h="425450">
                <a:moveTo>
                  <a:pt x="736498" y="425450"/>
                </a:moveTo>
                <a:lnTo>
                  <a:pt x="705980" y="425450"/>
                </a:lnTo>
                <a:lnTo>
                  <a:pt x="684098" y="422910"/>
                </a:lnTo>
                <a:lnTo>
                  <a:pt x="671588" y="421639"/>
                </a:lnTo>
                <a:lnTo>
                  <a:pt x="657110" y="419100"/>
                </a:lnTo>
                <a:lnTo>
                  <a:pt x="619391" y="414020"/>
                </a:lnTo>
                <a:lnTo>
                  <a:pt x="620763" y="414020"/>
                </a:lnTo>
                <a:lnTo>
                  <a:pt x="577900" y="411479"/>
                </a:lnTo>
                <a:lnTo>
                  <a:pt x="535038" y="408939"/>
                </a:lnTo>
                <a:lnTo>
                  <a:pt x="513524" y="408939"/>
                </a:lnTo>
                <a:lnTo>
                  <a:pt x="470369" y="406400"/>
                </a:lnTo>
                <a:lnTo>
                  <a:pt x="448437" y="403860"/>
                </a:lnTo>
                <a:lnTo>
                  <a:pt x="428739" y="401320"/>
                </a:lnTo>
                <a:lnTo>
                  <a:pt x="418134" y="400050"/>
                </a:lnTo>
                <a:lnTo>
                  <a:pt x="337210" y="373379"/>
                </a:lnTo>
                <a:lnTo>
                  <a:pt x="288124" y="349250"/>
                </a:lnTo>
                <a:lnTo>
                  <a:pt x="278574" y="342900"/>
                </a:lnTo>
                <a:lnTo>
                  <a:pt x="269138" y="337820"/>
                </a:lnTo>
                <a:lnTo>
                  <a:pt x="259816" y="331470"/>
                </a:lnTo>
                <a:lnTo>
                  <a:pt x="250634" y="325120"/>
                </a:lnTo>
                <a:lnTo>
                  <a:pt x="241579" y="320039"/>
                </a:lnTo>
                <a:lnTo>
                  <a:pt x="206984" y="294639"/>
                </a:lnTo>
                <a:lnTo>
                  <a:pt x="198691" y="287020"/>
                </a:lnTo>
                <a:lnTo>
                  <a:pt x="182905" y="274320"/>
                </a:lnTo>
                <a:lnTo>
                  <a:pt x="168059" y="261620"/>
                </a:lnTo>
                <a:lnTo>
                  <a:pt x="160959" y="254000"/>
                </a:lnTo>
                <a:lnTo>
                  <a:pt x="154279" y="247650"/>
                </a:lnTo>
                <a:lnTo>
                  <a:pt x="153797" y="247650"/>
                </a:lnTo>
                <a:lnTo>
                  <a:pt x="150291" y="243839"/>
                </a:lnTo>
                <a:lnTo>
                  <a:pt x="149783" y="242570"/>
                </a:lnTo>
                <a:lnTo>
                  <a:pt x="145859" y="237489"/>
                </a:lnTo>
                <a:lnTo>
                  <a:pt x="141084" y="232410"/>
                </a:lnTo>
                <a:lnTo>
                  <a:pt x="136347" y="224789"/>
                </a:lnTo>
                <a:lnTo>
                  <a:pt x="126568" y="210820"/>
                </a:lnTo>
                <a:lnTo>
                  <a:pt x="116611" y="196850"/>
                </a:lnTo>
                <a:lnTo>
                  <a:pt x="98310" y="168910"/>
                </a:lnTo>
                <a:lnTo>
                  <a:pt x="91059" y="157479"/>
                </a:lnTo>
                <a:lnTo>
                  <a:pt x="91325" y="157479"/>
                </a:lnTo>
                <a:lnTo>
                  <a:pt x="85979" y="151129"/>
                </a:lnTo>
                <a:lnTo>
                  <a:pt x="86321" y="151129"/>
                </a:lnTo>
                <a:lnTo>
                  <a:pt x="84759" y="148589"/>
                </a:lnTo>
                <a:lnTo>
                  <a:pt x="119457" y="148589"/>
                </a:lnTo>
                <a:lnTo>
                  <a:pt x="122224" y="152400"/>
                </a:lnTo>
                <a:lnTo>
                  <a:pt x="140525" y="180339"/>
                </a:lnTo>
                <a:lnTo>
                  <a:pt x="150317" y="195579"/>
                </a:lnTo>
                <a:lnTo>
                  <a:pt x="150164" y="195579"/>
                </a:lnTo>
                <a:lnTo>
                  <a:pt x="159791" y="209550"/>
                </a:lnTo>
                <a:lnTo>
                  <a:pt x="160494" y="209550"/>
                </a:lnTo>
                <a:lnTo>
                  <a:pt x="164122" y="214629"/>
                </a:lnTo>
                <a:lnTo>
                  <a:pt x="163918" y="214629"/>
                </a:lnTo>
                <a:lnTo>
                  <a:pt x="168186" y="219710"/>
                </a:lnTo>
                <a:lnTo>
                  <a:pt x="167868" y="219710"/>
                </a:lnTo>
                <a:lnTo>
                  <a:pt x="171780" y="224789"/>
                </a:lnTo>
                <a:lnTo>
                  <a:pt x="172440" y="224789"/>
                </a:lnTo>
                <a:lnTo>
                  <a:pt x="174777" y="227329"/>
                </a:lnTo>
                <a:lnTo>
                  <a:pt x="174294" y="227329"/>
                </a:lnTo>
                <a:lnTo>
                  <a:pt x="180975" y="233679"/>
                </a:lnTo>
                <a:lnTo>
                  <a:pt x="180784" y="233679"/>
                </a:lnTo>
                <a:lnTo>
                  <a:pt x="187718" y="240029"/>
                </a:lnTo>
                <a:lnTo>
                  <a:pt x="187439" y="240029"/>
                </a:lnTo>
                <a:lnTo>
                  <a:pt x="202006" y="252729"/>
                </a:lnTo>
                <a:lnTo>
                  <a:pt x="201650" y="252729"/>
                </a:lnTo>
                <a:lnTo>
                  <a:pt x="217081" y="265429"/>
                </a:lnTo>
                <a:lnTo>
                  <a:pt x="216814" y="265429"/>
                </a:lnTo>
                <a:lnTo>
                  <a:pt x="224828" y="271779"/>
                </a:lnTo>
                <a:lnTo>
                  <a:pt x="224650" y="271779"/>
                </a:lnTo>
                <a:lnTo>
                  <a:pt x="232854" y="278129"/>
                </a:lnTo>
                <a:lnTo>
                  <a:pt x="232663" y="278129"/>
                </a:lnTo>
                <a:lnTo>
                  <a:pt x="241058" y="284479"/>
                </a:lnTo>
                <a:lnTo>
                  <a:pt x="240868" y="284479"/>
                </a:lnTo>
                <a:lnTo>
                  <a:pt x="249415" y="290829"/>
                </a:lnTo>
                <a:lnTo>
                  <a:pt x="250964" y="290829"/>
                </a:lnTo>
                <a:lnTo>
                  <a:pt x="257924" y="295910"/>
                </a:lnTo>
                <a:lnTo>
                  <a:pt x="257733" y="295910"/>
                </a:lnTo>
                <a:lnTo>
                  <a:pt x="266585" y="302260"/>
                </a:lnTo>
                <a:lnTo>
                  <a:pt x="266382" y="302260"/>
                </a:lnTo>
                <a:lnTo>
                  <a:pt x="275361" y="307339"/>
                </a:lnTo>
                <a:lnTo>
                  <a:pt x="275158" y="307339"/>
                </a:lnTo>
                <a:lnTo>
                  <a:pt x="284264" y="313689"/>
                </a:lnTo>
                <a:lnTo>
                  <a:pt x="284048" y="313689"/>
                </a:lnTo>
                <a:lnTo>
                  <a:pt x="293281" y="318770"/>
                </a:lnTo>
                <a:lnTo>
                  <a:pt x="293052" y="318770"/>
                </a:lnTo>
                <a:lnTo>
                  <a:pt x="302387" y="323850"/>
                </a:lnTo>
                <a:lnTo>
                  <a:pt x="302158" y="323850"/>
                </a:lnTo>
                <a:lnTo>
                  <a:pt x="311569" y="328929"/>
                </a:lnTo>
                <a:lnTo>
                  <a:pt x="311327" y="328929"/>
                </a:lnTo>
                <a:lnTo>
                  <a:pt x="320840" y="334010"/>
                </a:lnTo>
                <a:lnTo>
                  <a:pt x="320586" y="334010"/>
                </a:lnTo>
                <a:lnTo>
                  <a:pt x="330161" y="339089"/>
                </a:lnTo>
                <a:lnTo>
                  <a:pt x="332305" y="339089"/>
                </a:lnTo>
                <a:lnTo>
                  <a:pt x="339534" y="342900"/>
                </a:lnTo>
                <a:lnTo>
                  <a:pt x="339255" y="342900"/>
                </a:lnTo>
                <a:lnTo>
                  <a:pt x="348945" y="346710"/>
                </a:lnTo>
                <a:lnTo>
                  <a:pt x="348665" y="346710"/>
                </a:lnTo>
                <a:lnTo>
                  <a:pt x="358394" y="351789"/>
                </a:lnTo>
                <a:lnTo>
                  <a:pt x="360527" y="351789"/>
                </a:lnTo>
                <a:lnTo>
                  <a:pt x="367842" y="355600"/>
                </a:lnTo>
                <a:lnTo>
                  <a:pt x="370784" y="355600"/>
                </a:lnTo>
                <a:lnTo>
                  <a:pt x="377304" y="358139"/>
                </a:lnTo>
                <a:lnTo>
                  <a:pt x="376961" y="358139"/>
                </a:lnTo>
                <a:lnTo>
                  <a:pt x="386753" y="361950"/>
                </a:lnTo>
                <a:lnTo>
                  <a:pt x="386397" y="361950"/>
                </a:lnTo>
                <a:lnTo>
                  <a:pt x="396176" y="364489"/>
                </a:lnTo>
                <a:lnTo>
                  <a:pt x="395795" y="364489"/>
                </a:lnTo>
                <a:lnTo>
                  <a:pt x="405574" y="367029"/>
                </a:lnTo>
                <a:lnTo>
                  <a:pt x="405168" y="367029"/>
                </a:lnTo>
                <a:lnTo>
                  <a:pt x="414921" y="369570"/>
                </a:lnTo>
                <a:lnTo>
                  <a:pt x="414502" y="369570"/>
                </a:lnTo>
                <a:lnTo>
                  <a:pt x="424218" y="372110"/>
                </a:lnTo>
                <a:lnTo>
                  <a:pt x="423760" y="372110"/>
                </a:lnTo>
                <a:lnTo>
                  <a:pt x="433438" y="373379"/>
                </a:lnTo>
                <a:lnTo>
                  <a:pt x="432955" y="373379"/>
                </a:lnTo>
                <a:lnTo>
                  <a:pt x="442582" y="374650"/>
                </a:lnTo>
                <a:lnTo>
                  <a:pt x="442074" y="374650"/>
                </a:lnTo>
                <a:lnTo>
                  <a:pt x="451637" y="375920"/>
                </a:lnTo>
                <a:lnTo>
                  <a:pt x="451129" y="375920"/>
                </a:lnTo>
                <a:lnTo>
                  <a:pt x="472567" y="377189"/>
                </a:lnTo>
                <a:lnTo>
                  <a:pt x="472401" y="377189"/>
                </a:lnTo>
                <a:lnTo>
                  <a:pt x="493839" y="378460"/>
                </a:lnTo>
                <a:lnTo>
                  <a:pt x="493712" y="378460"/>
                </a:lnTo>
                <a:lnTo>
                  <a:pt x="515137" y="379729"/>
                </a:lnTo>
                <a:lnTo>
                  <a:pt x="536486" y="381000"/>
                </a:lnTo>
                <a:lnTo>
                  <a:pt x="579348" y="383539"/>
                </a:lnTo>
                <a:lnTo>
                  <a:pt x="622211" y="384810"/>
                </a:lnTo>
                <a:lnTo>
                  <a:pt x="623582" y="384810"/>
                </a:lnTo>
                <a:lnTo>
                  <a:pt x="661263" y="391160"/>
                </a:lnTo>
                <a:lnTo>
                  <a:pt x="675716" y="392429"/>
                </a:lnTo>
                <a:lnTo>
                  <a:pt x="675563" y="392429"/>
                </a:lnTo>
                <a:lnTo>
                  <a:pt x="687920" y="394970"/>
                </a:lnTo>
                <a:lnTo>
                  <a:pt x="687628" y="394970"/>
                </a:lnTo>
                <a:lnTo>
                  <a:pt x="698436" y="396239"/>
                </a:lnTo>
                <a:lnTo>
                  <a:pt x="707275" y="396239"/>
                </a:lnTo>
                <a:lnTo>
                  <a:pt x="716699" y="397510"/>
                </a:lnTo>
                <a:lnTo>
                  <a:pt x="959463" y="397510"/>
                </a:lnTo>
                <a:lnTo>
                  <a:pt x="951191" y="400050"/>
                </a:lnTo>
                <a:lnTo>
                  <a:pt x="937374" y="403860"/>
                </a:lnTo>
                <a:lnTo>
                  <a:pt x="930529" y="406400"/>
                </a:lnTo>
                <a:lnTo>
                  <a:pt x="894740" y="412750"/>
                </a:lnTo>
                <a:lnTo>
                  <a:pt x="887260" y="412750"/>
                </a:lnTo>
                <a:lnTo>
                  <a:pt x="879830" y="414020"/>
                </a:lnTo>
                <a:lnTo>
                  <a:pt x="820788" y="419100"/>
                </a:lnTo>
                <a:lnTo>
                  <a:pt x="778776" y="421639"/>
                </a:lnTo>
                <a:lnTo>
                  <a:pt x="762482" y="422910"/>
                </a:lnTo>
                <a:lnTo>
                  <a:pt x="748601" y="424179"/>
                </a:lnTo>
                <a:lnTo>
                  <a:pt x="736498" y="425450"/>
                </a:lnTo>
                <a:close/>
              </a:path>
              <a:path w="1278889" h="425450">
                <a:moveTo>
                  <a:pt x="160494" y="209550"/>
                </a:moveTo>
                <a:lnTo>
                  <a:pt x="159791" y="209550"/>
                </a:lnTo>
                <a:lnTo>
                  <a:pt x="159588" y="208279"/>
                </a:lnTo>
                <a:lnTo>
                  <a:pt x="160494" y="209550"/>
                </a:lnTo>
                <a:close/>
              </a:path>
              <a:path w="1278889" h="425450">
                <a:moveTo>
                  <a:pt x="172440" y="224789"/>
                </a:moveTo>
                <a:lnTo>
                  <a:pt x="171780" y="224789"/>
                </a:lnTo>
                <a:lnTo>
                  <a:pt x="171272" y="223520"/>
                </a:lnTo>
                <a:lnTo>
                  <a:pt x="172440" y="224789"/>
                </a:lnTo>
                <a:close/>
              </a:path>
              <a:path w="1278889" h="425450">
                <a:moveTo>
                  <a:pt x="1104284" y="302260"/>
                </a:moveTo>
                <a:lnTo>
                  <a:pt x="1064171" y="302260"/>
                </a:lnTo>
                <a:lnTo>
                  <a:pt x="1073035" y="293370"/>
                </a:lnTo>
                <a:lnTo>
                  <a:pt x="1072756" y="293370"/>
                </a:lnTo>
                <a:lnTo>
                  <a:pt x="1081417" y="284479"/>
                </a:lnTo>
                <a:lnTo>
                  <a:pt x="1081176" y="284479"/>
                </a:lnTo>
                <a:lnTo>
                  <a:pt x="1089660" y="275589"/>
                </a:lnTo>
                <a:lnTo>
                  <a:pt x="1089431" y="275589"/>
                </a:lnTo>
                <a:lnTo>
                  <a:pt x="1097737" y="266700"/>
                </a:lnTo>
                <a:lnTo>
                  <a:pt x="1097534" y="266700"/>
                </a:lnTo>
                <a:lnTo>
                  <a:pt x="1105700" y="257810"/>
                </a:lnTo>
                <a:lnTo>
                  <a:pt x="1105522" y="257810"/>
                </a:lnTo>
                <a:lnTo>
                  <a:pt x="1113536" y="247650"/>
                </a:lnTo>
                <a:lnTo>
                  <a:pt x="1113383" y="247650"/>
                </a:lnTo>
                <a:lnTo>
                  <a:pt x="1121283" y="237489"/>
                </a:lnTo>
                <a:lnTo>
                  <a:pt x="1121143" y="238760"/>
                </a:lnTo>
                <a:lnTo>
                  <a:pt x="1156512" y="238760"/>
                </a:lnTo>
                <a:lnTo>
                  <a:pt x="1127429" y="275589"/>
                </a:lnTo>
                <a:lnTo>
                  <a:pt x="1110526" y="295910"/>
                </a:lnTo>
                <a:lnTo>
                  <a:pt x="1104284" y="302260"/>
                </a:lnTo>
                <a:close/>
              </a:path>
              <a:path w="1278889" h="425450">
                <a:moveTo>
                  <a:pt x="250964" y="290829"/>
                </a:moveTo>
                <a:lnTo>
                  <a:pt x="249415" y="290829"/>
                </a:lnTo>
                <a:lnTo>
                  <a:pt x="249224" y="289560"/>
                </a:lnTo>
                <a:lnTo>
                  <a:pt x="250964" y="290829"/>
                </a:lnTo>
                <a:close/>
              </a:path>
              <a:path w="1278889" h="425450">
                <a:moveTo>
                  <a:pt x="1080976" y="325120"/>
                </a:moveTo>
                <a:lnTo>
                  <a:pt x="1037247" y="325120"/>
                </a:lnTo>
                <a:lnTo>
                  <a:pt x="1046797" y="317500"/>
                </a:lnTo>
                <a:lnTo>
                  <a:pt x="1046429" y="317500"/>
                </a:lnTo>
                <a:lnTo>
                  <a:pt x="1055738" y="309879"/>
                </a:lnTo>
                <a:lnTo>
                  <a:pt x="1055395" y="309879"/>
                </a:lnTo>
                <a:lnTo>
                  <a:pt x="1064475" y="300989"/>
                </a:lnTo>
                <a:lnTo>
                  <a:pt x="1064171" y="302260"/>
                </a:lnTo>
                <a:lnTo>
                  <a:pt x="1104284" y="302260"/>
                </a:lnTo>
                <a:lnTo>
                  <a:pt x="1101788" y="304800"/>
                </a:lnTo>
                <a:lnTo>
                  <a:pt x="1092847" y="313689"/>
                </a:lnTo>
                <a:lnTo>
                  <a:pt x="1083665" y="322579"/>
                </a:lnTo>
                <a:lnTo>
                  <a:pt x="1080976" y="325120"/>
                </a:lnTo>
                <a:close/>
              </a:path>
              <a:path w="1278889" h="425450">
                <a:moveTo>
                  <a:pt x="1049515" y="350520"/>
                </a:moveTo>
                <a:lnTo>
                  <a:pt x="998093" y="350520"/>
                </a:lnTo>
                <a:lnTo>
                  <a:pt x="1008761" y="344170"/>
                </a:lnTo>
                <a:lnTo>
                  <a:pt x="1008278" y="344170"/>
                </a:lnTo>
                <a:lnTo>
                  <a:pt x="1018641" y="337820"/>
                </a:lnTo>
                <a:lnTo>
                  <a:pt x="1018184" y="337820"/>
                </a:lnTo>
                <a:lnTo>
                  <a:pt x="1028268" y="331470"/>
                </a:lnTo>
                <a:lnTo>
                  <a:pt x="1027836" y="331470"/>
                </a:lnTo>
                <a:lnTo>
                  <a:pt x="1037640" y="323850"/>
                </a:lnTo>
                <a:lnTo>
                  <a:pt x="1037247" y="325120"/>
                </a:lnTo>
                <a:lnTo>
                  <a:pt x="1080976" y="325120"/>
                </a:lnTo>
                <a:lnTo>
                  <a:pt x="1074254" y="331470"/>
                </a:lnTo>
                <a:lnTo>
                  <a:pt x="1064577" y="339089"/>
                </a:lnTo>
                <a:lnTo>
                  <a:pt x="1054633" y="346710"/>
                </a:lnTo>
                <a:lnTo>
                  <a:pt x="1049515" y="350520"/>
                </a:lnTo>
                <a:close/>
              </a:path>
              <a:path w="1278889" h="425450">
                <a:moveTo>
                  <a:pt x="332305" y="339089"/>
                </a:moveTo>
                <a:lnTo>
                  <a:pt x="330161" y="339089"/>
                </a:lnTo>
                <a:lnTo>
                  <a:pt x="329895" y="337820"/>
                </a:lnTo>
                <a:lnTo>
                  <a:pt x="332305" y="339089"/>
                </a:lnTo>
                <a:close/>
              </a:path>
              <a:path w="1278889" h="425450">
                <a:moveTo>
                  <a:pt x="1027531" y="365760"/>
                </a:moveTo>
                <a:lnTo>
                  <a:pt x="965733" y="365760"/>
                </a:lnTo>
                <a:lnTo>
                  <a:pt x="977392" y="360679"/>
                </a:lnTo>
                <a:lnTo>
                  <a:pt x="976833" y="360679"/>
                </a:lnTo>
                <a:lnTo>
                  <a:pt x="988161" y="355600"/>
                </a:lnTo>
                <a:lnTo>
                  <a:pt x="987615" y="355600"/>
                </a:lnTo>
                <a:lnTo>
                  <a:pt x="998601" y="349250"/>
                </a:lnTo>
                <a:lnTo>
                  <a:pt x="998093" y="350520"/>
                </a:lnTo>
                <a:lnTo>
                  <a:pt x="1049515" y="350520"/>
                </a:lnTo>
                <a:lnTo>
                  <a:pt x="1044397" y="354329"/>
                </a:lnTo>
                <a:lnTo>
                  <a:pt x="1034313" y="361950"/>
                </a:lnTo>
                <a:lnTo>
                  <a:pt x="1027531" y="365760"/>
                </a:lnTo>
                <a:close/>
              </a:path>
              <a:path w="1278889" h="425450">
                <a:moveTo>
                  <a:pt x="360527" y="351789"/>
                </a:moveTo>
                <a:lnTo>
                  <a:pt x="358394" y="351789"/>
                </a:lnTo>
                <a:lnTo>
                  <a:pt x="358089" y="350520"/>
                </a:lnTo>
                <a:lnTo>
                  <a:pt x="360527" y="351789"/>
                </a:lnTo>
                <a:close/>
              </a:path>
              <a:path w="1278889" h="425450">
                <a:moveTo>
                  <a:pt x="370784" y="355600"/>
                </a:moveTo>
                <a:lnTo>
                  <a:pt x="367842" y="355600"/>
                </a:lnTo>
                <a:lnTo>
                  <a:pt x="367525" y="354329"/>
                </a:lnTo>
                <a:lnTo>
                  <a:pt x="370784" y="355600"/>
                </a:lnTo>
                <a:close/>
              </a:path>
              <a:path w="1278889" h="425450">
                <a:moveTo>
                  <a:pt x="1007226" y="377189"/>
                </a:moveTo>
                <a:lnTo>
                  <a:pt x="930249" y="377189"/>
                </a:lnTo>
                <a:lnTo>
                  <a:pt x="943051" y="373379"/>
                </a:lnTo>
                <a:lnTo>
                  <a:pt x="942454" y="373379"/>
                </a:lnTo>
                <a:lnTo>
                  <a:pt x="954862" y="369570"/>
                </a:lnTo>
                <a:lnTo>
                  <a:pt x="954278" y="369570"/>
                </a:lnTo>
                <a:lnTo>
                  <a:pt x="966304" y="364489"/>
                </a:lnTo>
                <a:lnTo>
                  <a:pt x="965733" y="365760"/>
                </a:lnTo>
                <a:lnTo>
                  <a:pt x="1027531" y="365760"/>
                </a:lnTo>
                <a:lnTo>
                  <a:pt x="1011834" y="374650"/>
                </a:lnTo>
                <a:lnTo>
                  <a:pt x="1007226" y="377189"/>
                </a:lnTo>
                <a:close/>
              </a:path>
              <a:path w="1278889" h="425450">
                <a:moveTo>
                  <a:pt x="959463" y="397510"/>
                </a:moveTo>
                <a:lnTo>
                  <a:pt x="725208" y="397510"/>
                </a:lnTo>
                <a:lnTo>
                  <a:pt x="735584" y="396239"/>
                </a:lnTo>
                <a:lnTo>
                  <a:pt x="746671" y="396239"/>
                </a:lnTo>
                <a:lnTo>
                  <a:pt x="760310" y="394970"/>
                </a:lnTo>
                <a:lnTo>
                  <a:pt x="776325" y="393700"/>
                </a:lnTo>
                <a:lnTo>
                  <a:pt x="877493" y="384810"/>
                </a:lnTo>
                <a:lnTo>
                  <a:pt x="884389" y="384810"/>
                </a:lnTo>
                <a:lnTo>
                  <a:pt x="891590" y="383539"/>
                </a:lnTo>
                <a:lnTo>
                  <a:pt x="891298" y="383539"/>
                </a:lnTo>
                <a:lnTo>
                  <a:pt x="898385" y="382270"/>
                </a:lnTo>
                <a:lnTo>
                  <a:pt x="904773" y="382270"/>
                </a:lnTo>
                <a:lnTo>
                  <a:pt x="911631" y="381000"/>
                </a:lnTo>
                <a:lnTo>
                  <a:pt x="911339" y="381000"/>
                </a:lnTo>
                <a:lnTo>
                  <a:pt x="918095" y="379729"/>
                </a:lnTo>
                <a:lnTo>
                  <a:pt x="917803" y="379729"/>
                </a:lnTo>
                <a:lnTo>
                  <a:pt x="924445" y="378460"/>
                </a:lnTo>
                <a:lnTo>
                  <a:pt x="924153" y="378460"/>
                </a:lnTo>
                <a:lnTo>
                  <a:pt x="930694" y="375920"/>
                </a:lnTo>
                <a:lnTo>
                  <a:pt x="930249" y="377189"/>
                </a:lnTo>
                <a:lnTo>
                  <a:pt x="1007226" y="377189"/>
                </a:lnTo>
                <a:lnTo>
                  <a:pt x="1000315" y="381000"/>
                </a:lnTo>
                <a:lnTo>
                  <a:pt x="988999" y="386079"/>
                </a:lnTo>
                <a:lnTo>
                  <a:pt x="976210" y="392429"/>
                </a:lnTo>
                <a:lnTo>
                  <a:pt x="959463" y="397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69537" y="4105275"/>
            <a:ext cx="1278890" cy="425450"/>
          </a:xfrm>
          <a:custGeom>
            <a:avLst/>
            <a:gdLst/>
            <a:ahLst/>
            <a:cxnLst/>
            <a:rect l="l" t="t" r="r" b="b"/>
            <a:pathLst>
              <a:path w="1278889" h="425450">
                <a:moveTo>
                  <a:pt x="1219086" y="62707"/>
                </a:moveTo>
                <a:lnTo>
                  <a:pt x="1195298" y="46989"/>
                </a:lnTo>
                <a:lnTo>
                  <a:pt x="1278712" y="0"/>
                </a:lnTo>
                <a:lnTo>
                  <a:pt x="1272897" y="44450"/>
                </a:lnTo>
                <a:lnTo>
                  <a:pt x="1230896" y="44450"/>
                </a:lnTo>
                <a:lnTo>
                  <a:pt x="1219086" y="62707"/>
                </a:lnTo>
                <a:close/>
              </a:path>
              <a:path w="1278889" h="425450">
                <a:moveTo>
                  <a:pt x="24968" y="55879"/>
                </a:moveTo>
                <a:lnTo>
                  <a:pt x="21488" y="49529"/>
                </a:lnTo>
                <a:lnTo>
                  <a:pt x="21920" y="49529"/>
                </a:lnTo>
                <a:lnTo>
                  <a:pt x="17424" y="43179"/>
                </a:lnTo>
                <a:lnTo>
                  <a:pt x="17640" y="43179"/>
                </a:lnTo>
                <a:lnTo>
                  <a:pt x="0" y="16510"/>
                </a:lnTo>
                <a:lnTo>
                  <a:pt x="23774" y="1270"/>
                </a:lnTo>
                <a:lnTo>
                  <a:pt x="41617" y="27939"/>
                </a:lnTo>
                <a:lnTo>
                  <a:pt x="46113" y="34289"/>
                </a:lnTo>
                <a:lnTo>
                  <a:pt x="46532" y="35560"/>
                </a:lnTo>
                <a:lnTo>
                  <a:pt x="50012" y="41910"/>
                </a:lnTo>
                <a:lnTo>
                  <a:pt x="50368" y="43179"/>
                </a:lnTo>
                <a:lnTo>
                  <a:pt x="56037" y="54610"/>
                </a:lnTo>
                <a:lnTo>
                  <a:pt x="24599" y="54610"/>
                </a:lnTo>
                <a:lnTo>
                  <a:pt x="24968" y="55879"/>
                </a:lnTo>
                <a:close/>
              </a:path>
              <a:path w="1278889" h="425450">
                <a:moveTo>
                  <a:pt x="1242675" y="78292"/>
                </a:moveTo>
                <a:lnTo>
                  <a:pt x="1219086" y="62707"/>
                </a:lnTo>
                <a:lnTo>
                  <a:pt x="1230896" y="44450"/>
                </a:lnTo>
                <a:lnTo>
                  <a:pt x="1254747" y="60960"/>
                </a:lnTo>
                <a:lnTo>
                  <a:pt x="1244177" y="76200"/>
                </a:lnTo>
                <a:lnTo>
                  <a:pt x="1243888" y="76200"/>
                </a:lnTo>
                <a:lnTo>
                  <a:pt x="1242675" y="78292"/>
                </a:lnTo>
                <a:close/>
              </a:path>
              <a:path w="1278889" h="425450">
                <a:moveTo>
                  <a:pt x="1266418" y="93979"/>
                </a:moveTo>
                <a:lnTo>
                  <a:pt x="1243012" y="78515"/>
                </a:lnTo>
                <a:lnTo>
                  <a:pt x="1243542" y="77115"/>
                </a:lnTo>
                <a:lnTo>
                  <a:pt x="1254747" y="60960"/>
                </a:lnTo>
                <a:lnTo>
                  <a:pt x="1230896" y="44450"/>
                </a:lnTo>
                <a:lnTo>
                  <a:pt x="1272897" y="44450"/>
                </a:lnTo>
                <a:lnTo>
                  <a:pt x="1266418" y="93979"/>
                </a:lnTo>
                <a:close/>
              </a:path>
              <a:path w="1278889" h="425450">
                <a:moveTo>
                  <a:pt x="81800" y="146050"/>
                </a:moveTo>
                <a:lnTo>
                  <a:pt x="73761" y="139700"/>
                </a:lnTo>
                <a:lnTo>
                  <a:pt x="69799" y="135889"/>
                </a:lnTo>
                <a:lnTo>
                  <a:pt x="69075" y="135889"/>
                </a:lnTo>
                <a:lnTo>
                  <a:pt x="65366" y="132079"/>
                </a:lnTo>
                <a:lnTo>
                  <a:pt x="64554" y="132079"/>
                </a:lnTo>
                <a:lnTo>
                  <a:pt x="62839" y="129539"/>
                </a:lnTo>
                <a:lnTo>
                  <a:pt x="62204" y="129539"/>
                </a:lnTo>
                <a:lnTo>
                  <a:pt x="60617" y="127000"/>
                </a:lnTo>
                <a:lnTo>
                  <a:pt x="59943" y="125729"/>
                </a:lnTo>
                <a:lnTo>
                  <a:pt x="58496" y="124460"/>
                </a:lnTo>
                <a:lnTo>
                  <a:pt x="57848" y="123189"/>
                </a:lnTo>
                <a:lnTo>
                  <a:pt x="56222" y="119379"/>
                </a:lnTo>
                <a:lnTo>
                  <a:pt x="42837" y="92710"/>
                </a:lnTo>
                <a:lnTo>
                  <a:pt x="34048" y="74929"/>
                </a:lnTo>
                <a:lnTo>
                  <a:pt x="24599" y="54610"/>
                </a:lnTo>
                <a:lnTo>
                  <a:pt x="56037" y="54610"/>
                </a:lnTo>
                <a:lnTo>
                  <a:pt x="59816" y="62229"/>
                </a:lnTo>
                <a:lnTo>
                  <a:pt x="68579" y="80010"/>
                </a:lnTo>
                <a:lnTo>
                  <a:pt x="81851" y="107950"/>
                </a:lnTo>
                <a:lnTo>
                  <a:pt x="82130" y="107950"/>
                </a:lnTo>
                <a:lnTo>
                  <a:pt x="82791" y="109220"/>
                </a:lnTo>
                <a:lnTo>
                  <a:pt x="83578" y="110489"/>
                </a:lnTo>
                <a:lnTo>
                  <a:pt x="84493" y="111760"/>
                </a:lnTo>
                <a:lnTo>
                  <a:pt x="84759" y="111760"/>
                </a:lnTo>
                <a:lnTo>
                  <a:pt x="88480" y="114300"/>
                </a:lnTo>
                <a:lnTo>
                  <a:pt x="87744" y="114300"/>
                </a:lnTo>
                <a:lnTo>
                  <a:pt x="91706" y="116839"/>
                </a:lnTo>
                <a:lnTo>
                  <a:pt x="99580" y="123189"/>
                </a:lnTo>
                <a:lnTo>
                  <a:pt x="100495" y="124460"/>
                </a:lnTo>
                <a:lnTo>
                  <a:pt x="104178" y="128270"/>
                </a:lnTo>
                <a:lnTo>
                  <a:pt x="105016" y="128270"/>
                </a:lnTo>
                <a:lnTo>
                  <a:pt x="106692" y="130810"/>
                </a:lnTo>
                <a:lnTo>
                  <a:pt x="107353" y="132079"/>
                </a:lnTo>
                <a:lnTo>
                  <a:pt x="109245" y="133350"/>
                </a:lnTo>
                <a:lnTo>
                  <a:pt x="114846" y="142239"/>
                </a:lnTo>
                <a:lnTo>
                  <a:pt x="116690" y="144779"/>
                </a:lnTo>
                <a:lnTo>
                  <a:pt x="80886" y="144779"/>
                </a:lnTo>
                <a:lnTo>
                  <a:pt x="81800" y="146050"/>
                </a:lnTo>
                <a:close/>
              </a:path>
              <a:path w="1278889" h="425450">
                <a:moveTo>
                  <a:pt x="1229314" y="115570"/>
                </a:moveTo>
                <a:lnTo>
                  <a:pt x="1199006" y="115570"/>
                </a:lnTo>
                <a:lnTo>
                  <a:pt x="1217104" y="66039"/>
                </a:lnTo>
                <a:lnTo>
                  <a:pt x="1217752" y="64770"/>
                </a:lnTo>
                <a:lnTo>
                  <a:pt x="1219086" y="62707"/>
                </a:lnTo>
                <a:lnTo>
                  <a:pt x="1242675" y="78292"/>
                </a:lnTo>
                <a:lnTo>
                  <a:pt x="1242415" y="78739"/>
                </a:lnTo>
                <a:lnTo>
                  <a:pt x="1242927" y="78739"/>
                </a:lnTo>
                <a:lnTo>
                  <a:pt x="1234757" y="100329"/>
                </a:lnTo>
                <a:lnTo>
                  <a:pt x="1229314" y="115570"/>
                </a:lnTo>
                <a:close/>
              </a:path>
              <a:path w="1278889" h="425450">
                <a:moveTo>
                  <a:pt x="1242710" y="78315"/>
                </a:moveTo>
                <a:lnTo>
                  <a:pt x="1243888" y="76200"/>
                </a:lnTo>
                <a:lnTo>
                  <a:pt x="1243542" y="77115"/>
                </a:lnTo>
                <a:lnTo>
                  <a:pt x="1242710" y="78315"/>
                </a:lnTo>
                <a:close/>
              </a:path>
              <a:path w="1278889" h="425450">
                <a:moveTo>
                  <a:pt x="1243542" y="77115"/>
                </a:moveTo>
                <a:lnTo>
                  <a:pt x="1243888" y="76200"/>
                </a:lnTo>
                <a:lnTo>
                  <a:pt x="1244177" y="76200"/>
                </a:lnTo>
                <a:lnTo>
                  <a:pt x="1243542" y="77115"/>
                </a:lnTo>
                <a:close/>
              </a:path>
              <a:path w="1278889" h="425450">
                <a:moveTo>
                  <a:pt x="1243012" y="78515"/>
                </a:moveTo>
                <a:lnTo>
                  <a:pt x="1242710" y="78315"/>
                </a:lnTo>
                <a:lnTo>
                  <a:pt x="1243542" y="77115"/>
                </a:lnTo>
                <a:lnTo>
                  <a:pt x="1243012" y="78515"/>
                </a:lnTo>
                <a:close/>
              </a:path>
              <a:path w="1278889" h="425450">
                <a:moveTo>
                  <a:pt x="1242415" y="78739"/>
                </a:moveTo>
                <a:lnTo>
                  <a:pt x="1242675" y="78292"/>
                </a:lnTo>
                <a:lnTo>
                  <a:pt x="1242415" y="78739"/>
                </a:lnTo>
                <a:close/>
              </a:path>
              <a:path w="1278889" h="425450">
                <a:moveTo>
                  <a:pt x="1242927" y="78739"/>
                </a:moveTo>
                <a:lnTo>
                  <a:pt x="1242415" y="78739"/>
                </a:lnTo>
                <a:lnTo>
                  <a:pt x="1242710" y="78315"/>
                </a:lnTo>
                <a:lnTo>
                  <a:pt x="1243012" y="78515"/>
                </a:lnTo>
                <a:lnTo>
                  <a:pt x="1242927" y="78739"/>
                </a:lnTo>
                <a:close/>
              </a:path>
              <a:path w="1278889" h="425450">
                <a:moveTo>
                  <a:pt x="82149" y="107950"/>
                </a:moveTo>
                <a:lnTo>
                  <a:pt x="81851" y="107950"/>
                </a:lnTo>
                <a:lnTo>
                  <a:pt x="81508" y="106679"/>
                </a:lnTo>
                <a:lnTo>
                  <a:pt x="82149" y="107950"/>
                </a:lnTo>
                <a:close/>
              </a:path>
              <a:path w="1278889" h="425450">
                <a:moveTo>
                  <a:pt x="82791" y="109220"/>
                </a:moveTo>
                <a:lnTo>
                  <a:pt x="82130" y="107950"/>
                </a:lnTo>
                <a:lnTo>
                  <a:pt x="82297" y="108243"/>
                </a:lnTo>
                <a:lnTo>
                  <a:pt x="82791" y="109220"/>
                </a:lnTo>
                <a:close/>
              </a:path>
              <a:path w="1278889" h="425450">
                <a:moveTo>
                  <a:pt x="82297" y="108243"/>
                </a:moveTo>
                <a:lnTo>
                  <a:pt x="82130" y="107950"/>
                </a:lnTo>
                <a:lnTo>
                  <a:pt x="82297" y="108243"/>
                </a:lnTo>
                <a:close/>
              </a:path>
              <a:path w="1278889" h="425450">
                <a:moveTo>
                  <a:pt x="82854" y="109220"/>
                </a:moveTo>
                <a:lnTo>
                  <a:pt x="82297" y="108243"/>
                </a:lnTo>
                <a:lnTo>
                  <a:pt x="82854" y="109220"/>
                </a:lnTo>
                <a:close/>
              </a:path>
              <a:path w="1278889" h="425450">
                <a:moveTo>
                  <a:pt x="83699" y="110489"/>
                </a:moveTo>
                <a:lnTo>
                  <a:pt x="82905" y="109220"/>
                </a:lnTo>
                <a:lnTo>
                  <a:pt x="83699" y="110489"/>
                </a:lnTo>
                <a:close/>
              </a:path>
              <a:path w="1278889" h="425450">
                <a:moveTo>
                  <a:pt x="85572" y="111760"/>
                </a:moveTo>
                <a:lnTo>
                  <a:pt x="84493" y="111760"/>
                </a:lnTo>
                <a:lnTo>
                  <a:pt x="83858" y="110489"/>
                </a:lnTo>
                <a:lnTo>
                  <a:pt x="85572" y="111760"/>
                </a:lnTo>
                <a:close/>
              </a:path>
              <a:path w="1278889" h="425450">
                <a:moveTo>
                  <a:pt x="1220927" y="137160"/>
                </a:moveTo>
                <a:lnTo>
                  <a:pt x="1190028" y="137160"/>
                </a:lnTo>
                <a:lnTo>
                  <a:pt x="1194739" y="125729"/>
                </a:lnTo>
                <a:lnTo>
                  <a:pt x="1194562" y="125729"/>
                </a:lnTo>
                <a:lnTo>
                  <a:pt x="1199133" y="114300"/>
                </a:lnTo>
                <a:lnTo>
                  <a:pt x="1199006" y="115570"/>
                </a:lnTo>
                <a:lnTo>
                  <a:pt x="1229314" y="115570"/>
                </a:lnTo>
                <a:lnTo>
                  <a:pt x="1225677" y="125729"/>
                </a:lnTo>
                <a:lnTo>
                  <a:pt x="1220927" y="137160"/>
                </a:lnTo>
                <a:close/>
              </a:path>
              <a:path w="1278889" h="425450">
                <a:moveTo>
                  <a:pt x="1156512" y="238760"/>
                </a:moveTo>
                <a:lnTo>
                  <a:pt x="1121143" y="238760"/>
                </a:lnTo>
                <a:lnTo>
                  <a:pt x="1128928" y="228600"/>
                </a:lnTo>
                <a:lnTo>
                  <a:pt x="1136497" y="218439"/>
                </a:lnTo>
                <a:lnTo>
                  <a:pt x="1136345" y="218439"/>
                </a:lnTo>
                <a:lnTo>
                  <a:pt x="1151521" y="196850"/>
                </a:lnTo>
                <a:lnTo>
                  <a:pt x="1151369" y="196850"/>
                </a:lnTo>
                <a:lnTo>
                  <a:pt x="1166329" y="175260"/>
                </a:lnTo>
                <a:lnTo>
                  <a:pt x="1181125" y="153670"/>
                </a:lnTo>
                <a:lnTo>
                  <a:pt x="1180795" y="153670"/>
                </a:lnTo>
                <a:lnTo>
                  <a:pt x="1183436" y="149860"/>
                </a:lnTo>
                <a:lnTo>
                  <a:pt x="1183144" y="149860"/>
                </a:lnTo>
                <a:lnTo>
                  <a:pt x="1185710" y="146050"/>
                </a:lnTo>
                <a:lnTo>
                  <a:pt x="1185379" y="146050"/>
                </a:lnTo>
                <a:lnTo>
                  <a:pt x="1190307" y="135889"/>
                </a:lnTo>
                <a:lnTo>
                  <a:pt x="1190028" y="137160"/>
                </a:lnTo>
                <a:lnTo>
                  <a:pt x="1220927" y="137160"/>
                </a:lnTo>
                <a:lnTo>
                  <a:pt x="1216215" y="148589"/>
                </a:lnTo>
                <a:lnTo>
                  <a:pt x="1215923" y="148589"/>
                </a:lnTo>
                <a:lnTo>
                  <a:pt x="1210995" y="158750"/>
                </a:lnTo>
                <a:lnTo>
                  <a:pt x="1189875" y="191770"/>
                </a:lnTo>
                <a:lnTo>
                  <a:pt x="1159446" y="234950"/>
                </a:lnTo>
                <a:lnTo>
                  <a:pt x="1156512" y="238760"/>
                </a:lnTo>
                <a:close/>
              </a:path>
              <a:path w="1278889" h="425450">
                <a:moveTo>
                  <a:pt x="84556" y="148589"/>
                </a:moveTo>
                <a:lnTo>
                  <a:pt x="80886" y="144779"/>
                </a:lnTo>
                <a:lnTo>
                  <a:pt x="116690" y="144779"/>
                </a:lnTo>
                <a:lnTo>
                  <a:pt x="118535" y="147320"/>
                </a:lnTo>
                <a:lnTo>
                  <a:pt x="83718" y="147320"/>
                </a:lnTo>
                <a:lnTo>
                  <a:pt x="84556" y="148589"/>
                </a:lnTo>
                <a:close/>
              </a:path>
              <a:path w="1278889" h="425450">
                <a:moveTo>
                  <a:pt x="85407" y="149860"/>
                </a:moveTo>
                <a:lnTo>
                  <a:pt x="83718" y="147320"/>
                </a:lnTo>
                <a:lnTo>
                  <a:pt x="118535" y="147320"/>
                </a:lnTo>
                <a:lnTo>
                  <a:pt x="119457" y="148589"/>
                </a:lnTo>
                <a:lnTo>
                  <a:pt x="84759" y="148589"/>
                </a:lnTo>
                <a:lnTo>
                  <a:pt x="85407" y="149860"/>
                </a:lnTo>
                <a:close/>
              </a:path>
              <a:path w="1278889" h="425450">
                <a:moveTo>
                  <a:pt x="736498" y="425450"/>
                </a:moveTo>
                <a:lnTo>
                  <a:pt x="705980" y="425450"/>
                </a:lnTo>
                <a:lnTo>
                  <a:pt x="684098" y="422910"/>
                </a:lnTo>
                <a:lnTo>
                  <a:pt x="671588" y="421639"/>
                </a:lnTo>
                <a:lnTo>
                  <a:pt x="657110" y="419100"/>
                </a:lnTo>
                <a:lnTo>
                  <a:pt x="619391" y="414020"/>
                </a:lnTo>
                <a:lnTo>
                  <a:pt x="620763" y="414020"/>
                </a:lnTo>
                <a:lnTo>
                  <a:pt x="577900" y="411479"/>
                </a:lnTo>
                <a:lnTo>
                  <a:pt x="535038" y="408939"/>
                </a:lnTo>
                <a:lnTo>
                  <a:pt x="513524" y="408939"/>
                </a:lnTo>
                <a:lnTo>
                  <a:pt x="470369" y="406400"/>
                </a:lnTo>
                <a:lnTo>
                  <a:pt x="448437" y="403860"/>
                </a:lnTo>
                <a:lnTo>
                  <a:pt x="428739" y="401320"/>
                </a:lnTo>
                <a:lnTo>
                  <a:pt x="418134" y="400050"/>
                </a:lnTo>
                <a:lnTo>
                  <a:pt x="337210" y="373379"/>
                </a:lnTo>
                <a:lnTo>
                  <a:pt x="288124" y="349250"/>
                </a:lnTo>
                <a:lnTo>
                  <a:pt x="278574" y="342900"/>
                </a:lnTo>
                <a:lnTo>
                  <a:pt x="269138" y="337820"/>
                </a:lnTo>
                <a:lnTo>
                  <a:pt x="259816" y="331470"/>
                </a:lnTo>
                <a:lnTo>
                  <a:pt x="250634" y="325120"/>
                </a:lnTo>
                <a:lnTo>
                  <a:pt x="241579" y="320039"/>
                </a:lnTo>
                <a:lnTo>
                  <a:pt x="206984" y="294639"/>
                </a:lnTo>
                <a:lnTo>
                  <a:pt x="198691" y="287020"/>
                </a:lnTo>
                <a:lnTo>
                  <a:pt x="182905" y="274320"/>
                </a:lnTo>
                <a:lnTo>
                  <a:pt x="168059" y="261620"/>
                </a:lnTo>
                <a:lnTo>
                  <a:pt x="160959" y="254000"/>
                </a:lnTo>
                <a:lnTo>
                  <a:pt x="154279" y="247650"/>
                </a:lnTo>
                <a:lnTo>
                  <a:pt x="153796" y="247650"/>
                </a:lnTo>
                <a:lnTo>
                  <a:pt x="150291" y="243839"/>
                </a:lnTo>
                <a:lnTo>
                  <a:pt x="149783" y="242570"/>
                </a:lnTo>
                <a:lnTo>
                  <a:pt x="145859" y="237489"/>
                </a:lnTo>
                <a:lnTo>
                  <a:pt x="141084" y="232410"/>
                </a:lnTo>
                <a:lnTo>
                  <a:pt x="136347" y="224789"/>
                </a:lnTo>
                <a:lnTo>
                  <a:pt x="126568" y="210820"/>
                </a:lnTo>
                <a:lnTo>
                  <a:pt x="116611" y="196850"/>
                </a:lnTo>
                <a:lnTo>
                  <a:pt x="98310" y="168910"/>
                </a:lnTo>
                <a:lnTo>
                  <a:pt x="91058" y="157479"/>
                </a:lnTo>
                <a:lnTo>
                  <a:pt x="91325" y="157479"/>
                </a:lnTo>
                <a:lnTo>
                  <a:pt x="85978" y="151129"/>
                </a:lnTo>
                <a:lnTo>
                  <a:pt x="86321" y="151129"/>
                </a:lnTo>
                <a:lnTo>
                  <a:pt x="84759" y="148589"/>
                </a:lnTo>
                <a:lnTo>
                  <a:pt x="119457" y="148589"/>
                </a:lnTo>
                <a:lnTo>
                  <a:pt x="122224" y="152400"/>
                </a:lnTo>
                <a:lnTo>
                  <a:pt x="140525" y="180339"/>
                </a:lnTo>
                <a:lnTo>
                  <a:pt x="150317" y="195579"/>
                </a:lnTo>
                <a:lnTo>
                  <a:pt x="150164" y="195579"/>
                </a:lnTo>
                <a:lnTo>
                  <a:pt x="159791" y="209550"/>
                </a:lnTo>
                <a:lnTo>
                  <a:pt x="160494" y="209550"/>
                </a:lnTo>
                <a:lnTo>
                  <a:pt x="164122" y="214629"/>
                </a:lnTo>
                <a:lnTo>
                  <a:pt x="163918" y="214629"/>
                </a:lnTo>
                <a:lnTo>
                  <a:pt x="168186" y="219710"/>
                </a:lnTo>
                <a:lnTo>
                  <a:pt x="167868" y="219710"/>
                </a:lnTo>
                <a:lnTo>
                  <a:pt x="171780" y="224789"/>
                </a:lnTo>
                <a:lnTo>
                  <a:pt x="172440" y="224789"/>
                </a:lnTo>
                <a:lnTo>
                  <a:pt x="174777" y="227329"/>
                </a:lnTo>
                <a:lnTo>
                  <a:pt x="174294" y="227329"/>
                </a:lnTo>
                <a:lnTo>
                  <a:pt x="180975" y="233679"/>
                </a:lnTo>
                <a:lnTo>
                  <a:pt x="180784" y="233679"/>
                </a:lnTo>
                <a:lnTo>
                  <a:pt x="187718" y="240029"/>
                </a:lnTo>
                <a:lnTo>
                  <a:pt x="187439" y="240029"/>
                </a:lnTo>
                <a:lnTo>
                  <a:pt x="202006" y="252729"/>
                </a:lnTo>
                <a:lnTo>
                  <a:pt x="201650" y="252729"/>
                </a:lnTo>
                <a:lnTo>
                  <a:pt x="217081" y="265429"/>
                </a:lnTo>
                <a:lnTo>
                  <a:pt x="216814" y="265429"/>
                </a:lnTo>
                <a:lnTo>
                  <a:pt x="224828" y="271779"/>
                </a:lnTo>
                <a:lnTo>
                  <a:pt x="224650" y="271779"/>
                </a:lnTo>
                <a:lnTo>
                  <a:pt x="232854" y="278129"/>
                </a:lnTo>
                <a:lnTo>
                  <a:pt x="232663" y="278129"/>
                </a:lnTo>
                <a:lnTo>
                  <a:pt x="241045" y="284479"/>
                </a:lnTo>
                <a:lnTo>
                  <a:pt x="240868" y="284479"/>
                </a:lnTo>
                <a:lnTo>
                  <a:pt x="249415" y="290829"/>
                </a:lnTo>
                <a:lnTo>
                  <a:pt x="250964" y="290829"/>
                </a:lnTo>
                <a:lnTo>
                  <a:pt x="257924" y="295910"/>
                </a:lnTo>
                <a:lnTo>
                  <a:pt x="257733" y="295910"/>
                </a:lnTo>
                <a:lnTo>
                  <a:pt x="266585" y="302260"/>
                </a:lnTo>
                <a:lnTo>
                  <a:pt x="266382" y="302260"/>
                </a:lnTo>
                <a:lnTo>
                  <a:pt x="275361" y="307339"/>
                </a:lnTo>
                <a:lnTo>
                  <a:pt x="275158" y="307339"/>
                </a:lnTo>
                <a:lnTo>
                  <a:pt x="284264" y="313689"/>
                </a:lnTo>
                <a:lnTo>
                  <a:pt x="284048" y="313689"/>
                </a:lnTo>
                <a:lnTo>
                  <a:pt x="293281" y="318770"/>
                </a:lnTo>
                <a:lnTo>
                  <a:pt x="293052" y="318770"/>
                </a:lnTo>
                <a:lnTo>
                  <a:pt x="302387" y="323850"/>
                </a:lnTo>
                <a:lnTo>
                  <a:pt x="302158" y="323850"/>
                </a:lnTo>
                <a:lnTo>
                  <a:pt x="311569" y="328929"/>
                </a:lnTo>
                <a:lnTo>
                  <a:pt x="311327" y="328929"/>
                </a:lnTo>
                <a:lnTo>
                  <a:pt x="320840" y="334010"/>
                </a:lnTo>
                <a:lnTo>
                  <a:pt x="320586" y="334010"/>
                </a:lnTo>
                <a:lnTo>
                  <a:pt x="330161" y="339089"/>
                </a:lnTo>
                <a:lnTo>
                  <a:pt x="332305" y="339089"/>
                </a:lnTo>
                <a:lnTo>
                  <a:pt x="339534" y="342900"/>
                </a:lnTo>
                <a:lnTo>
                  <a:pt x="339255" y="342900"/>
                </a:lnTo>
                <a:lnTo>
                  <a:pt x="348945" y="346710"/>
                </a:lnTo>
                <a:lnTo>
                  <a:pt x="348665" y="346710"/>
                </a:lnTo>
                <a:lnTo>
                  <a:pt x="358393" y="351789"/>
                </a:lnTo>
                <a:lnTo>
                  <a:pt x="360527" y="351789"/>
                </a:lnTo>
                <a:lnTo>
                  <a:pt x="367842" y="355600"/>
                </a:lnTo>
                <a:lnTo>
                  <a:pt x="370784" y="355600"/>
                </a:lnTo>
                <a:lnTo>
                  <a:pt x="377304" y="358139"/>
                </a:lnTo>
                <a:lnTo>
                  <a:pt x="376961" y="358139"/>
                </a:lnTo>
                <a:lnTo>
                  <a:pt x="386753" y="361950"/>
                </a:lnTo>
                <a:lnTo>
                  <a:pt x="386397" y="361950"/>
                </a:lnTo>
                <a:lnTo>
                  <a:pt x="396176" y="364489"/>
                </a:lnTo>
                <a:lnTo>
                  <a:pt x="395795" y="364489"/>
                </a:lnTo>
                <a:lnTo>
                  <a:pt x="405574" y="367029"/>
                </a:lnTo>
                <a:lnTo>
                  <a:pt x="405168" y="367029"/>
                </a:lnTo>
                <a:lnTo>
                  <a:pt x="414921" y="369570"/>
                </a:lnTo>
                <a:lnTo>
                  <a:pt x="414502" y="369570"/>
                </a:lnTo>
                <a:lnTo>
                  <a:pt x="424218" y="372110"/>
                </a:lnTo>
                <a:lnTo>
                  <a:pt x="423760" y="372110"/>
                </a:lnTo>
                <a:lnTo>
                  <a:pt x="433438" y="373379"/>
                </a:lnTo>
                <a:lnTo>
                  <a:pt x="432955" y="373379"/>
                </a:lnTo>
                <a:lnTo>
                  <a:pt x="442582" y="374650"/>
                </a:lnTo>
                <a:lnTo>
                  <a:pt x="442074" y="374650"/>
                </a:lnTo>
                <a:lnTo>
                  <a:pt x="451637" y="375920"/>
                </a:lnTo>
                <a:lnTo>
                  <a:pt x="451129" y="375920"/>
                </a:lnTo>
                <a:lnTo>
                  <a:pt x="472566" y="377189"/>
                </a:lnTo>
                <a:lnTo>
                  <a:pt x="472401" y="377189"/>
                </a:lnTo>
                <a:lnTo>
                  <a:pt x="493839" y="378460"/>
                </a:lnTo>
                <a:lnTo>
                  <a:pt x="515137" y="379729"/>
                </a:lnTo>
                <a:lnTo>
                  <a:pt x="536486" y="381000"/>
                </a:lnTo>
                <a:lnTo>
                  <a:pt x="579348" y="383539"/>
                </a:lnTo>
                <a:lnTo>
                  <a:pt x="622211" y="384810"/>
                </a:lnTo>
                <a:lnTo>
                  <a:pt x="623582" y="384810"/>
                </a:lnTo>
                <a:lnTo>
                  <a:pt x="661263" y="391160"/>
                </a:lnTo>
                <a:lnTo>
                  <a:pt x="675716" y="392429"/>
                </a:lnTo>
                <a:lnTo>
                  <a:pt x="675563" y="392429"/>
                </a:lnTo>
                <a:lnTo>
                  <a:pt x="687920" y="394970"/>
                </a:lnTo>
                <a:lnTo>
                  <a:pt x="687628" y="394970"/>
                </a:lnTo>
                <a:lnTo>
                  <a:pt x="698436" y="396239"/>
                </a:lnTo>
                <a:lnTo>
                  <a:pt x="707275" y="396239"/>
                </a:lnTo>
                <a:lnTo>
                  <a:pt x="716699" y="397510"/>
                </a:lnTo>
                <a:lnTo>
                  <a:pt x="959463" y="397510"/>
                </a:lnTo>
                <a:lnTo>
                  <a:pt x="951191" y="400050"/>
                </a:lnTo>
                <a:lnTo>
                  <a:pt x="937374" y="403860"/>
                </a:lnTo>
                <a:lnTo>
                  <a:pt x="930528" y="406400"/>
                </a:lnTo>
                <a:lnTo>
                  <a:pt x="894740" y="412750"/>
                </a:lnTo>
                <a:lnTo>
                  <a:pt x="887260" y="412750"/>
                </a:lnTo>
                <a:lnTo>
                  <a:pt x="879817" y="414020"/>
                </a:lnTo>
                <a:lnTo>
                  <a:pt x="820788" y="419100"/>
                </a:lnTo>
                <a:lnTo>
                  <a:pt x="778776" y="421639"/>
                </a:lnTo>
                <a:lnTo>
                  <a:pt x="762482" y="422910"/>
                </a:lnTo>
                <a:lnTo>
                  <a:pt x="748601" y="424179"/>
                </a:lnTo>
                <a:lnTo>
                  <a:pt x="736498" y="425450"/>
                </a:lnTo>
                <a:close/>
              </a:path>
              <a:path w="1278889" h="425450">
                <a:moveTo>
                  <a:pt x="160494" y="209550"/>
                </a:moveTo>
                <a:lnTo>
                  <a:pt x="159791" y="209550"/>
                </a:lnTo>
                <a:lnTo>
                  <a:pt x="159588" y="208279"/>
                </a:lnTo>
                <a:lnTo>
                  <a:pt x="160494" y="209550"/>
                </a:lnTo>
                <a:close/>
              </a:path>
              <a:path w="1278889" h="425450">
                <a:moveTo>
                  <a:pt x="172440" y="224789"/>
                </a:moveTo>
                <a:lnTo>
                  <a:pt x="171780" y="224789"/>
                </a:lnTo>
                <a:lnTo>
                  <a:pt x="171272" y="223520"/>
                </a:lnTo>
                <a:lnTo>
                  <a:pt x="172440" y="224789"/>
                </a:lnTo>
                <a:close/>
              </a:path>
              <a:path w="1278889" h="425450">
                <a:moveTo>
                  <a:pt x="1104284" y="302260"/>
                </a:moveTo>
                <a:lnTo>
                  <a:pt x="1064171" y="302260"/>
                </a:lnTo>
                <a:lnTo>
                  <a:pt x="1073035" y="293370"/>
                </a:lnTo>
                <a:lnTo>
                  <a:pt x="1072756" y="293370"/>
                </a:lnTo>
                <a:lnTo>
                  <a:pt x="1081417" y="284479"/>
                </a:lnTo>
                <a:lnTo>
                  <a:pt x="1081176" y="284479"/>
                </a:lnTo>
                <a:lnTo>
                  <a:pt x="1089659" y="275589"/>
                </a:lnTo>
                <a:lnTo>
                  <a:pt x="1089431" y="275589"/>
                </a:lnTo>
                <a:lnTo>
                  <a:pt x="1097737" y="266700"/>
                </a:lnTo>
                <a:lnTo>
                  <a:pt x="1097533" y="266700"/>
                </a:lnTo>
                <a:lnTo>
                  <a:pt x="1105700" y="257810"/>
                </a:lnTo>
                <a:lnTo>
                  <a:pt x="1105522" y="257810"/>
                </a:lnTo>
                <a:lnTo>
                  <a:pt x="1113536" y="247650"/>
                </a:lnTo>
                <a:lnTo>
                  <a:pt x="1113383" y="247650"/>
                </a:lnTo>
                <a:lnTo>
                  <a:pt x="1121282" y="237489"/>
                </a:lnTo>
                <a:lnTo>
                  <a:pt x="1121143" y="238760"/>
                </a:lnTo>
                <a:lnTo>
                  <a:pt x="1156512" y="238760"/>
                </a:lnTo>
                <a:lnTo>
                  <a:pt x="1127429" y="275589"/>
                </a:lnTo>
                <a:lnTo>
                  <a:pt x="1110526" y="295910"/>
                </a:lnTo>
                <a:lnTo>
                  <a:pt x="1104284" y="302260"/>
                </a:lnTo>
                <a:close/>
              </a:path>
              <a:path w="1278889" h="425450">
                <a:moveTo>
                  <a:pt x="250964" y="290829"/>
                </a:moveTo>
                <a:lnTo>
                  <a:pt x="249415" y="290829"/>
                </a:lnTo>
                <a:lnTo>
                  <a:pt x="249224" y="289560"/>
                </a:lnTo>
                <a:lnTo>
                  <a:pt x="250964" y="290829"/>
                </a:lnTo>
                <a:close/>
              </a:path>
              <a:path w="1278889" h="425450">
                <a:moveTo>
                  <a:pt x="1080976" y="325120"/>
                </a:moveTo>
                <a:lnTo>
                  <a:pt x="1037247" y="325120"/>
                </a:lnTo>
                <a:lnTo>
                  <a:pt x="1046797" y="317500"/>
                </a:lnTo>
                <a:lnTo>
                  <a:pt x="1046429" y="317500"/>
                </a:lnTo>
                <a:lnTo>
                  <a:pt x="1055738" y="309879"/>
                </a:lnTo>
                <a:lnTo>
                  <a:pt x="1055395" y="309879"/>
                </a:lnTo>
                <a:lnTo>
                  <a:pt x="1064475" y="300989"/>
                </a:lnTo>
                <a:lnTo>
                  <a:pt x="1064171" y="302260"/>
                </a:lnTo>
                <a:lnTo>
                  <a:pt x="1104284" y="302260"/>
                </a:lnTo>
                <a:lnTo>
                  <a:pt x="1101788" y="304800"/>
                </a:lnTo>
                <a:lnTo>
                  <a:pt x="1092847" y="313689"/>
                </a:lnTo>
                <a:lnTo>
                  <a:pt x="1083665" y="322579"/>
                </a:lnTo>
                <a:lnTo>
                  <a:pt x="1080976" y="325120"/>
                </a:lnTo>
                <a:close/>
              </a:path>
              <a:path w="1278889" h="425450">
                <a:moveTo>
                  <a:pt x="1049515" y="350520"/>
                </a:moveTo>
                <a:lnTo>
                  <a:pt x="998092" y="350520"/>
                </a:lnTo>
                <a:lnTo>
                  <a:pt x="1008761" y="344170"/>
                </a:lnTo>
                <a:lnTo>
                  <a:pt x="1008278" y="344170"/>
                </a:lnTo>
                <a:lnTo>
                  <a:pt x="1018641" y="337820"/>
                </a:lnTo>
                <a:lnTo>
                  <a:pt x="1018184" y="337820"/>
                </a:lnTo>
                <a:lnTo>
                  <a:pt x="1028268" y="331470"/>
                </a:lnTo>
                <a:lnTo>
                  <a:pt x="1027836" y="331470"/>
                </a:lnTo>
                <a:lnTo>
                  <a:pt x="1037640" y="323850"/>
                </a:lnTo>
                <a:lnTo>
                  <a:pt x="1037247" y="325120"/>
                </a:lnTo>
                <a:lnTo>
                  <a:pt x="1080976" y="325120"/>
                </a:lnTo>
                <a:lnTo>
                  <a:pt x="1074254" y="331470"/>
                </a:lnTo>
                <a:lnTo>
                  <a:pt x="1064577" y="339089"/>
                </a:lnTo>
                <a:lnTo>
                  <a:pt x="1054633" y="346710"/>
                </a:lnTo>
                <a:lnTo>
                  <a:pt x="1049515" y="350520"/>
                </a:lnTo>
                <a:close/>
              </a:path>
              <a:path w="1278889" h="425450">
                <a:moveTo>
                  <a:pt x="332305" y="339089"/>
                </a:moveTo>
                <a:lnTo>
                  <a:pt x="330161" y="339089"/>
                </a:lnTo>
                <a:lnTo>
                  <a:pt x="329895" y="337820"/>
                </a:lnTo>
                <a:lnTo>
                  <a:pt x="332305" y="339089"/>
                </a:lnTo>
                <a:close/>
              </a:path>
              <a:path w="1278889" h="425450">
                <a:moveTo>
                  <a:pt x="1027531" y="365760"/>
                </a:moveTo>
                <a:lnTo>
                  <a:pt x="965733" y="365760"/>
                </a:lnTo>
                <a:lnTo>
                  <a:pt x="977391" y="360679"/>
                </a:lnTo>
                <a:lnTo>
                  <a:pt x="976833" y="360679"/>
                </a:lnTo>
                <a:lnTo>
                  <a:pt x="988161" y="355600"/>
                </a:lnTo>
                <a:lnTo>
                  <a:pt x="987615" y="355600"/>
                </a:lnTo>
                <a:lnTo>
                  <a:pt x="998601" y="349250"/>
                </a:lnTo>
                <a:lnTo>
                  <a:pt x="998092" y="350520"/>
                </a:lnTo>
                <a:lnTo>
                  <a:pt x="1049515" y="350520"/>
                </a:lnTo>
                <a:lnTo>
                  <a:pt x="1044397" y="354329"/>
                </a:lnTo>
                <a:lnTo>
                  <a:pt x="1034313" y="361950"/>
                </a:lnTo>
                <a:lnTo>
                  <a:pt x="1027531" y="365760"/>
                </a:lnTo>
                <a:close/>
              </a:path>
              <a:path w="1278889" h="425450">
                <a:moveTo>
                  <a:pt x="360527" y="351789"/>
                </a:moveTo>
                <a:lnTo>
                  <a:pt x="358393" y="351789"/>
                </a:lnTo>
                <a:lnTo>
                  <a:pt x="358089" y="350520"/>
                </a:lnTo>
                <a:lnTo>
                  <a:pt x="360527" y="351789"/>
                </a:lnTo>
                <a:close/>
              </a:path>
              <a:path w="1278889" h="425450">
                <a:moveTo>
                  <a:pt x="370784" y="355600"/>
                </a:moveTo>
                <a:lnTo>
                  <a:pt x="367842" y="355600"/>
                </a:lnTo>
                <a:lnTo>
                  <a:pt x="367525" y="354329"/>
                </a:lnTo>
                <a:lnTo>
                  <a:pt x="370784" y="355600"/>
                </a:lnTo>
                <a:close/>
              </a:path>
              <a:path w="1278889" h="425450">
                <a:moveTo>
                  <a:pt x="1007226" y="377189"/>
                </a:moveTo>
                <a:lnTo>
                  <a:pt x="930249" y="377189"/>
                </a:lnTo>
                <a:lnTo>
                  <a:pt x="943051" y="373379"/>
                </a:lnTo>
                <a:lnTo>
                  <a:pt x="942454" y="373379"/>
                </a:lnTo>
                <a:lnTo>
                  <a:pt x="954862" y="369570"/>
                </a:lnTo>
                <a:lnTo>
                  <a:pt x="954277" y="369570"/>
                </a:lnTo>
                <a:lnTo>
                  <a:pt x="966304" y="364489"/>
                </a:lnTo>
                <a:lnTo>
                  <a:pt x="965733" y="365760"/>
                </a:lnTo>
                <a:lnTo>
                  <a:pt x="1027531" y="365760"/>
                </a:lnTo>
                <a:lnTo>
                  <a:pt x="1011834" y="374650"/>
                </a:lnTo>
                <a:lnTo>
                  <a:pt x="1007226" y="377189"/>
                </a:lnTo>
                <a:close/>
              </a:path>
              <a:path w="1278889" h="425450">
                <a:moveTo>
                  <a:pt x="959463" y="397510"/>
                </a:moveTo>
                <a:lnTo>
                  <a:pt x="725208" y="397510"/>
                </a:lnTo>
                <a:lnTo>
                  <a:pt x="735583" y="396239"/>
                </a:lnTo>
                <a:lnTo>
                  <a:pt x="746683" y="396239"/>
                </a:lnTo>
                <a:lnTo>
                  <a:pt x="760310" y="394970"/>
                </a:lnTo>
                <a:lnTo>
                  <a:pt x="776325" y="393700"/>
                </a:lnTo>
                <a:lnTo>
                  <a:pt x="877493" y="384810"/>
                </a:lnTo>
                <a:lnTo>
                  <a:pt x="884389" y="384810"/>
                </a:lnTo>
                <a:lnTo>
                  <a:pt x="891590" y="383539"/>
                </a:lnTo>
                <a:lnTo>
                  <a:pt x="891298" y="383539"/>
                </a:lnTo>
                <a:lnTo>
                  <a:pt x="898385" y="382270"/>
                </a:lnTo>
                <a:lnTo>
                  <a:pt x="904773" y="382270"/>
                </a:lnTo>
                <a:lnTo>
                  <a:pt x="911631" y="381000"/>
                </a:lnTo>
                <a:lnTo>
                  <a:pt x="911339" y="381000"/>
                </a:lnTo>
                <a:lnTo>
                  <a:pt x="918095" y="379729"/>
                </a:lnTo>
                <a:lnTo>
                  <a:pt x="917803" y="379729"/>
                </a:lnTo>
                <a:lnTo>
                  <a:pt x="924445" y="378460"/>
                </a:lnTo>
                <a:lnTo>
                  <a:pt x="924153" y="378460"/>
                </a:lnTo>
                <a:lnTo>
                  <a:pt x="930694" y="375920"/>
                </a:lnTo>
                <a:lnTo>
                  <a:pt x="930249" y="377189"/>
                </a:lnTo>
                <a:lnTo>
                  <a:pt x="1007226" y="377189"/>
                </a:lnTo>
                <a:lnTo>
                  <a:pt x="1000315" y="381000"/>
                </a:lnTo>
                <a:lnTo>
                  <a:pt x="988999" y="386079"/>
                </a:lnTo>
                <a:lnTo>
                  <a:pt x="976210" y="392429"/>
                </a:lnTo>
                <a:lnTo>
                  <a:pt x="959463" y="397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72656" y="1828800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09" h="381000">
                <a:moveTo>
                  <a:pt x="0" y="0"/>
                </a:moveTo>
                <a:lnTo>
                  <a:pt x="1552955" y="0"/>
                </a:lnTo>
                <a:lnTo>
                  <a:pt x="1552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67512" y="1824037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72656" y="2209800"/>
            <a:ext cx="1553210" cy="381000"/>
          </a:xfrm>
          <a:custGeom>
            <a:avLst/>
            <a:gdLst/>
            <a:ahLst/>
            <a:cxnLst/>
            <a:rect l="l" t="t" r="r" b="b"/>
            <a:pathLst>
              <a:path w="1553209" h="381000">
                <a:moveTo>
                  <a:pt x="0" y="0"/>
                </a:moveTo>
                <a:lnTo>
                  <a:pt x="1552955" y="0"/>
                </a:lnTo>
                <a:lnTo>
                  <a:pt x="1552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767512" y="2205037"/>
            <a:ext cx="1562100" cy="390525"/>
          </a:xfrm>
          <a:custGeom>
            <a:avLst/>
            <a:gdLst/>
            <a:ahLst/>
            <a:cxnLst/>
            <a:rect l="l" t="t" r="r" b="b"/>
            <a:pathLst>
              <a:path w="1562100" h="390525">
                <a:moveTo>
                  <a:pt x="1562100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62100" y="385762"/>
                </a:lnTo>
                <a:lnTo>
                  <a:pt x="1562100" y="390525"/>
                </a:lnTo>
                <a:close/>
              </a:path>
              <a:path w="1562100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390525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381000"/>
                </a:lnTo>
                <a:lnTo>
                  <a:pt x="1557337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62100" h="390525">
                <a:moveTo>
                  <a:pt x="1552575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  <a:path w="1562100" h="390525">
                <a:moveTo>
                  <a:pt x="1562100" y="385762"/>
                </a:moveTo>
                <a:lnTo>
                  <a:pt x="1552575" y="385762"/>
                </a:lnTo>
                <a:lnTo>
                  <a:pt x="1557337" y="381000"/>
                </a:lnTo>
                <a:lnTo>
                  <a:pt x="1562100" y="381000"/>
                </a:lnTo>
                <a:lnTo>
                  <a:pt x="1562100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772656" y="3352800"/>
            <a:ext cx="1552955" cy="5425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67512" y="3348037"/>
            <a:ext cx="1562100" cy="552450"/>
          </a:xfrm>
          <a:custGeom>
            <a:avLst/>
            <a:gdLst/>
            <a:ahLst/>
            <a:cxnLst/>
            <a:rect l="l" t="t" r="r" b="b"/>
            <a:pathLst>
              <a:path w="1562100" h="552450">
                <a:moveTo>
                  <a:pt x="1562100" y="552450"/>
                </a:moveTo>
                <a:lnTo>
                  <a:pt x="0" y="552450"/>
                </a:lnTo>
                <a:lnTo>
                  <a:pt x="0" y="0"/>
                </a:lnTo>
                <a:lnTo>
                  <a:pt x="1562100" y="0"/>
                </a:lnTo>
                <a:lnTo>
                  <a:pt x="15621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42925"/>
                </a:lnTo>
                <a:lnTo>
                  <a:pt x="4762" y="542925"/>
                </a:lnTo>
                <a:lnTo>
                  <a:pt x="9525" y="547687"/>
                </a:lnTo>
                <a:lnTo>
                  <a:pt x="1562100" y="547687"/>
                </a:lnTo>
                <a:lnTo>
                  <a:pt x="1562100" y="552450"/>
                </a:lnTo>
                <a:close/>
              </a:path>
              <a:path w="1562100" h="5524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62100" h="552450">
                <a:moveTo>
                  <a:pt x="15525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62100" h="552450">
                <a:moveTo>
                  <a:pt x="1552575" y="547687"/>
                </a:moveTo>
                <a:lnTo>
                  <a:pt x="1552575" y="4762"/>
                </a:lnTo>
                <a:lnTo>
                  <a:pt x="1557337" y="9525"/>
                </a:lnTo>
                <a:lnTo>
                  <a:pt x="1562100" y="9525"/>
                </a:lnTo>
                <a:lnTo>
                  <a:pt x="1562100" y="542925"/>
                </a:lnTo>
                <a:lnTo>
                  <a:pt x="1557337" y="542925"/>
                </a:lnTo>
                <a:lnTo>
                  <a:pt x="1552575" y="547687"/>
                </a:lnTo>
                <a:close/>
              </a:path>
              <a:path w="1562100" h="552450">
                <a:moveTo>
                  <a:pt x="1562100" y="9525"/>
                </a:moveTo>
                <a:lnTo>
                  <a:pt x="1557337" y="9525"/>
                </a:lnTo>
                <a:lnTo>
                  <a:pt x="1552575" y="4762"/>
                </a:lnTo>
                <a:lnTo>
                  <a:pt x="1562100" y="4762"/>
                </a:lnTo>
                <a:lnTo>
                  <a:pt x="1562100" y="9525"/>
                </a:lnTo>
                <a:close/>
              </a:path>
              <a:path w="1562100" h="552450">
                <a:moveTo>
                  <a:pt x="9525" y="547687"/>
                </a:moveTo>
                <a:lnTo>
                  <a:pt x="4762" y="542925"/>
                </a:lnTo>
                <a:lnTo>
                  <a:pt x="9525" y="542925"/>
                </a:lnTo>
                <a:lnTo>
                  <a:pt x="9525" y="547687"/>
                </a:lnTo>
                <a:close/>
              </a:path>
              <a:path w="1562100" h="552450">
                <a:moveTo>
                  <a:pt x="1552575" y="547687"/>
                </a:moveTo>
                <a:lnTo>
                  <a:pt x="9525" y="547687"/>
                </a:lnTo>
                <a:lnTo>
                  <a:pt x="9525" y="542925"/>
                </a:lnTo>
                <a:lnTo>
                  <a:pt x="1552575" y="542925"/>
                </a:lnTo>
                <a:lnTo>
                  <a:pt x="1552575" y="547687"/>
                </a:lnTo>
                <a:close/>
              </a:path>
              <a:path w="1562100" h="552450">
                <a:moveTo>
                  <a:pt x="1562100" y="547687"/>
                </a:moveTo>
                <a:lnTo>
                  <a:pt x="1552575" y="547687"/>
                </a:lnTo>
                <a:lnTo>
                  <a:pt x="1557337" y="542925"/>
                </a:lnTo>
                <a:lnTo>
                  <a:pt x="1562100" y="542925"/>
                </a:lnTo>
                <a:lnTo>
                  <a:pt x="1562100" y="5476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600950" y="18288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81800" y="2590800"/>
            <a:ext cx="1544320" cy="372110"/>
          </a:xfrm>
          <a:custGeom>
            <a:avLst/>
            <a:gdLst/>
            <a:ahLst/>
            <a:cxnLst/>
            <a:rect l="l" t="t" r="r" b="b"/>
            <a:pathLst>
              <a:path w="1544320" h="372110">
                <a:moveTo>
                  <a:pt x="0" y="371855"/>
                </a:moveTo>
                <a:lnTo>
                  <a:pt x="1543811" y="371855"/>
                </a:lnTo>
                <a:lnTo>
                  <a:pt x="1543811" y="0"/>
                </a:lnTo>
                <a:lnTo>
                  <a:pt x="0" y="0"/>
                </a:lnTo>
                <a:lnTo>
                  <a:pt x="0" y="3718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777037" y="2586037"/>
            <a:ext cx="1552575" cy="390525"/>
          </a:xfrm>
          <a:custGeom>
            <a:avLst/>
            <a:gdLst/>
            <a:ahLst/>
            <a:cxnLst/>
            <a:rect l="l" t="t" r="r" b="b"/>
            <a:pathLst>
              <a:path w="1552575" h="390525">
                <a:moveTo>
                  <a:pt x="155257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52575" y="0"/>
                </a:lnTo>
                <a:lnTo>
                  <a:pt x="15525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52575" y="385762"/>
                </a:lnTo>
                <a:lnTo>
                  <a:pt x="1552575" y="390525"/>
                </a:lnTo>
                <a:close/>
              </a:path>
              <a:path w="155257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52575" h="390525">
                <a:moveTo>
                  <a:pt x="15430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43050" y="4762"/>
                </a:lnTo>
                <a:lnTo>
                  <a:pt x="1543050" y="9525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1543050" y="4762"/>
                </a:lnTo>
                <a:lnTo>
                  <a:pt x="1547812" y="9525"/>
                </a:lnTo>
                <a:lnTo>
                  <a:pt x="1552575" y="9525"/>
                </a:lnTo>
                <a:lnTo>
                  <a:pt x="1552575" y="381000"/>
                </a:lnTo>
                <a:lnTo>
                  <a:pt x="1547812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9525"/>
                </a:moveTo>
                <a:lnTo>
                  <a:pt x="1547812" y="9525"/>
                </a:lnTo>
                <a:lnTo>
                  <a:pt x="1543050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5257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43050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385762"/>
                </a:moveTo>
                <a:lnTo>
                  <a:pt x="1543050" y="385762"/>
                </a:lnTo>
                <a:lnTo>
                  <a:pt x="1547812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781800" y="2962655"/>
            <a:ext cx="1544320" cy="381000"/>
          </a:xfrm>
          <a:custGeom>
            <a:avLst/>
            <a:gdLst/>
            <a:ahLst/>
            <a:cxnLst/>
            <a:rect l="l" t="t" r="r" b="b"/>
            <a:pathLst>
              <a:path w="1544320" h="381000">
                <a:moveTo>
                  <a:pt x="0" y="0"/>
                </a:moveTo>
                <a:lnTo>
                  <a:pt x="1543811" y="0"/>
                </a:lnTo>
                <a:lnTo>
                  <a:pt x="1543811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777037" y="2957512"/>
            <a:ext cx="1552575" cy="390525"/>
          </a:xfrm>
          <a:custGeom>
            <a:avLst/>
            <a:gdLst/>
            <a:ahLst/>
            <a:cxnLst/>
            <a:rect l="l" t="t" r="r" b="b"/>
            <a:pathLst>
              <a:path w="1552575" h="390525">
                <a:moveTo>
                  <a:pt x="155257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552575" y="0"/>
                </a:lnTo>
                <a:lnTo>
                  <a:pt x="15525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552575" y="385762"/>
                </a:lnTo>
                <a:lnTo>
                  <a:pt x="1552575" y="390525"/>
                </a:lnTo>
                <a:close/>
              </a:path>
              <a:path w="155257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552575" h="390525">
                <a:moveTo>
                  <a:pt x="15430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43050" y="4762"/>
                </a:lnTo>
                <a:lnTo>
                  <a:pt x="1543050" y="9525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1543050" y="4762"/>
                </a:lnTo>
                <a:lnTo>
                  <a:pt x="1547812" y="9525"/>
                </a:lnTo>
                <a:lnTo>
                  <a:pt x="1552575" y="9525"/>
                </a:lnTo>
                <a:lnTo>
                  <a:pt x="1552575" y="381000"/>
                </a:lnTo>
                <a:lnTo>
                  <a:pt x="1547812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9525"/>
                </a:moveTo>
                <a:lnTo>
                  <a:pt x="1547812" y="9525"/>
                </a:lnTo>
                <a:lnTo>
                  <a:pt x="1543050" y="4762"/>
                </a:lnTo>
                <a:lnTo>
                  <a:pt x="1552575" y="4762"/>
                </a:lnTo>
                <a:lnTo>
                  <a:pt x="1552575" y="9525"/>
                </a:lnTo>
                <a:close/>
              </a:path>
              <a:path w="155257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552575" h="390525">
                <a:moveTo>
                  <a:pt x="154305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543050" y="381000"/>
                </a:lnTo>
                <a:lnTo>
                  <a:pt x="1543050" y="385762"/>
                </a:lnTo>
                <a:close/>
              </a:path>
              <a:path w="1552575" h="390525">
                <a:moveTo>
                  <a:pt x="1552575" y="385762"/>
                </a:moveTo>
                <a:lnTo>
                  <a:pt x="1543050" y="385762"/>
                </a:lnTo>
                <a:lnTo>
                  <a:pt x="1547812" y="381000"/>
                </a:lnTo>
                <a:lnTo>
                  <a:pt x="1552575" y="381000"/>
                </a:lnTo>
                <a:lnTo>
                  <a:pt x="155257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199630" y="2204084"/>
            <a:ext cx="702945" cy="114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ahoma"/>
                <a:cs typeface="Tahoma"/>
              </a:rPr>
              <a:t>3,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v1</a:t>
            </a:r>
            <a:endParaRPr sz="24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dirty="0" sz="2400" spc="-5">
                <a:latin typeface="Tahoma"/>
                <a:cs typeface="Tahoma"/>
              </a:rPr>
              <a:t>5,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v3</a:t>
            </a:r>
            <a:endParaRPr sz="240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45"/>
              </a:spcBef>
            </a:pPr>
            <a:r>
              <a:rPr dirty="0" sz="2400" spc="-15">
                <a:latin typeface="Tahoma"/>
                <a:cs typeface="Tahoma"/>
              </a:rPr>
              <a:t>4,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v2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89027" y="4700270"/>
            <a:ext cx="84074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604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undo  Del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4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845987" y="4105275"/>
            <a:ext cx="1278890" cy="425450"/>
          </a:xfrm>
          <a:custGeom>
            <a:avLst/>
            <a:gdLst/>
            <a:ahLst/>
            <a:cxnLst/>
            <a:rect l="l" t="t" r="r" b="b"/>
            <a:pathLst>
              <a:path w="1278890" h="425450">
                <a:moveTo>
                  <a:pt x="1219086" y="62707"/>
                </a:moveTo>
                <a:lnTo>
                  <a:pt x="1195298" y="46989"/>
                </a:lnTo>
                <a:lnTo>
                  <a:pt x="1278712" y="0"/>
                </a:lnTo>
                <a:lnTo>
                  <a:pt x="1272897" y="44450"/>
                </a:lnTo>
                <a:lnTo>
                  <a:pt x="1230896" y="44450"/>
                </a:lnTo>
                <a:lnTo>
                  <a:pt x="1219086" y="62707"/>
                </a:lnTo>
                <a:close/>
              </a:path>
              <a:path w="1278890" h="425450">
                <a:moveTo>
                  <a:pt x="24968" y="55879"/>
                </a:moveTo>
                <a:lnTo>
                  <a:pt x="21488" y="49529"/>
                </a:lnTo>
                <a:lnTo>
                  <a:pt x="21920" y="49529"/>
                </a:lnTo>
                <a:lnTo>
                  <a:pt x="17424" y="43179"/>
                </a:lnTo>
                <a:lnTo>
                  <a:pt x="17640" y="43179"/>
                </a:lnTo>
                <a:lnTo>
                  <a:pt x="0" y="16510"/>
                </a:lnTo>
                <a:lnTo>
                  <a:pt x="23774" y="1270"/>
                </a:lnTo>
                <a:lnTo>
                  <a:pt x="41617" y="27939"/>
                </a:lnTo>
                <a:lnTo>
                  <a:pt x="46113" y="34289"/>
                </a:lnTo>
                <a:lnTo>
                  <a:pt x="46532" y="35560"/>
                </a:lnTo>
                <a:lnTo>
                  <a:pt x="50012" y="41910"/>
                </a:lnTo>
                <a:lnTo>
                  <a:pt x="50368" y="43179"/>
                </a:lnTo>
                <a:lnTo>
                  <a:pt x="56037" y="54610"/>
                </a:lnTo>
                <a:lnTo>
                  <a:pt x="24599" y="54610"/>
                </a:lnTo>
                <a:lnTo>
                  <a:pt x="24968" y="55879"/>
                </a:lnTo>
                <a:close/>
              </a:path>
              <a:path w="1278890" h="425450">
                <a:moveTo>
                  <a:pt x="1242675" y="78292"/>
                </a:moveTo>
                <a:lnTo>
                  <a:pt x="1219086" y="62707"/>
                </a:lnTo>
                <a:lnTo>
                  <a:pt x="1230896" y="44450"/>
                </a:lnTo>
                <a:lnTo>
                  <a:pt x="1254747" y="60960"/>
                </a:lnTo>
                <a:lnTo>
                  <a:pt x="1244177" y="76200"/>
                </a:lnTo>
                <a:lnTo>
                  <a:pt x="1243888" y="76200"/>
                </a:lnTo>
                <a:lnTo>
                  <a:pt x="1242675" y="78292"/>
                </a:lnTo>
                <a:close/>
              </a:path>
              <a:path w="1278890" h="425450">
                <a:moveTo>
                  <a:pt x="1266418" y="93979"/>
                </a:moveTo>
                <a:lnTo>
                  <a:pt x="1243012" y="78515"/>
                </a:lnTo>
                <a:lnTo>
                  <a:pt x="1243542" y="77115"/>
                </a:lnTo>
                <a:lnTo>
                  <a:pt x="1254747" y="60960"/>
                </a:lnTo>
                <a:lnTo>
                  <a:pt x="1230896" y="44450"/>
                </a:lnTo>
                <a:lnTo>
                  <a:pt x="1272897" y="44450"/>
                </a:lnTo>
                <a:lnTo>
                  <a:pt x="1266418" y="93979"/>
                </a:lnTo>
                <a:close/>
              </a:path>
              <a:path w="1278890" h="425450">
                <a:moveTo>
                  <a:pt x="81800" y="146050"/>
                </a:moveTo>
                <a:lnTo>
                  <a:pt x="73761" y="139700"/>
                </a:lnTo>
                <a:lnTo>
                  <a:pt x="69799" y="135889"/>
                </a:lnTo>
                <a:lnTo>
                  <a:pt x="69075" y="135889"/>
                </a:lnTo>
                <a:lnTo>
                  <a:pt x="65366" y="132079"/>
                </a:lnTo>
                <a:lnTo>
                  <a:pt x="64554" y="132079"/>
                </a:lnTo>
                <a:lnTo>
                  <a:pt x="62839" y="129539"/>
                </a:lnTo>
                <a:lnTo>
                  <a:pt x="62204" y="129539"/>
                </a:lnTo>
                <a:lnTo>
                  <a:pt x="60617" y="127000"/>
                </a:lnTo>
                <a:lnTo>
                  <a:pt x="59943" y="125729"/>
                </a:lnTo>
                <a:lnTo>
                  <a:pt x="58496" y="124460"/>
                </a:lnTo>
                <a:lnTo>
                  <a:pt x="57848" y="123189"/>
                </a:lnTo>
                <a:lnTo>
                  <a:pt x="56222" y="119379"/>
                </a:lnTo>
                <a:lnTo>
                  <a:pt x="42837" y="92710"/>
                </a:lnTo>
                <a:lnTo>
                  <a:pt x="34048" y="74929"/>
                </a:lnTo>
                <a:lnTo>
                  <a:pt x="24599" y="54610"/>
                </a:lnTo>
                <a:lnTo>
                  <a:pt x="56037" y="54610"/>
                </a:lnTo>
                <a:lnTo>
                  <a:pt x="59816" y="62229"/>
                </a:lnTo>
                <a:lnTo>
                  <a:pt x="68579" y="80010"/>
                </a:lnTo>
                <a:lnTo>
                  <a:pt x="81851" y="107950"/>
                </a:lnTo>
                <a:lnTo>
                  <a:pt x="82130" y="107950"/>
                </a:lnTo>
                <a:lnTo>
                  <a:pt x="82791" y="109220"/>
                </a:lnTo>
                <a:lnTo>
                  <a:pt x="83578" y="110489"/>
                </a:lnTo>
                <a:lnTo>
                  <a:pt x="84493" y="111760"/>
                </a:lnTo>
                <a:lnTo>
                  <a:pt x="84759" y="111760"/>
                </a:lnTo>
                <a:lnTo>
                  <a:pt x="88480" y="114300"/>
                </a:lnTo>
                <a:lnTo>
                  <a:pt x="87744" y="114300"/>
                </a:lnTo>
                <a:lnTo>
                  <a:pt x="91706" y="116839"/>
                </a:lnTo>
                <a:lnTo>
                  <a:pt x="99580" y="123189"/>
                </a:lnTo>
                <a:lnTo>
                  <a:pt x="100495" y="124460"/>
                </a:lnTo>
                <a:lnTo>
                  <a:pt x="104178" y="128270"/>
                </a:lnTo>
                <a:lnTo>
                  <a:pt x="105016" y="128270"/>
                </a:lnTo>
                <a:lnTo>
                  <a:pt x="106692" y="130810"/>
                </a:lnTo>
                <a:lnTo>
                  <a:pt x="107353" y="132079"/>
                </a:lnTo>
                <a:lnTo>
                  <a:pt x="109245" y="133350"/>
                </a:lnTo>
                <a:lnTo>
                  <a:pt x="114846" y="142239"/>
                </a:lnTo>
                <a:lnTo>
                  <a:pt x="116690" y="144779"/>
                </a:lnTo>
                <a:lnTo>
                  <a:pt x="80886" y="144779"/>
                </a:lnTo>
                <a:lnTo>
                  <a:pt x="81800" y="146050"/>
                </a:lnTo>
                <a:close/>
              </a:path>
              <a:path w="1278890" h="425450">
                <a:moveTo>
                  <a:pt x="1229314" y="115570"/>
                </a:moveTo>
                <a:lnTo>
                  <a:pt x="1199007" y="115570"/>
                </a:lnTo>
                <a:lnTo>
                  <a:pt x="1217091" y="66039"/>
                </a:lnTo>
                <a:lnTo>
                  <a:pt x="1217752" y="64770"/>
                </a:lnTo>
                <a:lnTo>
                  <a:pt x="1219086" y="62707"/>
                </a:lnTo>
                <a:lnTo>
                  <a:pt x="1242675" y="78292"/>
                </a:lnTo>
                <a:lnTo>
                  <a:pt x="1242415" y="78739"/>
                </a:lnTo>
                <a:lnTo>
                  <a:pt x="1242927" y="78739"/>
                </a:lnTo>
                <a:lnTo>
                  <a:pt x="1234757" y="100329"/>
                </a:lnTo>
                <a:lnTo>
                  <a:pt x="1229314" y="115570"/>
                </a:lnTo>
                <a:close/>
              </a:path>
              <a:path w="1278890" h="425450">
                <a:moveTo>
                  <a:pt x="1242710" y="78315"/>
                </a:moveTo>
                <a:lnTo>
                  <a:pt x="1243888" y="76200"/>
                </a:lnTo>
                <a:lnTo>
                  <a:pt x="1243542" y="77115"/>
                </a:lnTo>
                <a:lnTo>
                  <a:pt x="1242710" y="78315"/>
                </a:lnTo>
                <a:close/>
              </a:path>
              <a:path w="1278890" h="425450">
                <a:moveTo>
                  <a:pt x="1243542" y="77115"/>
                </a:moveTo>
                <a:lnTo>
                  <a:pt x="1243888" y="76200"/>
                </a:lnTo>
                <a:lnTo>
                  <a:pt x="1244177" y="76200"/>
                </a:lnTo>
                <a:lnTo>
                  <a:pt x="1243542" y="77115"/>
                </a:lnTo>
                <a:close/>
              </a:path>
              <a:path w="1278890" h="425450">
                <a:moveTo>
                  <a:pt x="1243012" y="78515"/>
                </a:moveTo>
                <a:lnTo>
                  <a:pt x="1242710" y="78315"/>
                </a:lnTo>
                <a:lnTo>
                  <a:pt x="1243542" y="77115"/>
                </a:lnTo>
                <a:lnTo>
                  <a:pt x="1243012" y="78515"/>
                </a:lnTo>
                <a:close/>
              </a:path>
              <a:path w="1278890" h="425450">
                <a:moveTo>
                  <a:pt x="1242415" y="78739"/>
                </a:moveTo>
                <a:lnTo>
                  <a:pt x="1242675" y="78292"/>
                </a:lnTo>
                <a:lnTo>
                  <a:pt x="1242415" y="78739"/>
                </a:lnTo>
                <a:close/>
              </a:path>
              <a:path w="1278890" h="425450">
                <a:moveTo>
                  <a:pt x="1242927" y="78739"/>
                </a:moveTo>
                <a:lnTo>
                  <a:pt x="1242415" y="78739"/>
                </a:lnTo>
                <a:lnTo>
                  <a:pt x="1242710" y="78315"/>
                </a:lnTo>
                <a:lnTo>
                  <a:pt x="1243012" y="78515"/>
                </a:lnTo>
                <a:lnTo>
                  <a:pt x="1242927" y="78739"/>
                </a:lnTo>
                <a:close/>
              </a:path>
              <a:path w="1278890" h="425450">
                <a:moveTo>
                  <a:pt x="82149" y="107950"/>
                </a:moveTo>
                <a:lnTo>
                  <a:pt x="81851" y="107950"/>
                </a:lnTo>
                <a:lnTo>
                  <a:pt x="81508" y="106679"/>
                </a:lnTo>
                <a:lnTo>
                  <a:pt x="82149" y="107950"/>
                </a:lnTo>
                <a:close/>
              </a:path>
              <a:path w="1278890" h="425450">
                <a:moveTo>
                  <a:pt x="82791" y="109220"/>
                </a:moveTo>
                <a:lnTo>
                  <a:pt x="82130" y="107950"/>
                </a:lnTo>
                <a:lnTo>
                  <a:pt x="82297" y="108243"/>
                </a:lnTo>
                <a:lnTo>
                  <a:pt x="82791" y="109220"/>
                </a:lnTo>
                <a:close/>
              </a:path>
              <a:path w="1278890" h="425450">
                <a:moveTo>
                  <a:pt x="82297" y="108243"/>
                </a:moveTo>
                <a:lnTo>
                  <a:pt x="82130" y="107950"/>
                </a:lnTo>
                <a:lnTo>
                  <a:pt x="82297" y="108243"/>
                </a:lnTo>
                <a:close/>
              </a:path>
              <a:path w="1278890" h="425450">
                <a:moveTo>
                  <a:pt x="82854" y="109220"/>
                </a:moveTo>
                <a:lnTo>
                  <a:pt x="82297" y="108243"/>
                </a:lnTo>
                <a:lnTo>
                  <a:pt x="82854" y="109220"/>
                </a:lnTo>
                <a:close/>
              </a:path>
              <a:path w="1278890" h="425450">
                <a:moveTo>
                  <a:pt x="83699" y="110489"/>
                </a:moveTo>
                <a:lnTo>
                  <a:pt x="82905" y="109220"/>
                </a:lnTo>
                <a:lnTo>
                  <a:pt x="83699" y="110489"/>
                </a:lnTo>
                <a:close/>
              </a:path>
              <a:path w="1278890" h="425450">
                <a:moveTo>
                  <a:pt x="85572" y="111760"/>
                </a:moveTo>
                <a:lnTo>
                  <a:pt x="84493" y="111760"/>
                </a:lnTo>
                <a:lnTo>
                  <a:pt x="83858" y="110489"/>
                </a:lnTo>
                <a:lnTo>
                  <a:pt x="85572" y="111760"/>
                </a:lnTo>
                <a:close/>
              </a:path>
              <a:path w="1278890" h="425450">
                <a:moveTo>
                  <a:pt x="1220927" y="137160"/>
                </a:moveTo>
                <a:lnTo>
                  <a:pt x="1190028" y="137160"/>
                </a:lnTo>
                <a:lnTo>
                  <a:pt x="1194739" y="125729"/>
                </a:lnTo>
                <a:lnTo>
                  <a:pt x="1194562" y="125729"/>
                </a:lnTo>
                <a:lnTo>
                  <a:pt x="1199134" y="114300"/>
                </a:lnTo>
                <a:lnTo>
                  <a:pt x="1199007" y="115570"/>
                </a:lnTo>
                <a:lnTo>
                  <a:pt x="1229314" y="115570"/>
                </a:lnTo>
                <a:lnTo>
                  <a:pt x="1225676" y="125729"/>
                </a:lnTo>
                <a:lnTo>
                  <a:pt x="1220927" y="137160"/>
                </a:lnTo>
                <a:close/>
              </a:path>
              <a:path w="1278890" h="425450">
                <a:moveTo>
                  <a:pt x="1156512" y="238760"/>
                </a:moveTo>
                <a:lnTo>
                  <a:pt x="1121143" y="238760"/>
                </a:lnTo>
                <a:lnTo>
                  <a:pt x="1128928" y="228600"/>
                </a:lnTo>
                <a:lnTo>
                  <a:pt x="1136497" y="218439"/>
                </a:lnTo>
                <a:lnTo>
                  <a:pt x="1136345" y="218439"/>
                </a:lnTo>
                <a:lnTo>
                  <a:pt x="1151521" y="196850"/>
                </a:lnTo>
                <a:lnTo>
                  <a:pt x="1151369" y="196850"/>
                </a:lnTo>
                <a:lnTo>
                  <a:pt x="1166329" y="175260"/>
                </a:lnTo>
                <a:lnTo>
                  <a:pt x="1181125" y="153670"/>
                </a:lnTo>
                <a:lnTo>
                  <a:pt x="1180795" y="153670"/>
                </a:lnTo>
                <a:lnTo>
                  <a:pt x="1183436" y="149860"/>
                </a:lnTo>
                <a:lnTo>
                  <a:pt x="1183144" y="149860"/>
                </a:lnTo>
                <a:lnTo>
                  <a:pt x="1185710" y="146050"/>
                </a:lnTo>
                <a:lnTo>
                  <a:pt x="1185379" y="146050"/>
                </a:lnTo>
                <a:lnTo>
                  <a:pt x="1190307" y="135889"/>
                </a:lnTo>
                <a:lnTo>
                  <a:pt x="1190028" y="137160"/>
                </a:lnTo>
                <a:lnTo>
                  <a:pt x="1220927" y="137160"/>
                </a:lnTo>
                <a:lnTo>
                  <a:pt x="1216215" y="148589"/>
                </a:lnTo>
                <a:lnTo>
                  <a:pt x="1215923" y="148589"/>
                </a:lnTo>
                <a:lnTo>
                  <a:pt x="1210995" y="158750"/>
                </a:lnTo>
                <a:lnTo>
                  <a:pt x="1189875" y="191770"/>
                </a:lnTo>
                <a:lnTo>
                  <a:pt x="1159446" y="234950"/>
                </a:lnTo>
                <a:lnTo>
                  <a:pt x="1156512" y="238760"/>
                </a:lnTo>
                <a:close/>
              </a:path>
              <a:path w="1278890" h="425450">
                <a:moveTo>
                  <a:pt x="84556" y="148589"/>
                </a:moveTo>
                <a:lnTo>
                  <a:pt x="80886" y="144779"/>
                </a:lnTo>
                <a:lnTo>
                  <a:pt x="116690" y="144779"/>
                </a:lnTo>
                <a:lnTo>
                  <a:pt x="118535" y="147320"/>
                </a:lnTo>
                <a:lnTo>
                  <a:pt x="83718" y="147320"/>
                </a:lnTo>
                <a:lnTo>
                  <a:pt x="84556" y="148589"/>
                </a:lnTo>
                <a:close/>
              </a:path>
              <a:path w="1278890" h="425450">
                <a:moveTo>
                  <a:pt x="85407" y="149860"/>
                </a:moveTo>
                <a:lnTo>
                  <a:pt x="83718" y="147320"/>
                </a:lnTo>
                <a:lnTo>
                  <a:pt x="118535" y="147320"/>
                </a:lnTo>
                <a:lnTo>
                  <a:pt x="119457" y="148589"/>
                </a:lnTo>
                <a:lnTo>
                  <a:pt x="84759" y="148589"/>
                </a:lnTo>
                <a:lnTo>
                  <a:pt x="85407" y="149860"/>
                </a:lnTo>
                <a:close/>
              </a:path>
              <a:path w="1278890" h="425450">
                <a:moveTo>
                  <a:pt x="736498" y="425450"/>
                </a:moveTo>
                <a:lnTo>
                  <a:pt x="705980" y="425450"/>
                </a:lnTo>
                <a:lnTo>
                  <a:pt x="684098" y="422910"/>
                </a:lnTo>
                <a:lnTo>
                  <a:pt x="671588" y="421639"/>
                </a:lnTo>
                <a:lnTo>
                  <a:pt x="657110" y="419100"/>
                </a:lnTo>
                <a:lnTo>
                  <a:pt x="619391" y="414020"/>
                </a:lnTo>
                <a:lnTo>
                  <a:pt x="620763" y="414020"/>
                </a:lnTo>
                <a:lnTo>
                  <a:pt x="577900" y="411479"/>
                </a:lnTo>
                <a:lnTo>
                  <a:pt x="535038" y="408939"/>
                </a:lnTo>
                <a:lnTo>
                  <a:pt x="513524" y="408939"/>
                </a:lnTo>
                <a:lnTo>
                  <a:pt x="470369" y="406400"/>
                </a:lnTo>
                <a:lnTo>
                  <a:pt x="448437" y="403860"/>
                </a:lnTo>
                <a:lnTo>
                  <a:pt x="428739" y="401320"/>
                </a:lnTo>
                <a:lnTo>
                  <a:pt x="418134" y="400050"/>
                </a:lnTo>
                <a:lnTo>
                  <a:pt x="387667" y="392429"/>
                </a:lnTo>
                <a:lnTo>
                  <a:pt x="337210" y="373379"/>
                </a:lnTo>
                <a:lnTo>
                  <a:pt x="327253" y="368300"/>
                </a:lnTo>
                <a:lnTo>
                  <a:pt x="317347" y="364489"/>
                </a:lnTo>
                <a:lnTo>
                  <a:pt x="288124" y="349250"/>
                </a:lnTo>
                <a:lnTo>
                  <a:pt x="278574" y="342900"/>
                </a:lnTo>
                <a:lnTo>
                  <a:pt x="269138" y="337820"/>
                </a:lnTo>
                <a:lnTo>
                  <a:pt x="259816" y="331470"/>
                </a:lnTo>
                <a:lnTo>
                  <a:pt x="250634" y="325120"/>
                </a:lnTo>
                <a:lnTo>
                  <a:pt x="241579" y="320039"/>
                </a:lnTo>
                <a:lnTo>
                  <a:pt x="206984" y="294639"/>
                </a:lnTo>
                <a:lnTo>
                  <a:pt x="198691" y="287020"/>
                </a:lnTo>
                <a:lnTo>
                  <a:pt x="183261" y="274320"/>
                </a:lnTo>
                <a:lnTo>
                  <a:pt x="168059" y="261620"/>
                </a:lnTo>
                <a:lnTo>
                  <a:pt x="160959" y="254000"/>
                </a:lnTo>
                <a:lnTo>
                  <a:pt x="154279" y="247650"/>
                </a:lnTo>
                <a:lnTo>
                  <a:pt x="153796" y="247650"/>
                </a:lnTo>
                <a:lnTo>
                  <a:pt x="150291" y="243839"/>
                </a:lnTo>
                <a:lnTo>
                  <a:pt x="149783" y="242570"/>
                </a:lnTo>
                <a:lnTo>
                  <a:pt x="145859" y="237489"/>
                </a:lnTo>
                <a:lnTo>
                  <a:pt x="141084" y="232410"/>
                </a:lnTo>
                <a:lnTo>
                  <a:pt x="136347" y="224789"/>
                </a:lnTo>
                <a:lnTo>
                  <a:pt x="126568" y="210820"/>
                </a:lnTo>
                <a:lnTo>
                  <a:pt x="116611" y="196850"/>
                </a:lnTo>
                <a:lnTo>
                  <a:pt x="98310" y="168910"/>
                </a:lnTo>
                <a:lnTo>
                  <a:pt x="91058" y="157479"/>
                </a:lnTo>
                <a:lnTo>
                  <a:pt x="91325" y="157479"/>
                </a:lnTo>
                <a:lnTo>
                  <a:pt x="85978" y="151129"/>
                </a:lnTo>
                <a:lnTo>
                  <a:pt x="86321" y="151129"/>
                </a:lnTo>
                <a:lnTo>
                  <a:pt x="84759" y="148589"/>
                </a:lnTo>
                <a:lnTo>
                  <a:pt x="119457" y="148589"/>
                </a:lnTo>
                <a:lnTo>
                  <a:pt x="122224" y="152400"/>
                </a:lnTo>
                <a:lnTo>
                  <a:pt x="140525" y="180339"/>
                </a:lnTo>
                <a:lnTo>
                  <a:pt x="150317" y="195579"/>
                </a:lnTo>
                <a:lnTo>
                  <a:pt x="150164" y="195579"/>
                </a:lnTo>
                <a:lnTo>
                  <a:pt x="159791" y="209550"/>
                </a:lnTo>
                <a:lnTo>
                  <a:pt x="160494" y="209550"/>
                </a:lnTo>
                <a:lnTo>
                  <a:pt x="164122" y="214629"/>
                </a:lnTo>
                <a:lnTo>
                  <a:pt x="163918" y="214629"/>
                </a:lnTo>
                <a:lnTo>
                  <a:pt x="168186" y="219710"/>
                </a:lnTo>
                <a:lnTo>
                  <a:pt x="167868" y="219710"/>
                </a:lnTo>
                <a:lnTo>
                  <a:pt x="171780" y="224789"/>
                </a:lnTo>
                <a:lnTo>
                  <a:pt x="172440" y="224789"/>
                </a:lnTo>
                <a:lnTo>
                  <a:pt x="174777" y="227329"/>
                </a:lnTo>
                <a:lnTo>
                  <a:pt x="174294" y="227329"/>
                </a:lnTo>
                <a:lnTo>
                  <a:pt x="180975" y="233679"/>
                </a:lnTo>
                <a:lnTo>
                  <a:pt x="180784" y="233679"/>
                </a:lnTo>
                <a:lnTo>
                  <a:pt x="187718" y="240029"/>
                </a:lnTo>
                <a:lnTo>
                  <a:pt x="187439" y="240029"/>
                </a:lnTo>
                <a:lnTo>
                  <a:pt x="202006" y="252729"/>
                </a:lnTo>
                <a:lnTo>
                  <a:pt x="201650" y="252729"/>
                </a:lnTo>
                <a:lnTo>
                  <a:pt x="217081" y="265429"/>
                </a:lnTo>
                <a:lnTo>
                  <a:pt x="216814" y="265429"/>
                </a:lnTo>
                <a:lnTo>
                  <a:pt x="224828" y="271779"/>
                </a:lnTo>
                <a:lnTo>
                  <a:pt x="224650" y="271779"/>
                </a:lnTo>
                <a:lnTo>
                  <a:pt x="232854" y="278129"/>
                </a:lnTo>
                <a:lnTo>
                  <a:pt x="232663" y="278129"/>
                </a:lnTo>
                <a:lnTo>
                  <a:pt x="241045" y="284479"/>
                </a:lnTo>
                <a:lnTo>
                  <a:pt x="240868" y="284479"/>
                </a:lnTo>
                <a:lnTo>
                  <a:pt x="249415" y="290829"/>
                </a:lnTo>
                <a:lnTo>
                  <a:pt x="250964" y="290829"/>
                </a:lnTo>
                <a:lnTo>
                  <a:pt x="257924" y="295910"/>
                </a:lnTo>
                <a:lnTo>
                  <a:pt x="257733" y="295910"/>
                </a:lnTo>
                <a:lnTo>
                  <a:pt x="266585" y="302260"/>
                </a:lnTo>
                <a:lnTo>
                  <a:pt x="266382" y="302260"/>
                </a:lnTo>
                <a:lnTo>
                  <a:pt x="275361" y="307339"/>
                </a:lnTo>
                <a:lnTo>
                  <a:pt x="275158" y="307339"/>
                </a:lnTo>
                <a:lnTo>
                  <a:pt x="284264" y="313689"/>
                </a:lnTo>
                <a:lnTo>
                  <a:pt x="284048" y="313689"/>
                </a:lnTo>
                <a:lnTo>
                  <a:pt x="293281" y="318770"/>
                </a:lnTo>
                <a:lnTo>
                  <a:pt x="293052" y="318770"/>
                </a:lnTo>
                <a:lnTo>
                  <a:pt x="302387" y="323850"/>
                </a:lnTo>
                <a:lnTo>
                  <a:pt x="302158" y="323850"/>
                </a:lnTo>
                <a:lnTo>
                  <a:pt x="311569" y="328929"/>
                </a:lnTo>
                <a:lnTo>
                  <a:pt x="311327" y="328929"/>
                </a:lnTo>
                <a:lnTo>
                  <a:pt x="320840" y="334010"/>
                </a:lnTo>
                <a:lnTo>
                  <a:pt x="320586" y="334010"/>
                </a:lnTo>
                <a:lnTo>
                  <a:pt x="330161" y="339089"/>
                </a:lnTo>
                <a:lnTo>
                  <a:pt x="332305" y="339089"/>
                </a:lnTo>
                <a:lnTo>
                  <a:pt x="339534" y="342900"/>
                </a:lnTo>
                <a:lnTo>
                  <a:pt x="339255" y="342900"/>
                </a:lnTo>
                <a:lnTo>
                  <a:pt x="348945" y="346710"/>
                </a:lnTo>
                <a:lnTo>
                  <a:pt x="348665" y="346710"/>
                </a:lnTo>
                <a:lnTo>
                  <a:pt x="358393" y="351789"/>
                </a:lnTo>
                <a:lnTo>
                  <a:pt x="360527" y="351789"/>
                </a:lnTo>
                <a:lnTo>
                  <a:pt x="367842" y="355600"/>
                </a:lnTo>
                <a:lnTo>
                  <a:pt x="370784" y="355600"/>
                </a:lnTo>
                <a:lnTo>
                  <a:pt x="377304" y="358139"/>
                </a:lnTo>
                <a:lnTo>
                  <a:pt x="376961" y="358139"/>
                </a:lnTo>
                <a:lnTo>
                  <a:pt x="386753" y="361950"/>
                </a:lnTo>
                <a:lnTo>
                  <a:pt x="386397" y="361950"/>
                </a:lnTo>
                <a:lnTo>
                  <a:pt x="396176" y="364489"/>
                </a:lnTo>
                <a:lnTo>
                  <a:pt x="395795" y="364489"/>
                </a:lnTo>
                <a:lnTo>
                  <a:pt x="405574" y="367029"/>
                </a:lnTo>
                <a:lnTo>
                  <a:pt x="405168" y="367029"/>
                </a:lnTo>
                <a:lnTo>
                  <a:pt x="414921" y="369570"/>
                </a:lnTo>
                <a:lnTo>
                  <a:pt x="414502" y="369570"/>
                </a:lnTo>
                <a:lnTo>
                  <a:pt x="424218" y="372110"/>
                </a:lnTo>
                <a:lnTo>
                  <a:pt x="423760" y="372110"/>
                </a:lnTo>
                <a:lnTo>
                  <a:pt x="433438" y="373379"/>
                </a:lnTo>
                <a:lnTo>
                  <a:pt x="432955" y="373379"/>
                </a:lnTo>
                <a:lnTo>
                  <a:pt x="442582" y="374650"/>
                </a:lnTo>
                <a:lnTo>
                  <a:pt x="442074" y="374650"/>
                </a:lnTo>
                <a:lnTo>
                  <a:pt x="451637" y="375920"/>
                </a:lnTo>
                <a:lnTo>
                  <a:pt x="451129" y="375920"/>
                </a:lnTo>
                <a:lnTo>
                  <a:pt x="472566" y="377189"/>
                </a:lnTo>
                <a:lnTo>
                  <a:pt x="472401" y="377189"/>
                </a:lnTo>
                <a:lnTo>
                  <a:pt x="493839" y="378460"/>
                </a:lnTo>
                <a:lnTo>
                  <a:pt x="515137" y="379729"/>
                </a:lnTo>
                <a:lnTo>
                  <a:pt x="536486" y="381000"/>
                </a:lnTo>
                <a:lnTo>
                  <a:pt x="579348" y="383539"/>
                </a:lnTo>
                <a:lnTo>
                  <a:pt x="622211" y="384810"/>
                </a:lnTo>
                <a:lnTo>
                  <a:pt x="623582" y="384810"/>
                </a:lnTo>
                <a:lnTo>
                  <a:pt x="661263" y="391160"/>
                </a:lnTo>
                <a:lnTo>
                  <a:pt x="675716" y="392429"/>
                </a:lnTo>
                <a:lnTo>
                  <a:pt x="675563" y="392429"/>
                </a:lnTo>
                <a:lnTo>
                  <a:pt x="687920" y="394970"/>
                </a:lnTo>
                <a:lnTo>
                  <a:pt x="687628" y="394970"/>
                </a:lnTo>
                <a:lnTo>
                  <a:pt x="698436" y="396239"/>
                </a:lnTo>
                <a:lnTo>
                  <a:pt x="707275" y="396239"/>
                </a:lnTo>
                <a:lnTo>
                  <a:pt x="716699" y="397510"/>
                </a:lnTo>
                <a:lnTo>
                  <a:pt x="960351" y="397510"/>
                </a:lnTo>
                <a:lnTo>
                  <a:pt x="950607" y="401320"/>
                </a:lnTo>
                <a:lnTo>
                  <a:pt x="937374" y="403860"/>
                </a:lnTo>
                <a:lnTo>
                  <a:pt x="930528" y="406400"/>
                </a:lnTo>
                <a:lnTo>
                  <a:pt x="894740" y="412750"/>
                </a:lnTo>
                <a:lnTo>
                  <a:pt x="887260" y="412750"/>
                </a:lnTo>
                <a:lnTo>
                  <a:pt x="879817" y="414020"/>
                </a:lnTo>
                <a:lnTo>
                  <a:pt x="820788" y="419100"/>
                </a:lnTo>
                <a:lnTo>
                  <a:pt x="778776" y="421639"/>
                </a:lnTo>
                <a:lnTo>
                  <a:pt x="762482" y="422910"/>
                </a:lnTo>
                <a:lnTo>
                  <a:pt x="748601" y="424179"/>
                </a:lnTo>
                <a:lnTo>
                  <a:pt x="736498" y="425450"/>
                </a:lnTo>
                <a:close/>
              </a:path>
              <a:path w="1278890" h="425450">
                <a:moveTo>
                  <a:pt x="160494" y="209550"/>
                </a:moveTo>
                <a:lnTo>
                  <a:pt x="159791" y="209550"/>
                </a:lnTo>
                <a:lnTo>
                  <a:pt x="159588" y="208279"/>
                </a:lnTo>
                <a:lnTo>
                  <a:pt x="160494" y="209550"/>
                </a:lnTo>
                <a:close/>
              </a:path>
              <a:path w="1278890" h="425450">
                <a:moveTo>
                  <a:pt x="172440" y="224789"/>
                </a:moveTo>
                <a:lnTo>
                  <a:pt x="171780" y="224789"/>
                </a:lnTo>
                <a:lnTo>
                  <a:pt x="171272" y="223520"/>
                </a:lnTo>
                <a:lnTo>
                  <a:pt x="172440" y="224789"/>
                </a:lnTo>
                <a:close/>
              </a:path>
              <a:path w="1278890" h="425450">
                <a:moveTo>
                  <a:pt x="1104284" y="302260"/>
                </a:moveTo>
                <a:lnTo>
                  <a:pt x="1064171" y="302260"/>
                </a:lnTo>
                <a:lnTo>
                  <a:pt x="1073035" y="293370"/>
                </a:lnTo>
                <a:lnTo>
                  <a:pt x="1072756" y="293370"/>
                </a:lnTo>
                <a:lnTo>
                  <a:pt x="1081430" y="284479"/>
                </a:lnTo>
                <a:lnTo>
                  <a:pt x="1081176" y="284479"/>
                </a:lnTo>
                <a:lnTo>
                  <a:pt x="1089660" y="275589"/>
                </a:lnTo>
                <a:lnTo>
                  <a:pt x="1089431" y="275589"/>
                </a:lnTo>
                <a:lnTo>
                  <a:pt x="1097737" y="266700"/>
                </a:lnTo>
                <a:lnTo>
                  <a:pt x="1097534" y="266700"/>
                </a:lnTo>
                <a:lnTo>
                  <a:pt x="1105700" y="257810"/>
                </a:lnTo>
                <a:lnTo>
                  <a:pt x="1105522" y="257810"/>
                </a:lnTo>
                <a:lnTo>
                  <a:pt x="1113536" y="247650"/>
                </a:lnTo>
                <a:lnTo>
                  <a:pt x="1113383" y="247650"/>
                </a:lnTo>
                <a:lnTo>
                  <a:pt x="1121283" y="237489"/>
                </a:lnTo>
                <a:lnTo>
                  <a:pt x="1121143" y="238760"/>
                </a:lnTo>
                <a:lnTo>
                  <a:pt x="1156512" y="238760"/>
                </a:lnTo>
                <a:lnTo>
                  <a:pt x="1127429" y="275589"/>
                </a:lnTo>
                <a:lnTo>
                  <a:pt x="1110526" y="295910"/>
                </a:lnTo>
                <a:lnTo>
                  <a:pt x="1104284" y="302260"/>
                </a:lnTo>
                <a:close/>
              </a:path>
              <a:path w="1278890" h="425450">
                <a:moveTo>
                  <a:pt x="250964" y="290829"/>
                </a:moveTo>
                <a:lnTo>
                  <a:pt x="249415" y="290829"/>
                </a:lnTo>
                <a:lnTo>
                  <a:pt x="249224" y="289560"/>
                </a:lnTo>
                <a:lnTo>
                  <a:pt x="250964" y="290829"/>
                </a:lnTo>
                <a:close/>
              </a:path>
              <a:path w="1278890" h="425450">
                <a:moveTo>
                  <a:pt x="1080976" y="325120"/>
                </a:moveTo>
                <a:lnTo>
                  <a:pt x="1037247" y="325120"/>
                </a:lnTo>
                <a:lnTo>
                  <a:pt x="1046797" y="317500"/>
                </a:lnTo>
                <a:lnTo>
                  <a:pt x="1046429" y="317500"/>
                </a:lnTo>
                <a:lnTo>
                  <a:pt x="1055738" y="309879"/>
                </a:lnTo>
                <a:lnTo>
                  <a:pt x="1055395" y="309879"/>
                </a:lnTo>
                <a:lnTo>
                  <a:pt x="1064475" y="300989"/>
                </a:lnTo>
                <a:lnTo>
                  <a:pt x="1064171" y="302260"/>
                </a:lnTo>
                <a:lnTo>
                  <a:pt x="1104284" y="302260"/>
                </a:lnTo>
                <a:lnTo>
                  <a:pt x="1101788" y="304800"/>
                </a:lnTo>
                <a:lnTo>
                  <a:pt x="1092847" y="313689"/>
                </a:lnTo>
                <a:lnTo>
                  <a:pt x="1083665" y="322579"/>
                </a:lnTo>
                <a:lnTo>
                  <a:pt x="1080976" y="325120"/>
                </a:lnTo>
                <a:close/>
              </a:path>
              <a:path w="1278890" h="425450">
                <a:moveTo>
                  <a:pt x="1049515" y="350520"/>
                </a:moveTo>
                <a:lnTo>
                  <a:pt x="998092" y="350520"/>
                </a:lnTo>
                <a:lnTo>
                  <a:pt x="1008761" y="344170"/>
                </a:lnTo>
                <a:lnTo>
                  <a:pt x="1008278" y="344170"/>
                </a:lnTo>
                <a:lnTo>
                  <a:pt x="1018641" y="337820"/>
                </a:lnTo>
                <a:lnTo>
                  <a:pt x="1018184" y="337820"/>
                </a:lnTo>
                <a:lnTo>
                  <a:pt x="1028268" y="331470"/>
                </a:lnTo>
                <a:lnTo>
                  <a:pt x="1027836" y="331470"/>
                </a:lnTo>
                <a:lnTo>
                  <a:pt x="1037640" y="323850"/>
                </a:lnTo>
                <a:lnTo>
                  <a:pt x="1037247" y="325120"/>
                </a:lnTo>
                <a:lnTo>
                  <a:pt x="1080976" y="325120"/>
                </a:lnTo>
                <a:lnTo>
                  <a:pt x="1074254" y="331470"/>
                </a:lnTo>
                <a:lnTo>
                  <a:pt x="1064577" y="339089"/>
                </a:lnTo>
                <a:lnTo>
                  <a:pt x="1054633" y="346710"/>
                </a:lnTo>
                <a:lnTo>
                  <a:pt x="1049515" y="350520"/>
                </a:lnTo>
                <a:close/>
              </a:path>
              <a:path w="1278890" h="425450">
                <a:moveTo>
                  <a:pt x="332305" y="339089"/>
                </a:moveTo>
                <a:lnTo>
                  <a:pt x="330161" y="339089"/>
                </a:lnTo>
                <a:lnTo>
                  <a:pt x="329895" y="337820"/>
                </a:lnTo>
                <a:lnTo>
                  <a:pt x="332305" y="339089"/>
                </a:lnTo>
                <a:close/>
              </a:path>
              <a:path w="1278890" h="425450">
                <a:moveTo>
                  <a:pt x="1027531" y="365760"/>
                </a:moveTo>
                <a:lnTo>
                  <a:pt x="965733" y="365760"/>
                </a:lnTo>
                <a:lnTo>
                  <a:pt x="977391" y="360679"/>
                </a:lnTo>
                <a:lnTo>
                  <a:pt x="976833" y="360679"/>
                </a:lnTo>
                <a:lnTo>
                  <a:pt x="988161" y="355600"/>
                </a:lnTo>
                <a:lnTo>
                  <a:pt x="987615" y="355600"/>
                </a:lnTo>
                <a:lnTo>
                  <a:pt x="998600" y="349250"/>
                </a:lnTo>
                <a:lnTo>
                  <a:pt x="998092" y="350520"/>
                </a:lnTo>
                <a:lnTo>
                  <a:pt x="1049515" y="350520"/>
                </a:lnTo>
                <a:lnTo>
                  <a:pt x="1044397" y="354329"/>
                </a:lnTo>
                <a:lnTo>
                  <a:pt x="1034313" y="361950"/>
                </a:lnTo>
                <a:lnTo>
                  <a:pt x="1027531" y="365760"/>
                </a:lnTo>
                <a:close/>
              </a:path>
              <a:path w="1278890" h="425450">
                <a:moveTo>
                  <a:pt x="360527" y="351789"/>
                </a:moveTo>
                <a:lnTo>
                  <a:pt x="358393" y="351789"/>
                </a:lnTo>
                <a:lnTo>
                  <a:pt x="358089" y="350520"/>
                </a:lnTo>
                <a:lnTo>
                  <a:pt x="360527" y="351789"/>
                </a:lnTo>
                <a:close/>
              </a:path>
              <a:path w="1278890" h="425450">
                <a:moveTo>
                  <a:pt x="370784" y="355600"/>
                </a:moveTo>
                <a:lnTo>
                  <a:pt x="367842" y="355600"/>
                </a:lnTo>
                <a:lnTo>
                  <a:pt x="367525" y="354329"/>
                </a:lnTo>
                <a:lnTo>
                  <a:pt x="370784" y="355600"/>
                </a:lnTo>
                <a:close/>
              </a:path>
              <a:path w="1278890" h="425450">
                <a:moveTo>
                  <a:pt x="1007226" y="377189"/>
                </a:moveTo>
                <a:lnTo>
                  <a:pt x="930249" y="377189"/>
                </a:lnTo>
                <a:lnTo>
                  <a:pt x="943051" y="373379"/>
                </a:lnTo>
                <a:lnTo>
                  <a:pt x="942454" y="373379"/>
                </a:lnTo>
                <a:lnTo>
                  <a:pt x="954862" y="369570"/>
                </a:lnTo>
                <a:lnTo>
                  <a:pt x="954277" y="369570"/>
                </a:lnTo>
                <a:lnTo>
                  <a:pt x="966304" y="364489"/>
                </a:lnTo>
                <a:lnTo>
                  <a:pt x="965733" y="365760"/>
                </a:lnTo>
                <a:lnTo>
                  <a:pt x="1027531" y="365760"/>
                </a:lnTo>
                <a:lnTo>
                  <a:pt x="1011834" y="374650"/>
                </a:lnTo>
                <a:lnTo>
                  <a:pt x="1007226" y="377189"/>
                </a:lnTo>
                <a:close/>
              </a:path>
              <a:path w="1278890" h="425450">
                <a:moveTo>
                  <a:pt x="960351" y="397510"/>
                </a:moveTo>
                <a:lnTo>
                  <a:pt x="725208" y="397510"/>
                </a:lnTo>
                <a:lnTo>
                  <a:pt x="735584" y="396239"/>
                </a:lnTo>
                <a:lnTo>
                  <a:pt x="746671" y="396239"/>
                </a:lnTo>
                <a:lnTo>
                  <a:pt x="760310" y="394970"/>
                </a:lnTo>
                <a:lnTo>
                  <a:pt x="776325" y="393700"/>
                </a:lnTo>
                <a:lnTo>
                  <a:pt x="877506" y="384810"/>
                </a:lnTo>
                <a:lnTo>
                  <a:pt x="884389" y="384810"/>
                </a:lnTo>
                <a:lnTo>
                  <a:pt x="891590" y="383539"/>
                </a:lnTo>
                <a:lnTo>
                  <a:pt x="891298" y="383539"/>
                </a:lnTo>
                <a:lnTo>
                  <a:pt x="898385" y="382270"/>
                </a:lnTo>
                <a:lnTo>
                  <a:pt x="904773" y="382270"/>
                </a:lnTo>
                <a:lnTo>
                  <a:pt x="911631" y="381000"/>
                </a:lnTo>
                <a:lnTo>
                  <a:pt x="911339" y="381000"/>
                </a:lnTo>
                <a:lnTo>
                  <a:pt x="918095" y="379729"/>
                </a:lnTo>
                <a:lnTo>
                  <a:pt x="917803" y="379729"/>
                </a:lnTo>
                <a:lnTo>
                  <a:pt x="924445" y="378460"/>
                </a:lnTo>
                <a:lnTo>
                  <a:pt x="924153" y="378460"/>
                </a:lnTo>
                <a:lnTo>
                  <a:pt x="930694" y="375920"/>
                </a:lnTo>
                <a:lnTo>
                  <a:pt x="930249" y="377189"/>
                </a:lnTo>
                <a:lnTo>
                  <a:pt x="1007226" y="377189"/>
                </a:lnTo>
                <a:lnTo>
                  <a:pt x="1000315" y="381000"/>
                </a:lnTo>
                <a:lnTo>
                  <a:pt x="988999" y="386079"/>
                </a:lnTo>
                <a:lnTo>
                  <a:pt x="976210" y="392429"/>
                </a:lnTo>
                <a:lnTo>
                  <a:pt x="963599" y="396239"/>
                </a:lnTo>
                <a:lnTo>
                  <a:pt x="960351" y="397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517005" y="647699"/>
            <a:ext cx="1685925" cy="1501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8300" marR="5080" indent="-3556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ahoma"/>
                <a:cs typeface="Tahoma"/>
              </a:rPr>
              <a:t>Make </a:t>
            </a:r>
            <a:r>
              <a:rPr dirty="0" sz="2000" spc="-5">
                <a:latin typeface="Tahoma"/>
                <a:cs typeface="Tahoma"/>
              </a:rPr>
              <a:t>log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entry  </a:t>
            </a:r>
            <a:r>
              <a:rPr dirty="0" sz="2000" spc="-10">
                <a:latin typeface="Tahoma"/>
                <a:cs typeface="Tahoma"/>
              </a:rPr>
              <a:t>for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undo</a:t>
            </a:r>
            <a:endParaRPr sz="2000">
              <a:latin typeface="Tahoma"/>
              <a:cs typeface="Tahoma"/>
            </a:endParaRPr>
          </a:p>
          <a:p>
            <a:pPr marL="387985">
              <a:lnSpc>
                <a:spcPct val="100000"/>
              </a:lnSpc>
              <a:spcBef>
                <a:spcPts val="1140"/>
              </a:spcBef>
            </a:pPr>
            <a:r>
              <a:rPr dirty="0" sz="1600" spc="-5">
                <a:solidFill>
                  <a:srgbClr val="FF0000"/>
                </a:solidFill>
                <a:latin typeface="Tahoma"/>
                <a:cs typeface="Tahoma"/>
              </a:rPr>
              <a:t>lsn=27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Tahoma"/>
              <a:cs typeface="Tahoma"/>
            </a:endParaRPr>
          </a:p>
          <a:p>
            <a:pPr marL="378460">
              <a:lnSpc>
                <a:spcPct val="100000"/>
              </a:lnSpc>
              <a:tabLst>
                <a:tab pos="1377950" algn="l"/>
              </a:tabLst>
            </a:pPr>
            <a:r>
              <a:rPr dirty="0" sz="1600" spc="-5">
                <a:latin typeface="Tahoma"/>
                <a:cs typeface="Tahoma"/>
              </a:rPr>
              <a:t>lsn=??	...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741173" y="1573479"/>
            <a:ext cx="212090" cy="322580"/>
          </a:xfrm>
          <a:custGeom>
            <a:avLst/>
            <a:gdLst/>
            <a:ahLst/>
            <a:cxnLst/>
            <a:rect l="l" t="t" r="r" b="b"/>
            <a:pathLst>
              <a:path w="212090" h="322580">
                <a:moveTo>
                  <a:pt x="153998" y="257341"/>
                </a:moveTo>
                <a:lnTo>
                  <a:pt x="0" y="15341"/>
                </a:lnTo>
                <a:lnTo>
                  <a:pt x="24104" y="0"/>
                </a:lnTo>
                <a:lnTo>
                  <a:pt x="178103" y="241999"/>
                </a:lnTo>
                <a:lnTo>
                  <a:pt x="153998" y="257341"/>
                </a:lnTo>
                <a:close/>
              </a:path>
              <a:path w="212090" h="322580">
                <a:moveTo>
                  <a:pt x="207257" y="275424"/>
                </a:moveTo>
                <a:lnTo>
                  <a:pt x="165506" y="275424"/>
                </a:lnTo>
                <a:lnTo>
                  <a:pt x="189610" y="260083"/>
                </a:lnTo>
                <a:lnTo>
                  <a:pt x="178103" y="241999"/>
                </a:lnTo>
                <a:lnTo>
                  <a:pt x="202209" y="226656"/>
                </a:lnTo>
                <a:lnTo>
                  <a:pt x="207257" y="275424"/>
                </a:lnTo>
                <a:close/>
              </a:path>
              <a:path w="212090" h="322580">
                <a:moveTo>
                  <a:pt x="165506" y="275424"/>
                </a:moveTo>
                <a:lnTo>
                  <a:pt x="153998" y="257341"/>
                </a:lnTo>
                <a:lnTo>
                  <a:pt x="178103" y="241999"/>
                </a:lnTo>
                <a:lnTo>
                  <a:pt x="189610" y="260083"/>
                </a:lnTo>
                <a:lnTo>
                  <a:pt x="165506" y="275424"/>
                </a:lnTo>
                <a:close/>
              </a:path>
              <a:path w="212090" h="322580">
                <a:moveTo>
                  <a:pt x="212077" y="321995"/>
                </a:moveTo>
                <a:lnTo>
                  <a:pt x="129895" y="272681"/>
                </a:lnTo>
                <a:lnTo>
                  <a:pt x="153998" y="257341"/>
                </a:lnTo>
                <a:lnTo>
                  <a:pt x="165506" y="275424"/>
                </a:lnTo>
                <a:lnTo>
                  <a:pt x="207257" y="275424"/>
                </a:lnTo>
                <a:lnTo>
                  <a:pt x="212077" y="3219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4927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Compensation Log</a:t>
            </a:r>
            <a:r>
              <a:rPr dirty="0" spc="-40"/>
              <a:t> </a:t>
            </a:r>
            <a:r>
              <a:rPr dirty="0" spc="-15"/>
              <a:t>Records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13930" cy="20116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Log </a:t>
            </a:r>
            <a:r>
              <a:rPr dirty="0" sz="3200" spc="-10">
                <a:latin typeface="Tahoma"/>
                <a:cs typeface="Tahoma"/>
              </a:rPr>
              <a:t>record </a:t>
            </a:r>
            <a:r>
              <a:rPr dirty="0" sz="3200" spc="-5">
                <a:latin typeface="Tahoma"/>
                <a:cs typeface="Tahoma"/>
              </a:rPr>
              <a:t>to indicate undo (not redo)  action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performed</a:t>
            </a:r>
            <a:endParaRPr sz="3200">
              <a:latin typeface="Tahoma"/>
              <a:cs typeface="Tahoma"/>
            </a:endParaRPr>
          </a:p>
          <a:p>
            <a:pPr marL="365125" marR="471170" indent="-342900">
              <a:lnSpc>
                <a:spcPct val="100000"/>
              </a:lnSpc>
              <a:spcBef>
                <a:spcPts val="270"/>
              </a:spcBef>
              <a:buChar char="•"/>
              <a:tabLst>
                <a:tab pos="365125" algn="l"/>
              </a:tabLst>
            </a:pPr>
            <a:r>
              <a:rPr dirty="0" sz="3200" spc="-5">
                <a:latin typeface="Tahoma"/>
                <a:cs typeface="Tahoma"/>
              </a:rPr>
              <a:t>Note: Compensation </a:t>
            </a:r>
            <a:r>
              <a:rPr dirty="0" sz="3200" spc="-10">
                <a:latin typeface="Tahoma"/>
                <a:cs typeface="Tahoma"/>
              </a:rPr>
              <a:t>may </a:t>
            </a:r>
            <a:r>
              <a:rPr dirty="0" sz="3200" spc="-5">
                <a:latin typeface="Tahoma"/>
                <a:cs typeface="Tahoma"/>
              </a:rPr>
              <a:t>not return  page to exactly the initial</a:t>
            </a:r>
            <a:r>
              <a:rPr dirty="0" sz="3200" spc="-1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state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100" y="2076450"/>
            <a:ext cx="7981950" cy="2314575"/>
          </a:xfrm>
          <a:custGeom>
            <a:avLst/>
            <a:gdLst/>
            <a:ahLst/>
            <a:cxnLst/>
            <a:rect l="l" t="t" r="r" b="b"/>
            <a:pathLst>
              <a:path w="7981950" h="2314575">
                <a:moveTo>
                  <a:pt x="7981950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7981950" y="0"/>
                </a:lnTo>
                <a:lnTo>
                  <a:pt x="798195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295525"/>
                </a:lnTo>
                <a:lnTo>
                  <a:pt x="9525" y="2295525"/>
                </a:lnTo>
                <a:lnTo>
                  <a:pt x="19050" y="2305050"/>
                </a:lnTo>
                <a:lnTo>
                  <a:pt x="7981950" y="2305050"/>
                </a:lnTo>
                <a:lnTo>
                  <a:pt x="7981950" y="2314575"/>
                </a:lnTo>
                <a:close/>
              </a:path>
              <a:path w="7981950" h="231457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7981950" h="2314575">
                <a:moveTo>
                  <a:pt x="796290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7962900" y="9525"/>
                </a:lnTo>
                <a:lnTo>
                  <a:pt x="7962900" y="19050"/>
                </a:lnTo>
                <a:close/>
              </a:path>
              <a:path w="7981950" h="2314575">
                <a:moveTo>
                  <a:pt x="7962900" y="2305050"/>
                </a:moveTo>
                <a:lnTo>
                  <a:pt x="7962900" y="9525"/>
                </a:lnTo>
                <a:lnTo>
                  <a:pt x="7972425" y="19050"/>
                </a:lnTo>
                <a:lnTo>
                  <a:pt x="7981950" y="19050"/>
                </a:lnTo>
                <a:lnTo>
                  <a:pt x="7981950" y="2295525"/>
                </a:lnTo>
                <a:lnTo>
                  <a:pt x="7972425" y="2295525"/>
                </a:lnTo>
                <a:lnTo>
                  <a:pt x="7962900" y="2305050"/>
                </a:lnTo>
                <a:close/>
              </a:path>
              <a:path w="7981950" h="2314575">
                <a:moveTo>
                  <a:pt x="7981950" y="19050"/>
                </a:moveTo>
                <a:lnTo>
                  <a:pt x="7972425" y="19050"/>
                </a:lnTo>
                <a:lnTo>
                  <a:pt x="7962900" y="9525"/>
                </a:lnTo>
                <a:lnTo>
                  <a:pt x="7981950" y="9525"/>
                </a:lnTo>
                <a:lnTo>
                  <a:pt x="7981950" y="19050"/>
                </a:lnTo>
                <a:close/>
              </a:path>
              <a:path w="7981950" h="2314575">
                <a:moveTo>
                  <a:pt x="19050" y="2305050"/>
                </a:moveTo>
                <a:lnTo>
                  <a:pt x="9525" y="2295525"/>
                </a:lnTo>
                <a:lnTo>
                  <a:pt x="19050" y="2295525"/>
                </a:lnTo>
                <a:lnTo>
                  <a:pt x="19050" y="2305050"/>
                </a:lnTo>
                <a:close/>
              </a:path>
              <a:path w="7981950" h="2314575">
                <a:moveTo>
                  <a:pt x="7962900" y="2305050"/>
                </a:moveTo>
                <a:lnTo>
                  <a:pt x="19050" y="2305050"/>
                </a:lnTo>
                <a:lnTo>
                  <a:pt x="19050" y="2295525"/>
                </a:lnTo>
                <a:lnTo>
                  <a:pt x="7962900" y="2295525"/>
                </a:lnTo>
                <a:lnTo>
                  <a:pt x="7962900" y="2305050"/>
                </a:lnTo>
                <a:close/>
              </a:path>
              <a:path w="7981950" h="2314575">
                <a:moveTo>
                  <a:pt x="7981950" y="2305050"/>
                </a:moveTo>
                <a:lnTo>
                  <a:pt x="7962900" y="2305050"/>
                </a:lnTo>
                <a:lnTo>
                  <a:pt x="7972425" y="2295525"/>
                </a:lnTo>
                <a:lnTo>
                  <a:pt x="7981950" y="2295525"/>
                </a:lnTo>
                <a:lnTo>
                  <a:pt x="7981950" y="230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8244" y="2086355"/>
          <a:ext cx="7962900" cy="2295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035"/>
                <a:gridCol w="1228725"/>
                <a:gridCol w="504825"/>
                <a:gridCol w="1190625"/>
                <a:gridCol w="1219200"/>
                <a:gridCol w="1209675"/>
                <a:gridCol w="1694814"/>
              </a:tblGrid>
              <a:tr h="2295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935" marR="2095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2800">
                          <a:latin typeface="Tahoma"/>
                          <a:cs typeface="Tahoma"/>
                        </a:rPr>
                        <a:t>lsn=21  </a:t>
                      </a:r>
                      <a:r>
                        <a:rPr dirty="0" sz="2800" spc="-5">
                          <a:latin typeface="Tahoma"/>
                          <a:cs typeface="Tahoma"/>
                        </a:rPr>
                        <a:t>T1</a:t>
                      </a:r>
                      <a:endParaRPr sz="2800">
                        <a:latin typeface="Tahoma"/>
                        <a:cs typeface="Tahoma"/>
                      </a:endParaRPr>
                    </a:p>
                    <a:p>
                      <a:pPr algn="ctr" marL="461645" marR="368300">
                        <a:lnSpc>
                          <a:spcPct val="100000"/>
                        </a:lnSpc>
                      </a:pPr>
                      <a:r>
                        <a:rPr dirty="0" sz="2800">
                          <a:latin typeface="Tahoma"/>
                          <a:cs typeface="Tahoma"/>
                        </a:rPr>
                        <a:t>a1  </a:t>
                      </a:r>
                      <a:r>
                        <a:rPr dirty="0" sz="2800" spc="5">
                          <a:latin typeface="Tahoma"/>
                          <a:cs typeface="Tahoma"/>
                        </a:rPr>
                        <a:t>p</a:t>
                      </a:r>
                      <a:r>
                        <a:rPr dirty="0" sz="2800">
                          <a:latin typeface="Tahoma"/>
                          <a:cs typeface="Tahoma"/>
                        </a:rPr>
                        <a:t>1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1778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7310" marR="30480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dirty="0" sz="2800">
                          <a:latin typeface="Tahoma"/>
                          <a:cs typeface="Tahoma"/>
                        </a:rPr>
                        <a:t>lsn=27  </a:t>
                      </a:r>
                      <a:r>
                        <a:rPr dirty="0" sz="2800" spc="-5">
                          <a:latin typeface="Tahoma"/>
                          <a:cs typeface="Tahoma"/>
                        </a:rPr>
                        <a:t>T1</a:t>
                      </a:r>
                      <a:endParaRPr sz="2800">
                        <a:latin typeface="Tahoma"/>
                        <a:cs typeface="Tahoma"/>
                      </a:endParaRPr>
                    </a:p>
                    <a:p>
                      <a:pPr algn="ctr" marL="414020" marR="377825">
                        <a:lnSpc>
                          <a:spcPct val="100000"/>
                        </a:lnSpc>
                      </a:pPr>
                      <a:r>
                        <a:rPr dirty="0" sz="2800">
                          <a:latin typeface="Tahoma"/>
                          <a:cs typeface="Tahoma"/>
                        </a:rPr>
                        <a:t>a2  </a:t>
                      </a:r>
                      <a:r>
                        <a:rPr dirty="0" sz="2800" spc="5">
                          <a:latin typeface="Tahoma"/>
                          <a:cs typeface="Tahoma"/>
                        </a:rPr>
                        <a:t>p</a:t>
                      </a:r>
                      <a:r>
                        <a:rPr dirty="0" sz="2800">
                          <a:latin typeface="Tahoma"/>
                          <a:cs typeface="Tahoma"/>
                        </a:rPr>
                        <a:t>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2825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389255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850"/>
                        </a:spcBef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lsn=35</a:t>
                      </a:r>
                      <a:endParaRPr sz="2800">
                        <a:latin typeface="Tahoma"/>
                        <a:cs typeface="Tahoma"/>
                      </a:endParaRPr>
                    </a:p>
                    <a:p>
                      <a:pPr algn="ctr" marL="304800" marR="305435" indent="-1270">
                        <a:lnSpc>
                          <a:spcPct val="79200"/>
                        </a:lnSpc>
                        <a:spcBef>
                          <a:spcPts val="700"/>
                        </a:spcBef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T1  </a:t>
                      </a:r>
                      <a:r>
                        <a:rPr dirty="0" baseline="-13888" sz="4200">
                          <a:latin typeface="Tahoma"/>
                          <a:cs typeface="Tahoma"/>
                        </a:rPr>
                        <a:t>a2</a:t>
                      </a:r>
                      <a:r>
                        <a:rPr dirty="0" sz="1800" spc="-5"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180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algn="ctr" marR="127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p2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2349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50">
                        <a:latin typeface="Times New Roman"/>
                        <a:cs typeface="Times New Roman"/>
                      </a:endParaRPr>
                    </a:p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8165" y="851464"/>
            <a:ext cx="4637405" cy="1071245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415"/>
              </a:spcBef>
            </a:pPr>
            <a:r>
              <a:rPr dirty="0" spc="-15"/>
              <a:t>At Recovery:</a:t>
            </a:r>
            <a:r>
              <a:rPr dirty="0" spc="-50"/>
              <a:t> </a:t>
            </a:r>
            <a:r>
              <a:rPr dirty="0" spc="-5"/>
              <a:t>Example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u="none" sz="2800" spc="-5"/>
              <a:t>Log:</a:t>
            </a:r>
            <a:endParaRPr sz="2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9012" rIns="0" bIns="0" rtlCol="0" vert="horz">
            <a:spAutoFit/>
          </a:bodyPr>
          <a:lstStyle/>
          <a:p>
            <a:pPr marL="315595" marR="508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What </a:t>
            </a:r>
            <a:r>
              <a:rPr dirty="0"/>
              <a:t>to do with p2 </a:t>
            </a:r>
            <a:r>
              <a:rPr dirty="0" spc="-5"/>
              <a:t>(during</a:t>
            </a:r>
            <a:r>
              <a:rPr dirty="0" spc="-70"/>
              <a:t> </a:t>
            </a:r>
            <a:r>
              <a:rPr dirty="0" spc="-5"/>
              <a:t>T1 </a:t>
            </a:r>
            <a:r>
              <a:rPr dirty="0" u="none" spc="-5"/>
              <a:t> </a:t>
            </a:r>
            <a:r>
              <a:rPr dirty="0" spc="-5"/>
              <a:t>rollback)?</a:t>
            </a:r>
          </a:p>
        </p:txBody>
      </p:sp>
      <p:sp>
        <p:nvSpPr>
          <p:cNvPr id="3" name="object 3"/>
          <p:cNvSpPr/>
          <p:nvPr/>
        </p:nvSpPr>
        <p:spPr>
          <a:xfrm>
            <a:off x="931862" y="4395787"/>
            <a:ext cx="5961380" cy="532130"/>
          </a:xfrm>
          <a:custGeom>
            <a:avLst/>
            <a:gdLst/>
            <a:ahLst/>
            <a:cxnLst/>
            <a:rect l="l" t="t" r="r" b="b"/>
            <a:pathLst>
              <a:path w="5961380" h="532129">
                <a:moveTo>
                  <a:pt x="5961062" y="531812"/>
                </a:moveTo>
                <a:lnTo>
                  <a:pt x="0" y="531812"/>
                </a:lnTo>
                <a:lnTo>
                  <a:pt x="0" y="0"/>
                </a:lnTo>
                <a:lnTo>
                  <a:pt x="5961062" y="0"/>
                </a:lnTo>
                <a:lnTo>
                  <a:pt x="596106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22287"/>
                </a:lnTo>
                <a:lnTo>
                  <a:pt x="4762" y="522287"/>
                </a:lnTo>
                <a:lnTo>
                  <a:pt x="9525" y="527050"/>
                </a:lnTo>
                <a:lnTo>
                  <a:pt x="5961062" y="527050"/>
                </a:lnTo>
                <a:lnTo>
                  <a:pt x="5961062" y="531812"/>
                </a:lnTo>
                <a:close/>
              </a:path>
              <a:path w="5961380" h="5321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961380" h="532129">
                <a:moveTo>
                  <a:pt x="595153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951537" y="4762"/>
                </a:lnTo>
                <a:lnTo>
                  <a:pt x="5951537" y="9525"/>
                </a:lnTo>
                <a:close/>
              </a:path>
              <a:path w="5961380" h="532129">
                <a:moveTo>
                  <a:pt x="5951537" y="527050"/>
                </a:moveTo>
                <a:lnTo>
                  <a:pt x="5951537" y="4762"/>
                </a:lnTo>
                <a:lnTo>
                  <a:pt x="5956300" y="9525"/>
                </a:lnTo>
                <a:lnTo>
                  <a:pt x="5961062" y="9525"/>
                </a:lnTo>
                <a:lnTo>
                  <a:pt x="5961062" y="522287"/>
                </a:lnTo>
                <a:lnTo>
                  <a:pt x="5956300" y="522287"/>
                </a:lnTo>
                <a:lnTo>
                  <a:pt x="5951537" y="527050"/>
                </a:lnTo>
                <a:close/>
              </a:path>
              <a:path w="5961380" h="532129">
                <a:moveTo>
                  <a:pt x="5961062" y="9525"/>
                </a:moveTo>
                <a:lnTo>
                  <a:pt x="5956300" y="9525"/>
                </a:lnTo>
                <a:lnTo>
                  <a:pt x="5951537" y="4762"/>
                </a:lnTo>
                <a:lnTo>
                  <a:pt x="5961062" y="4762"/>
                </a:lnTo>
                <a:lnTo>
                  <a:pt x="5961062" y="9525"/>
                </a:lnTo>
                <a:close/>
              </a:path>
              <a:path w="5961380" h="532129">
                <a:moveTo>
                  <a:pt x="9525" y="527050"/>
                </a:moveTo>
                <a:lnTo>
                  <a:pt x="4762" y="522287"/>
                </a:lnTo>
                <a:lnTo>
                  <a:pt x="9525" y="522287"/>
                </a:lnTo>
                <a:lnTo>
                  <a:pt x="9525" y="527050"/>
                </a:lnTo>
                <a:close/>
              </a:path>
              <a:path w="5961380" h="532129">
                <a:moveTo>
                  <a:pt x="5951537" y="527050"/>
                </a:moveTo>
                <a:lnTo>
                  <a:pt x="9525" y="527050"/>
                </a:lnTo>
                <a:lnTo>
                  <a:pt x="9525" y="522287"/>
                </a:lnTo>
                <a:lnTo>
                  <a:pt x="5951537" y="522287"/>
                </a:lnTo>
                <a:lnTo>
                  <a:pt x="5951537" y="527050"/>
                </a:lnTo>
                <a:close/>
              </a:path>
              <a:path w="5961380" h="532129">
                <a:moveTo>
                  <a:pt x="5961062" y="527050"/>
                </a:moveTo>
                <a:lnTo>
                  <a:pt x="5951537" y="527050"/>
                </a:lnTo>
                <a:lnTo>
                  <a:pt x="5956300" y="522287"/>
                </a:lnTo>
                <a:lnTo>
                  <a:pt x="5961062" y="522287"/>
                </a:lnTo>
                <a:lnTo>
                  <a:pt x="5961062" y="527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4540" y="1918461"/>
            <a:ext cx="6044565" cy="296672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If lsn(p2)&lt;27 then ...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If </a:t>
            </a:r>
            <a:r>
              <a:rPr dirty="0" sz="3200">
                <a:latin typeface="Tahoma"/>
                <a:cs typeface="Tahoma"/>
              </a:rPr>
              <a:t>27 </a:t>
            </a:r>
            <a:r>
              <a:rPr dirty="0" sz="3200">
                <a:latin typeface="Symbol"/>
                <a:cs typeface="Symbol"/>
              </a:rPr>
              <a:t>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ahoma"/>
                <a:cs typeface="Tahoma"/>
              </a:rPr>
              <a:t>lsn(p2) </a:t>
            </a:r>
            <a:r>
              <a:rPr dirty="0" sz="3200">
                <a:latin typeface="Tahoma"/>
                <a:cs typeface="Tahoma"/>
              </a:rPr>
              <a:t>&lt; 35 </a:t>
            </a:r>
            <a:r>
              <a:rPr dirty="0" sz="3200" spc="-5">
                <a:latin typeface="Tahoma"/>
                <a:cs typeface="Tahoma"/>
              </a:rPr>
              <a:t>then ...</a:t>
            </a:r>
            <a:r>
              <a:rPr dirty="0" sz="3200" spc="1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If lsn(p2) </a:t>
            </a:r>
            <a:r>
              <a:rPr dirty="0" sz="3200">
                <a:latin typeface="Symbol"/>
                <a:cs typeface="Symbol"/>
              </a:rPr>
              <a:t>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>
                <a:latin typeface="Tahoma"/>
                <a:cs typeface="Tahoma"/>
              </a:rPr>
              <a:t>35 </a:t>
            </a:r>
            <a:r>
              <a:rPr dirty="0" sz="3200" spc="-5">
                <a:latin typeface="Tahoma"/>
                <a:cs typeface="Tahoma"/>
              </a:rPr>
              <a:t>then ...</a:t>
            </a:r>
            <a:r>
              <a:rPr dirty="0" sz="3200" spc="16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950">
              <a:latin typeface="Tahoma"/>
              <a:cs typeface="Tahoma"/>
            </a:endParaRPr>
          </a:p>
          <a:p>
            <a:pPr marL="263525">
              <a:lnSpc>
                <a:spcPct val="100000"/>
              </a:lnSpc>
              <a:spcBef>
                <a:spcPts val="5"/>
              </a:spcBef>
            </a:pPr>
            <a:r>
              <a:rPr dirty="0" sz="2800" spc="-5">
                <a:latin typeface="Tahoma"/>
                <a:cs typeface="Tahoma"/>
              </a:rPr>
              <a:t>Note: lsn(p2) is lsn of p copy on</a:t>
            </a:r>
            <a:r>
              <a:rPr dirty="0" sz="2800" spc="25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disk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6753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Recovery</a:t>
            </a:r>
            <a:r>
              <a:rPr dirty="0" spc="-65"/>
              <a:t> </a:t>
            </a:r>
            <a:r>
              <a:rPr dirty="0" spc="-10"/>
              <a:t>Strategy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372350" cy="330898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3200" spc="-5" b="1">
                <a:latin typeface="Tahoma"/>
                <a:cs typeface="Tahoma"/>
              </a:rPr>
              <a:t>[1] </a:t>
            </a:r>
            <a:r>
              <a:rPr dirty="0" sz="3200" spc="-10">
                <a:latin typeface="Tahoma"/>
                <a:cs typeface="Tahoma"/>
              </a:rPr>
              <a:t>Reconstruct </a:t>
            </a:r>
            <a:r>
              <a:rPr dirty="0" sz="3200" spc="-5">
                <a:latin typeface="Tahoma"/>
                <a:cs typeface="Tahoma"/>
              </a:rPr>
              <a:t>state at time of</a:t>
            </a:r>
            <a:r>
              <a:rPr dirty="0" sz="3200" spc="70">
                <a:latin typeface="Tahoma"/>
                <a:cs typeface="Tahoma"/>
              </a:rPr>
              <a:t> </a:t>
            </a:r>
            <a:r>
              <a:rPr dirty="0" sz="3200" spc="-15">
                <a:latin typeface="Tahoma"/>
                <a:cs typeface="Tahoma"/>
              </a:rPr>
              <a:t>crash</a:t>
            </a:r>
            <a:endParaRPr sz="32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Find latest </a:t>
            </a:r>
            <a:r>
              <a:rPr dirty="0" sz="2800" spc="-15">
                <a:latin typeface="Tahoma"/>
                <a:cs typeface="Tahoma"/>
              </a:rPr>
              <a:t>valid </a:t>
            </a:r>
            <a:r>
              <a:rPr dirty="0" sz="2800" spc="-5">
                <a:latin typeface="Tahoma"/>
                <a:cs typeface="Tahoma"/>
              </a:rPr>
              <a:t>checkpoint, </a:t>
            </a:r>
            <a:r>
              <a:rPr dirty="0" sz="2500" spc="-555" i="1">
                <a:latin typeface="Tahoma"/>
                <a:cs typeface="Tahoma"/>
              </a:rPr>
              <a:t>Ck</a:t>
            </a:r>
            <a:r>
              <a:rPr dirty="0" sz="2800" spc="-555">
                <a:latin typeface="Tahoma"/>
                <a:cs typeface="Tahoma"/>
              </a:rPr>
              <a:t>, </a:t>
            </a:r>
            <a:r>
              <a:rPr dirty="0" sz="2800" spc="-5">
                <a:latin typeface="Tahoma"/>
                <a:cs typeface="Tahoma"/>
              </a:rPr>
              <a:t>and let</a:t>
            </a:r>
            <a:r>
              <a:rPr dirty="0" sz="2800" spc="-509">
                <a:latin typeface="Tahoma"/>
                <a:cs typeface="Tahoma"/>
              </a:rPr>
              <a:t> </a:t>
            </a:r>
            <a:r>
              <a:rPr dirty="0" sz="2500" spc="-515" i="1">
                <a:latin typeface="Tahoma"/>
                <a:cs typeface="Tahoma"/>
              </a:rPr>
              <a:t>ac</a:t>
            </a:r>
            <a:endParaRPr sz="2500">
              <a:latin typeface="Tahoma"/>
              <a:cs typeface="Tahoma"/>
            </a:endParaRPr>
          </a:p>
          <a:p>
            <a:pPr marL="75565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be </a:t>
            </a:r>
            <a:r>
              <a:rPr dirty="0" sz="2800">
                <a:latin typeface="Tahoma"/>
                <a:cs typeface="Tahoma"/>
              </a:rPr>
              <a:t>its </a:t>
            </a:r>
            <a:r>
              <a:rPr dirty="0" sz="2800" spc="-5">
                <a:latin typeface="Tahoma"/>
                <a:cs typeface="Tahoma"/>
              </a:rPr>
              <a:t>set of </a:t>
            </a:r>
            <a:r>
              <a:rPr dirty="0" sz="2800" spc="-10">
                <a:latin typeface="Tahoma"/>
                <a:cs typeface="Tahoma"/>
              </a:rPr>
              <a:t>active</a:t>
            </a:r>
            <a:r>
              <a:rPr dirty="0" sz="2800" spc="1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transactions</a:t>
            </a:r>
            <a:endParaRPr sz="28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Scan log </a:t>
            </a:r>
            <a:r>
              <a:rPr dirty="0" sz="2800" spc="-15">
                <a:latin typeface="Tahoma"/>
                <a:cs typeface="Tahoma"/>
              </a:rPr>
              <a:t>from </a:t>
            </a:r>
            <a:r>
              <a:rPr dirty="0" sz="2500" spc="-195" i="1">
                <a:latin typeface="Tahoma"/>
                <a:cs typeface="Tahoma"/>
              </a:rPr>
              <a:t>Ck</a:t>
            </a:r>
            <a:r>
              <a:rPr dirty="0" sz="2800" spc="-195">
                <a:latin typeface="Tahoma"/>
                <a:cs typeface="Tahoma"/>
              </a:rPr>
              <a:t>to</a:t>
            </a:r>
            <a:r>
              <a:rPr dirty="0" sz="2800" spc="-29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end:</a:t>
            </a:r>
            <a:endParaRPr sz="2800">
              <a:latin typeface="Tahoma"/>
              <a:cs typeface="Tahoma"/>
            </a:endParaRPr>
          </a:p>
          <a:p>
            <a:pPr lvl="1" marL="1155065" marR="159131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dirty="0" sz="2400" spc="-25">
                <a:latin typeface="Tahoma"/>
                <a:cs typeface="Tahoma"/>
              </a:rPr>
              <a:t>For </a:t>
            </a:r>
            <a:r>
              <a:rPr dirty="0" sz="2400" spc="-5">
                <a:latin typeface="Tahoma"/>
                <a:cs typeface="Tahoma"/>
              </a:rPr>
              <a:t>each </a:t>
            </a:r>
            <a:r>
              <a:rPr dirty="0" sz="2400">
                <a:latin typeface="Tahoma"/>
                <a:cs typeface="Tahoma"/>
              </a:rPr>
              <a:t>log entry </a:t>
            </a:r>
            <a:r>
              <a:rPr dirty="0" sz="2400" spc="-5">
                <a:latin typeface="Tahoma"/>
                <a:cs typeface="Tahoma"/>
              </a:rPr>
              <a:t>[lsn, page] do:  </a:t>
            </a:r>
            <a:r>
              <a:rPr dirty="0" sz="2400">
                <a:latin typeface="Tahoma"/>
                <a:cs typeface="Tahoma"/>
              </a:rPr>
              <a:t>if </a:t>
            </a:r>
            <a:r>
              <a:rPr dirty="0" sz="2400" spc="-5">
                <a:latin typeface="Tahoma"/>
                <a:cs typeface="Tahoma"/>
              </a:rPr>
              <a:t>lsn(page) </a:t>
            </a:r>
            <a:r>
              <a:rPr dirty="0" sz="2400">
                <a:latin typeface="Tahoma"/>
                <a:cs typeface="Tahoma"/>
              </a:rPr>
              <a:t>&lt; </a:t>
            </a:r>
            <a:r>
              <a:rPr dirty="0" sz="2400" spc="-5">
                <a:latin typeface="Tahoma"/>
                <a:cs typeface="Tahoma"/>
              </a:rPr>
              <a:t>lsn </a:t>
            </a:r>
            <a:r>
              <a:rPr dirty="0" sz="2400">
                <a:latin typeface="Tahoma"/>
                <a:cs typeface="Tahoma"/>
              </a:rPr>
              <a:t>then </a:t>
            </a:r>
            <a:r>
              <a:rPr dirty="0" sz="2400" spc="-5">
                <a:latin typeface="Tahoma"/>
                <a:cs typeface="Tahoma"/>
              </a:rPr>
              <a:t>redo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action</a:t>
            </a:r>
            <a:endParaRPr sz="2400">
              <a:latin typeface="Tahoma"/>
              <a:cs typeface="Tahoma"/>
            </a:endParaRPr>
          </a:p>
          <a:p>
            <a:pPr lvl="1" marL="1155700" indent="-229235">
              <a:lnSpc>
                <a:spcPct val="100000"/>
              </a:lnSpc>
              <a:spcBef>
                <a:spcPts val="4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dirty="0" sz="2400" spc="-5">
                <a:latin typeface="Tahoma"/>
                <a:cs typeface="Tahoma"/>
              </a:rPr>
              <a:t>If </a:t>
            </a:r>
            <a:r>
              <a:rPr dirty="0" sz="2400">
                <a:latin typeface="Tahoma"/>
                <a:cs typeface="Tahoma"/>
              </a:rPr>
              <a:t>log entry is </a:t>
            </a:r>
            <a:r>
              <a:rPr dirty="0" sz="2400" spc="-5">
                <a:latin typeface="Tahoma"/>
                <a:cs typeface="Tahoma"/>
              </a:rPr>
              <a:t>start </a:t>
            </a:r>
            <a:r>
              <a:rPr dirty="0" sz="2400">
                <a:latin typeface="Tahoma"/>
                <a:cs typeface="Tahoma"/>
              </a:rPr>
              <a:t>or </a:t>
            </a:r>
            <a:r>
              <a:rPr dirty="0" sz="2400" spc="-5">
                <a:latin typeface="Tahoma"/>
                <a:cs typeface="Tahoma"/>
              </a:rPr>
              <a:t>commit, update</a:t>
            </a:r>
            <a:r>
              <a:rPr dirty="0" sz="2400" spc="-185">
                <a:latin typeface="Tahoma"/>
                <a:cs typeface="Tahoma"/>
              </a:rPr>
              <a:t> </a:t>
            </a:r>
            <a:r>
              <a:rPr dirty="0" sz="2500" spc="-515" i="1">
                <a:latin typeface="Tahoma"/>
                <a:cs typeface="Tahoma"/>
              </a:rPr>
              <a:t>ac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6753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Recovery</a:t>
            </a:r>
            <a:r>
              <a:rPr dirty="0" spc="-65"/>
              <a:t> </a:t>
            </a:r>
            <a:r>
              <a:rPr dirty="0" spc="-10"/>
              <a:t>Strategy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6948170" cy="417131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algn="r" marR="443865">
              <a:lnSpc>
                <a:spcPct val="100000"/>
              </a:lnSpc>
              <a:spcBef>
                <a:spcPts val="875"/>
              </a:spcBef>
            </a:pPr>
            <a:r>
              <a:rPr dirty="0" sz="3200" spc="-5" b="1">
                <a:latin typeface="Tahoma"/>
                <a:cs typeface="Tahoma"/>
              </a:rPr>
              <a:t>[2] </a:t>
            </a:r>
            <a:r>
              <a:rPr dirty="0" sz="3200" spc="-5">
                <a:latin typeface="Tahoma"/>
                <a:cs typeface="Tahoma"/>
              </a:rPr>
              <a:t>Abort uncommitted</a:t>
            </a:r>
            <a:r>
              <a:rPr dirty="0" sz="3200" spc="5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transactions</a:t>
            </a:r>
            <a:endParaRPr sz="3200">
              <a:latin typeface="Tahoma"/>
              <a:cs typeface="Tahoma"/>
            </a:endParaRPr>
          </a:p>
          <a:p>
            <a:pPr algn="r" marL="285750" marR="455295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285750" algn="l"/>
              </a:tabLst>
            </a:pPr>
            <a:r>
              <a:rPr dirty="0" sz="2800" spc="-5">
                <a:latin typeface="Tahoma"/>
                <a:cs typeface="Tahoma"/>
              </a:rPr>
              <a:t>Set ac contains </a:t>
            </a:r>
            <a:r>
              <a:rPr dirty="0" sz="2800" spc="-10">
                <a:latin typeface="Tahoma"/>
                <a:cs typeface="Tahoma"/>
              </a:rPr>
              <a:t>transactions </a:t>
            </a:r>
            <a:r>
              <a:rPr dirty="0" sz="2800" spc="-5">
                <a:latin typeface="Tahoma"/>
                <a:cs typeface="Tahoma"/>
              </a:rPr>
              <a:t>to</a:t>
            </a:r>
            <a:r>
              <a:rPr dirty="0" sz="2800" spc="3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abort</a:t>
            </a:r>
            <a:endParaRPr sz="280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Scan log </a:t>
            </a:r>
            <a:r>
              <a:rPr dirty="0" sz="2800" spc="-15">
                <a:latin typeface="Tahoma"/>
                <a:cs typeface="Tahoma"/>
              </a:rPr>
              <a:t>from </a:t>
            </a:r>
            <a:r>
              <a:rPr dirty="0" sz="2800" spc="-5">
                <a:latin typeface="Tahoma"/>
                <a:cs typeface="Tahoma"/>
              </a:rPr>
              <a:t>end to</a:t>
            </a:r>
            <a:r>
              <a:rPr dirty="0" sz="2800" spc="-285">
                <a:latin typeface="Tahoma"/>
                <a:cs typeface="Tahoma"/>
              </a:rPr>
              <a:t> </a:t>
            </a:r>
            <a:r>
              <a:rPr dirty="0" sz="2500" spc="-260" i="1">
                <a:latin typeface="Tahoma"/>
                <a:cs typeface="Tahoma"/>
              </a:rPr>
              <a:t>Ck</a:t>
            </a:r>
            <a:r>
              <a:rPr dirty="0" sz="2800" spc="-260"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 lvl="1" marL="1155700" indent="-229235">
              <a:lnSpc>
                <a:spcPts val="2990"/>
              </a:lnSpc>
              <a:spcBef>
                <a:spcPts val="4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dirty="0" sz="2400" spc="-25">
                <a:latin typeface="Tahoma"/>
                <a:cs typeface="Tahoma"/>
              </a:rPr>
              <a:t>For </a:t>
            </a:r>
            <a:r>
              <a:rPr dirty="0" sz="2400" spc="-5">
                <a:latin typeface="Tahoma"/>
                <a:cs typeface="Tahoma"/>
              </a:rPr>
              <a:t>each </a:t>
            </a:r>
            <a:r>
              <a:rPr dirty="0" sz="2400">
                <a:latin typeface="Tahoma"/>
                <a:cs typeface="Tahoma"/>
              </a:rPr>
              <a:t>log entry (not </a:t>
            </a:r>
            <a:r>
              <a:rPr dirty="0" sz="2400" spc="-5">
                <a:latin typeface="Tahoma"/>
                <a:cs typeface="Tahoma"/>
              </a:rPr>
              <a:t>undo) </a:t>
            </a:r>
            <a:r>
              <a:rPr dirty="0" sz="2400">
                <a:latin typeface="Tahoma"/>
                <a:cs typeface="Tahoma"/>
              </a:rPr>
              <a:t>of an</a:t>
            </a:r>
            <a:r>
              <a:rPr dirty="0" sz="2400" spc="-165">
                <a:latin typeface="Tahoma"/>
                <a:cs typeface="Tahoma"/>
              </a:rPr>
              <a:t> </a:t>
            </a:r>
            <a:r>
              <a:rPr dirty="0" sz="2500" spc="-515" i="1">
                <a:latin typeface="Tahoma"/>
                <a:cs typeface="Tahoma"/>
              </a:rPr>
              <a:t>ac</a:t>
            </a:r>
            <a:endParaRPr sz="2500">
              <a:latin typeface="Tahoma"/>
              <a:cs typeface="Tahoma"/>
            </a:endParaRPr>
          </a:p>
          <a:p>
            <a:pPr marL="1155065">
              <a:lnSpc>
                <a:spcPts val="2870"/>
              </a:lnSpc>
            </a:pPr>
            <a:r>
              <a:rPr dirty="0" sz="2400" spc="-5">
                <a:latin typeface="Tahoma"/>
                <a:cs typeface="Tahoma"/>
              </a:rPr>
              <a:t>transaction,</a:t>
            </a:r>
            <a:endParaRPr sz="2400">
              <a:latin typeface="Tahoma"/>
              <a:cs typeface="Tahoma"/>
            </a:endParaRPr>
          </a:p>
          <a:p>
            <a:pPr marL="1155065">
              <a:lnSpc>
                <a:spcPct val="100000"/>
              </a:lnSpc>
            </a:pPr>
            <a:r>
              <a:rPr dirty="0" sz="2400" spc="-5">
                <a:latin typeface="Tahoma"/>
                <a:cs typeface="Tahoma"/>
              </a:rPr>
              <a:t>undo action (making </a:t>
            </a:r>
            <a:r>
              <a:rPr dirty="0" sz="2400">
                <a:latin typeface="Tahoma"/>
                <a:cs typeface="Tahoma"/>
              </a:rPr>
              <a:t>log</a:t>
            </a:r>
            <a:r>
              <a:rPr dirty="0" sz="2400" spc="-5">
                <a:latin typeface="Tahoma"/>
                <a:cs typeface="Tahoma"/>
              </a:rPr>
              <a:t> entry)</a:t>
            </a:r>
            <a:endParaRPr sz="2400">
              <a:latin typeface="Tahoma"/>
              <a:cs typeface="Tahoma"/>
            </a:endParaRPr>
          </a:p>
          <a:p>
            <a:pPr marL="755650" marR="5080" indent="-285750">
              <a:lnSpc>
                <a:spcPts val="3360"/>
              </a:lnSpc>
              <a:spcBef>
                <a:spcPts val="78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25">
                <a:latin typeface="Tahoma"/>
                <a:cs typeface="Tahoma"/>
              </a:rPr>
              <a:t>For </a:t>
            </a:r>
            <a:r>
              <a:rPr dirty="0" sz="2800" spc="-5">
                <a:latin typeface="Tahoma"/>
                <a:cs typeface="Tahoma"/>
              </a:rPr>
              <a:t>ac </a:t>
            </a:r>
            <a:r>
              <a:rPr dirty="0" sz="2800" spc="-10">
                <a:latin typeface="Tahoma"/>
                <a:cs typeface="Tahoma"/>
              </a:rPr>
              <a:t>transactions </a:t>
            </a:r>
            <a:r>
              <a:rPr dirty="0" sz="2800" spc="-5">
                <a:latin typeface="Tahoma"/>
                <a:cs typeface="Tahoma"/>
              </a:rPr>
              <a:t>not </a:t>
            </a:r>
            <a:r>
              <a:rPr dirty="0" sz="2800" spc="-10">
                <a:latin typeface="Tahoma"/>
                <a:cs typeface="Tahoma"/>
              </a:rPr>
              <a:t>fully </a:t>
            </a:r>
            <a:r>
              <a:rPr dirty="0" sz="2800" spc="-5">
                <a:latin typeface="Tahoma"/>
                <a:cs typeface="Tahoma"/>
              </a:rPr>
              <a:t>aborted,  </a:t>
            </a:r>
            <a:r>
              <a:rPr dirty="0" sz="2800" spc="-10">
                <a:latin typeface="Tahoma"/>
                <a:cs typeface="Tahoma"/>
              </a:rPr>
              <a:t>read </a:t>
            </a:r>
            <a:r>
              <a:rPr dirty="0" sz="2800" spc="-5">
                <a:latin typeface="Tahoma"/>
                <a:cs typeface="Tahoma"/>
              </a:rPr>
              <a:t>their log entries older than </a:t>
            </a:r>
            <a:r>
              <a:rPr dirty="0" sz="2900" spc="-245" i="1">
                <a:latin typeface="Tahoma"/>
                <a:cs typeface="Tahoma"/>
              </a:rPr>
              <a:t>Ck</a:t>
            </a:r>
            <a:r>
              <a:rPr dirty="0" sz="2800" spc="-245">
                <a:latin typeface="Tahoma"/>
                <a:cs typeface="Tahoma"/>
              </a:rPr>
              <a:t>and  </a:t>
            </a:r>
            <a:r>
              <a:rPr dirty="0" sz="2800" spc="-5">
                <a:latin typeface="Tahoma"/>
                <a:cs typeface="Tahoma"/>
              </a:rPr>
              <a:t>undo their</a:t>
            </a:r>
            <a:r>
              <a:rPr dirty="0" sz="280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actions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100" y="2076450"/>
            <a:ext cx="8410575" cy="2314575"/>
          </a:xfrm>
          <a:custGeom>
            <a:avLst/>
            <a:gdLst/>
            <a:ahLst/>
            <a:cxnLst/>
            <a:rect l="l" t="t" r="r" b="b"/>
            <a:pathLst>
              <a:path w="8410575" h="2314575">
                <a:moveTo>
                  <a:pt x="8410575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8410575" y="0"/>
                </a:lnTo>
                <a:lnTo>
                  <a:pt x="8410575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295525"/>
                </a:lnTo>
                <a:lnTo>
                  <a:pt x="9525" y="2295525"/>
                </a:lnTo>
                <a:lnTo>
                  <a:pt x="19050" y="2305050"/>
                </a:lnTo>
                <a:lnTo>
                  <a:pt x="8410575" y="2305050"/>
                </a:lnTo>
                <a:lnTo>
                  <a:pt x="8410575" y="2314575"/>
                </a:lnTo>
                <a:close/>
              </a:path>
              <a:path w="8410575" h="231457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8410575" h="2314575">
                <a:moveTo>
                  <a:pt x="8391525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391525" y="9525"/>
                </a:lnTo>
                <a:lnTo>
                  <a:pt x="8391525" y="19050"/>
                </a:lnTo>
                <a:close/>
              </a:path>
              <a:path w="8410575" h="2314575">
                <a:moveTo>
                  <a:pt x="8391525" y="2305050"/>
                </a:moveTo>
                <a:lnTo>
                  <a:pt x="8391525" y="9525"/>
                </a:lnTo>
                <a:lnTo>
                  <a:pt x="8401050" y="19050"/>
                </a:lnTo>
                <a:lnTo>
                  <a:pt x="8410575" y="19050"/>
                </a:lnTo>
                <a:lnTo>
                  <a:pt x="8410575" y="2295525"/>
                </a:lnTo>
                <a:lnTo>
                  <a:pt x="8401050" y="2295525"/>
                </a:lnTo>
                <a:lnTo>
                  <a:pt x="8391525" y="2305050"/>
                </a:lnTo>
                <a:close/>
              </a:path>
              <a:path w="8410575" h="2314575">
                <a:moveTo>
                  <a:pt x="8410575" y="19050"/>
                </a:moveTo>
                <a:lnTo>
                  <a:pt x="8401050" y="19050"/>
                </a:lnTo>
                <a:lnTo>
                  <a:pt x="8391525" y="9525"/>
                </a:lnTo>
                <a:lnTo>
                  <a:pt x="8410575" y="9525"/>
                </a:lnTo>
                <a:lnTo>
                  <a:pt x="8410575" y="19050"/>
                </a:lnTo>
                <a:close/>
              </a:path>
              <a:path w="8410575" h="2314575">
                <a:moveTo>
                  <a:pt x="19050" y="2305050"/>
                </a:moveTo>
                <a:lnTo>
                  <a:pt x="9525" y="2295525"/>
                </a:lnTo>
                <a:lnTo>
                  <a:pt x="19050" y="2295525"/>
                </a:lnTo>
                <a:lnTo>
                  <a:pt x="19050" y="2305050"/>
                </a:lnTo>
                <a:close/>
              </a:path>
              <a:path w="8410575" h="2314575">
                <a:moveTo>
                  <a:pt x="8391525" y="2305050"/>
                </a:moveTo>
                <a:lnTo>
                  <a:pt x="19050" y="2305050"/>
                </a:lnTo>
                <a:lnTo>
                  <a:pt x="19050" y="2295525"/>
                </a:lnTo>
                <a:lnTo>
                  <a:pt x="8391525" y="2295525"/>
                </a:lnTo>
                <a:lnTo>
                  <a:pt x="8391525" y="2305050"/>
                </a:lnTo>
                <a:close/>
              </a:path>
              <a:path w="8410575" h="2314575">
                <a:moveTo>
                  <a:pt x="8410575" y="2305050"/>
                </a:moveTo>
                <a:lnTo>
                  <a:pt x="8391525" y="2305050"/>
                </a:lnTo>
                <a:lnTo>
                  <a:pt x="8401050" y="2295525"/>
                </a:lnTo>
                <a:lnTo>
                  <a:pt x="8410575" y="2295525"/>
                </a:lnTo>
                <a:lnTo>
                  <a:pt x="8410575" y="230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8244" y="2086355"/>
          <a:ext cx="8392795" cy="2295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335"/>
                <a:gridCol w="495300"/>
                <a:gridCol w="952500"/>
                <a:gridCol w="409575"/>
                <a:gridCol w="933450"/>
                <a:gridCol w="438150"/>
                <a:gridCol w="933450"/>
                <a:gridCol w="504825"/>
                <a:gridCol w="904875"/>
                <a:gridCol w="742949"/>
                <a:gridCol w="904875"/>
                <a:gridCol w="524509"/>
              </a:tblGrid>
              <a:tr h="2295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 marL="220979" marR="113030" indent="-80010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ch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k  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pt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6985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400">
                        <a:latin typeface="Times New Roman"/>
                        <a:cs typeface="Times New Roman"/>
                      </a:endParaRPr>
                    </a:p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algn="ctr" marL="50800" marR="1181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l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s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n=2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1 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T1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algn="ctr" marL="299085" marR="365760" indent="-635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1  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p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65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ctr" marL="50800" marR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l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s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n=2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7 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T1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algn="ctr" marL="299085" marR="346710" indent="-635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2  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p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85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2800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algn="ctr" marL="50800" marR="99060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l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s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n=2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9 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T1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algn="ctr" marL="299085" marR="346710" indent="-635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3  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p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45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algn="ctr" marL="29209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lsn=31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algn="ctr" marL="255904" marR="219710" indent="635">
                        <a:lnSpc>
                          <a:spcPct val="79200"/>
                        </a:lnSpc>
                        <a:spcBef>
                          <a:spcPts val="500"/>
                        </a:spcBef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T1  </a:t>
                      </a:r>
                      <a:r>
                        <a:rPr dirty="0" baseline="-13888" sz="3000" spc="-7">
                          <a:latin typeface="Tahoma"/>
                          <a:cs typeface="Tahoma"/>
                        </a:rPr>
                        <a:t>a3</a:t>
                      </a:r>
                      <a:r>
                        <a:rPr dirty="0" sz="1300" spc="-5"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1300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algn="ctr" marL="298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p3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 marL="29209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Tahoma"/>
                          <a:cs typeface="Tahoma"/>
                        </a:rPr>
                        <a:t>lsn=35</a:t>
                      </a:r>
                      <a:endParaRPr sz="2000">
                        <a:latin typeface="Tahoma"/>
                        <a:cs typeface="Tahoma"/>
                      </a:endParaRPr>
                    </a:p>
                    <a:p>
                      <a:pPr algn="ctr" marL="255904" marR="219710" indent="635">
                        <a:lnSpc>
                          <a:spcPct val="79200"/>
                        </a:lnSpc>
                        <a:spcBef>
                          <a:spcPts val="500"/>
                        </a:spcBef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T1  </a:t>
                      </a:r>
                      <a:r>
                        <a:rPr dirty="0" baseline="-13888" sz="3000" spc="-7">
                          <a:latin typeface="Tahoma"/>
                          <a:cs typeface="Tahoma"/>
                        </a:rPr>
                        <a:t>a2</a:t>
                      </a:r>
                      <a:r>
                        <a:rPr dirty="0" sz="1300" spc="-5">
                          <a:latin typeface="Tahoma"/>
                          <a:cs typeface="Tahoma"/>
                        </a:rPr>
                        <a:t>-</a:t>
                      </a:r>
                      <a:r>
                        <a:rPr dirty="0" sz="1300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  <a:p>
                      <a:pPr algn="ctr" marL="298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p2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Tahoma"/>
                          <a:cs typeface="Tahoma"/>
                        </a:rPr>
                        <a:t>...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8165" y="851464"/>
            <a:ext cx="7006590" cy="1071245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415"/>
              </a:spcBef>
            </a:pPr>
            <a:r>
              <a:rPr dirty="0" spc="-5"/>
              <a:t>Example: What </a:t>
            </a:r>
            <a:r>
              <a:rPr dirty="0" spc="-190"/>
              <a:t>To </a:t>
            </a:r>
            <a:r>
              <a:rPr dirty="0" spc="-5"/>
              <a:t>Do After</a:t>
            </a:r>
            <a:r>
              <a:rPr dirty="0" spc="195"/>
              <a:t> </a:t>
            </a:r>
            <a:r>
              <a:rPr dirty="0" spc="-20"/>
              <a:t>Crash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u="none" sz="2800" spc="-5"/>
              <a:t>Log:</a:t>
            </a:r>
            <a:endParaRPr sz="2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244" y="2086355"/>
            <a:ext cx="8392795" cy="2295525"/>
          </a:xfrm>
          <a:custGeom>
            <a:avLst/>
            <a:gdLst/>
            <a:ahLst/>
            <a:cxnLst/>
            <a:rect l="l" t="t" r="r" b="b"/>
            <a:pathLst>
              <a:path w="8392795" h="2295525">
                <a:moveTo>
                  <a:pt x="0" y="0"/>
                </a:moveTo>
                <a:lnTo>
                  <a:pt x="8392668" y="0"/>
                </a:lnTo>
                <a:lnTo>
                  <a:pt x="8392668" y="2295144"/>
                </a:lnTo>
                <a:lnTo>
                  <a:pt x="0" y="229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9100" y="2076450"/>
            <a:ext cx="8410575" cy="2314575"/>
          </a:xfrm>
          <a:custGeom>
            <a:avLst/>
            <a:gdLst/>
            <a:ahLst/>
            <a:cxnLst/>
            <a:rect l="l" t="t" r="r" b="b"/>
            <a:pathLst>
              <a:path w="8410575" h="2314575">
                <a:moveTo>
                  <a:pt x="8410575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8410575" y="0"/>
                </a:lnTo>
                <a:lnTo>
                  <a:pt x="8410575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295525"/>
                </a:lnTo>
                <a:lnTo>
                  <a:pt x="9525" y="2295525"/>
                </a:lnTo>
                <a:lnTo>
                  <a:pt x="19050" y="2305050"/>
                </a:lnTo>
                <a:lnTo>
                  <a:pt x="8410575" y="2305050"/>
                </a:lnTo>
                <a:lnTo>
                  <a:pt x="8410575" y="2314575"/>
                </a:lnTo>
                <a:close/>
              </a:path>
              <a:path w="8410575" h="231457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8410575" h="2314575">
                <a:moveTo>
                  <a:pt x="8391525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391525" y="9525"/>
                </a:lnTo>
                <a:lnTo>
                  <a:pt x="8391525" y="19050"/>
                </a:lnTo>
                <a:close/>
              </a:path>
              <a:path w="8410575" h="2314575">
                <a:moveTo>
                  <a:pt x="8391525" y="2305050"/>
                </a:moveTo>
                <a:lnTo>
                  <a:pt x="8391525" y="9525"/>
                </a:lnTo>
                <a:lnTo>
                  <a:pt x="8401050" y="19050"/>
                </a:lnTo>
                <a:lnTo>
                  <a:pt x="8410575" y="19050"/>
                </a:lnTo>
                <a:lnTo>
                  <a:pt x="8410575" y="2295525"/>
                </a:lnTo>
                <a:lnTo>
                  <a:pt x="8401050" y="2295525"/>
                </a:lnTo>
                <a:lnTo>
                  <a:pt x="8391525" y="2305050"/>
                </a:lnTo>
                <a:close/>
              </a:path>
              <a:path w="8410575" h="2314575">
                <a:moveTo>
                  <a:pt x="8410575" y="19050"/>
                </a:moveTo>
                <a:lnTo>
                  <a:pt x="8401050" y="19050"/>
                </a:lnTo>
                <a:lnTo>
                  <a:pt x="8391525" y="9525"/>
                </a:lnTo>
                <a:lnTo>
                  <a:pt x="8410575" y="9525"/>
                </a:lnTo>
                <a:lnTo>
                  <a:pt x="8410575" y="19050"/>
                </a:lnTo>
                <a:close/>
              </a:path>
              <a:path w="8410575" h="2314575">
                <a:moveTo>
                  <a:pt x="19050" y="2305050"/>
                </a:moveTo>
                <a:lnTo>
                  <a:pt x="9525" y="2295525"/>
                </a:lnTo>
                <a:lnTo>
                  <a:pt x="19050" y="2295525"/>
                </a:lnTo>
                <a:lnTo>
                  <a:pt x="19050" y="2305050"/>
                </a:lnTo>
                <a:close/>
              </a:path>
              <a:path w="8410575" h="2314575">
                <a:moveTo>
                  <a:pt x="8391525" y="2305050"/>
                </a:moveTo>
                <a:lnTo>
                  <a:pt x="19050" y="2305050"/>
                </a:lnTo>
                <a:lnTo>
                  <a:pt x="19050" y="2295525"/>
                </a:lnTo>
                <a:lnTo>
                  <a:pt x="8391525" y="2295525"/>
                </a:lnTo>
                <a:lnTo>
                  <a:pt x="8391525" y="2305050"/>
                </a:lnTo>
                <a:close/>
              </a:path>
              <a:path w="8410575" h="2314575">
                <a:moveTo>
                  <a:pt x="8410575" y="2305050"/>
                </a:moveTo>
                <a:lnTo>
                  <a:pt x="8391525" y="2305050"/>
                </a:lnTo>
                <a:lnTo>
                  <a:pt x="8401050" y="2295525"/>
                </a:lnTo>
                <a:lnTo>
                  <a:pt x="8410575" y="2295525"/>
                </a:lnTo>
                <a:lnTo>
                  <a:pt x="8410575" y="230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71625" y="2085975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24125" y="2066925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33700" y="2114550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67150" y="2105025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91400" y="2095500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296275" y="2105025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76387" y="2495549"/>
            <a:ext cx="94297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5720" marR="113664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l</a:t>
            </a:r>
            <a:r>
              <a:rPr dirty="0" sz="2000">
                <a:latin typeface="Tahoma"/>
                <a:cs typeface="Tahoma"/>
              </a:rPr>
              <a:t>s</a:t>
            </a:r>
            <a:r>
              <a:rPr dirty="0" sz="2000" spc="-5">
                <a:latin typeface="Tahoma"/>
                <a:cs typeface="Tahoma"/>
              </a:rPr>
              <a:t>n=2</a:t>
            </a:r>
            <a:r>
              <a:rPr dirty="0" sz="2000">
                <a:latin typeface="Tahoma"/>
                <a:cs typeface="Tahoma"/>
              </a:rPr>
              <a:t>1  </a:t>
            </a:r>
            <a:r>
              <a:rPr dirty="0" sz="2000">
                <a:latin typeface="Tahoma"/>
                <a:cs typeface="Tahoma"/>
              </a:rPr>
              <a:t>T1</a:t>
            </a:r>
            <a:endParaRPr sz="2000">
              <a:latin typeface="Tahoma"/>
              <a:cs typeface="Tahoma"/>
            </a:endParaRPr>
          </a:p>
          <a:p>
            <a:pPr algn="ctr" marL="294005" marR="361315" indent="-635">
              <a:lnSpc>
                <a:spcPct val="100000"/>
              </a:lnSpc>
            </a:pPr>
            <a:r>
              <a:rPr dirty="0" sz="2000" spc="-5">
                <a:latin typeface="Tahoma"/>
                <a:cs typeface="Tahoma"/>
              </a:rPr>
              <a:t>a</a:t>
            </a:r>
            <a:r>
              <a:rPr dirty="0" sz="2000">
                <a:latin typeface="Tahoma"/>
                <a:cs typeface="Tahoma"/>
              </a:rPr>
              <a:t>1  </a:t>
            </a:r>
            <a:r>
              <a:rPr dirty="0" sz="2000" spc="-5">
                <a:latin typeface="Tahoma"/>
                <a:cs typeface="Tahoma"/>
              </a:rPr>
              <a:t>p</a:t>
            </a:r>
            <a:r>
              <a:rPr dirty="0" sz="200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70762" y="2428874"/>
            <a:ext cx="946150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9209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lsn=35</a:t>
            </a:r>
            <a:endParaRPr sz="2000">
              <a:latin typeface="Tahoma"/>
              <a:cs typeface="Tahoma"/>
            </a:endParaRPr>
          </a:p>
          <a:p>
            <a:pPr algn="ctr" marL="276225" marR="240029" indent="635">
              <a:lnSpc>
                <a:spcPct val="79200"/>
              </a:lnSpc>
              <a:spcBef>
                <a:spcPts val="500"/>
              </a:spcBef>
            </a:pPr>
            <a:r>
              <a:rPr dirty="0" sz="2000">
                <a:latin typeface="Tahoma"/>
                <a:cs typeface="Tahoma"/>
              </a:rPr>
              <a:t>T1  </a:t>
            </a:r>
            <a:r>
              <a:rPr dirty="0" baseline="-13888" sz="3000" spc="-7">
                <a:latin typeface="Tahoma"/>
                <a:cs typeface="Tahoma"/>
              </a:rPr>
              <a:t>a2</a:t>
            </a:r>
            <a:r>
              <a:rPr dirty="0" sz="1300" spc="-10">
                <a:latin typeface="Tahoma"/>
                <a:cs typeface="Tahoma"/>
              </a:rPr>
              <a:t>-</a:t>
            </a:r>
            <a:r>
              <a:rPr dirty="0" sz="1300" spc="-5"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algn="ctr" marL="29845">
              <a:lnSpc>
                <a:spcPct val="100000"/>
              </a:lnSpc>
              <a:spcBef>
                <a:spcPts val="500"/>
              </a:spcBef>
            </a:pPr>
            <a:r>
              <a:rPr dirty="0" sz="2000">
                <a:latin typeface="Tahoma"/>
                <a:cs typeface="Tahoma"/>
              </a:rPr>
              <a:t>p2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8462" y="2476499"/>
            <a:ext cx="92392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6355" marR="94615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l</a:t>
            </a:r>
            <a:r>
              <a:rPr dirty="0" sz="2000">
                <a:latin typeface="Tahoma"/>
                <a:cs typeface="Tahoma"/>
              </a:rPr>
              <a:t>s</a:t>
            </a:r>
            <a:r>
              <a:rPr dirty="0" sz="2000" spc="-5">
                <a:latin typeface="Tahoma"/>
                <a:cs typeface="Tahoma"/>
              </a:rPr>
              <a:t>n=2</a:t>
            </a:r>
            <a:r>
              <a:rPr dirty="0" sz="2000">
                <a:latin typeface="Tahoma"/>
                <a:cs typeface="Tahoma"/>
              </a:rPr>
              <a:t>7  </a:t>
            </a:r>
            <a:r>
              <a:rPr dirty="0" sz="2000">
                <a:latin typeface="Tahoma"/>
                <a:cs typeface="Tahoma"/>
              </a:rPr>
              <a:t>T1</a:t>
            </a:r>
            <a:endParaRPr sz="2000">
              <a:latin typeface="Tahoma"/>
              <a:cs typeface="Tahoma"/>
            </a:endParaRPr>
          </a:p>
          <a:p>
            <a:pPr algn="ctr" marL="294005" marR="342265" indent="-635">
              <a:lnSpc>
                <a:spcPct val="100000"/>
              </a:lnSpc>
            </a:pPr>
            <a:r>
              <a:rPr dirty="0" sz="2000" spc="-5">
                <a:latin typeface="Tahoma"/>
                <a:cs typeface="Tahoma"/>
              </a:rPr>
              <a:t>a</a:t>
            </a:r>
            <a:r>
              <a:rPr dirty="0" sz="2000">
                <a:latin typeface="Tahoma"/>
                <a:cs typeface="Tahoma"/>
              </a:rPr>
              <a:t>2  </a:t>
            </a:r>
            <a:r>
              <a:rPr dirty="0" sz="2000" spc="-5">
                <a:latin typeface="Tahoma"/>
                <a:cs typeface="Tahoma"/>
              </a:rPr>
              <a:t>p</a:t>
            </a:r>
            <a:r>
              <a:rPr dirty="0" sz="200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28887" y="3090544"/>
            <a:ext cx="4000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...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01037" y="2086355"/>
            <a:ext cx="520065" cy="22955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150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</a:pPr>
            <a:r>
              <a:rPr dirty="0" sz="2800" spc="-5">
                <a:latin typeface="Tahoma"/>
                <a:cs typeface="Tahoma"/>
              </a:rPr>
              <a:t>...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1087" y="3204844"/>
            <a:ext cx="4857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...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58165" y="851464"/>
            <a:ext cx="5400040" cy="1071245"/>
          </a:xfrm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 marL="219075">
              <a:lnSpc>
                <a:spcPct val="100000"/>
              </a:lnSpc>
              <a:spcBef>
                <a:spcPts val="415"/>
              </a:spcBef>
            </a:pPr>
            <a:r>
              <a:rPr dirty="0" spc="-5"/>
              <a:t>During Undo: Skip</a:t>
            </a:r>
            <a:r>
              <a:rPr dirty="0" spc="-30"/>
              <a:t> </a:t>
            </a:r>
            <a:r>
              <a:rPr dirty="0" spc="-25"/>
              <a:t>Undo’s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u="none" sz="2800" spc="-5"/>
              <a:t>Log:</a:t>
            </a:r>
            <a:endParaRPr sz="2800"/>
          </a:p>
        </p:txBody>
      </p:sp>
      <p:sp>
        <p:nvSpPr>
          <p:cNvPr id="17" name="object 17"/>
          <p:cNvSpPr txBox="1"/>
          <p:nvPr/>
        </p:nvSpPr>
        <p:spPr>
          <a:xfrm>
            <a:off x="3871912" y="3119119"/>
            <a:ext cx="4286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ahoma"/>
                <a:cs typeface="Tahoma"/>
              </a:rPr>
              <a:t>...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05300" y="2095500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38750" y="2085975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310062" y="2457449"/>
            <a:ext cx="92392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5720" marR="94615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l</a:t>
            </a:r>
            <a:r>
              <a:rPr dirty="0" sz="2000">
                <a:latin typeface="Tahoma"/>
                <a:cs typeface="Tahoma"/>
              </a:rPr>
              <a:t>s</a:t>
            </a:r>
            <a:r>
              <a:rPr dirty="0" sz="2000" spc="-5">
                <a:latin typeface="Tahoma"/>
                <a:cs typeface="Tahoma"/>
              </a:rPr>
              <a:t>n=2</a:t>
            </a:r>
            <a:r>
              <a:rPr dirty="0" sz="2000">
                <a:latin typeface="Tahoma"/>
                <a:cs typeface="Tahoma"/>
              </a:rPr>
              <a:t>9  </a:t>
            </a:r>
            <a:r>
              <a:rPr dirty="0" sz="2000">
                <a:latin typeface="Tahoma"/>
                <a:cs typeface="Tahoma"/>
              </a:rPr>
              <a:t>T1</a:t>
            </a:r>
            <a:endParaRPr sz="2000">
              <a:latin typeface="Tahoma"/>
              <a:cs typeface="Tahoma"/>
            </a:endParaRPr>
          </a:p>
          <a:p>
            <a:pPr algn="ctr" marL="294005" marR="342265" indent="-635">
              <a:lnSpc>
                <a:spcPct val="100000"/>
              </a:lnSpc>
            </a:pPr>
            <a:r>
              <a:rPr dirty="0" sz="2000" spc="-5">
                <a:latin typeface="Tahoma"/>
                <a:cs typeface="Tahoma"/>
              </a:rPr>
              <a:t>a</a:t>
            </a:r>
            <a:r>
              <a:rPr dirty="0" sz="2000">
                <a:latin typeface="Tahoma"/>
                <a:cs typeface="Tahoma"/>
              </a:rPr>
              <a:t>3  </a:t>
            </a:r>
            <a:r>
              <a:rPr dirty="0" sz="2000" spc="-5">
                <a:latin typeface="Tahoma"/>
                <a:cs typeface="Tahoma"/>
              </a:rPr>
              <a:t>p</a:t>
            </a:r>
            <a:r>
              <a:rPr dirty="0" sz="200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43575" y="2076450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48450" y="2085975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218112" y="2409824"/>
            <a:ext cx="2206625" cy="1265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21336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lsn=31</a:t>
            </a:r>
            <a:endParaRPr sz="2000">
              <a:latin typeface="Tahoma"/>
              <a:cs typeface="Tahoma"/>
            </a:endParaRPr>
          </a:p>
          <a:p>
            <a:pPr algn="ctr" marL="781685" marR="995680" indent="635">
              <a:lnSpc>
                <a:spcPct val="79200"/>
              </a:lnSpc>
              <a:spcBef>
                <a:spcPts val="500"/>
              </a:spcBef>
            </a:pPr>
            <a:r>
              <a:rPr dirty="0" sz="2000">
                <a:latin typeface="Tahoma"/>
                <a:cs typeface="Tahoma"/>
              </a:rPr>
              <a:t>T1  </a:t>
            </a:r>
            <a:r>
              <a:rPr dirty="0" baseline="-13888" sz="3000" spc="-7">
                <a:latin typeface="Tahoma"/>
                <a:cs typeface="Tahoma"/>
              </a:rPr>
              <a:t>a3</a:t>
            </a:r>
            <a:r>
              <a:rPr dirty="0" sz="1300" spc="-10">
                <a:latin typeface="Tahoma"/>
                <a:cs typeface="Tahoma"/>
              </a:rPr>
              <a:t>-</a:t>
            </a:r>
            <a:r>
              <a:rPr dirty="0" sz="1300" spc="-5"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  <a:p>
            <a:pPr algn="ctr" marR="168275">
              <a:lnSpc>
                <a:spcPts val="3060"/>
              </a:lnSpc>
              <a:tabLst>
                <a:tab pos="756920" algn="l"/>
                <a:tab pos="1513840" algn="l"/>
              </a:tabLst>
            </a:pPr>
            <a:r>
              <a:rPr dirty="0" sz="2800" spc="-5">
                <a:latin typeface="Tahoma"/>
                <a:cs typeface="Tahoma"/>
              </a:rPr>
              <a:t>...	</a:t>
            </a:r>
            <a:r>
              <a:rPr dirty="0" sz="2000">
                <a:latin typeface="Tahoma"/>
                <a:cs typeface="Tahoma"/>
              </a:rPr>
              <a:t>p3	</a:t>
            </a:r>
            <a:r>
              <a:rPr dirty="0" sz="2800" spc="-5">
                <a:latin typeface="Tahoma"/>
                <a:cs typeface="Tahoma"/>
              </a:rPr>
              <a:t>...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76325" y="2076450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0"/>
                </a:moveTo>
                <a:lnTo>
                  <a:pt x="0" y="2295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28244" y="2562224"/>
            <a:ext cx="64389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0979" marR="108585" indent="-8001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Tahoma"/>
                <a:cs typeface="Tahoma"/>
              </a:rPr>
              <a:t>ch</a:t>
            </a:r>
            <a:r>
              <a:rPr dirty="0" sz="2000">
                <a:latin typeface="Tahoma"/>
                <a:cs typeface="Tahoma"/>
              </a:rPr>
              <a:t>k  </a:t>
            </a:r>
            <a:r>
              <a:rPr dirty="0" sz="2000" spc="-5">
                <a:latin typeface="Tahoma"/>
                <a:cs typeface="Tahoma"/>
              </a:rPr>
              <a:t>pt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22777" y="1609725"/>
            <a:ext cx="4363466" cy="669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539865" y="1457960"/>
            <a:ext cx="19729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FF0000"/>
                </a:solidFill>
                <a:latin typeface="Tahoma"/>
                <a:cs typeface="Tahoma"/>
              </a:rPr>
              <a:t>pointer </a:t>
            </a:r>
            <a:r>
              <a:rPr dirty="0" sz="1400">
                <a:solidFill>
                  <a:srgbClr val="FF0000"/>
                </a:solidFill>
                <a:latin typeface="Tahoma"/>
                <a:cs typeface="Tahoma"/>
              </a:rPr>
              <a:t>to </a:t>
            </a:r>
            <a:r>
              <a:rPr dirty="0" sz="1400" spc="-10">
                <a:solidFill>
                  <a:srgbClr val="FF0000"/>
                </a:solidFill>
                <a:latin typeface="Tahoma"/>
                <a:cs typeface="Tahoma"/>
              </a:rPr>
              <a:t>forward</a:t>
            </a:r>
            <a:r>
              <a:rPr dirty="0" sz="14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Tahoma"/>
                <a:cs typeface="Tahoma"/>
              </a:rPr>
              <a:t>action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64503" y="4292739"/>
            <a:ext cx="1398270" cy="459740"/>
          </a:xfrm>
          <a:custGeom>
            <a:avLst/>
            <a:gdLst/>
            <a:ahLst/>
            <a:cxnLst/>
            <a:rect l="l" t="t" r="r" b="b"/>
            <a:pathLst>
              <a:path w="1398270" h="459739">
                <a:moveTo>
                  <a:pt x="1295288" y="196850"/>
                </a:moveTo>
                <a:lnTo>
                  <a:pt x="1271549" y="196850"/>
                </a:lnTo>
                <a:lnTo>
                  <a:pt x="1283360" y="181610"/>
                </a:lnTo>
                <a:lnTo>
                  <a:pt x="1283195" y="181610"/>
                </a:lnTo>
                <a:lnTo>
                  <a:pt x="1294536" y="166370"/>
                </a:lnTo>
                <a:lnTo>
                  <a:pt x="1294371" y="166370"/>
                </a:lnTo>
                <a:lnTo>
                  <a:pt x="1305217" y="151129"/>
                </a:lnTo>
                <a:lnTo>
                  <a:pt x="1305052" y="151129"/>
                </a:lnTo>
                <a:lnTo>
                  <a:pt x="1315415" y="135889"/>
                </a:lnTo>
                <a:lnTo>
                  <a:pt x="1315250" y="135889"/>
                </a:lnTo>
                <a:lnTo>
                  <a:pt x="1325130" y="120650"/>
                </a:lnTo>
                <a:lnTo>
                  <a:pt x="1324978" y="120650"/>
                </a:lnTo>
                <a:lnTo>
                  <a:pt x="1334376" y="104139"/>
                </a:lnTo>
                <a:lnTo>
                  <a:pt x="1334236" y="104139"/>
                </a:lnTo>
                <a:lnTo>
                  <a:pt x="1343139" y="87629"/>
                </a:lnTo>
                <a:lnTo>
                  <a:pt x="1342999" y="87629"/>
                </a:lnTo>
                <a:lnTo>
                  <a:pt x="1351432" y="71120"/>
                </a:lnTo>
                <a:lnTo>
                  <a:pt x="1359242" y="53339"/>
                </a:lnTo>
                <a:lnTo>
                  <a:pt x="1366583" y="35560"/>
                </a:lnTo>
                <a:lnTo>
                  <a:pt x="1373454" y="17779"/>
                </a:lnTo>
                <a:lnTo>
                  <a:pt x="1376680" y="8889"/>
                </a:lnTo>
                <a:lnTo>
                  <a:pt x="1379816" y="0"/>
                </a:lnTo>
                <a:lnTo>
                  <a:pt x="1397876" y="5079"/>
                </a:lnTo>
                <a:lnTo>
                  <a:pt x="1394637" y="15239"/>
                </a:lnTo>
                <a:lnTo>
                  <a:pt x="1391259" y="24129"/>
                </a:lnTo>
                <a:lnTo>
                  <a:pt x="1384172" y="43179"/>
                </a:lnTo>
                <a:lnTo>
                  <a:pt x="1368513" y="78739"/>
                </a:lnTo>
                <a:lnTo>
                  <a:pt x="1350898" y="113029"/>
                </a:lnTo>
                <a:lnTo>
                  <a:pt x="1331315" y="146050"/>
                </a:lnTo>
                <a:lnTo>
                  <a:pt x="1309776" y="177800"/>
                </a:lnTo>
                <a:lnTo>
                  <a:pt x="1297976" y="193430"/>
                </a:lnTo>
                <a:lnTo>
                  <a:pt x="1295288" y="196850"/>
                </a:lnTo>
                <a:close/>
              </a:path>
              <a:path w="1398270" h="459739">
                <a:moveTo>
                  <a:pt x="0" y="210820"/>
                </a:moveTo>
                <a:lnTo>
                  <a:pt x="7721" y="125729"/>
                </a:lnTo>
                <a:lnTo>
                  <a:pt x="62523" y="175260"/>
                </a:lnTo>
                <a:lnTo>
                  <a:pt x="37337" y="175260"/>
                </a:lnTo>
                <a:lnTo>
                  <a:pt x="19735" y="182879"/>
                </a:lnTo>
                <a:lnTo>
                  <a:pt x="26815" y="200260"/>
                </a:lnTo>
                <a:lnTo>
                  <a:pt x="0" y="210820"/>
                </a:lnTo>
                <a:close/>
              </a:path>
              <a:path w="1398270" h="459739">
                <a:moveTo>
                  <a:pt x="26815" y="200260"/>
                </a:moveTo>
                <a:lnTo>
                  <a:pt x="19735" y="182879"/>
                </a:lnTo>
                <a:lnTo>
                  <a:pt x="37337" y="175260"/>
                </a:lnTo>
                <a:lnTo>
                  <a:pt x="44580" y="193039"/>
                </a:lnTo>
                <a:lnTo>
                  <a:pt x="43840" y="193039"/>
                </a:lnTo>
                <a:lnTo>
                  <a:pt x="44161" y="193430"/>
                </a:lnTo>
                <a:lnTo>
                  <a:pt x="26815" y="200260"/>
                </a:lnTo>
                <a:close/>
              </a:path>
              <a:path w="1398270" h="459739">
                <a:moveTo>
                  <a:pt x="44659" y="193234"/>
                </a:moveTo>
                <a:lnTo>
                  <a:pt x="37337" y="175260"/>
                </a:lnTo>
                <a:lnTo>
                  <a:pt x="62523" y="175260"/>
                </a:lnTo>
                <a:lnTo>
                  <a:pt x="70954" y="182879"/>
                </a:lnTo>
                <a:lnTo>
                  <a:pt x="44659" y="193234"/>
                </a:lnTo>
                <a:close/>
              </a:path>
              <a:path w="1398270" h="459739">
                <a:moveTo>
                  <a:pt x="44161" y="193430"/>
                </a:moveTo>
                <a:lnTo>
                  <a:pt x="43840" y="193039"/>
                </a:lnTo>
                <a:lnTo>
                  <a:pt x="44208" y="193411"/>
                </a:lnTo>
                <a:close/>
              </a:path>
              <a:path w="1398270" h="459739">
                <a:moveTo>
                  <a:pt x="44208" y="193411"/>
                </a:moveTo>
                <a:lnTo>
                  <a:pt x="43840" y="193039"/>
                </a:lnTo>
                <a:lnTo>
                  <a:pt x="44580" y="193039"/>
                </a:lnTo>
                <a:lnTo>
                  <a:pt x="44659" y="193234"/>
                </a:lnTo>
                <a:lnTo>
                  <a:pt x="44208" y="193411"/>
                </a:lnTo>
                <a:close/>
              </a:path>
              <a:path w="1398270" h="459739">
                <a:moveTo>
                  <a:pt x="45097" y="194310"/>
                </a:moveTo>
                <a:lnTo>
                  <a:pt x="44208" y="193411"/>
                </a:lnTo>
                <a:lnTo>
                  <a:pt x="44659" y="193234"/>
                </a:lnTo>
                <a:lnTo>
                  <a:pt x="45097" y="194310"/>
                </a:lnTo>
                <a:close/>
              </a:path>
              <a:path w="1398270" h="459739">
                <a:moveTo>
                  <a:pt x="37523" y="217136"/>
                </a:moveTo>
                <a:lnTo>
                  <a:pt x="35547" y="213360"/>
                </a:lnTo>
                <a:lnTo>
                  <a:pt x="35953" y="213360"/>
                </a:lnTo>
                <a:lnTo>
                  <a:pt x="33629" y="210820"/>
                </a:lnTo>
                <a:lnTo>
                  <a:pt x="33959" y="210820"/>
                </a:lnTo>
                <a:lnTo>
                  <a:pt x="28752" y="204470"/>
                </a:lnTo>
                <a:lnTo>
                  <a:pt x="28041" y="203200"/>
                </a:lnTo>
                <a:lnTo>
                  <a:pt x="27495" y="201929"/>
                </a:lnTo>
                <a:lnTo>
                  <a:pt x="26815" y="200260"/>
                </a:lnTo>
                <a:lnTo>
                  <a:pt x="44161" y="193430"/>
                </a:lnTo>
                <a:lnTo>
                  <a:pt x="49060" y="199389"/>
                </a:lnTo>
                <a:lnTo>
                  <a:pt x="51701" y="203200"/>
                </a:lnTo>
                <a:lnTo>
                  <a:pt x="52120" y="203200"/>
                </a:lnTo>
                <a:lnTo>
                  <a:pt x="54101" y="207010"/>
                </a:lnTo>
                <a:lnTo>
                  <a:pt x="56134" y="212089"/>
                </a:lnTo>
                <a:lnTo>
                  <a:pt x="56476" y="213360"/>
                </a:lnTo>
                <a:lnTo>
                  <a:pt x="57205" y="215900"/>
                </a:lnTo>
                <a:lnTo>
                  <a:pt x="37033" y="215900"/>
                </a:lnTo>
                <a:lnTo>
                  <a:pt x="37523" y="217136"/>
                </a:lnTo>
                <a:close/>
              </a:path>
              <a:path w="1398270" h="459739">
                <a:moveTo>
                  <a:pt x="1233728" y="266700"/>
                </a:moveTo>
                <a:lnTo>
                  <a:pt x="1207642" y="266700"/>
                </a:lnTo>
                <a:lnTo>
                  <a:pt x="1213065" y="260350"/>
                </a:lnTo>
                <a:lnTo>
                  <a:pt x="1220114" y="252729"/>
                </a:lnTo>
                <a:lnTo>
                  <a:pt x="1233855" y="238760"/>
                </a:lnTo>
                <a:lnTo>
                  <a:pt x="1233703" y="238760"/>
                </a:lnTo>
                <a:lnTo>
                  <a:pt x="1246962" y="224789"/>
                </a:lnTo>
                <a:lnTo>
                  <a:pt x="1246809" y="224789"/>
                </a:lnTo>
                <a:lnTo>
                  <a:pt x="1259586" y="210820"/>
                </a:lnTo>
                <a:lnTo>
                  <a:pt x="1259420" y="210820"/>
                </a:lnTo>
                <a:lnTo>
                  <a:pt x="1271714" y="195579"/>
                </a:lnTo>
                <a:lnTo>
                  <a:pt x="1271549" y="196850"/>
                </a:lnTo>
                <a:lnTo>
                  <a:pt x="1295288" y="196850"/>
                </a:lnTo>
                <a:lnTo>
                  <a:pt x="1286306" y="208279"/>
                </a:lnTo>
                <a:lnTo>
                  <a:pt x="1273848" y="223520"/>
                </a:lnTo>
                <a:lnTo>
                  <a:pt x="1260906" y="237489"/>
                </a:lnTo>
                <a:lnTo>
                  <a:pt x="1247482" y="252729"/>
                </a:lnTo>
                <a:lnTo>
                  <a:pt x="1233728" y="266700"/>
                </a:lnTo>
                <a:close/>
              </a:path>
              <a:path w="1398270" h="459739">
                <a:moveTo>
                  <a:pt x="57569" y="217170"/>
                </a:moveTo>
                <a:lnTo>
                  <a:pt x="37541" y="217170"/>
                </a:lnTo>
                <a:lnTo>
                  <a:pt x="37033" y="215900"/>
                </a:lnTo>
                <a:lnTo>
                  <a:pt x="57205" y="215900"/>
                </a:lnTo>
                <a:lnTo>
                  <a:pt x="57569" y="217170"/>
                </a:lnTo>
                <a:close/>
              </a:path>
              <a:path w="1398270" h="459739">
                <a:moveTo>
                  <a:pt x="38544" y="219710"/>
                </a:moveTo>
                <a:lnTo>
                  <a:pt x="37523" y="217136"/>
                </a:lnTo>
                <a:lnTo>
                  <a:pt x="57746" y="217170"/>
                </a:lnTo>
                <a:lnTo>
                  <a:pt x="58007" y="218439"/>
                </a:lnTo>
                <a:lnTo>
                  <a:pt x="38188" y="218439"/>
                </a:lnTo>
                <a:lnTo>
                  <a:pt x="38544" y="219710"/>
                </a:lnTo>
                <a:close/>
              </a:path>
              <a:path w="1398270" h="459739">
                <a:moveTo>
                  <a:pt x="39281" y="222250"/>
                </a:moveTo>
                <a:lnTo>
                  <a:pt x="38188" y="218439"/>
                </a:lnTo>
                <a:lnTo>
                  <a:pt x="58007" y="218439"/>
                </a:lnTo>
                <a:lnTo>
                  <a:pt x="58527" y="220979"/>
                </a:lnTo>
                <a:lnTo>
                  <a:pt x="39103" y="220979"/>
                </a:lnTo>
                <a:lnTo>
                  <a:pt x="39281" y="222250"/>
                </a:lnTo>
                <a:close/>
              </a:path>
              <a:path w="1398270" h="459739">
                <a:moveTo>
                  <a:pt x="81610" y="246379"/>
                </a:moveTo>
                <a:lnTo>
                  <a:pt x="47625" y="246379"/>
                </a:lnTo>
                <a:lnTo>
                  <a:pt x="46520" y="245110"/>
                </a:lnTo>
                <a:lnTo>
                  <a:pt x="46037" y="243839"/>
                </a:lnTo>
                <a:lnTo>
                  <a:pt x="45097" y="242570"/>
                </a:lnTo>
                <a:lnTo>
                  <a:pt x="44576" y="241300"/>
                </a:lnTo>
                <a:lnTo>
                  <a:pt x="43116" y="237489"/>
                </a:lnTo>
                <a:lnTo>
                  <a:pt x="42722" y="236220"/>
                </a:lnTo>
                <a:lnTo>
                  <a:pt x="41668" y="233679"/>
                </a:lnTo>
                <a:lnTo>
                  <a:pt x="41490" y="232410"/>
                </a:lnTo>
                <a:lnTo>
                  <a:pt x="40665" y="228600"/>
                </a:lnTo>
                <a:lnTo>
                  <a:pt x="39103" y="220979"/>
                </a:lnTo>
                <a:lnTo>
                  <a:pt x="58527" y="220979"/>
                </a:lnTo>
                <a:lnTo>
                  <a:pt x="59309" y="224789"/>
                </a:lnTo>
                <a:lnTo>
                  <a:pt x="60096" y="228600"/>
                </a:lnTo>
                <a:lnTo>
                  <a:pt x="60282" y="228600"/>
                </a:lnTo>
                <a:lnTo>
                  <a:pt x="60634" y="229870"/>
                </a:lnTo>
                <a:lnTo>
                  <a:pt x="60985" y="231139"/>
                </a:lnTo>
                <a:lnTo>
                  <a:pt x="61552" y="232410"/>
                </a:lnTo>
                <a:lnTo>
                  <a:pt x="62039" y="233679"/>
                </a:lnTo>
                <a:lnTo>
                  <a:pt x="63068" y="234950"/>
                </a:lnTo>
                <a:lnTo>
                  <a:pt x="63931" y="236220"/>
                </a:lnTo>
                <a:lnTo>
                  <a:pt x="64262" y="236220"/>
                </a:lnTo>
                <a:lnTo>
                  <a:pt x="67779" y="238760"/>
                </a:lnTo>
                <a:lnTo>
                  <a:pt x="66941" y="238760"/>
                </a:lnTo>
                <a:lnTo>
                  <a:pt x="70675" y="240029"/>
                </a:lnTo>
                <a:lnTo>
                  <a:pt x="70167" y="240029"/>
                </a:lnTo>
                <a:lnTo>
                  <a:pt x="81610" y="246379"/>
                </a:lnTo>
                <a:close/>
              </a:path>
              <a:path w="1398270" h="459739">
                <a:moveTo>
                  <a:pt x="60282" y="228600"/>
                </a:moveTo>
                <a:lnTo>
                  <a:pt x="60096" y="228600"/>
                </a:lnTo>
                <a:lnTo>
                  <a:pt x="59931" y="227329"/>
                </a:lnTo>
                <a:lnTo>
                  <a:pt x="60282" y="228600"/>
                </a:lnTo>
                <a:close/>
              </a:path>
              <a:path w="1398270" h="459739">
                <a:moveTo>
                  <a:pt x="60985" y="231139"/>
                </a:moveTo>
                <a:lnTo>
                  <a:pt x="60578" y="229870"/>
                </a:lnTo>
                <a:lnTo>
                  <a:pt x="60776" y="230385"/>
                </a:lnTo>
                <a:lnTo>
                  <a:pt x="60985" y="231139"/>
                </a:lnTo>
                <a:close/>
              </a:path>
              <a:path w="1398270" h="459739">
                <a:moveTo>
                  <a:pt x="60776" y="230385"/>
                </a:moveTo>
                <a:lnTo>
                  <a:pt x="60578" y="229870"/>
                </a:lnTo>
                <a:lnTo>
                  <a:pt x="60776" y="230385"/>
                </a:lnTo>
                <a:close/>
              </a:path>
              <a:path w="1398270" h="459739">
                <a:moveTo>
                  <a:pt x="61065" y="231139"/>
                </a:moveTo>
                <a:lnTo>
                  <a:pt x="60776" y="230385"/>
                </a:lnTo>
                <a:lnTo>
                  <a:pt x="61065" y="231139"/>
                </a:lnTo>
                <a:close/>
              </a:path>
              <a:path w="1398270" h="459739">
                <a:moveTo>
                  <a:pt x="62039" y="233679"/>
                </a:moveTo>
                <a:lnTo>
                  <a:pt x="61518" y="232410"/>
                </a:lnTo>
                <a:lnTo>
                  <a:pt x="62039" y="233679"/>
                </a:lnTo>
                <a:close/>
              </a:path>
              <a:path w="1398270" h="459739">
                <a:moveTo>
                  <a:pt x="61589" y="232504"/>
                </a:moveTo>
                <a:close/>
              </a:path>
              <a:path w="1398270" h="459739">
                <a:moveTo>
                  <a:pt x="62458" y="233679"/>
                </a:moveTo>
                <a:lnTo>
                  <a:pt x="62039" y="233679"/>
                </a:lnTo>
                <a:lnTo>
                  <a:pt x="61589" y="232504"/>
                </a:lnTo>
                <a:lnTo>
                  <a:pt x="62458" y="233679"/>
                </a:lnTo>
                <a:close/>
              </a:path>
              <a:path w="1398270" h="459739">
                <a:moveTo>
                  <a:pt x="63163" y="234950"/>
                </a:moveTo>
                <a:lnTo>
                  <a:pt x="62395" y="233679"/>
                </a:lnTo>
                <a:lnTo>
                  <a:pt x="63163" y="234950"/>
                </a:lnTo>
                <a:close/>
              </a:path>
              <a:path w="1398270" h="459739">
                <a:moveTo>
                  <a:pt x="65024" y="236220"/>
                </a:moveTo>
                <a:lnTo>
                  <a:pt x="63931" y="236220"/>
                </a:lnTo>
                <a:lnTo>
                  <a:pt x="63385" y="234950"/>
                </a:lnTo>
                <a:lnTo>
                  <a:pt x="65024" y="236220"/>
                </a:lnTo>
                <a:close/>
              </a:path>
              <a:path w="1398270" h="459739">
                <a:moveTo>
                  <a:pt x="93802" y="256539"/>
                </a:moveTo>
                <a:lnTo>
                  <a:pt x="60883" y="256539"/>
                </a:lnTo>
                <a:lnTo>
                  <a:pt x="57150" y="254000"/>
                </a:lnTo>
                <a:lnTo>
                  <a:pt x="56311" y="254000"/>
                </a:lnTo>
                <a:lnTo>
                  <a:pt x="52793" y="251460"/>
                </a:lnTo>
                <a:lnTo>
                  <a:pt x="52031" y="250189"/>
                </a:lnTo>
                <a:lnTo>
                  <a:pt x="50380" y="248920"/>
                </a:lnTo>
                <a:lnTo>
                  <a:pt x="49834" y="248920"/>
                </a:lnTo>
                <a:lnTo>
                  <a:pt x="48298" y="246379"/>
                </a:lnTo>
                <a:lnTo>
                  <a:pt x="82410" y="246379"/>
                </a:lnTo>
                <a:lnTo>
                  <a:pt x="85915" y="248920"/>
                </a:lnTo>
                <a:lnTo>
                  <a:pt x="86918" y="250189"/>
                </a:lnTo>
                <a:lnTo>
                  <a:pt x="90093" y="252729"/>
                </a:lnTo>
                <a:lnTo>
                  <a:pt x="90970" y="252729"/>
                </a:lnTo>
                <a:lnTo>
                  <a:pt x="93802" y="256539"/>
                </a:lnTo>
                <a:close/>
              </a:path>
              <a:path w="1398270" h="459739">
                <a:moveTo>
                  <a:pt x="75564" y="265429"/>
                </a:moveTo>
                <a:lnTo>
                  <a:pt x="72047" y="262889"/>
                </a:lnTo>
                <a:lnTo>
                  <a:pt x="72834" y="262889"/>
                </a:lnTo>
                <a:lnTo>
                  <a:pt x="61391" y="256539"/>
                </a:lnTo>
                <a:lnTo>
                  <a:pt x="94297" y="256539"/>
                </a:lnTo>
                <a:lnTo>
                  <a:pt x="96888" y="260350"/>
                </a:lnTo>
                <a:lnTo>
                  <a:pt x="97231" y="260350"/>
                </a:lnTo>
                <a:lnTo>
                  <a:pt x="99860" y="264160"/>
                </a:lnTo>
                <a:lnTo>
                  <a:pt x="74561" y="264160"/>
                </a:lnTo>
                <a:lnTo>
                  <a:pt x="75564" y="265429"/>
                </a:lnTo>
                <a:close/>
              </a:path>
              <a:path w="1398270" h="459739">
                <a:moveTo>
                  <a:pt x="77749" y="266700"/>
                </a:moveTo>
                <a:lnTo>
                  <a:pt x="74561" y="264160"/>
                </a:lnTo>
                <a:lnTo>
                  <a:pt x="99860" y="264160"/>
                </a:lnTo>
                <a:lnTo>
                  <a:pt x="100660" y="265429"/>
                </a:lnTo>
                <a:lnTo>
                  <a:pt x="76873" y="265429"/>
                </a:lnTo>
                <a:lnTo>
                  <a:pt x="77749" y="266700"/>
                </a:lnTo>
                <a:close/>
              </a:path>
              <a:path w="1398270" h="459739">
                <a:moveTo>
                  <a:pt x="79717" y="269239"/>
                </a:moveTo>
                <a:lnTo>
                  <a:pt x="76873" y="265429"/>
                </a:lnTo>
                <a:lnTo>
                  <a:pt x="100660" y="265429"/>
                </a:lnTo>
                <a:lnTo>
                  <a:pt x="102260" y="267970"/>
                </a:lnTo>
                <a:lnTo>
                  <a:pt x="79222" y="267970"/>
                </a:lnTo>
                <a:lnTo>
                  <a:pt x="79717" y="269239"/>
                </a:lnTo>
                <a:close/>
              </a:path>
              <a:path w="1398270" h="459739">
                <a:moveTo>
                  <a:pt x="1198882" y="281407"/>
                </a:moveTo>
                <a:lnTo>
                  <a:pt x="1199324" y="279400"/>
                </a:lnTo>
                <a:lnTo>
                  <a:pt x="1200467" y="276860"/>
                </a:lnTo>
                <a:lnTo>
                  <a:pt x="1201064" y="275589"/>
                </a:lnTo>
                <a:lnTo>
                  <a:pt x="1203236" y="273050"/>
                </a:lnTo>
                <a:lnTo>
                  <a:pt x="1203744" y="271779"/>
                </a:lnTo>
                <a:lnTo>
                  <a:pt x="1207223" y="266700"/>
                </a:lnTo>
                <a:lnTo>
                  <a:pt x="1233792" y="266700"/>
                </a:lnTo>
                <a:lnTo>
                  <a:pt x="1226807" y="273050"/>
                </a:lnTo>
                <a:lnTo>
                  <a:pt x="1227137" y="273050"/>
                </a:lnTo>
                <a:lnTo>
                  <a:pt x="1223073" y="278129"/>
                </a:lnTo>
                <a:lnTo>
                  <a:pt x="1222463" y="278129"/>
                </a:lnTo>
                <a:lnTo>
                  <a:pt x="1221597" y="279400"/>
                </a:lnTo>
                <a:lnTo>
                  <a:pt x="1204340" y="279400"/>
                </a:lnTo>
                <a:lnTo>
                  <a:pt x="1201013" y="280670"/>
                </a:lnTo>
                <a:lnTo>
                  <a:pt x="1201381" y="280670"/>
                </a:lnTo>
                <a:lnTo>
                  <a:pt x="1198882" y="281407"/>
                </a:lnTo>
                <a:close/>
              </a:path>
              <a:path w="1398270" h="459739">
                <a:moveTo>
                  <a:pt x="278471" y="383994"/>
                </a:moveTo>
                <a:lnTo>
                  <a:pt x="276733" y="383539"/>
                </a:lnTo>
                <a:lnTo>
                  <a:pt x="241452" y="383539"/>
                </a:lnTo>
                <a:lnTo>
                  <a:pt x="227368" y="375920"/>
                </a:lnTo>
                <a:lnTo>
                  <a:pt x="199021" y="360679"/>
                </a:lnTo>
                <a:lnTo>
                  <a:pt x="184480" y="353060"/>
                </a:lnTo>
                <a:lnTo>
                  <a:pt x="169760" y="344170"/>
                </a:lnTo>
                <a:lnTo>
                  <a:pt x="97688" y="295910"/>
                </a:lnTo>
                <a:lnTo>
                  <a:pt x="85813" y="278129"/>
                </a:lnTo>
                <a:lnTo>
                  <a:pt x="85953" y="278129"/>
                </a:lnTo>
                <a:lnTo>
                  <a:pt x="83667" y="274320"/>
                </a:lnTo>
                <a:lnTo>
                  <a:pt x="83883" y="274320"/>
                </a:lnTo>
                <a:lnTo>
                  <a:pt x="81470" y="271779"/>
                </a:lnTo>
                <a:lnTo>
                  <a:pt x="81813" y="271779"/>
                </a:lnTo>
                <a:lnTo>
                  <a:pt x="79222" y="267970"/>
                </a:lnTo>
                <a:lnTo>
                  <a:pt x="102260" y="267970"/>
                </a:lnTo>
                <a:lnTo>
                  <a:pt x="106654" y="275589"/>
                </a:lnTo>
                <a:lnTo>
                  <a:pt x="109571" y="280670"/>
                </a:lnTo>
                <a:lnTo>
                  <a:pt x="108254" y="280670"/>
                </a:lnTo>
                <a:lnTo>
                  <a:pt x="111086" y="283210"/>
                </a:lnTo>
                <a:lnTo>
                  <a:pt x="112064" y="283210"/>
                </a:lnTo>
                <a:lnTo>
                  <a:pt x="165404" y="318770"/>
                </a:lnTo>
                <a:lnTo>
                  <a:pt x="172796" y="323850"/>
                </a:lnTo>
                <a:lnTo>
                  <a:pt x="174466" y="323850"/>
                </a:lnTo>
                <a:lnTo>
                  <a:pt x="179971" y="327660"/>
                </a:lnTo>
                <a:lnTo>
                  <a:pt x="179743" y="327660"/>
                </a:lnTo>
                <a:lnTo>
                  <a:pt x="194246" y="336550"/>
                </a:lnTo>
                <a:lnTo>
                  <a:pt x="194030" y="336550"/>
                </a:lnTo>
                <a:lnTo>
                  <a:pt x="208343" y="344170"/>
                </a:lnTo>
                <a:lnTo>
                  <a:pt x="222402" y="351789"/>
                </a:lnTo>
                <a:lnTo>
                  <a:pt x="250888" y="367029"/>
                </a:lnTo>
                <a:lnTo>
                  <a:pt x="265226" y="375920"/>
                </a:lnTo>
                <a:lnTo>
                  <a:pt x="272491" y="379729"/>
                </a:lnTo>
                <a:lnTo>
                  <a:pt x="278471" y="383994"/>
                </a:lnTo>
                <a:close/>
              </a:path>
              <a:path w="1398270" h="459739">
                <a:moveTo>
                  <a:pt x="1222057" y="279400"/>
                </a:moveTo>
                <a:lnTo>
                  <a:pt x="1222463" y="278129"/>
                </a:lnTo>
                <a:lnTo>
                  <a:pt x="1223073" y="278129"/>
                </a:lnTo>
                <a:lnTo>
                  <a:pt x="1222057" y="279400"/>
                </a:lnTo>
                <a:close/>
              </a:path>
              <a:path w="1398270" h="459739">
                <a:moveTo>
                  <a:pt x="1198397" y="288289"/>
                </a:moveTo>
                <a:lnTo>
                  <a:pt x="1198251" y="284479"/>
                </a:lnTo>
                <a:lnTo>
                  <a:pt x="1198359" y="283210"/>
                </a:lnTo>
                <a:lnTo>
                  <a:pt x="1198765" y="281939"/>
                </a:lnTo>
                <a:lnTo>
                  <a:pt x="1198882" y="281407"/>
                </a:lnTo>
                <a:lnTo>
                  <a:pt x="1201381" y="280670"/>
                </a:lnTo>
                <a:lnTo>
                  <a:pt x="1201013" y="280670"/>
                </a:lnTo>
                <a:lnTo>
                  <a:pt x="1204340" y="279400"/>
                </a:lnTo>
                <a:lnTo>
                  <a:pt x="1200569" y="281939"/>
                </a:lnTo>
                <a:lnTo>
                  <a:pt x="1200988" y="281939"/>
                </a:lnTo>
                <a:lnTo>
                  <a:pt x="1198549" y="285750"/>
                </a:lnTo>
                <a:lnTo>
                  <a:pt x="1198397" y="288289"/>
                </a:lnTo>
                <a:close/>
              </a:path>
              <a:path w="1398270" h="459739">
                <a:moveTo>
                  <a:pt x="1218996" y="283210"/>
                </a:moveTo>
                <a:lnTo>
                  <a:pt x="1219517" y="281939"/>
                </a:lnTo>
                <a:lnTo>
                  <a:pt x="1200569" y="281939"/>
                </a:lnTo>
                <a:lnTo>
                  <a:pt x="1204340" y="279400"/>
                </a:lnTo>
                <a:lnTo>
                  <a:pt x="1221597" y="279400"/>
                </a:lnTo>
                <a:lnTo>
                  <a:pt x="1218996" y="283210"/>
                </a:lnTo>
                <a:close/>
              </a:path>
              <a:path w="1398270" h="459739">
                <a:moveTo>
                  <a:pt x="111086" y="283210"/>
                </a:moveTo>
                <a:lnTo>
                  <a:pt x="108254" y="280670"/>
                </a:lnTo>
                <a:lnTo>
                  <a:pt x="110440" y="282127"/>
                </a:lnTo>
                <a:lnTo>
                  <a:pt x="111086" y="283210"/>
                </a:lnTo>
                <a:close/>
              </a:path>
              <a:path w="1398270" h="459739">
                <a:moveTo>
                  <a:pt x="110440" y="282127"/>
                </a:moveTo>
                <a:lnTo>
                  <a:pt x="108254" y="280670"/>
                </a:lnTo>
                <a:lnTo>
                  <a:pt x="109571" y="280670"/>
                </a:lnTo>
                <a:lnTo>
                  <a:pt x="110440" y="282127"/>
                </a:lnTo>
                <a:close/>
              </a:path>
              <a:path w="1398270" h="459739">
                <a:moveTo>
                  <a:pt x="1182281" y="307339"/>
                </a:moveTo>
                <a:lnTo>
                  <a:pt x="1154480" y="307339"/>
                </a:lnTo>
                <a:lnTo>
                  <a:pt x="1163828" y="299720"/>
                </a:lnTo>
                <a:lnTo>
                  <a:pt x="1163599" y="299720"/>
                </a:lnTo>
                <a:lnTo>
                  <a:pt x="1198882" y="281407"/>
                </a:lnTo>
                <a:lnTo>
                  <a:pt x="1198765" y="281939"/>
                </a:lnTo>
                <a:lnTo>
                  <a:pt x="1198359" y="283210"/>
                </a:lnTo>
                <a:lnTo>
                  <a:pt x="1198251" y="284479"/>
                </a:lnTo>
                <a:lnTo>
                  <a:pt x="1198168" y="287020"/>
                </a:lnTo>
                <a:lnTo>
                  <a:pt x="1198372" y="288289"/>
                </a:lnTo>
                <a:lnTo>
                  <a:pt x="1198498" y="289560"/>
                </a:lnTo>
                <a:lnTo>
                  <a:pt x="1217269" y="289560"/>
                </a:lnTo>
                <a:lnTo>
                  <a:pt x="1216736" y="292100"/>
                </a:lnTo>
                <a:lnTo>
                  <a:pt x="1215910" y="293370"/>
                </a:lnTo>
                <a:lnTo>
                  <a:pt x="1214805" y="294639"/>
                </a:lnTo>
                <a:lnTo>
                  <a:pt x="1214386" y="294639"/>
                </a:lnTo>
                <a:lnTo>
                  <a:pt x="1212646" y="295910"/>
                </a:lnTo>
                <a:lnTo>
                  <a:pt x="1210614" y="297179"/>
                </a:lnTo>
                <a:lnTo>
                  <a:pt x="1206919" y="298450"/>
                </a:lnTo>
                <a:lnTo>
                  <a:pt x="1198308" y="300989"/>
                </a:lnTo>
                <a:lnTo>
                  <a:pt x="1198511" y="300989"/>
                </a:lnTo>
                <a:lnTo>
                  <a:pt x="1188773" y="304800"/>
                </a:lnTo>
                <a:lnTo>
                  <a:pt x="1185913" y="304800"/>
                </a:lnTo>
                <a:lnTo>
                  <a:pt x="1182281" y="307339"/>
                </a:lnTo>
                <a:close/>
              </a:path>
              <a:path w="1398270" h="459739">
                <a:moveTo>
                  <a:pt x="1217269" y="289560"/>
                </a:moveTo>
                <a:lnTo>
                  <a:pt x="1198575" y="289560"/>
                </a:lnTo>
                <a:lnTo>
                  <a:pt x="1198464" y="288867"/>
                </a:lnTo>
                <a:lnTo>
                  <a:pt x="1198435" y="288289"/>
                </a:lnTo>
                <a:lnTo>
                  <a:pt x="1198486" y="287020"/>
                </a:lnTo>
                <a:lnTo>
                  <a:pt x="1198575" y="285750"/>
                </a:lnTo>
                <a:lnTo>
                  <a:pt x="1200988" y="281939"/>
                </a:lnTo>
                <a:lnTo>
                  <a:pt x="1219517" y="281939"/>
                </a:lnTo>
                <a:lnTo>
                  <a:pt x="1218069" y="284479"/>
                </a:lnTo>
                <a:lnTo>
                  <a:pt x="1217015" y="284479"/>
                </a:lnTo>
                <a:lnTo>
                  <a:pt x="1217068" y="286465"/>
                </a:lnTo>
                <a:lnTo>
                  <a:pt x="1216825" y="287020"/>
                </a:lnTo>
                <a:lnTo>
                  <a:pt x="1217396" y="287020"/>
                </a:lnTo>
                <a:lnTo>
                  <a:pt x="1217269" y="289560"/>
                </a:lnTo>
                <a:close/>
              </a:path>
              <a:path w="1398270" h="459739">
                <a:moveTo>
                  <a:pt x="112064" y="283210"/>
                </a:moveTo>
                <a:lnTo>
                  <a:pt x="111086" y="283210"/>
                </a:lnTo>
                <a:lnTo>
                  <a:pt x="110440" y="282127"/>
                </a:lnTo>
                <a:lnTo>
                  <a:pt x="112064" y="283210"/>
                </a:lnTo>
                <a:close/>
              </a:path>
              <a:path w="1398270" h="459739">
                <a:moveTo>
                  <a:pt x="1217206" y="285750"/>
                </a:moveTo>
                <a:lnTo>
                  <a:pt x="1217015" y="284479"/>
                </a:lnTo>
                <a:lnTo>
                  <a:pt x="1217206" y="285750"/>
                </a:lnTo>
                <a:close/>
              </a:path>
              <a:path w="1398270" h="459739">
                <a:moveTo>
                  <a:pt x="1217251" y="286051"/>
                </a:moveTo>
                <a:lnTo>
                  <a:pt x="1217015" y="284479"/>
                </a:lnTo>
                <a:lnTo>
                  <a:pt x="1217955" y="284479"/>
                </a:lnTo>
                <a:lnTo>
                  <a:pt x="1217345" y="285750"/>
                </a:lnTo>
                <a:lnTo>
                  <a:pt x="1217251" y="286051"/>
                </a:lnTo>
                <a:close/>
              </a:path>
              <a:path w="1398270" h="459739">
                <a:moveTo>
                  <a:pt x="1217345" y="285750"/>
                </a:moveTo>
                <a:lnTo>
                  <a:pt x="1217955" y="284479"/>
                </a:lnTo>
                <a:lnTo>
                  <a:pt x="1217548" y="285394"/>
                </a:lnTo>
                <a:lnTo>
                  <a:pt x="1217345" y="285750"/>
                </a:lnTo>
                <a:close/>
              </a:path>
              <a:path w="1398270" h="459739">
                <a:moveTo>
                  <a:pt x="1217548" y="285394"/>
                </a:moveTo>
                <a:lnTo>
                  <a:pt x="1217955" y="284479"/>
                </a:lnTo>
                <a:lnTo>
                  <a:pt x="1217548" y="285394"/>
                </a:lnTo>
                <a:close/>
              </a:path>
              <a:path w="1398270" h="459739">
                <a:moveTo>
                  <a:pt x="1217390" y="285750"/>
                </a:moveTo>
                <a:lnTo>
                  <a:pt x="1217548" y="285394"/>
                </a:lnTo>
                <a:lnTo>
                  <a:pt x="1217390" y="285750"/>
                </a:lnTo>
                <a:close/>
              </a:path>
              <a:path w="1398270" h="459739">
                <a:moveTo>
                  <a:pt x="1217141" y="286054"/>
                </a:moveTo>
                <a:lnTo>
                  <a:pt x="1217117" y="285750"/>
                </a:lnTo>
                <a:lnTo>
                  <a:pt x="1217141" y="286054"/>
                </a:lnTo>
                <a:close/>
              </a:path>
              <a:path w="1398270" h="459739">
                <a:moveTo>
                  <a:pt x="1217367" y="285800"/>
                </a:moveTo>
                <a:close/>
              </a:path>
              <a:path w="1398270" h="459739">
                <a:moveTo>
                  <a:pt x="1217396" y="287020"/>
                </a:moveTo>
                <a:lnTo>
                  <a:pt x="1217218" y="287020"/>
                </a:lnTo>
                <a:lnTo>
                  <a:pt x="1217262" y="286128"/>
                </a:lnTo>
                <a:lnTo>
                  <a:pt x="1217396" y="287020"/>
                </a:lnTo>
                <a:close/>
              </a:path>
              <a:path w="1398270" h="459739">
                <a:moveTo>
                  <a:pt x="1216977" y="287020"/>
                </a:moveTo>
                <a:lnTo>
                  <a:pt x="1217071" y="286465"/>
                </a:lnTo>
                <a:lnTo>
                  <a:pt x="1217158" y="286270"/>
                </a:lnTo>
                <a:lnTo>
                  <a:pt x="1217154" y="286465"/>
                </a:lnTo>
                <a:lnTo>
                  <a:pt x="1216977" y="287020"/>
                </a:lnTo>
                <a:close/>
              </a:path>
              <a:path w="1398270" h="459739">
                <a:moveTo>
                  <a:pt x="1217218" y="287020"/>
                </a:moveTo>
                <a:lnTo>
                  <a:pt x="1216977" y="287020"/>
                </a:lnTo>
                <a:lnTo>
                  <a:pt x="1217170" y="286416"/>
                </a:lnTo>
                <a:lnTo>
                  <a:pt x="1217218" y="287020"/>
                </a:lnTo>
                <a:close/>
              </a:path>
              <a:path w="1398270" h="459739">
                <a:moveTo>
                  <a:pt x="1216977" y="287020"/>
                </a:moveTo>
                <a:lnTo>
                  <a:pt x="1216825" y="287020"/>
                </a:lnTo>
                <a:lnTo>
                  <a:pt x="1217071" y="286465"/>
                </a:lnTo>
                <a:lnTo>
                  <a:pt x="1216977" y="287020"/>
                </a:lnTo>
                <a:close/>
              </a:path>
              <a:path w="1398270" h="459739">
                <a:moveTo>
                  <a:pt x="1198464" y="288867"/>
                </a:moveTo>
                <a:lnTo>
                  <a:pt x="1198372" y="288289"/>
                </a:lnTo>
                <a:lnTo>
                  <a:pt x="1198464" y="288867"/>
                </a:lnTo>
                <a:close/>
              </a:path>
              <a:path w="1398270" h="459739">
                <a:moveTo>
                  <a:pt x="1182281" y="307339"/>
                </a:moveTo>
                <a:lnTo>
                  <a:pt x="1185913" y="304800"/>
                </a:lnTo>
                <a:lnTo>
                  <a:pt x="1183933" y="306693"/>
                </a:lnTo>
                <a:lnTo>
                  <a:pt x="1182281" y="307339"/>
                </a:lnTo>
                <a:close/>
              </a:path>
              <a:path w="1398270" h="459739">
                <a:moveTo>
                  <a:pt x="1183933" y="306693"/>
                </a:moveTo>
                <a:lnTo>
                  <a:pt x="1185913" y="304800"/>
                </a:lnTo>
                <a:lnTo>
                  <a:pt x="1188773" y="304800"/>
                </a:lnTo>
                <a:lnTo>
                  <a:pt x="1183933" y="306693"/>
                </a:lnTo>
                <a:close/>
              </a:path>
              <a:path w="1398270" h="459739">
                <a:moveTo>
                  <a:pt x="1155754" y="331470"/>
                </a:moveTo>
                <a:lnTo>
                  <a:pt x="1125575" y="331470"/>
                </a:lnTo>
                <a:lnTo>
                  <a:pt x="1135684" y="323850"/>
                </a:lnTo>
                <a:lnTo>
                  <a:pt x="1135456" y="323850"/>
                </a:lnTo>
                <a:lnTo>
                  <a:pt x="1145324" y="316229"/>
                </a:lnTo>
                <a:lnTo>
                  <a:pt x="1145095" y="316229"/>
                </a:lnTo>
                <a:lnTo>
                  <a:pt x="1154709" y="307339"/>
                </a:lnTo>
                <a:lnTo>
                  <a:pt x="1182281" y="307339"/>
                </a:lnTo>
                <a:lnTo>
                  <a:pt x="1183933" y="306693"/>
                </a:lnTo>
                <a:lnTo>
                  <a:pt x="1176616" y="313689"/>
                </a:lnTo>
                <a:lnTo>
                  <a:pt x="1167041" y="322579"/>
                </a:lnTo>
                <a:lnTo>
                  <a:pt x="1157198" y="330200"/>
                </a:lnTo>
                <a:lnTo>
                  <a:pt x="1155754" y="331470"/>
                </a:lnTo>
                <a:close/>
              </a:path>
              <a:path w="1398270" h="459739">
                <a:moveTo>
                  <a:pt x="174466" y="323850"/>
                </a:moveTo>
                <a:lnTo>
                  <a:pt x="172796" y="323850"/>
                </a:lnTo>
                <a:lnTo>
                  <a:pt x="172631" y="322579"/>
                </a:lnTo>
                <a:lnTo>
                  <a:pt x="174466" y="323850"/>
                </a:lnTo>
                <a:close/>
              </a:path>
              <a:path w="1398270" h="459739">
                <a:moveTo>
                  <a:pt x="1031798" y="403860"/>
                </a:moveTo>
                <a:lnTo>
                  <a:pt x="979779" y="403860"/>
                </a:lnTo>
                <a:lnTo>
                  <a:pt x="992022" y="398779"/>
                </a:lnTo>
                <a:lnTo>
                  <a:pt x="991844" y="398779"/>
                </a:lnTo>
                <a:lnTo>
                  <a:pt x="1003985" y="394970"/>
                </a:lnTo>
                <a:lnTo>
                  <a:pt x="1003820" y="394970"/>
                </a:lnTo>
                <a:lnTo>
                  <a:pt x="1015847" y="389889"/>
                </a:lnTo>
                <a:lnTo>
                  <a:pt x="1015669" y="389889"/>
                </a:lnTo>
                <a:lnTo>
                  <a:pt x="1027595" y="384810"/>
                </a:lnTo>
                <a:lnTo>
                  <a:pt x="1027404" y="384810"/>
                </a:lnTo>
                <a:lnTo>
                  <a:pt x="1039190" y="379729"/>
                </a:lnTo>
                <a:lnTo>
                  <a:pt x="1038999" y="379729"/>
                </a:lnTo>
                <a:lnTo>
                  <a:pt x="1050645" y="374650"/>
                </a:lnTo>
                <a:lnTo>
                  <a:pt x="1050442" y="374650"/>
                </a:lnTo>
                <a:lnTo>
                  <a:pt x="1061948" y="369570"/>
                </a:lnTo>
                <a:lnTo>
                  <a:pt x="1061745" y="369570"/>
                </a:lnTo>
                <a:lnTo>
                  <a:pt x="1073073" y="363220"/>
                </a:lnTo>
                <a:lnTo>
                  <a:pt x="1072870" y="363220"/>
                </a:lnTo>
                <a:lnTo>
                  <a:pt x="1084021" y="358139"/>
                </a:lnTo>
                <a:lnTo>
                  <a:pt x="1083817" y="358139"/>
                </a:lnTo>
                <a:lnTo>
                  <a:pt x="1094778" y="351789"/>
                </a:lnTo>
                <a:lnTo>
                  <a:pt x="1094562" y="351789"/>
                </a:lnTo>
                <a:lnTo>
                  <a:pt x="1105344" y="344170"/>
                </a:lnTo>
                <a:lnTo>
                  <a:pt x="1105115" y="344170"/>
                </a:lnTo>
                <a:lnTo>
                  <a:pt x="1115682" y="337820"/>
                </a:lnTo>
                <a:lnTo>
                  <a:pt x="1115453" y="337820"/>
                </a:lnTo>
                <a:lnTo>
                  <a:pt x="1125804" y="330200"/>
                </a:lnTo>
                <a:lnTo>
                  <a:pt x="1125575" y="331470"/>
                </a:lnTo>
                <a:lnTo>
                  <a:pt x="1155754" y="331470"/>
                </a:lnTo>
                <a:lnTo>
                  <a:pt x="1147089" y="339089"/>
                </a:lnTo>
                <a:lnTo>
                  <a:pt x="1136751" y="346710"/>
                </a:lnTo>
                <a:lnTo>
                  <a:pt x="1126185" y="353060"/>
                </a:lnTo>
                <a:lnTo>
                  <a:pt x="1115402" y="360679"/>
                </a:lnTo>
                <a:lnTo>
                  <a:pt x="1104417" y="367029"/>
                </a:lnTo>
                <a:lnTo>
                  <a:pt x="1093228" y="374650"/>
                </a:lnTo>
                <a:lnTo>
                  <a:pt x="1081862" y="381000"/>
                </a:lnTo>
                <a:lnTo>
                  <a:pt x="1070330" y="386079"/>
                </a:lnTo>
                <a:lnTo>
                  <a:pt x="1058646" y="392429"/>
                </a:lnTo>
                <a:lnTo>
                  <a:pt x="1031798" y="403860"/>
                </a:lnTo>
                <a:close/>
              </a:path>
              <a:path w="1398270" h="459739">
                <a:moveTo>
                  <a:pt x="350050" y="401320"/>
                </a:moveTo>
                <a:lnTo>
                  <a:pt x="269227" y="401320"/>
                </a:lnTo>
                <a:lnTo>
                  <a:pt x="262102" y="396239"/>
                </a:lnTo>
                <a:lnTo>
                  <a:pt x="262267" y="396239"/>
                </a:lnTo>
                <a:lnTo>
                  <a:pt x="255168" y="392429"/>
                </a:lnTo>
                <a:lnTo>
                  <a:pt x="255384" y="392429"/>
                </a:lnTo>
                <a:lnTo>
                  <a:pt x="241249" y="383539"/>
                </a:lnTo>
                <a:lnTo>
                  <a:pt x="276733" y="383539"/>
                </a:lnTo>
                <a:lnTo>
                  <a:pt x="279615" y="384810"/>
                </a:lnTo>
                <a:lnTo>
                  <a:pt x="281595" y="384810"/>
                </a:lnTo>
                <a:lnTo>
                  <a:pt x="315633" y="393700"/>
                </a:lnTo>
                <a:lnTo>
                  <a:pt x="350050" y="401320"/>
                </a:lnTo>
                <a:close/>
              </a:path>
              <a:path w="1398270" h="459739">
                <a:moveTo>
                  <a:pt x="279615" y="384810"/>
                </a:moveTo>
                <a:lnTo>
                  <a:pt x="276733" y="383539"/>
                </a:lnTo>
                <a:lnTo>
                  <a:pt x="278471" y="383994"/>
                </a:lnTo>
                <a:lnTo>
                  <a:pt x="279615" y="384810"/>
                </a:lnTo>
                <a:close/>
              </a:path>
              <a:path w="1398270" h="459739">
                <a:moveTo>
                  <a:pt x="281595" y="384810"/>
                </a:moveTo>
                <a:lnTo>
                  <a:pt x="279615" y="384810"/>
                </a:lnTo>
                <a:lnTo>
                  <a:pt x="278471" y="383994"/>
                </a:lnTo>
                <a:lnTo>
                  <a:pt x="281595" y="384810"/>
                </a:lnTo>
                <a:close/>
              </a:path>
              <a:path w="1398270" h="459739">
                <a:moveTo>
                  <a:pt x="809015" y="459739"/>
                </a:moveTo>
                <a:lnTo>
                  <a:pt x="807592" y="459739"/>
                </a:lnTo>
                <a:lnTo>
                  <a:pt x="660565" y="455929"/>
                </a:lnTo>
                <a:lnTo>
                  <a:pt x="558685" y="452120"/>
                </a:lnTo>
                <a:lnTo>
                  <a:pt x="544448" y="452120"/>
                </a:lnTo>
                <a:lnTo>
                  <a:pt x="455777" y="443229"/>
                </a:lnTo>
                <a:lnTo>
                  <a:pt x="404647" y="433070"/>
                </a:lnTo>
                <a:lnTo>
                  <a:pt x="376504" y="427989"/>
                </a:lnTo>
                <a:lnTo>
                  <a:pt x="345554" y="420370"/>
                </a:lnTo>
                <a:lnTo>
                  <a:pt x="311010" y="411479"/>
                </a:lnTo>
                <a:lnTo>
                  <a:pt x="272110" y="402589"/>
                </a:lnTo>
                <a:lnTo>
                  <a:pt x="270624" y="401320"/>
                </a:lnTo>
                <a:lnTo>
                  <a:pt x="349948" y="401320"/>
                </a:lnTo>
                <a:lnTo>
                  <a:pt x="380796" y="408939"/>
                </a:lnTo>
                <a:lnTo>
                  <a:pt x="380657" y="408939"/>
                </a:lnTo>
                <a:lnTo>
                  <a:pt x="408660" y="415289"/>
                </a:lnTo>
                <a:lnTo>
                  <a:pt x="408520" y="415289"/>
                </a:lnTo>
                <a:lnTo>
                  <a:pt x="421703" y="417829"/>
                </a:lnTo>
                <a:lnTo>
                  <a:pt x="434352" y="420370"/>
                </a:lnTo>
                <a:lnTo>
                  <a:pt x="446684" y="421639"/>
                </a:lnTo>
                <a:lnTo>
                  <a:pt x="458787" y="424179"/>
                </a:lnTo>
                <a:lnTo>
                  <a:pt x="458660" y="424179"/>
                </a:lnTo>
                <a:lnTo>
                  <a:pt x="470776" y="425450"/>
                </a:lnTo>
                <a:lnTo>
                  <a:pt x="470636" y="425450"/>
                </a:lnTo>
                <a:lnTo>
                  <a:pt x="482727" y="426720"/>
                </a:lnTo>
                <a:lnTo>
                  <a:pt x="482587" y="426720"/>
                </a:lnTo>
                <a:lnTo>
                  <a:pt x="494753" y="429260"/>
                </a:lnTo>
                <a:lnTo>
                  <a:pt x="506844" y="429260"/>
                </a:lnTo>
                <a:lnTo>
                  <a:pt x="519455" y="430529"/>
                </a:lnTo>
                <a:lnTo>
                  <a:pt x="532333" y="431800"/>
                </a:lnTo>
                <a:lnTo>
                  <a:pt x="545693" y="433070"/>
                </a:lnTo>
                <a:lnTo>
                  <a:pt x="559523" y="433070"/>
                </a:lnTo>
                <a:lnTo>
                  <a:pt x="589699" y="434339"/>
                </a:lnTo>
                <a:lnTo>
                  <a:pt x="623214" y="435610"/>
                </a:lnTo>
                <a:lnTo>
                  <a:pt x="661035" y="436879"/>
                </a:lnTo>
                <a:lnTo>
                  <a:pt x="806914" y="440660"/>
                </a:lnTo>
                <a:lnTo>
                  <a:pt x="806627" y="440689"/>
                </a:lnTo>
                <a:lnTo>
                  <a:pt x="916455" y="440689"/>
                </a:lnTo>
                <a:lnTo>
                  <a:pt x="846582" y="454660"/>
                </a:lnTo>
                <a:lnTo>
                  <a:pt x="833958" y="455929"/>
                </a:lnTo>
                <a:lnTo>
                  <a:pt x="821397" y="458470"/>
                </a:lnTo>
                <a:lnTo>
                  <a:pt x="809015" y="459739"/>
                </a:lnTo>
                <a:close/>
              </a:path>
              <a:path w="1398270" h="459739">
                <a:moveTo>
                  <a:pt x="1013567" y="411479"/>
                </a:moveTo>
                <a:lnTo>
                  <a:pt x="955382" y="411479"/>
                </a:lnTo>
                <a:lnTo>
                  <a:pt x="967778" y="407670"/>
                </a:lnTo>
                <a:lnTo>
                  <a:pt x="967625" y="407670"/>
                </a:lnTo>
                <a:lnTo>
                  <a:pt x="979944" y="402589"/>
                </a:lnTo>
                <a:lnTo>
                  <a:pt x="979779" y="403860"/>
                </a:lnTo>
                <a:lnTo>
                  <a:pt x="1031798" y="403860"/>
                </a:lnTo>
                <a:lnTo>
                  <a:pt x="1013567" y="411479"/>
                </a:lnTo>
                <a:close/>
              </a:path>
              <a:path w="1398270" h="459739">
                <a:moveTo>
                  <a:pt x="916455" y="440689"/>
                </a:moveTo>
                <a:lnTo>
                  <a:pt x="808050" y="440689"/>
                </a:lnTo>
                <a:lnTo>
                  <a:pt x="806914" y="440660"/>
                </a:lnTo>
                <a:lnTo>
                  <a:pt x="819022" y="439420"/>
                </a:lnTo>
                <a:lnTo>
                  <a:pt x="831354" y="436879"/>
                </a:lnTo>
                <a:lnTo>
                  <a:pt x="843749" y="435610"/>
                </a:lnTo>
                <a:lnTo>
                  <a:pt x="856170" y="433070"/>
                </a:lnTo>
                <a:lnTo>
                  <a:pt x="868629" y="431800"/>
                </a:lnTo>
                <a:lnTo>
                  <a:pt x="881100" y="429260"/>
                </a:lnTo>
                <a:lnTo>
                  <a:pt x="893559" y="426720"/>
                </a:lnTo>
                <a:lnTo>
                  <a:pt x="906017" y="424179"/>
                </a:lnTo>
                <a:lnTo>
                  <a:pt x="918463" y="420370"/>
                </a:lnTo>
                <a:lnTo>
                  <a:pt x="918324" y="420370"/>
                </a:lnTo>
                <a:lnTo>
                  <a:pt x="930871" y="417829"/>
                </a:lnTo>
                <a:lnTo>
                  <a:pt x="930719" y="417829"/>
                </a:lnTo>
                <a:lnTo>
                  <a:pt x="943229" y="414020"/>
                </a:lnTo>
                <a:lnTo>
                  <a:pt x="943076" y="414020"/>
                </a:lnTo>
                <a:lnTo>
                  <a:pt x="955535" y="410210"/>
                </a:lnTo>
                <a:lnTo>
                  <a:pt x="955382" y="411479"/>
                </a:lnTo>
                <a:lnTo>
                  <a:pt x="1013567" y="411479"/>
                </a:lnTo>
                <a:lnTo>
                  <a:pt x="1010513" y="412750"/>
                </a:lnTo>
                <a:lnTo>
                  <a:pt x="998194" y="416560"/>
                </a:lnTo>
                <a:lnTo>
                  <a:pt x="985786" y="421639"/>
                </a:lnTo>
                <a:lnTo>
                  <a:pt x="948143" y="433070"/>
                </a:lnTo>
                <a:lnTo>
                  <a:pt x="935494" y="435610"/>
                </a:lnTo>
                <a:lnTo>
                  <a:pt x="922807" y="439420"/>
                </a:lnTo>
                <a:lnTo>
                  <a:pt x="916455" y="440689"/>
                </a:lnTo>
                <a:close/>
              </a:path>
              <a:path w="1398270" h="459739">
                <a:moveTo>
                  <a:pt x="506971" y="429260"/>
                </a:moveTo>
                <a:lnTo>
                  <a:pt x="494753" y="429260"/>
                </a:lnTo>
                <a:lnTo>
                  <a:pt x="494626" y="427989"/>
                </a:lnTo>
                <a:lnTo>
                  <a:pt x="506971" y="429260"/>
                </a:lnTo>
                <a:close/>
              </a:path>
              <a:path w="1398270" h="459739">
                <a:moveTo>
                  <a:pt x="808050" y="440689"/>
                </a:moveTo>
                <a:lnTo>
                  <a:pt x="806627" y="440689"/>
                </a:lnTo>
                <a:lnTo>
                  <a:pt x="806914" y="440660"/>
                </a:lnTo>
                <a:lnTo>
                  <a:pt x="808050" y="4406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834153" y="4274286"/>
            <a:ext cx="1080770" cy="458470"/>
          </a:xfrm>
          <a:custGeom>
            <a:avLst/>
            <a:gdLst/>
            <a:ahLst/>
            <a:cxnLst/>
            <a:rect l="l" t="t" r="r" b="b"/>
            <a:pathLst>
              <a:path w="1080770" h="458470">
                <a:moveTo>
                  <a:pt x="1071557" y="36829"/>
                </a:moveTo>
                <a:lnTo>
                  <a:pt x="1051890" y="36829"/>
                </a:lnTo>
                <a:lnTo>
                  <a:pt x="1057236" y="17779"/>
                </a:lnTo>
                <a:lnTo>
                  <a:pt x="1062139" y="0"/>
                </a:lnTo>
                <a:lnTo>
                  <a:pt x="1080554" y="3810"/>
                </a:lnTo>
                <a:lnTo>
                  <a:pt x="1075524" y="22860"/>
                </a:lnTo>
                <a:lnTo>
                  <a:pt x="1071557" y="36829"/>
                </a:lnTo>
                <a:close/>
              </a:path>
              <a:path w="1080770" h="458470">
                <a:moveTo>
                  <a:pt x="1065978" y="54610"/>
                </a:moveTo>
                <a:lnTo>
                  <a:pt x="1046251" y="54610"/>
                </a:lnTo>
                <a:lnTo>
                  <a:pt x="1051966" y="35560"/>
                </a:lnTo>
                <a:lnTo>
                  <a:pt x="1051890" y="36829"/>
                </a:lnTo>
                <a:lnTo>
                  <a:pt x="1071557" y="36829"/>
                </a:lnTo>
                <a:lnTo>
                  <a:pt x="1070114" y="41910"/>
                </a:lnTo>
                <a:lnTo>
                  <a:pt x="1065978" y="54610"/>
                </a:lnTo>
                <a:close/>
              </a:path>
              <a:path w="1080770" h="458470">
                <a:moveTo>
                  <a:pt x="1025999" y="152400"/>
                </a:moveTo>
                <a:lnTo>
                  <a:pt x="1004785" y="152400"/>
                </a:lnTo>
                <a:lnTo>
                  <a:pt x="1012710" y="135889"/>
                </a:lnTo>
                <a:lnTo>
                  <a:pt x="1020165" y="120650"/>
                </a:lnTo>
                <a:lnTo>
                  <a:pt x="1027252" y="104139"/>
                </a:lnTo>
                <a:lnTo>
                  <a:pt x="1033970" y="87629"/>
                </a:lnTo>
                <a:lnTo>
                  <a:pt x="1040333" y="71120"/>
                </a:lnTo>
                <a:lnTo>
                  <a:pt x="1046327" y="53339"/>
                </a:lnTo>
                <a:lnTo>
                  <a:pt x="1046251" y="54610"/>
                </a:lnTo>
                <a:lnTo>
                  <a:pt x="1065978" y="54610"/>
                </a:lnTo>
                <a:lnTo>
                  <a:pt x="1064323" y="59689"/>
                </a:lnTo>
                <a:lnTo>
                  <a:pt x="1044689" y="111760"/>
                </a:lnTo>
                <a:lnTo>
                  <a:pt x="1029715" y="144779"/>
                </a:lnTo>
                <a:lnTo>
                  <a:pt x="1025999" y="152400"/>
                </a:lnTo>
                <a:close/>
              </a:path>
              <a:path w="1080770" h="458470">
                <a:moveTo>
                  <a:pt x="0" y="209550"/>
                </a:moveTo>
                <a:lnTo>
                  <a:pt x="14071" y="125729"/>
                </a:lnTo>
                <a:lnTo>
                  <a:pt x="63051" y="176529"/>
                </a:lnTo>
                <a:lnTo>
                  <a:pt x="39750" y="176529"/>
                </a:lnTo>
                <a:lnTo>
                  <a:pt x="21920" y="184150"/>
                </a:lnTo>
                <a:lnTo>
                  <a:pt x="28161" y="200712"/>
                </a:lnTo>
                <a:lnTo>
                  <a:pt x="0" y="209550"/>
                </a:lnTo>
                <a:close/>
              </a:path>
              <a:path w="1080770" h="458470">
                <a:moveTo>
                  <a:pt x="1018155" y="167639"/>
                </a:moveTo>
                <a:lnTo>
                  <a:pt x="996594" y="167639"/>
                </a:lnTo>
                <a:lnTo>
                  <a:pt x="1004900" y="151129"/>
                </a:lnTo>
                <a:lnTo>
                  <a:pt x="1004785" y="152400"/>
                </a:lnTo>
                <a:lnTo>
                  <a:pt x="1025999" y="152400"/>
                </a:lnTo>
                <a:lnTo>
                  <a:pt x="1021664" y="161289"/>
                </a:lnTo>
                <a:lnTo>
                  <a:pt x="1018155" y="167639"/>
                </a:lnTo>
                <a:close/>
              </a:path>
              <a:path w="1080770" h="458470">
                <a:moveTo>
                  <a:pt x="946086" y="276860"/>
                </a:moveTo>
                <a:lnTo>
                  <a:pt x="925195" y="276860"/>
                </a:lnTo>
                <a:lnTo>
                  <a:pt x="926846" y="273050"/>
                </a:lnTo>
                <a:lnTo>
                  <a:pt x="927226" y="271779"/>
                </a:lnTo>
                <a:lnTo>
                  <a:pt x="929881" y="267970"/>
                </a:lnTo>
                <a:lnTo>
                  <a:pt x="934364" y="260350"/>
                </a:lnTo>
                <a:lnTo>
                  <a:pt x="939761" y="252729"/>
                </a:lnTo>
                <a:lnTo>
                  <a:pt x="950290" y="238760"/>
                </a:lnTo>
                <a:lnTo>
                  <a:pt x="960310" y="224789"/>
                </a:lnTo>
                <a:lnTo>
                  <a:pt x="969975" y="210820"/>
                </a:lnTo>
                <a:lnTo>
                  <a:pt x="969835" y="210820"/>
                </a:lnTo>
                <a:lnTo>
                  <a:pt x="979258" y="196850"/>
                </a:lnTo>
                <a:lnTo>
                  <a:pt x="979131" y="196850"/>
                </a:lnTo>
                <a:lnTo>
                  <a:pt x="988174" y="181610"/>
                </a:lnTo>
                <a:lnTo>
                  <a:pt x="988047" y="181610"/>
                </a:lnTo>
                <a:lnTo>
                  <a:pt x="996721" y="166370"/>
                </a:lnTo>
                <a:lnTo>
                  <a:pt x="996594" y="167639"/>
                </a:lnTo>
                <a:lnTo>
                  <a:pt x="1018155" y="167639"/>
                </a:lnTo>
                <a:lnTo>
                  <a:pt x="1013244" y="176529"/>
                </a:lnTo>
                <a:lnTo>
                  <a:pt x="1004443" y="191770"/>
                </a:lnTo>
                <a:lnTo>
                  <a:pt x="995273" y="207010"/>
                </a:lnTo>
                <a:lnTo>
                  <a:pt x="985735" y="220979"/>
                </a:lnTo>
                <a:lnTo>
                  <a:pt x="975817" y="236220"/>
                </a:lnTo>
                <a:lnTo>
                  <a:pt x="965542" y="250189"/>
                </a:lnTo>
                <a:lnTo>
                  <a:pt x="955014" y="264160"/>
                </a:lnTo>
                <a:lnTo>
                  <a:pt x="949718" y="271779"/>
                </a:lnTo>
                <a:lnTo>
                  <a:pt x="949985" y="271779"/>
                </a:lnTo>
                <a:lnTo>
                  <a:pt x="946086" y="276860"/>
                </a:lnTo>
                <a:close/>
              </a:path>
              <a:path w="1080770" h="458470">
                <a:moveTo>
                  <a:pt x="28161" y="200712"/>
                </a:moveTo>
                <a:lnTo>
                  <a:pt x="21920" y="184150"/>
                </a:lnTo>
                <a:lnTo>
                  <a:pt x="39750" y="176529"/>
                </a:lnTo>
                <a:lnTo>
                  <a:pt x="46674" y="194903"/>
                </a:lnTo>
                <a:lnTo>
                  <a:pt x="28161" y="200712"/>
                </a:lnTo>
                <a:close/>
              </a:path>
              <a:path w="1080770" h="458470">
                <a:moveTo>
                  <a:pt x="46674" y="194903"/>
                </a:moveTo>
                <a:lnTo>
                  <a:pt x="39750" y="176529"/>
                </a:lnTo>
                <a:lnTo>
                  <a:pt x="63051" y="176529"/>
                </a:lnTo>
                <a:lnTo>
                  <a:pt x="72847" y="186689"/>
                </a:lnTo>
                <a:lnTo>
                  <a:pt x="46674" y="194903"/>
                </a:lnTo>
                <a:close/>
              </a:path>
              <a:path w="1080770" h="458470">
                <a:moveTo>
                  <a:pt x="35318" y="218439"/>
                </a:moveTo>
                <a:lnTo>
                  <a:pt x="34162" y="214629"/>
                </a:lnTo>
                <a:lnTo>
                  <a:pt x="34505" y="214629"/>
                </a:lnTo>
                <a:lnTo>
                  <a:pt x="32981" y="212089"/>
                </a:lnTo>
                <a:lnTo>
                  <a:pt x="33274" y="212089"/>
                </a:lnTo>
                <a:lnTo>
                  <a:pt x="31483" y="208279"/>
                </a:lnTo>
                <a:lnTo>
                  <a:pt x="31013" y="208279"/>
                </a:lnTo>
                <a:lnTo>
                  <a:pt x="28161" y="200712"/>
                </a:lnTo>
                <a:lnTo>
                  <a:pt x="46674" y="194903"/>
                </a:lnTo>
                <a:lnTo>
                  <a:pt x="48844" y="200660"/>
                </a:lnTo>
                <a:lnTo>
                  <a:pt x="48374" y="200660"/>
                </a:lnTo>
                <a:lnTo>
                  <a:pt x="50164" y="203200"/>
                </a:lnTo>
                <a:lnTo>
                  <a:pt x="51968" y="207010"/>
                </a:lnTo>
                <a:lnTo>
                  <a:pt x="52311" y="208279"/>
                </a:lnTo>
                <a:lnTo>
                  <a:pt x="53466" y="212089"/>
                </a:lnTo>
                <a:lnTo>
                  <a:pt x="53695" y="213360"/>
                </a:lnTo>
                <a:lnTo>
                  <a:pt x="54533" y="217170"/>
                </a:lnTo>
                <a:lnTo>
                  <a:pt x="35102" y="217170"/>
                </a:lnTo>
                <a:lnTo>
                  <a:pt x="35318" y="218439"/>
                </a:lnTo>
                <a:close/>
              </a:path>
              <a:path w="1080770" h="458470">
                <a:moveTo>
                  <a:pt x="35940" y="220979"/>
                </a:moveTo>
                <a:lnTo>
                  <a:pt x="35102" y="217170"/>
                </a:lnTo>
                <a:lnTo>
                  <a:pt x="54533" y="217170"/>
                </a:lnTo>
                <a:lnTo>
                  <a:pt x="54965" y="219710"/>
                </a:lnTo>
                <a:lnTo>
                  <a:pt x="35826" y="219710"/>
                </a:lnTo>
                <a:lnTo>
                  <a:pt x="35940" y="220979"/>
                </a:lnTo>
                <a:close/>
              </a:path>
              <a:path w="1080770" h="458470">
                <a:moveTo>
                  <a:pt x="63817" y="264160"/>
                </a:moveTo>
                <a:lnTo>
                  <a:pt x="61125" y="261620"/>
                </a:lnTo>
                <a:lnTo>
                  <a:pt x="61925" y="261620"/>
                </a:lnTo>
                <a:lnTo>
                  <a:pt x="56121" y="257810"/>
                </a:lnTo>
                <a:lnTo>
                  <a:pt x="52641" y="255270"/>
                </a:lnTo>
                <a:lnTo>
                  <a:pt x="49784" y="252729"/>
                </a:lnTo>
                <a:lnTo>
                  <a:pt x="48971" y="252729"/>
                </a:lnTo>
                <a:lnTo>
                  <a:pt x="46278" y="250189"/>
                </a:lnTo>
                <a:lnTo>
                  <a:pt x="45364" y="248920"/>
                </a:lnTo>
                <a:lnTo>
                  <a:pt x="42925" y="245110"/>
                </a:lnTo>
                <a:lnTo>
                  <a:pt x="42011" y="243839"/>
                </a:lnTo>
                <a:lnTo>
                  <a:pt x="40449" y="241300"/>
                </a:lnTo>
                <a:lnTo>
                  <a:pt x="39928" y="240029"/>
                </a:lnTo>
                <a:lnTo>
                  <a:pt x="38811" y="236220"/>
                </a:lnTo>
                <a:lnTo>
                  <a:pt x="38557" y="234950"/>
                </a:lnTo>
                <a:lnTo>
                  <a:pt x="37757" y="232410"/>
                </a:lnTo>
                <a:lnTo>
                  <a:pt x="37020" y="227329"/>
                </a:lnTo>
                <a:lnTo>
                  <a:pt x="35826" y="219710"/>
                </a:lnTo>
                <a:lnTo>
                  <a:pt x="54965" y="219710"/>
                </a:lnTo>
                <a:lnTo>
                  <a:pt x="55829" y="224789"/>
                </a:lnTo>
                <a:lnTo>
                  <a:pt x="56438" y="228600"/>
                </a:lnTo>
                <a:lnTo>
                  <a:pt x="56603" y="228600"/>
                </a:lnTo>
                <a:lnTo>
                  <a:pt x="57137" y="231139"/>
                </a:lnTo>
                <a:lnTo>
                  <a:pt x="57636" y="232410"/>
                </a:lnTo>
                <a:lnTo>
                  <a:pt x="57492" y="232410"/>
                </a:lnTo>
                <a:lnTo>
                  <a:pt x="59042" y="236220"/>
                </a:lnTo>
                <a:lnTo>
                  <a:pt x="59651" y="236220"/>
                </a:lnTo>
                <a:lnTo>
                  <a:pt x="60566" y="237489"/>
                </a:lnTo>
                <a:lnTo>
                  <a:pt x="60998" y="237489"/>
                </a:lnTo>
                <a:lnTo>
                  <a:pt x="62344" y="238760"/>
                </a:lnTo>
                <a:lnTo>
                  <a:pt x="61531" y="238760"/>
                </a:lnTo>
                <a:lnTo>
                  <a:pt x="64388" y="240029"/>
                </a:lnTo>
                <a:lnTo>
                  <a:pt x="63868" y="240029"/>
                </a:lnTo>
                <a:lnTo>
                  <a:pt x="72631" y="246379"/>
                </a:lnTo>
                <a:lnTo>
                  <a:pt x="73431" y="246379"/>
                </a:lnTo>
                <a:lnTo>
                  <a:pt x="76123" y="248920"/>
                </a:lnTo>
                <a:lnTo>
                  <a:pt x="77050" y="250189"/>
                </a:lnTo>
                <a:lnTo>
                  <a:pt x="79489" y="252729"/>
                </a:lnTo>
                <a:lnTo>
                  <a:pt x="80213" y="254000"/>
                </a:lnTo>
                <a:lnTo>
                  <a:pt x="82778" y="257810"/>
                </a:lnTo>
                <a:lnTo>
                  <a:pt x="84759" y="260350"/>
                </a:lnTo>
                <a:lnTo>
                  <a:pt x="85089" y="261620"/>
                </a:lnTo>
                <a:lnTo>
                  <a:pt x="85716" y="262889"/>
                </a:lnTo>
                <a:lnTo>
                  <a:pt x="62890" y="262889"/>
                </a:lnTo>
                <a:lnTo>
                  <a:pt x="63817" y="264160"/>
                </a:lnTo>
                <a:close/>
              </a:path>
              <a:path w="1080770" h="458470">
                <a:moveTo>
                  <a:pt x="56603" y="228600"/>
                </a:moveTo>
                <a:lnTo>
                  <a:pt x="56438" y="228600"/>
                </a:lnTo>
                <a:lnTo>
                  <a:pt x="56337" y="227329"/>
                </a:lnTo>
                <a:lnTo>
                  <a:pt x="56603" y="228600"/>
                </a:lnTo>
                <a:close/>
              </a:path>
              <a:path w="1080770" h="458470">
                <a:moveTo>
                  <a:pt x="57260" y="231139"/>
                </a:moveTo>
                <a:lnTo>
                  <a:pt x="56883" y="229870"/>
                </a:lnTo>
                <a:lnTo>
                  <a:pt x="57260" y="231139"/>
                </a:lnTo>
                <a:close/>
              </a:path>
              <a:path w="1080770" h="458470">
                <a:moveTo>
                  <a:pt x="58013" y="233679"/>
                </a:moveTo>
                <a:lnTo>
                  <a:pt x="57492" y="232410"/>
                </a:lnTo>
                <a:lnTo>
                  <a:pt x="57636" y="232410"/>
                </a:lnTo>
                <a:lnTo>
                  <a:pt x="58013" y="233679"/>
                </a:lnTo>
                <a:close/>
              </a:path>
              <a:path w="1080770" h="458470">
                <a:moveTo>
                  <a:pt x="59753" y="236220"/>
                </a:moveTo>
                <a:lnTo>
                  <a:pt x="59042" y="236220"/>
                </a:lnTo>
                <a:lnTo>
                  <a:pt x="58127" y="233679"/>
                </a:lnTo>
                <a:lnTo>
                  <a:pt x="59753" y="236220"/>
                </a:lnTo>
                <a:close/>
              </a:path>
              <a:path w="1080770" h="458470">
                <a:moveTo>
                  <a:pt x="60566" y="237489"/>
                </a:moveTo>
                <a:lnTo>
                  <a:pt x="59651" y="236220"/>
                </a:lnTo>
                <a:lnTo>
                  <a:pt x="59908" y="236461"/>
                </a:lnTo>
                <a:lnTo>
                  <a:pt x="60566" y="237489"/>
                </a:lnTo>
                <a:close/>
              </a:path>
              <a:path w="1080770" h="458470">
                <a:moveTo>
                  <a:pt x="59908" y="236461"/>
                </a:moveTo>
                <a:lnTo>
                  <a:pt x="59651" y="236220"/>
                </a:lnTo>
                <a:lnTo>
                  <a:pt x="59908" y="236461"/>
                </a:lnTo>
                <a:close/>
              </a:path>
              <a:path w="1080770" h="458470">
                <a:moveTo>
                  <a:pt x="60998" y="237489"/>
                </a:moveTo>
                <a:lnTo>
                  <a:pt x="60566" y="237489"/>
                </a:lnTo>
                <a:lnTo>
                  <a:pt x="59908" y="236461"/>
                </a:lnTo>
                <a:lnTo>
                  <a:pt x="60998" y="237489"/>
                </a:lnTo>
                <a:close/>
              </a:path>
              <a:path w="1080770" h="458470">
                <a:moveTo>
                  <a:pt x="65297" y="265397"/>
                </a:moveTo>
                <a:lnTo>
                  <a:pt x="62890" y="262889"/>
                </a:lnTo>
                <a:lnTo>
                  <a:pt x="85716" y="262889"/>
                </a:lnTo>
                <a:lnTo>
                  <a:pt x="86343" y="264160"/>
                </a:lnTo>
                <a:lnTo>
                  <a:pt x="64592" y="264160"/>
                </a:lnTo>
                <a:lnTo>
                  <a:pt x="65297" y="265397"/>
                </a:lnTo>
                <a:close/>
              </a:path>
              <a:path w="1080770" h="458470">
                <a:moveTo>
                  <a:pt x="86969" y="265429"/>
                </a:moveTo>
                <a:lnTo>
                  <a:pt x="65328" y="265429"/>
                </a:lnTo>
                <a:lnTo>
                  <a:pt x="64592" y="264160"/>
                </a:lnTo>
                <a:lnTo>
                  <a:pt x="86343" y="264160"/>
                </a:lnTo>
                <a:lnTo>
                  <a:pt x="86969" y="265429"/>
                </a:lnTo>
                <a:close/>
              </a:path>
              <a:path w="1080770" h="458470">
                <a:moveTo>
                  <a:pt x="66763" y="267970"/>
                </a:moveTo>
                <a:lnTo>
                  <a:pt x="65297" y="265397"/>
                </a:lnTo>
                <a:lnTo>
                  <a:pt x="86969" y="265429"/>
                </a:lnTo>
                <a:lnTo>
                  <a:pt x="87596" y="266700"/>
                </a:lnTo>
                <a:lnTo>
                  <a:pt x="66382" y="266700"/>
                </a:lnTo>
                <a:lnTo>
                  <a:pt x="66763" y="267970"/>
                </a:lnTo>
                <a:close/>
              </a:path>
              <a:path w="1080770" h="458470">
                <a:moveTo>
                  <a:pt x="68364" y="270510"/>
                </a:moveTo>
                <a:lnTo>
                  <a:pt x="66382" y="266700"/>
                </a:lnTo>
                <a:lnTo>
                  <a:pt x="87596" y="266700"/>
                </a:lnTo>
                <a:lnTo>
                  <a:pt x="88849" y="269239"/>
                </a:lnTo>
                <a:lnTo>
                  <a:pt x="68033" y="269239"/>
                </a:lnTo>
                <a:lnTo>
                  <a:pt x="68364" y="270510"/>
                </a:lnTo>
                <a:close/>
              </a:path>
              <a:path w="1080770" h="458470">
                <a:moveTo>
                  <a:pt x="92201" y="276860"/>
                </a:moveTo>
                <a:lnTo>
                  <a:pt x="71627" y="276860"/>
                </a:lnTo>
                <a:lnTo>
                  <a:pt x="68033" y="269239"/>
                </a:lnTo>
                <a:lnTo>
                  <a:pt x="88849" y="269239"/>
                </a:lnTo>
                <a:lnTo>
                  <a:pt x="92201" y="276860"/>
                </a:lnTo>
                <a:close/>
              </a:path>
              <a:path w="1080770" h="458470">
                <a:moveTo>
                  <a:pt x="628116" y="458470"/>
                </a:moveTo>
                <a:lnTo>
                  <a:pt x="626262" y="458470"/>
                </a:lnTo>
                <a:lnTo>
                  <a:pt x="513714" y="455929"/>
                </a:lnTo>
                <a:lnTo>
                  <a:pt x="435470" y="452120"/>
                </a:lnTo>
                <a:lnTo>
                  <a:pt x="424599" y="450850"/>
                </a:lnTo>
                <a:lnTo>
                  <a:pt x="414159" y="450850"/>
                </a:lnTo>
                <a:lnTo>
                  <a:pt x="375145" y="445770"/>
                </a:lnTo>
                <a:lnTo>
                  <a:pt x="365709" y="443229"/>
                </a:lnTo>
                <a:lnTo>
                  <a:pt x="346748" y="440689"/>
                </a:lnTo>
                <a:lnTo>
                  <a:pt x="337058" y="438150"/>
                </a:lnTo>
                <a:lnTo>
                  <a:pt x="316890" y="433070"/>
                </a:lnTo>
                <a:lnTo>
                  <a:pt x="295262" y="426720"/>
                </a:lnTo>
                <a:lnTo>
                  <a:pt x="271525" y="419100"/>
                </a:lnTo>
                <a:lnTo>
                  <a:pt x="245059" y="411479"/>
                </a:lnTo>
                <a:lnTo>
                  <a:pt x="215277" y="401320"/>
                </a:lnTo>
                <a:lnTo>
                  <a:pt x="213626" y="400050"/>
                </a:lnTo>
                <a:lnTo>
                  <a:pt x="212140" y="400050"/>
                </a:lnTo>
                <a:lnTo>
                  <a:pt x="201256" y="391160"/>
                </a:lnTo>
                <a:lnTo>
                  <a:pt x="201549" y="391160"/>
                </a:lnTo>
                <a:lnTo>
                  <a:pt x="190741" y="382270"/>
                </a:lnTo>
                <a:lnTo>
                  <a:pt x="190944" y="382270"/>
                </a:lnTo>
                <a:lnTo>
                  <a:pt x="180162" y="374650"/>
                </a:lnTo>
                <a:lnTo>
                  <a:pt x="158457" y="359410"/>
                </a:lnTo>
                <a:lnTo>
                  <a:pt x="147269" y="351789"/>
                </a:lnTo>
                <a:lnTo>
                  <a:pt x="135864" y="342900"/>
                </a:lnTo>
                <a:lnTo>
                  <a:pt x="124485" y="332739"/>
                </a:lnTo>
                <a:lnTo>
                  <a:pt x="80733" y="294639"/>
                </a:lnTo>
                <a:lnTo>
                  <a:pt x="79387" y="293370"/>
                </a:lnTo>
                <a:lnTo>
                  <a:pt x="78371" y="292100"/>
                </a:lnTo>
                <a:lnTo>
                  <a:pt x="74815" y="284479"/>
                </a:lnTo>
                <a:lnTo>
                  <a:pt x="71450" y="276860"/>
                </a:lnTo>
                <a:lnTo>
                  <a:pt x="92201" y="276860"/>
                </a:lnTo>
                <a:lnTo>
                  <a:pt x="92125" y="275589"/>
                </a:lnTo>
                <a:lnTo>
                  <a:pt x="94445" y="280670"/>
                </a:lnTo>
                <a:lnTo>
                  <a:pt x="93243" y="280670"/>
                </a:lnTo>
                <a:lnTo>
                  <a:pt x="95605" y="283210"/>
                </a:lnTo>
                <a:lnTo>
                  <a:pt x="96160" y="283210"/>
                </a:lnTo>
                <a:lnTo>
                  <a:pt x="136994" y="318770"/>
                </a:lnTo>
                <a:lnTo>
                  <a:pt x="148183" y="327660"/>
                </a:lnTo>
                <a:lnTo>
                  <a:pt x="147878" y="327660"/>
                </a:lnTo>
                <a:lnTo>
                  <a:pt x="158978" y="336550"/>
                </a:lnTo>
                <a:lnTo>
                  <a:pt x="158750" y="336550"/>
                </a:lnTo>
                <a:lnTo>
                  <a:pt x="169710" y="344170"/>
                </a:lnTo>
                <a:lnTo>
                  <a:pt x="180441" y="351789"/>
                </a:lnTo>
                <a:lnTo>
                  <a:pt x="202323" y="367029"/>
                </a:lnTo>
                <a:lnTo>
                  <a:pt x="213144" y="375920"/>
                </a:lnTo>
                <a:lnTo>
                  <a:pt x="222723" y="383539"/>
                </a:lnTo>
                <a:lnTo>
                  <a:pt x="221183" y="383539"/>
                </a:lnTo>
                <a:lnTo>
                  <a:pt x="224320" y="384810"/>
                </a:lnTo>
                <a:lnTo>
                  <a:pt x="225437" y="384810"/>
                </a:lnTo>
                <a:lnTo>
                  <a:pt x="250964" y="392429"/>
                </a:lnTo>
                <a:lnTo>
                  <a:pt x="277291" y="401320"/>
                </a:lnTo>
                <a:lnTo>
                  <a:pt x="300786" y="408939"/>
                </a:lnTo>
                <a:lnTo>
                  <a:pt x="300609" y="408939"/>
                </a:lnTo>
                <a:lnTo>
                  <a:pt x="322046" y="414020"/>
                </a:lnTo>
                <a:lnTo>
                  <a:pt x="321868" y="414020"/>
                </a:lnTo>
                <a:lnTo>
                  <a:pt x="331952" y="416560"/>
                </a:lnTo>
                <a:lnTo>
                  <a:pt x="331812" y="416560"/>
                </a:lnTo>
                <a:lnTo>
                  <a:pt x="341591" y="419100"/>
                </a:lnTo>
                <a:lnTo>
                  <a:pt x="341439" y="419100"/>
                </a:lnTo>
                <a:lnTo>
                  <a:pt x="350964" y="421639"/>
                </a:lnTo>
                <a:lnTo>
                  <a:pt x="350812" y="421639"/>
                </a:lnTo>
                <a:lnTo>
                  <a:pt x="360172" y="422910"/>
                </a:lnTo>
                <a:lnTo>
                  <a:pt x="360006" y="422910"/>
                </a:lnTo>
                <a:lnTo>
                  <a:pt x="369277" y="425450"/>
                </a:lnTo>
                <a:lnTo>
                  <a:pt x="369100" y="425450"/>
                </a:lnTo>
                <a:lnTo>
                  <a:pt x="378358" y="426720"/>
                </a:lnTo>
                <a:lnTo>
                  <a:pt x="378180" y="426720"/>
                </a:lnTo>
                <a:lnTo>
                  <a:pt x="387489" y="427989"/>
                </a:lnTo>
                <a:lnTo>
                  <a:pt x="387324" y="427989"/>
                </a:lnTo>
                <a:lnTo>
                  <a:pt x="396773" y="429260"/>
                </a:lnTo>
                <a:lnTo>
                  <a:pt x="396608" y="429260"/>
                </a:lnTo>
                <a:lnTo>
                  <a:pt x="406273" y="430529"/>
                </a:lnTo>
                <a:lnTo>
                  <a:pt x="406120" y="430529"/>
                </a:lnTo>
                <a:lnTo>
                  <a:pt x="416064" y="431800"/>
                </a:lnTo>
                <a:lnTo>
                  <a:pt x="426123" y="431800"/>
                </a:lnTo>
                <a:lnTo>
                  <a:pt x="436854" y="433070"/>
                </a:lnTo>
                <a:lnTo>
                  <a:pt x="436714" y="433070"/>
                </a:lnTo>
                <a:lnTo>
                  <a:pt x="459803" y="434339"/>
                </a:lnTo>
                <a:lnTo>
                  <a:pt x="485419" y="435610"/>
                </a:lnTo>
                <a:lnTo>
                  <a:pt x="514337" y="436879"/>
                </a:lnTo>
                <a:lnTo>
                  <a:pt x="626859" y="439420"/>
                </a:lnTo>
                <a:lnTo>
                  <a:pt x="625017" y="440689"/>
                </a:lnTo>
                <a:lnTo>
                  <a:pt x="709172" y="440689"/>
                </a:lnTo>
                <a:lnTo>
                  <a:pt x="705904" y="441960"/>
                </a:lnTo>
                <a:lnTo>
                  <a:pt x="666724" y="452120"/>
                </a:lnTo>
                <a:lnTo>
                  <a:pt x="656983" y="453389"/>
                </a:lnTo>
                <a:lnTo>
                  <a:pt x="647268" y="455929"/>
                </a:lnTo>
                <a:lnTo>
                  <a:pt x="628116" y="458470"/>
                </a:lnTo>
                <a:close/>
              </a:path>
              <a:path w="1080770" h="458470">
                <a:moveTo>
                  <a:pt x="923592" y="281772"/>
                </a:moveTo>
                <a:lnTo>
                  <a:pt x="923912" y="279400"/>
                </a:lnTo>
                <a:lnTo>
                  <a:pt x="924788" y="276860"/>
                </a:lnTo>
                <a:lnTo>
                  <a:pt x="946403" y="276860"/>
                </a:lnTo>
                <a:lnTo>
                  <a:pt x="945076" y="279400"/>
                </a:lnTo>
                <a:lnTo>
                  <a:pt x="928560" y="279400"/>
                </a:lnTo>
                <a:lnTo>
                  <a:pt x="926007" y="280670"/>
                </a:lnTo>
                <a:lnTo>
                  <a:pt x="926452" y="280670"/>
                </a:lnTo>
                <a:lnTo>
                  <a:pt x="923592" y="281772"/>
                </a:lnTo>
                <a:close/>
              </a:path>
              <a:path w="1080770" h="458470">
                <a:moveTo>
                  <a:pt x="923325" y="287528"/>
                </a:moveTo>
                <a:lnTo>
                  <a:pt x="923251" y="283210"/>
                </a:lnTo>
                <a:lnTo>
                  <a:pt x="923569" y="281939"/>
                </a:lnTo>
                <a:lnTo>
                  <a:pt x="923592" y="281772"/>
                </a:lnTo>
                <a:lnTo>
                  <a:pt x="926452" y="280670"/>
                </a:lnTo>
                <a:lnTo>
                  <a:pt x="926007" y="280670"/>
                </a:lnTo>
                <a:lnTo>
                  <a:pt x="928560" y="279400"/>
                </a:lnTo>
                <a:lnTo>
                  <a:pt x="924801" y="281939"/>
                </a:lnTo>
                <a:lnTo>
                  <a:pt x="925118" y="281939"/>
                </a:lnTo>
                <a:lnTo>
                  <a:pt x="923416" y="285750"/>
                </a:lnTo>
                <a:lnTo>
                  <a:pt x="923325" y="287528"/>
                </a:lnTo>
                <a:close/>
              </a:path>
              <a:path w="1080770" h="458470">
                <a:moveTo>
                  <a:pt x="942009" y="285750"/>
                </a:moveTo>
                <a:lnTo>
                  <a:pt x="923404" y="285750"/>
                </a:lnTo>
                <a:lnTo>
                  <a:pt x="925118" y="281939"/>
                </a:lnTo>
                <a:lnTo>
                  <a:pt x="924801" y="281939"/>
                </a:lnTo>
                <a:lnTo>
                  <a:pt x="928560" y="279400"/>
                </a:lnTo>
                <a:lnTo>
                  <a:pt x="945076" y="279400"/>
                </a:lnTo>
                <a:lnTo>
                  <a:pt x="944413" y="280670"/>
                </a:lnTo>
                <a:lnTo>
                  <a:pt x="944118" y="280670"/>
                </a:lnTo>
                <a:lnTo>
                  <a:pt x="943017" y="283210"/>
                </a:lnTo>
                <a:lnTo>
                  <a:pt x="942873" y="283210"/>
                </a:lnTo>
                <a:lnTo>
                  <a:pt x="942441" y="284479"/>
                </a:lnTo>
                <a:lnTo>
                  <a:pt x="942073" y="284479"/>
                </a:lnTo>
                <a:lnTo>
                  <a:pt x="942009" y="285750"/>
                </a:lnTo>
                <a:close/>
              </a:path>
              <a:path w="1080770" h="458470">
                <a:moveTo>
                  <a:pt x="95605" y="283210"/>
                </a:moveTo>
                <a:lnTo>
                  <a:pt x="93243" y="280670"/>
                </a:lnTo>
                <a:lnTo>
                  <a:pt x="95239" y="282408"/>
                </a:lnTo>
                <a:lnTo>
                  <a:pt x="95605" y="283210"/>
                </a:lnTo>
                <a:close/>
              </a:path>
              <a:path w="1080770" h="458470">
                <a:moveTo>
                  <a:pt x="95239" y="282408"/>
                </a:moveTo>
                <a:lnTo>
                  <a:pt x="93243" y="280670"/>
                </a:lnTo>
                <a:lnTo>
                  <a:pt x="94445" y="280670"/>
                </a:lnTo>
                <a:lnTo>
                  <a:pt x="95239" y="282408"/>
                </a:lnTo>
                <a:close/>
              </a:path>
              <a:path w="1080770" h="458470">
                <a:moveTo>
                  <a:pt x="943749" y="281939"/>
                </a:moveTo>
                <a:lnTo>
                  <a:pt x="944118" y="280670"/>
                </a:lnTo>
                <a:lnTo>
                  <a:pt x="944413" y="280670"/>
                </a:lnTo>
                <a:lnTo>
                  <a:pt x="943749" y="281939"/>
                </a:lnTo>
                <a:close/>
              </a:path>
              <a:path w="1080770" h="458470">
                <a:moveTo>
                  <a:pt x="914321" y="308610"/>
                </a:moveTo>
                <a:lnTo>
                  <a:pt x="889558" y="308610"/>
                </a:lnTo>
                <a:lnTo>
                  <a:pt x="896708" y="299720"/>
                </a:lnTo>
                <a:lnTo>
                  <a:pt x="896518" y="299720"/>
                </a:lnTo>
                <a:lnTo>
                  <a:pt x="923592" y="281772"/>
                </a:lnTo>
                <a:lnTo>
                  <a:pt x="923569" y="281939"/>
                </a:lnTo>
                <a:lnTo>
                  <a:pt x="923251" y="283210"/>
                </a:lnTo>
                <a:lnTo>
                  <a:pt x="923340" y="288289"/>
                </a:lnTo>
                <a:lnTo>
                  <a:pt x="942251" y="288289"/>
                </a:lnTo>
                <a:lnTo>
                  <a:pt x="941641" y="290829"/>
                </a:lnTo>
                <a:lnTo>
                  <a:pt x="940536" y="293370"/>
                </a:lnTo>
                <a:lnTo>
                  <a:pt x="940206" y="293370"/>
                </a:lnTo>
                <a:lnTo>
                  <a:pt x="938529" y="295910"/>
                </a:lnTo>
                <a:lnTo>
                  <a:pt x="936459" y="297179"/>
                </a:lnTo>
                <a:lnTo>
                  <a:pt x="933462" y="298450"/>
                </a:lnTo>
                <a:lnTo>
                  <a:pt x="926871" y="300989"/>
                </a:lnTo>
                <a:lnTo>
                  <a:pt x="927125" y="300989"/>
                </a:lnTo>
                <a:lnTo>
                  <a:pt x="920908" y="303529"/>
                </a:lnTo>
                <a:lnTo>
                  <a:pt x="918400" y="303529"/>
                </a:lnTo>
                <a:lnTo>
                  <a:pt x="914692" y="306070"/>
                </a:lnTo>
                <a:lnTo>
                  <a:pt x="916361" y="306070"/>
                </a:lnTo>
                <a:lnTo>
                  <a:pt x="914321" y="308610"/>
                </a:lnTo>
                <a:close/>
              </a:path>
              <a:path w="1080770" h="458470">
                <a:moveTo>
                  <a:pt x="96160" y="283210"/>
                </a:moveTo>
                <a:lnTo>
                  <a:pt x="95605" y="283210"/>
                </a:lnTo>
                <a:lnTo>
                  <a:pt x="95239" y="282408"/>
                </a:lnTo>
                <a:lnTo>
                  <a:pt x="96160" y="283210"/>
                </a:lnTo>
                <a:close/>
              </a:path>
              <a:path w="1080770" h="458470">
                <a:moveTo>
                  <a:pt x="942466" y="284479"/>
                </a:moveTo>
                <a:lnTo>
                  <a:pt x="942873" y="283210"/>
                </a:lnTo>
                <a:lnTo>
                  <a:pt x="943017" y="283210"/>
                </a:lnTo>
                <a:lnTo>
                  <a:pt x="942466" y="284479"/>
                </a:lnTo>
                <a:close/>
              </a:path>
              <a:path w="1080770" h="458470">
                <a:moveTo>
                  <a:pt x="942142" y="285135"/>
                </a:moveTo>
                <a:lnTo>
                  <a:pt x="942073" y="284479"/>
                </a:lnTo>
                <a:lnTo>
                  <a:pt x="942142" y="285135"/>
                </a:lnTo>
                <a:close/>
              </a:path>
              <a:path w="1080770" h="458470">
                <a:moveTo>
                  <a:pt x="942187" y="285093"/>
                </a:moveTo>
                <a:lnTo>
                  <a:pt x="942174" y="284479"/>
                </a:lnTo>
                <a:lnTo>
                  <a:pt x="942352" y="284479"/>
                </a:lnTo>
                <a:lnTo>
                  <a:pt x="942187" y="285093"/>
                </a:lnTo>
                <a:close/>
              </a:path>
              <a:path w="1080770" h="458470">
                <a:moveTo>
                  <a:pt x="942189" y="285220"/>
                </a:moveTo>
                <a:lnTo>
                  <a:pt x="942243" y="284884"/>
                </a:lnTo>
                <a:lnTo>
                  <a:pt x="942352" y="284479"/>
                </a:lnTo>
                <a:lnTo>
                  <a:pt x="942233" y="285093"/>
                </a:lnTo>
                <a:lnTo>
                  <a:pt x="942189" y="285220"/>
                </a:lnTo>
                <a:close/>
              </a:path>
              <a:path w="1080770" h="458470">
                <a:moveTo>
                  <a:pt x="942304" y="284884"/>
                </a:moveTo>
                <a:lnTo>
                  <a:pt x="942352" y="284479"/>
                </a:lnTo>
                <a:lnTo>
                  <a:pt x="942304" y="284884"/>
                </a:lnTo>
                <a:close/>
              </a:path>
              <a:path w="1080770" h="458470">
                <a:moveTo>
                  <a:pt x="942047" y="287020"/>
                </a:moveTo>
                <a:lnTo>
                  <a:pt x="942157" y="285317"/>
                </a:lnTo>
                <a:lnTo>
                  <a:pt x="942200" y="285750"/>
                </a:lnTo>
                <a:lnTo>
                  <a:pt x="942047" y="287020"/>
                </a:lnTo>
                <a:close/>
              </a:path>
              <a:path w="1080770" h="458470">
                <a:moveTo>
                  <a:pt x="942251" y="288289"/>
                </a:moveTo>
                <a:lnTo>
                  <a:pt x="923416" y="288289"/>
                </a:lnTo>
                <a:lnTo>
                  <a:pt x="923416" y="285750"/>
                </a:lnTo>
                <a:lnTo>
                  <a:pt x="942009" y="285750"/>
                </a:lnTo>
                <a:lnTo>
                  <a:pt x="942128" y="285399"/>
                </a:lnTo>
                <a:lnTo>
                  <a:pt x="942047" y="287020"/>
                </a:lnTo>
                <a:lnTo>
                  <a:pt x="942365" y="287020"/>
                </a:lnTo>
                <a:lnTo>
                  <a:pt x="942251" y="288289"/>
                </a:lnTo>
                <a:close/>
              </a:path>
              <a:path w="1080770" h="458470">
                <a:moveTo>
                  <a:pt x="942339" y="287020"/>
                </a:moveTo>
                <a:lnTo>
                  <a:pt x="942047" y="287020"/>
                </a:lnTo>
                <a:lnTo>
                  <a:pt x="942203" y="285721"/>
                </a:lnTo>
                <a:lnTo>
                  <a:pt x="942339" y="287020"/>
                </a:lnTo>
                <a:close/>
              </a:path>
              <a:path w="1080770" h="458470">
                <a:moveTo>
                  <a:pt x="914692" y="306070"/>
                </a:moveTo>
                <a:lnTo>
                  <a:pt x="918400" y="303529"/>
                </a:lnTo>
                <a:lnTo>
                  <a:pt x="917176" y="305055"/>
                </a:lnTo>
                <a:lnTo>
                  <a:pt x="914692" y="306070"/>
                </a:lnTo>
                <a:close/>
              </a:path>
              <a:path w="1080770" h="458470">
                <a:moveTo>
                  <a:pt x="917176" y="305055"/>
                </a:moveTo>
                <a:lnTo>
                  <a:pt x="918400" y="303529"/>
                </a:lnTo>
                <a:lnTo>
                  <a:pt x="920908" y="303529"/>
                </a:lnTo>
                <a:lnTo>
                  <a:pt x="917176" y="305055"/>
                </a:lnTo>
                <a:close/>
              </a:path>
              <a:path w="1080770" h="458470">
                <a:moveTo>
                  <a:pt x="916361" y="306070"/>
                </a:moveTo>
                <a:lnTo>
                  <a:pt x="914692" y="306070"/>
                </a:lnTo>
                <a:lnTo>
                  <a:pt x="917176" y="305055"/>
                </a:lnTo>
                <a:lnTo>
                  <a:pt x="916361" y="306070"/>
                </a:lnTo>
                <a:close/>
              </a:path>
              <a:path w="1080770" h="458470">
                <a:moveTo>
                  <a:pt x="879441" y="345439"/>
                </a:moveTo>
                <a:lnTo>
                  <a:pt x="851941" y="345439"/>
                </a:lnTo>
                <a:lnTo>
                  <a:pt x="860031" y="337820"/>
                </a:lnTo>
                <a:lnTo>
                  <a:pt x="859815" y="337820"/>
                </a:lnTo>
                <a:lnTo>
                  <a:pt x="867727" y="331470"/>
                </a:lnTo>
                <a:lnTo>
                  <a:pt x="867524" y="331470"/>
                </a:lnTo>
                <a:lnTo>
                  <a:pt x="875258" y="323850"/>
                </a:lnTo>
                <a:lnTo>
                  <a:pt x="875055" y="323850"/>
                </a:lnTo>
                <a:lnTo>
                  <a:pt x="882599" y="316229"/>
                </a:lnTo>
                <a:lnTo>
                  <a:pt x="882396" y="316229"/>
                </a:lnTo>
                <a:lnTo>
                  <a:pt x="889762" y="307339"/>
                </a:lnTo>
                <a:lnTo>
                  <a:pt x="889558" y="308610"/>
                </a:lnTo>
                <a:lnTo>
                  <a:pt x="914321" y="308610"/>
                </a:lnTo>
                <a:lnTo>
                  <a:pt x="911263" y="312420"/>
                </a:lnTo>
                <a:lnTo>
                  <a:pt x="903897" y="321310"/>
                </a:lnTo>
                <a:lnTo>
                  <a:pt x="888784" y="336550"/>
                </a:lnTo>
                <a:lnTo>
                  <a:pt x="880833" y="344170"/>
                </a:lnTo>
                <a:lnTo>
                  <a:pt x="879441" y="345439"/>
                </a:lnTo>
                <a:close/>
              </a:path>
              <a:path w="1080770" h="458470">
                <a:moveTo>
                  <a:pt x="709172" y="440689"/>
                </a:moveTo>
                <a:lnTo>
                  <a:pt x="625017" y="440689"/>
                </a:lnTo>
                <a:lnTo>
                  <a:pt x="634491" y="438150"/>
                </a:lnTo>
                <a:lnTo>
                  <a:pt x="634352" y="438150"/>
                </a:lnTo>
                <a:lnTo>
                  <a:pt x="643889" y="436879"/>
                </a:lnTo>
                <a:lnTo>
                  <a:pt x="643737" y="436879"/>
                </a:lnTo>
                <a:lnTo>
                  <a:pt x="653313" y="435610"/>
                </a:lnTo>
                <a:lnTo>
                  <a:pt x="653161" y="435610"/>
                </a:lnTo>
                <a:lnTo>
                  <a:pt x="662774" y="433070"/>
                </a:lnTo>
                <a:lnTo>
                  <a:pt x="662622" y="433070"/>
                </a:lnTo>
                <a:lnTo>
                  <a:pt x="672236" y="430529"/>
                </a:lnTo>
                <a:lnTo>
                  <a:pt x="672084" y="430529"/>
                </a:lnTo>
                <a:lnTo>
                  <a:pt x="681723" y="427989"/>
                </a:lnTo>
                <a:lnTo>
                  <a:pt x="681558" y="427989"/>
                </a:lnTo>
                <a:lnTo>
                  <a:pt x="691210" y="425450"/>
                </a:lnTo>
                <a:lnTo>
                  <a:pt x="691045" y="425450"/>
                </a:lnTo>
                <a:lnTo>
                  <a:pt x="700684" y="422910"/>
                </a:lnTo>
                <a:lnTo>
                  <a:pt x="700506" y="422910"/>
                </a:lnTo>
                <a:lnTo>
                  <a:pt x="710133" y="420370"/>
                </a:lnTo>
                <a:lnTo>
                  <a:pt x="709968" y="420370"/>
                </a:lnTo>
                <a:lnTo>
                  <a:pt x="719569" y="417829"/>
                </a:lnTo>
                <a:lnTo>
                  <a:pt x="719391" y="417829"/>
                </a:lnTo>
                <a:lnTo>
                  <a:pt x="728967" y="414020"/>
                </a:lnTo>
                <a:lnTo>
                  <a:pt x="728776" y="414020"/>
                </a:lnTo>
                <a:lnTo>
                  <a:pt x="738314" y="410210"/>
                </a:lnTo>
                <a:lnTo>
                  <a:pt x="738136" y="410210"/>
                </a:lnTo>
                <a:lnTo>
                  <a:pt x="747623" y="406400"/>
                </a:lnTo>
                <a:lnTo>
                  <a:pt x="747433" y="406400"/>
                </a:lnTo>
                <a:lnTo>
                  <a:pt x="756869" y="402589"/>
                </a:lnTo>
                <a:lnTo>
                  <a:pt x="756665" y="402589"/>
                </a:lnTo>
                <a:lnTo>
                  <a:pt x="766038" y="398779"/>
                </a:lnTo>
                <a:lnTo>
                  <a:pt x="765835" y="398779"/>
                </a:lnTo>
                <a:lnTo>
                  <a:pt x="775131" y="394970"/>
                </a:lnTo>
                <a:lnTo>
                  <a:pt x="774928" y="394970"/>
                </a:lnTo>
                <a:lnTo>
                  <a:pt x="784148" y="389889"/>
                </a:lnTo>
                <a:lnTo>
                  <a:pt x="783945" y="389889"/>
                </a:lnTo>
                <a:lnTo>
                  <a:pt x="793064" y="384810"/>
                </a:lnTo>
                <a:lnTo>
                  <a:pt x="792861" y="384810"/>
                </a:lnTo>
                <a:lnTo>
                  <a:pt x="801877" y="379729"/>
                </a:lnTo>
                <a:lnTo>
                  <a:pt x="801662" y="379729"/>
                </a:lnTo>
                <a:lnTo>
                  <a:pt x="810590" y="374650"/>
                </a:lnTo>
                <a:lnTo>
                  <a:pt x="810374" y="374650"/>
                </a:lnTo>
                <a:lnTo>
                  <a:pt x="819175" y="369570"/>
                </a:lnTo>
                <a:lnTo>
                  <a:pt x="818959" y="369570"/>
                </a:lnTo>
                <a:lnTo>
                  <a:pt x="827633" y="363220"/>
                </a:lnTo>
                <a:lnTo>
                  <a:pt x="827404" y="363220"/>
                </a:lnTo>
                <a:lnTo>
                  <a:pt x="835952" y="358139"/>
                </a:lnTo>
                <a:lnTo>
                  <a:pt x="835736" y="358139"/>
                </a:lnTo>
                <a:lnTo>
                  <a:pt x="844130" y="351789"/>
                </a:lnTo>
                <a:lnTo>
                  <a:pt x="843914" y="351789"/>
                </a:lnTo>
                <a:lnTo>
                  <a:pt x="852157" y="344170"/>
                </a:lnTo>
                <a:lnTo>
                  <a:pt x="851941" y="345439"/>
                </a:lnTo>
                <a:lnTo>
                  <a:pt x="879441" y="345439"/>
                </a:lnTo>
                <a:lnTo>
                  <a:pt x="847102" y="373379"/>
                </a:lnTo>
                <a:lnTo>
                  <a:pt x="829449" y="384810"/>
                </a:lnTo>
                <a:lnTo>
                  <a:pt x="820432" y="391160"/>
                </a:lnTo>
                <a:lnTo>
                  <a:pt x="792734" y="406400"/>
                </a:lnTo>
                <a:lnTo>
                  <a:pt x="773823" y="416560"/>
                </a:lnTo>
                <a:lnTo>
                  <a:pt x="725487" y="435610"/>
                </a:lnTo>
                <a:lnTo>
                  <a:pt x="715708" y="438150"/>
                </a:lnTo>
                <a:lnTo>
                  <a:pt x="709172" y="440689"/>
                </a:lnTo>
                <a:close/>
              </a:path>
              <a:path w="1080770" h="458470">
                <a:moveTo>
                  <a:pt x="224320" y="384810"/>
                </a:moveTo>
                <a:lnTo>
                  <a:pt x="221183" y="383539"/>
                </a:lnTo>
                <a:lnTo>
                  <a:pt x="223648" y="384275"/>
                </a:lnTo>
                <a:lnTo>
                  <a:pt x="224320" y="384810"/>
                </a:lnTo>
                <a:close/>
              </a:path>
              <a:path w="1080770" h="458470">
                <a:moveTo>
                  <a:pt x="223648" y="384275"/>
                </a:moveTo>
                <a:lnTo>
                  <a:pt x="221183" y="383539"/>
                </a:lnTo>
                <a:lnTo>
                  <a:pt x="222723" y="383539"/>
                </a:lnTo>
                <a:lnTo>
                  <a:pt x="223648" y="384275"/>
                </a:lnTo>
                <a:close/>
              </a:path>
              <a:path w="1080770" h="458470">
                <a:moveTo>
                  <a:pt x="225437" y="384810"/>
                </a:moveTo>
                <a:lnTo>
                  <a:pt x="224320" y="384810"/>
                </a:lnTo>
                <a:lnTo>
                  <a:pt x="223648" y="384275"/>
                </a:lnTo>
                <a:lnTo>
                  <a:pt x="225437" y="384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74250" y="4312665"/>
            <a:ext cx="959485" cy="458470"/>
          </a:xfrm>
          <a:custGeom>
            <a:avLst/>
            <a:gdLst/>
            <a:ahLst/>
            <a:cxnLst/>
            <a:rect l="l" t="t" r="r" b="b"/>
            <a:pathLst>
              <a:path w="959485" h="458470">
                <a:moveTo>
                  <a:pt x="951215" y="36829"/>
                </a:moveTo>
                <a:lnTo>
                  <a:pt x="931799" y="36829"/>
                </a:lnTo>
                <a:lnTo>
                  <a:pt x="936510" y="17779"/>
                </a:lnTo>
                <a:lnTo>
                  <a:pt x="940854" y="0"/>
                </a:lnTo>
                <a:lnTo>
                  <a:pt x="959396" y="3810"/>
                </a:lnTo>
                <a:lnTo>
                  <a:pt x="954963" y="22860"/>
                </a:lnTo>
                <a:lnTo>
                  <a:pt x="951215" y="36829"/>
                </a:lnTo>
                <a:close/>
              </a:path>
              <a:path w="959485" h="458470">
                <a:moveTo>
                  <a:pt x="946446" y="54610"/>
                </a:moveTo>
                <a:lnTo>
                  <a:pt x="926807" y="54610"/>
                </a:lnTo>
                <a:lnTo>
                  <a:pt x="931849" y="35560"/>
                </a:lnTo>
                <a:lnTo>
                  <a:pt x="931799" y="36829"/>
                </a:lnTo>
                <a:lnTo>
                  <a:pt x="951215" y="36829"/>
                </a:lnTo>
                <a:lnTo>
                  <a:pt x="946446" y="54610"/>
                </a:lnTo>
                <a:close/>
              </a:path>
              <a:path w="959485" h="458470">
                <a:moveTo>
                  <a:pt x="917385" y="137160"/>
                </a:moveTo>
                <a:lnTo>
                  <a:pt x="897077" y="137160"/>
                </a:lnTo>
                <a:lnTo>
                  <a:pt x="903757" y="120650"/>
                </a:lnTo>
                <a:lnTo>
                  <a:pt x="910018" y="104139"/>
                </a:lnTo>
                <a:lnTo>
                  <a:pt x="915949" y="87629"/>
                </a:lnTo>
                <a:lnTo>
                  <a:pt x="921575" y="71120"/>
                </a:lnTo>
                <a:lnTo>
                  <a:pt x="926871" y="53339"/>
                </a:lnTo>
                <a:lnTo>
                  <a:pt x="926807" y="54610"/>
                </a:lnTo>
                <a:lnTo>
                  <a:pt x="946446" y="54610"/>
                </a:lnTo>
                <a:lnTo>
                  <a:pt x="945083" y="59689"/>
                </a:lnTo>
                <a:lnTo>
                  <a:pt x="939647" y="77470"/>
                </a:lnTo>
                <a:lnTo>
                  <a:pt x="933881" y="93979"/>
                </a:lnTo>
                <a:lnTo>
                  <a:pt x="927773" y="111760"/>
                </a:lnTo>
                <a:lnTo>
                  <a:pt x="921334" y="128270"/>
                </a:lnTo>
                <a:lnTo>
                  <a:pt x="917385" y="137160"/>
                </a:lnTo>
                <a:close/>
              </a:path>
              <a:path w="959485" h="458470">
                <a:moveTo>
                  <a:pt x="0" y="208279"/>
                </a:moveTo>
                <a:lnTo>
                  <a:pt x="16675" y="125729"/>
                </a:lnTo>
                <a:lnTo>
                  <a:pt x="63277" y="177800"/>
                </a:lnTo>
                <a:lnTo>
                  <a:pt x="40779" y="177800"/>
                </a:lnTo>
                <a:lnTo>
                  <a:pt x="22682" y="182879"/>
                </a:lnTo>
                <a:lnTo>
                  <a:pt x="28484" y="200898"/>
                </a:lnTo>
                <a:lnTo>
                  <a:pt x="0" y="208279"/>
                </a:lnTo>
                <a:close/>
              </a:path>
              <a:path w="959485" h="458470">
                <a:moveTo>
                  <a:pt x="872571" y="226060"/>
                </a:moveTo>
                <a:lnTo>
                  <a:pt x="850773" y="226060"/>
                </a:lnTo>
                <a:lnTo>
                  <a:pt x="859409" y="210820"/>
                </a:lnTo>
                <a:lnTo>
                  <a:pt x="867613" y="196850"/>
                </a:lnTo>
                <a:lnTo>
                  <a:pt x="875487" y="181610"/>
                </a:lnTo>
                <a:lnTo>
                  <a:pt x="883030" y="167639"/>
                </a:lnTo>
                <a:lnTo>
                  <a:pt x="890257" y="152400"/>
                </a:lnTo>
                <a:lnTo>
                  <a:pt x="897166" y="135889"/>
                </a:lnTo>
                <a:lnTo>
                  <a:pt x="897077" y="137160"/>
                </a:lnTo>
                <a:lnTo>
                  <a:pt x="917385" y="137160"/>
                </a:lnTo>
                <a:lnTo>
                  <a:pt x="914565" y="143510"/>
                </a:lnTo>
                <a:lnTo>
                  <a:pt x="892263" y="190500"/>
                </a:lnTo>
                <a:lnTo>
                  <a:pt x="875753" y="220979"/>
                </a:lnTo>
                <a:lnTo>
                  <a:pt x="872571" y="226060"/>
                </a:lnTo>
                <a:close/>
              </a:path>
              <a:path w="959485" h="458470">
                <a:moveTo>
                  <a:pt x="28484" y="200898"/>
                </a:moveTo>
                <a:lnTo>
                  <a:pt x="22682" y="182879"/>
                </a:lnTo>
                <a:lnTo>
                  <a:pt x="40779" y="177800"/>
                </a:lnTo>
                <a:lnTo>
                  <a:pt x="47001" y="196099"/>
                </a:lnTo>
                <a:lnTo>
                  <a:pt x="28484" y="200898"/>
                </a:lnTo>
                <a:close/>
              </a:path>
              <a:path w="959485" h="458470">
                <a:moveTo>
                  <a:pt x="47001" y="196099"/>
                </a:moveTo>
                <a:lnTo>
                  <a:pt x="40779" y="177800"/>
                </a:lnTo>
                <a:lnTo>
                  <a:pt x="63277" y="177800"/>
                </a:lnTo>
                <a:lnTo>
                  <a:pt x="73507" y="189229"/>
                </a:lnTo>
                <a:lnTo>
                  <a:pt x="47001" y="196099"/>
                </a:lnTo>
                <a:close/>
              </a:path>
              <a:path w="959485" h="458470">
                <a:moveTo>
                  <a:pt x="32423" y="212089"/>
                </a:moveTo>
                <a:lnTo>
                  <a:pt x="30861" y="208279"/>
                </a:lnTo>
                <a:lnTo>
                  <a:pt x="28484" y="200898"/>
                </a:lnTo>
                <a:lnTo>
                  <a:pt x="47001" y="196099"/>
                </a:lnTo>
                <a:lnTo>
                  <a:pt x="48552" y="200660"/>
                </a:lnTo>
                <a:lnTo>
                  <a:pt x="48158" y="200660"/>
                </a:lnTo>
                <a:lnTo>
                  <a:pt x="49733" y="203200"/>
                </a:lnTo>
                <a:lnTo>
                  <a:pt x="49974" y="204470"/>
                </a:lnTo>
                <a:lnTo>
                  <a:pt x="51320" y="208279"/>
                </a:lnTo>
                <a:lnTo>
                  <a:pt x="51587" y="208279"/>
                </a:lnTo>
                <a:lnTo>
                  <a:pt x="52273" y="210820"/>
                </a:lnTo>
                <a:lnTo>
                  <a:pt x="32181" y="210820"/>
                </a:lnTo>
                <a:lnTo>
                  <a:pt x="32423" y="212089"/>
                </a:lnTo>
                <a:close/>
              </a:path>
              <a:path w="959485" h="458470">
                <a:moveTo>
                  <a:pt x="33527" y="214629"/>
                </a:moveTo>
                <a:lnTo>
                  <a:pt x="32181" y="210820"/>
                </a:lnTo>
                <a:lnTo>
                  <a:pt x="52273" y="210820"/>
                </a:lnTo>
                <a:lnTo>
                  <a:pt x="52616" y="212089"/>
                </a:lnTo>
                <a:lnTo>
                  <a:pt x="52793" y="213360"/>
                </a:lnTo>
                <a:lnTo>
                  <a:pt x="33261" y="213360"/>
                </a:lnTo>
                <a:lnTo>
                  <a:pt x="33527" y="214629"/>
                </a:lnTo>
                <a:close/>
              </a:path>
              <a:path w="959485" h="458470">
                <a:moveTo>
                  <a:pt x="57848" y="261620"/>
                </a:moveTo>
                <a:lnTo>
                  <a:pt x="52717" y="257810"/>
                </a:lnTo>
                <a:lnTo>
                  <a:pt x="50114" y="255270"/>
                </a:lnTo>
                <a:lnTo>
                  <a:pt x="49593" y="255270"/>
                </a:lnTo>
                <a:lnTo>
                  <a:pt x="47066" y="252729"/>
                </a:lnTo>
                <a:lnTo>
                  <a:pt x="46291" y="251460"/>
                </a:lnTo>
                <a:lnTo>
                  <a:pt x="43916" y="248920"/>
                </a:lnTo>
                <a:lnTo>
                  <a:pt x="43091" y="247650"/>
                </a:lnTo>
                <a:lnTo>
                  <a:pt x="40932" y="245110"/>
                </a:lnTo>
                <a:lnTo>
                  <a:pt x="40144" y="243839"/>
                </a:lnTo>
                <a:lnTo>
                  <a:pt x="38773" y="240029"/>
                </a:lnTo>
                <a:lnTo>
                  <a:pt x="38353" y="238760"/>
                </a:lnTo>
                <a:lnTo>
                  <a:pt x="37363" y="236220"/>
                </a:lnTo>
                <a:lnTo>
                  <a:pt x="37160" y="234950"/>
                </a:lnTo>
                <a:lnTo>
                  <a:pt x="36449" y="231139"/>
                </a:lnTo>
                <a:lnTo>
                  <a:pt x="35813" y="227329"/>
                </a:lnTo>
                <a:lnTo>
                  <a:pt x="34747" y="219710"/>
                </a:lnTo>
                <a:lnTo>
                  <a:pt x="34099" y="217170"/>
                </a:lnTo>
                <a:lnTo>
                  <a:pt x="34277" y="217170"/>
                </a:lnTo>
                <a:lnTo>
                  <a:pt x="33261" y="213360"/>
                </a:lnTo>
                <a:lnTo>
                  <a:pt x="52793" y="213360"/>
                </a:lnTo>
                <a:lnTo>
                  <a:pt x="53619" y="217170"/>
                </a:lnTo>
                <a:lnTo>
                  <a:pt x="54673" y="224789"/>
                </a:lnTo>
                <a:lnTo>
                  <a:pt x="55206" y="228600"/>
                </a:lnTo>
                <a:lnTo>
                  <a:pt x="55367" y="228600"/>
                </a:lnTo>
                <a:lnTo>
                  <a:pt x="55841" y="231139"/>
                </a:lnTo>
                <a:lnTo>
                  <a:pt x="56299" y="232410"/>
                </a:lnTo>
                <a:lnTo>
                  <a:pt x="56542" y="233425"/>
                </a:lnTo>
                <a:lnTo>
                  <a:pt x="56654" y="233679"/>
                </a:lnTo>
                <a:lnTo>
                  <a:pt x="57111" y="234950"/>
                </a:lnTo>
                <a:lnTo>
                  <a:pt x="56794" y="234950"/>
                </a:lnTo>
                <a:lnTo>
                  <a:pt x="57569" y="236220"/>
                </a:lnTo>
                <a:lnTo>
                  <a:pt x="57867" y="236220"/>
                </a:lnTo>
                <a:lnTo>
                  <a:pt x="58940" y="237489"/>
                </a:lnTo>
                <a:lnTo>
                  <a:pt x="59289" y="237489"/>
                </a:lnTo>
                <a:lnTo>
                  <a:pt x="60477" y="238760"/>
                </a:lnTo>
                <a:lnTo>
                  <a:pt x="59715" y="238760"/>
                </a:lnTo>
                <a:lnTo>
                  <a:pt x="62242" y="240029"/>
                </a:lnTo>
                <a:lnTo>
                  <a:pt x="61722" y="240029"/>
                </a:lnTo>
                <a:lnTo>
                  <a:pt x="69456" y="246379"/>
                </a:lnTo>
                <a:lnTo>
                  <a:pt x="70243" y="246379"/>
                </a:lnTo>
                <a:lnTo>
                  <a:pt x="72618" y="248920"/>
                </a:lnTo>
                <a:lnTo>
                  <a:pt x="73482" y="250189"/>
                </a:lnTo>
                <a:lnTo>
                  <a:pt x="75628" y="252729"/>
                </a:lnTo>
                <a:lnTo>
                  <a:pt x="76288" y="254000"/>
                </a:lnTo>
                <a:lnTo>
                  <a:pt x="78206" y="256539"/>
                </a:lnTo>
                <a:lnTo>
                  <a:pt x="78536" y="257810"/>
                </a:lnTo>
                <a:lnTo>
                  <a:pt x="80289" y="260350"/>
                </a:lnTo>
                <a:lnTo>
                  <a:pt x="57061" y="260350"/>
                </a:lnTo>
                <a:lnTo>
                  <a:pt x="57848" y="261620"/>
                </a:lnTo>
                <a:close/>
              </a:path>
              <a:path w="959485" h="458470">
                <a:moveTo>
                  <a:pt x="863976" y="240029"/>
                </a:moveTo>
                <a:lnTo>
                  <a:pt x="841921" y="240029"/>
                </a:lnTo>
                <a:lnTo>
                  <a:pt x="850887" y="224789"/>
                </a:lnTo>
                <a:lnTo>
                  <a:pt x="850773" y="226060"/>
                </a:lnTo>
                <a:lnTo>
                  <a:pt x="872571" y="226060"/>
                </a:lnTo>
                <a:lnTo>
                  <a:pt x="867003" y="234950"/>
                </a:lnTo>
                <a:lnTo>
                  <a:pt x="863976" y="240029"/>
                </a:lnTo>
                <a:close/>
              </a:path>
              <a:path w="959485" h="458470">
                <a:moveTo>
                  <a:pt x="55367" y="228600"/>
                </a:moveTo>
                <a:lnTo>
                  <a:pt x="55206" y="228600"/>
                </a:lnTo>
                <a:lnTo>
                  <a:pt x="55130" y="227329"/>
                </a:lnTo>
                <a:lnTo>
                  <a:pt x="55367" y="228600"/>
                </a:lnTo>
                <a:close/>
              </a:path>
              <a:path w="959485" h="458470">
                <a:moveTo>
                  <a:pt x="55968" y="231139"/>
                </a:moveTo>
                <a:lnTo>
                  <a:pt x="55638" y="229870"/>
                </a:lnTo>
                <a:lnTo>
                  <a:pt x="55968" y="231139"/>
                </a:lnTo>
                <a:close/>
              </a:path>
              <a:path w="959485" h="458470">
                <a:moveTo>
                  <a:pt x="56629" y="233679"/>
                </a:moveTo>
                <a:lnTo>
                  <a:pt x="56197" y="232410"/>
                </a:lnTo>
                <a:lnTo>
                  <a:pt x="56563" y="233425"/>
                </a:lnTo>
                <a:lnTo>
                  <a:pt x="56629" y="233679"/>
                </a:lnTo>
                <a:close/>
              </a:path>
              <a:path w="959485" h="458470">
                <a:moveTo>
                  <a:pt x="56563" y="233425"/>
                </a:moveTo>
                <a:lnTo>
                  <a:pt x="56197" y="232410"/>
                </a:lnTo>
                <a:lnTo>
                  <a:pt x="56563" y="233425"/>
                </a:lnTo>
                <a:close/>
              </a:path>
              <a:path w="959485" h="458470">
                <a:moveTo>
                  <a:pt x="56654" y="233679"/>
                </a:moveTo>
                <a:lnTo>
                  <a:pt x="56563" y="233425"/>
                </a:lnTo>
                <a:lnTo>
                  <a:pt x="56654" y="233679"/>
                </a:lnTo>
                <a:close/>
              </a:path>
              <a:path w="959485" h="458470">
                <a:moveTo>
                  <a:pt x="57569" y="236220"/>
                </a:moveTo>
                <a:lnTo>
                  <a:pt x="56794" y="234950"/>
                </a:lnTo>
                <a:lnTo>
                  <a:pt x="57347" y="235604"/>
                </a:lnTo>
                <a:lnTo>
                  <a:pt x="57569" y="236220"/>
                </a:lnTo>
                <a:close/>
              </a:path>
              <a:path w="959485" h="458470">
                <a:moveTo>
                  <a:pt x="57347" y="235604"/>
                </a:moveTo>
                <a:lnTo>
                  <a:pt x="56794" y="234950"/>
                </a:lnTo>
                <a:lnTo>
                  <a:pt x="57111" y="234950"/>
                </a:lnTo>
                <a:lnTo>
                  <a:pt x="57347" y="235604"/>
                </a:lnTo>
                <a:close/>
              </a:path>
              <a:path w="959485" h="458470">
                <a:moveTo>
                  <a:pt x="57867" y="236220"/>
                </a:moveTo>
                <a:lnTo>
                  <a:pt x="57569" y="236220"/>
                </a:lnTo>
                <a:lnTo>
                  <a:pt x="57347" y="235604"/>
                </a:lnTo>
                <a:lnTo>
                  <a:pt x="57867" y="236220"/>
                </a:lnTo>
                <a:close/>
              </a:path>
              <a:path w="959485" h="458470">
                <a:moveTo>
                  <a:pt x="59289" y="237489"/>
                </a:moveTo>
                <a:lnTo>
                  <a:pt x="58940" y="237489"/>
                </a:lnTo>
                <a:lnTo>
                  <a:pt x="58102" y="236220"/>
                </a:lnTo>
                <a:lnTo>
                  <a:pt x="59289" y="237489"/>
                </a:lnTo>
                <a:close/>
              </a:path>
              <a:path w="959485" h="458470">
                <a:moveTo>
                  <a:pt x="818383" y="281983"/>
                </a:moveTo>
                <a:lnTo>
                  <a:pt x="818527" y="280670"/>
                </a:lnTo>
                <a:lnTo>
                  <a:pt x="818807" y="279400"/>
                </a:lnTo>
                <a:lnTo>
                  <a:pt x="819569" y="276860"/>
                </a:lnTo>
                <a:lnTo>
                  <a:pt x="819899" y="276860"/>
                </a:lnTo>
                <a:lnTo>
                  <a:pt x="821359" y="273050"/>
                </a:lnTo>
                <a:lnTo>
                  <a:pt x="821677" y="271779"/>
                </a:lnTo>
                <a:lnTo>
                  <a:pt x="824026" y="267970"/>
                </a:lnTo>
                <a:lnTo>
                  <a:pt x="827735" y="261620"/>
                </a:lnTo>
                <a:lnTo>
                  <a:pt x="832738" y="254000"/>
                </a:lnTo>
                <a:lnTo>
                  <a:pt x="842035" y="238760"/>
                </a:lnTo>
                <a:lnTo>
                  <a:pt x="841921" y="240029"/>
                </a:lnTo>
                <a:lnTo>
                  <a:pt x="863976" y="240029"/>
                </a:lnTo>
                <a:lnTo>
                  <a:pt x="857923" y="250189"/>
                </a:lnTo>
                <a:lnTo>
                  <a:pt x="848639" y="264160"/>
                </a:lnTo>
                <a:lnTo>
                  <a:pt x="844740" y="270510"/>
                </a:lnTo>
                <a:lnTo>
                  <a:pt x="844181" y="270510"/>
                </a:lnTo>
                <a:lnTo>
                  <a:pt x="841438" y="275589"/>
                </a:lnTo>
                <a:lnTo>
                  <a:pt x="841019" y="275589"/>
                </a:lnTo>
                <a:lnTo>
                  <a:pt x="839257" y="279400"/>
                </a:lnTo>
                <a:lnTo>
                  <a:pt x="823175" y="279400"/>
                </a:lnTo>
                <a:lnTo>
                  <a:pt x="820927" y="280670"/>
                </a:lnTo>
                <a:lnTo>
                  <a:pt x="821353" y="280670"/>
                </a:lnTo>
                <a:lnTo>
                  <a:pt x="818383" y="281983"/>
                </a:lnTo>
                <a:close/>
              </a:path>
              <a:path w="959485" h="458470">
                <a:moveTo>
                  <a:pt x="59436" y="262889"/>
                </a:moveTo>
                <a:lnTo>
                  <a:pt x="57061" y="260350"/>
                </a:lnTo>
                <a:lnTo>
                  <a:pt x="80289" y="260350"/>
                </a:lnTo>
                <a:lnTo>
                  <a:pt x="80568" y="261620"/>
                </a:lnTo>
                <a:lnTo>
                  <a:pt x="58572" y="261620"/>
                </a:lnTo>
                <a:lnTo>
                  <a:pt x="59436" y="262889"/>
                </a:lnTo>
                <a:close/>
              </a:path>
              <a:path w="959485" h="458470">
                <a:moveTo>
                  <a:pt x="66293" y="276860"/>
                </a:moveTo>
                <a:lnTo>
                  <a:pt x="63131" y="269239"/>
                </a:lnTo>
                <a:lnTo>
                  <a:pt x="63398" y="269239"/>
                </a:lnTo>
                <a:lnTo>
                  <a:pt x="61645" y="266700"/>
                </a:lnTo>
                <a:lnTo>
                  <a:pt x="61975" y="266700"/>
                </a:lnTo>
                <a:lnTo>
                  <a:pt x="60058" y="264160"/>
                </a:lnTo>
                <a:lnTo>
                  <a:pt x="60718" y="264160"/>
                </a:lnTo>
                <a:lnTo>
                  <a:pt x="58572" y="261620"/>
                </a:lnTo>
                <a:lnTo>
                  <a:pt x="80568" y="261620"/>
                </a:lnTo>
                <a:lnTo>
                  <a:pt x="86592" y="275589"/>
                </a:lnTo>
                <a:lnTo>
                  <a:pt x="66192" y="275589"/>
                </a:lnTo>
                <a:lnTo>
                  <a:pt x="66293" y="276860"/>
                </a:lnTo>
                <a:close/>
              </a:path>
              <a:path w="959485" h="458470">
                <a:moveTo>
                  <a:pt x="843953" y="271779"/>
                </a:moveTo>
                <a:lnTo>
                  <a:pt x="844181" y="270510"/>
                </a:lnTo>
                <a:lnTo>
                  <a:pt x="844740" y="270510"/>
                </a:lnTo>
                <a:lnTo>
                  <a:pt x="843953" y="271779"/>
                </a:lnTo>
                <a:close/>
              </a:path>
              <a:path w="959485" h="458470">
                <a:moveTo>
                  <a:pt x="559180" y="458470"/>
                </a:moveTo>
                <a:lnTo>
                  <a:pt x="557098" y="458470"/>
                </a:lnTo>
                <a:lnTo>
                  <a:pt x="486727" y="455929"/>
                </a:lnTo>
                <a:lnTo>
                  <a:pt x="457720" y="454660"/>
                </a:lnTo>
                <a:lnTo>
                  <a:pt x="432079" y="454660"/>
                </a:lnTo>
                <a:lnTo>
                  <a:pt x="388543" y="452120"/>
                </a:lnTo>
                <a:lnTo>
                  <a:pt x="369671" y="449579"/>
                </a:lnTo>
                <a:lnTo>
                  <a:pt x="360730" y="449579"/>
                </a:lnTo>
                <a:lnTo>
                  <a:pt x="335064" y="445770"/>
                </a:lnTo>
                <a:lnTo>
                  <a:pt x="326694" y="443229"/>
                </a:lnTo>
                <a:lnTo>
                  <a:pt x="318325" y="441960"/>
                </a:lnTo>
                <a:lnTo>
                  <a:pt x="301294" y="436879"/>
                </a:lnTo>
                <a:lnTo>
                  <a:pt x="292506" y="435610"/>
                </a:lnTo>
                <a:lnTo>
                  <a:pt x="283413" y="431800"/>
                </a:lnTo>
                <a:lnTo>
                  <a:pt x="264287" y="426720"/>
                </a:lnTo>
                <a:lnTo>
                  <a:pt x="243306" y="419100"/>
                </a:lnTo>
                <a:lnTo>
                  <a:pt x="219913" y="410210"/>
                </a:lnTo>
                <a:lnTo>
                  <a:pt x="193624" y="401320"/>
                </a:lnTo>
                <a:lnTo>
                  <a:pt x="191909" y="400050"/>
                </a:lnTo>
                <a:lnTo>
                  <a:pt x="190398" y="398779"/>
                </a:lnTo>
                <a:lnTo>
                  <a:pt x="180784" y="389889"/>
                </a:lnTo>
                <a:lnTo>
                  <a:pt x="181076" y="389889"/>
                </a:lnTo>
                <a:lnTo>
                  <a:pt x="171526" y="382270"/>
                </a:lnTo>
                <a:lnTo>
                  <a:pt x="171780" y="382270"/>
                </a:lnTo>
                <a:lnTo>
                  <a:pt x="152717" y="367029"/>
                </a:lnTo>
                <a:lnTo>
                  <a:pt x="143040" y="359410"/>
                </a:lnTo>
                <a:lnTo>
                  <a:pt x="133134" y="350520"/>
                </a:lnTo>
                <a:lnTo>
                  <a:pt x="112991" y="332739"/>
                </a:lnTo>
                <a:lnTo>
                  <a:pt x="74358" y="294639"/>
                </a:lnTo>
                <a:lnTo>
                  <a:pt x="73126" y="292100"/>
                </a:lnTo>
                <a:lnTo>
                  <a:pt x="72224" y="290829"/>
                </a:lnTo>
                <a:lnTo>
                  <a:pt x="66192" y="275589"/>
                </a:lnTo>
                <a:lnTo>
                  <a:pt x="86592" y="275589"/>
                </a:lnTo>
                <a:lnTo>
                  <a:pt x="88782" y="280670"/>
                </a:lnTo>
                <a:lnTo>
                  <a:pt x="87744" y="280670"/>
                </a:lnTo>
                <a:lnTo>
                  <a:pt x="89877" y="283210"/>
                </a:lnTo>
                <a:lnTo>
                  <a:pt x="90319" y="283210"/>
                </a:lnTo>
                <a:lnTo>
                  <a:pt x="126364" y="318770"/>
                </a:lnTo>
                <a:lnTo>
                  <a:pt x="136232" y="327660"/>
                </a:lnTo>
                <a:lnTo>
                  <a:pt x="135953" y="327660"/>
                </a:lnTo>
                <a:lnTo>
                  <a:pt x="145745" y="336550"/>
                </a:lnTo>
                <a:lnTo>
                  <a:pt x="145529" y="336550"/>
                </a:lnTo>
                <a:lnTo>
                  <a:pt x="155193" y="344170"/>
                </a:lnTo>
                <a:lnTo>
                  <a:pt x="184010" y="367029"/>
                </a:lnTo>
                <a:lnTo>
                  <a:pt x="193840" y="375920"/>
                </a:lnTo>
                <a:lnTo>
                  <a:pt x="202080" y="383539"/>
                </a:lnTo>
                <a:lnTo>
                  <a:pt x="200228" y="383539"/>
                </a:lnTo>
                <a:lnTo>
                  <a:pt x="203453" y="384810"/>
                </a:lnTo>
                <a:lnTo>
                  <a:pt x="203983" y="384810"/>
                </a:lnTo>
                <a:lnTo>
                  <a:pt x="226517" y="392429"/>
                </a:lnTo>
                <a:lnTo>
                  <a:pt x="249745" y="401320"/>
                </a:lnTo>
                <a:lnTo>
                  <a:pt x="249605" y="401320"/>
                </a:lnTo>
                <a:lnTo>
                  <a:pt x="270459" y="407670"/>
                </a:lnTo>
                <a:lnTo>
                  <a:pt x="270268" y="407670"/>
                </a:lnTo>
                <a:lnTo>
                  <a:pt x="289191" y="414020"/>
                </a:lnTo>
                <a:lnTo>
                  <a:pt x="289001" y="414020"/>
                </a:lnTo>
                <a:lnTo>
                  <a:pt x="297903" y="416560"/>
                </a:lnTo>
                <a:lnTo>
                  <a:pt x="297751" y="416560"/>
                </a:lnTo>
                <a:lnTo>
                  <a:pt x="306387" y="419100"/>
                </a:lnTo>
                <a:lnTo>
                  <a:pt x="306209" y="419100"/>
                </a:lnTo>
                <a:lnTo>
                  <a:pt x="314629" y="421639"/>
                </a:lnTo>
                <a:lnTo>
                  <a:pt x="314451" y="421639"/>
                </a:lnTo>
                <a:lnTo>
                  <a:pt x="322719" y="422910"/>
                </a:lnTo>
                <a:lnTo>
                  <a:pt x="322529" y="422910"/>
                </a:lnTo>
                <a:lnTo>
                  <a:pt x="330707" y="425450"/>
                </a:lnTo>
                <a:lnTo>
                  <a:pt x="330517" y="425450"/>
                </a:lnTo>
                <a:lnTo>
                  <a:pt x="338683" y="426720"/>
                </a:lnTo>
                <a:lnTo>
                  <a:pt x="338493" y="426720"/>
                </a:lnTo>
                <a:lnTo>
                  <a:pt x="346710" y="427989"/>
                </a:lnTo>
                <a:lnTo>
                  <a:pt x="346519" y="427989"/>
                </a:lnTo>
                <a:lnTo>
                  <a:pt x="354863" y="429260"/>
                </a:lnTo>
                <a:lnTo>
                  <a:pt x="354685" y="429260"/>
                </a:lnTo>
                <a:lnTo>
                  <a:pt x="363207" y="430529"/>
                </a:lnTo>
                <a:lnTo>
                  <a:pt x="371678" y="430529"/>
                </a:lnTo>
                <a:lnTo>
                  <a:pt x="380771" y="431800"/>
                </a:lnTo>
                <a:lnTo>
                  <a:pt x="380631" y="431800"/>
                </a:lnTo>
                <a:lnTo>
                  <a:pt x="390118" y="433070"/>
                </a:lnTo>
                <a:lnTo>
                  <a:pt x="389953" y="433070"/>
                </a:lnTo>
                <a:lnTo>
                  <a:pt x="410349" y="434339"/>
                </a:lnTo>
                <a:lnTo>
                  <a:pt x="410184" y="434339"/>
                </a:lnTo>
                <a:lnTo>
                  <a:pt x="432917" y="435610"/>
                </a:lnTo>
                <a:lnTo>
                  <a:pt x="458381" y="435610"/>
                </a:lnTo>
                <a:lnTo>
                  <a:pt x="556106" y="439356"/>
                </a:lnTo>
                <a:lnTo>
                  <a:pt x="555688" y="439420"/>
                </a:lnTo>
                <a:lnTo>
                  <a:pt x="632447" y="439420"/>
                </a:lnTo>
                <a:lnTo>
                  <a:pt x="628103" y="440689"/>
                </a:lnTo>
                <a:lnTo>
                  <a:pt x="619417" y="444500"/>
                </a:lnTo>
                <a:lnTo>
                  <a:pt x="602043" y="449579"/>
                </a:lnTo>
                <a:lnTo>
                  <a:pt x="593382" y="450850"/>
                </a:lnTo>
                <a:lnTo>
                  <a:pt x="584733" y="453389"/>
                </a:lnTo>
                <a:lnTo>
                  <a:pt x="576122" y="454660"/>
                </a:lnTo>
                <a:lnTo>
                  <a:pt x="567550" y="457200"/>
                </a:lnTo>
                <a:lnTo>
                  <a:pt x="559180" y="458470"/>
                </a:lnTo>
                <a:close/>
              </a:path>
              <a:path w="959485" h="458470">
                <a:moveTo>
                  <a:pt x="840752" y="276860"/>
                </a:moveTo>
                <a:lnTo>
                  <a:pt x="841019" y="275589"/>
                </a:lnTo>
                <a:lnTo>
                  <a:pt x="841438" y="275589"/>
                </a:lnTo>
                <a:lnTo>
                  <a:pt x="840752" y="276860"/>
                </a:lnTo>
                <a:close/>
              </a:path>
              <a:path w="959485" h="458470">
                <a:moveTo>
                  <a:pt x="821353" y="280670"/>
                </a:moveTo>
                <a:lnTo>
                  <a:pt x="820927" y="280670"/>
                </a:lnTo>
                <a:lnTo>
                  <a:pt x="823175" y="279400"/>
                </a:lnTo>
                <a:lnTo>
                  <a:pt x="821353" y="280670"/>
                </a:lnTo>
                <a:close/>
              </a:path>
              <a:path w="959485" h="458470">
                <a:moveTo>
                  <a:pt x="838669" y="280670"/>
                </a:moveTo>
                <a:lnTo>
                  <a:pt x="821353" y="280670"/>
                </a:lnTo>
                <a:lnTo>
                  <a:pt x="823175" y="279400"/>
                </a:lnTo>
                <a:lnTo>
                  <a:pt x="839257" y="279400"/>
                </a:lnTo>
                <a:lnTo>
                  <a:pt x="838669" y="280670"/>
                </a:lnTo>
                <a:close/>
              </a:path>
              <a:path w="959485" h="458470">
                <a:moveTo>
                  <a:pt x="89877" y="283210"/>
                </a:moveTo>
                <a:lnTo>
                  <a:pt x="87744" y="280670"/>
                </a:lnTo>
                <a:lnTo>
                  <a:pt x="89551" y="282452"/>
                </a:lnTo>
                <a:lnTo>
                  <a:pt x="89877" y="283210"/>
                </a:lnTo>
                <a:close/>
              </a:path>
              <a:path w="959485" h="458470">
                <a:moveTo>
                  <a:pt x="89551" y="282452"/>
                </a:moveTo>
                <a:lnTo>
                  <a:pt x="87744" y="280670"/>
                </a:lnTo>
                <a:lnTo>
                  <a:pt x="88782" y="280670"/>
                </a:lnTo>
                <a:lnTo>
                  <a:pt x="89551" y="282452"/>
                </a:lnTo>
                <a:close/>
              </a:path>
              <a:path w="959485" h="458470">
                <a:moveTo>
                  <a:pt x="837095" y="285750"/>
                </a:moveTo>
                <a:lnTo>
                  <a:pt x="818388" y="285750"/>
                </a:lnTo>
                <a:lnTo>
                  <a:pt x="819810" y="281939"/>
                </a:lnTo>
                <a:lnTo>
                  <a:pt x="819530" y="281939"/>
                </a:lnTo>
                <a:lnTo>
                  <a:pt x="821279" y="280721"/>
                </a:lnTo>
                <a:lnTo>
                  <a:pt x="838987" y="280670"/>
                </a:lnTo>
                <a:lnTo>
                  <a:pt x="837526" y="283210"/>
                </a:lnTo>
                <a:lnTo>
                  <a:pt x="837857" y="283210"/>
                </a:lnTo>
                <a:lnTo>
                  <a:pt x="837476" y="284479"/>
                </a:lnTo>
                <a:lnTo>
                  <a:pt x="837171" y="284479"/>
                </a:lnTo>
                <a:lnTo>
                  <a:pt x="837095" y="285750"/>
                </a:lnTo>
                <a:close/>
              </a:path>
              <a:path w="959485" h="458470">
                <a:moveTo>
                  <a:pt x="818334" y="287337"/>
                </a:moveTo>
                <a:lnTo>
                  <a:pt x="818210" y="284479"/>
                </a:lnTo>
                <a:lnTo>
                  <a:pt x="818331" y="282452"/>
                </a:lnTo>
                <a:lnTo>
                  <a:pt x="818383" y="281983"/>
                </a:lnTo>
                <a:lnTo>
                  <a:pt x="821279" y="280721"/>
                </a:lnTo>
                <a:lnTo>
                  <a:pt x="819530" y="281939"/>
                </a:lnTo>
                <a:lnTo>
                  <a:pt x="819810" y="281939"/>
                </a:lnTo>
                <a:lnTo>
                  <a:pt x="818388" y="285750"/>
                </a:lnTo>
                <a:lnTo>
                  <a:pt x="818334" y="287337"/>
                </a:lnTo>
                <a:close/>
              </a:path>
              <a:path w="959485" h="458470">
                <a:moveTo>
                  <a:pt x="823379" y="299720"/>
                </a:moveTo>
                <a:lnTo>
                  <a:pt x="794562" y="299720"/>
                </a:lnTo>
                <a:lnTo>
                  <a:pt x="800696" y="290829"/>
                </a:lnTo>
                <a:lnTo>
                  <a:pt x="802309" y="289560"/>
                </a:lnTo>
                <a:lnTo>
                  <a:pt x="804329" y="288289"/>
                </a:lnTo>
                <a:lnTo>
                  <a:pt x="815568" y="283210"/>
                </a:lnTo>
                <a:lnTo>
                  <a:pt x="818383" y="281983"/>
                </a:lnTo>
                <a:lnTo>
                  <a:pt x="818331" y="282452"/>
                </a:lnTo>
                <a:lnTo>
                  <a:pt x="818210" y="284479"/>
                </a:lnTo>
                <a:lnTo>
                  <a:pt x="818172" y="285750"/>
                </a:lnTo>
                <a:lnTo>
                  <a:pt x="818311" y="287020"/>
                </a:lnTo>
                <a:lnTo>
                  <a:pt x="818362" y="288289"/>
                </a:lnTo>
                <a:lnTo>
                  <a:pt x="837272" y="288289"/>
                </a:lnTo>
                <a:lnTo>
                  <a:pt x="836777" y="290829"/>
                </a:lnTo>
                <a:lnTo>
                  <a:pt x="835837" y="292100"/>
                </a:lnTo>
                <a:lnTo>
                  <a:pt x="835558" y="293370"/>
                </a:lnTo>
                <a:lnTo>
                  <a:pt x="834542" y="294639"/>
                </a:lnTo>
                <a:lnTo>
                  <a:pt x="833323" y="294639"/>
                </a:lnTo>
                <a:lnTo>
                  <a:pt x="831913" y="295910"/>
                </a:lnTo>
                <a:lnTo>
                  <a:pt x="829195" y="297179"/>
                </a:lnTo>
                <a:lnTo>
                  <a:pt x="823379" y="299720"/>
                </a:lnTo>
                <a:close/>
              </a:path>
              <a:path w="959485" h="458470">
                <a:moveTo>
                  <a:pt x="90319" y="283210"/>
                </a:moveTo>
                <a:lnTo>
                  <a:pt x="89877" y="283210"/>
                </a:lnTo>
                <a:lnTo>
                  <a:pt x="89551" y="282452"/>
                </a:lnTo>
                <a:lnTo>
                  <a:pt x="90319" y="283210"/>
                </a:lnTo>
                <a:close/>
              </a:path>
              <a:path w="959485" h="458470">
                <a:moveTo>
                  <a:pt x="837239" y="285095"/>
                </a:moveTo>
                <a:lnTo>
                  <a:pt x="837171" y="284479"/>
                </a:lnTo>
                <a:lnTo>
                  <a:pt x="837374" y="284479"/>
                </a:lnTo>
                <a:lnTo>
                  <a:pt x="837239" y="285095"/>
                </a:lnTo>
                <a:close/>
              </a:path>
              <a:path w="959485" h="458470">
                <a:moveTo>
                  <a:pt x="837253" y="285223"/>
                </a:moveTo>
                <a:lnTo>
                  <a:pt x="837239" y="285095"/>
                </a:lnTo>
                <a:lnTo>
                  <a:pt x="837374" y="284479"/>
                </a:lnTo>
                <a:lnTo>
                  <a:pt x="837253" y="285223"/>
                </a:lnTo>
                <a:close/>
              </a:path>
              <a:path w="959485" h="458470">
                <a:moveTo>
                  <a:pt x="837095" y="285750"/>
                </a:moveTo>
                <a:lnTo>
                  <a:pt x="837239" y="285095"/>
                </a:lnTo>
                <a:lnTo>
                  <a:pt x="837253" y="285223"/>
                </a:lnTo>
                <a:lnTo>
                  <a:pt x="837095" y="285750"/>
                </a:lnTo>
                <a:close/>
              </a:path>
              <a:path w="959485" h="458470">
                <a:moveTo>
                  <a:pt x="837311" y="285750"/>
                </a:moveTo>
                <a:lnTo>
                  <a:pt x="837095" y="285750"/>
                </a:lnTo>
                <a:lnTo>
                  <a:pt x="837253" y="285223"/>
                </a:lnTo>
                <a:lnTo>
                  <a:pt x="837311" y="285750"/>
                </a:lnTo>
                <a:close/>
              </a:path>
              <a:path w="959485" h="458470">
                <a:moveTo>
                  <a:pt x="837272" y="288289"/>
                </a:moveTo>
                <a:lnTo>
                  <a:pt x="818400" y="288289"/>
                </a:lnTo>
                <a:lnTo>
                  <a:pt x="818400" y="285750"/>
                </a:lnTo>
                <a:lnTo>
                  <a:pt x="837349" y="285750"/>
                </a:lnTo>
                <a:lnTo>
                  <a:pt x="837272" y="288289"/>
                </a:lnTo>
                <a:close/>
              </a:path>
              <a:path w="959485" h="458470">
                <a:moveTo>
                  <a:pt x="632447" y="439420"/>
                </a:moveTo>
                <a:lnTo>
                  <a:pt x="557758" y="439420"/>
                </a:lnTo>
                <a:lnTo>
                  <a:pt x="556106" y="439356"/>
                </a:lnTo>
                <a:lnTo>
                  <a:pt x="564057" y="438150"/>
                </a:lnTo>
                <a:lnTo>
                  <a:pt x="563905" y="438150"/>
                </a:lnTo>
                <a:lnTo>
                  <a:pt x="572312" y="436879"/>
                </a:lnTo>
                <a:lnTo>
                  <a:pt x="572160" y="436879"/>
                </a:lnTo>
                <a:lnTo>
                  <a:pt x="580605" y="434339"/>
                </a:lnTo>
                <a:lnTo>
                  <a:pt x="580440" y="434339"/>
                </a:lnTo>
                <a:lnTo>
                  <a:pt x="588924" y="433070"/>
                </a:lnTo>
                <a:lnTo>
                  <a:pt x="588746" y="433070"/>
                </a:lnTo>
                <a:lnTo>
                  <a:pt x="597242" y="430529"/>
                </a:lnTo>
                <a:lnTo>
                  <a:pt x="597077" y="430529"/>
                </a:lnTo>
                <a:lnTo>
                  <a:pt x="605586" y="427989"/>
                </a:lnTo>
                <a:lnTo>
                  <a:pt x="605409" y="427989"/>
                </a:lnTo>
                <a:lnTo>
                  <a:pt x="613917" y="425450"/>
                </a:lnTo>
                <a:lnTo>
                  <a:pt x="613740" y="425450"/>
                </a:lnTo>
                <a:lnTo>
                  <a:pt x="622249" y="422910"/>
                </a:lnTo>
                <a:lnTo>
                  <a:pt x="622058" y="422910"/>
                </a:lnTo>
                <a:lnTo>
                  <a:pt x="630554" y="420370"/>
                </a:lnTo>
                <a:lnTo>
                  <a:pt x="630377" y="420370"/>
                </a:lnTo>
                <a:lnTo>
                  <a:pt x="638848" y="416560"/>
                </a:lnTo>
                <a:lnTo>
                  <a:pt x="638657" y="416560"/>
                </a:lnTo>
                <a:lnTo>
                  <a:pt x="647115" y="414020"/>
                </a:lnTo>
                <a:lnTo>
                  <a:pt x="646912" y="414020"/>
                </a:lnTo>
                <a:lnTo>
                  <a:pt x="655332" y="410210"/>
                </a:lnTo>
                <a:lnTo>
                  <a:pt x="655129" y="410210"/>
                </a:lnTo>
                <a:lnTo>
                  <a:pt x="663511" y="406400"/>
                </a:lnTo>
                <a:lnTo>
                  <a:pt x="663308" y="406400"/>
                </a:lnTo>
                <a:lnTo>
                  <a:pt x="671639" y="402589"/>
                </a:lnTo>
                <a:lnTo>
                  <a:pt x="671436" y="402589"/>
                </a:lnTo>
                <a:lnTo>
                  <a:pt x="679703" y="398779"/>
                </a:lnTo>
                <a:lnTo>
                  <a:pt x="679488" y="398779"/>
                </a:lnTo>
                <a:lnTo>
                  <a:pt x="687704" y="394970"/>
                </a:lnTo>
                <a:lnTo>
                  <a:pt x="687489" y="394970"/>
                </a:lnTo>
                <a:lnTo>
                  <a:pt x="695617" y="389889"/>
                </a:lnTo>
                <a:lnTo>
                  <a:pt x="695413" y="389889"/>
                </a:lnTo>
                <a:lnTo>
                  <a:pt x="703465" y="384810"/>
                </a:lnTo>
                <a:lnTo>
                  <a:pt x="703249" y="384810"/>
                </a:lnTo>
                <a:lnTo>
                  <a:pt x="711212" y="379729"/>
                </a:lnTo>
                <a:lnTo>
                  <a:pt x="710996" y="379729"/>
                </a:lnTo>
                <a:lnTo>
                  <a:pt x="718870" y="374650"/>
                </a:lnTo>
                <a:lnTo>
                  <a:pt x="718654" y="374650"/>
                </a:lnTo>
                <a:lnTo>
                  <a:pt x="726427" y="369570"/>
                </a:lnTo>
                <a:lnTo>
                  <a:pt x="726211" y="369570"/>
                </a:lnTo>
                <a:lnTo>
                  <a:pt x="733869" y="363220"/>
                </a:lnTo>
                <a:lnTo>
                  <a:pt x="733653" y="363220"/>
                </a:lnTo>
                <a:lnTo>
                  <a:pt x="741197" y="358139"/>
                </a:lnTo>
                <a:lnTo>
                  <a:pt x="740981" y="358139"/>
                </a:lnTo>
                <a:lnTo>
                  <a:pt x="748398" y="351789"/>
                </a:lnTo>
                <a:lnTo>
                  <a:pt x="748182" y="351789"/>
                </a:lnTo>
                <a:lnTo>
                  <a:pt x="755459" y="345439"/>
                </a:lnTo>
                <a:lnTo>
                  <a:pt x="755256" y="345439"/>
                </a:lnTo>
                <a:lnTo>
                  <a:pt x="762393" y="337820"/>
                </a:lnTo>
                <a:lnTo>
                  <a:pt x="762190" y="337820"/>
                </a:lnTo>
                <a:lnTo>
                  <a:pt x="769175" y="331470"/>
                </a:lnTo>
                <a:lnTo>
                  <a:pt x="768985" y="331470"/>
                </a:lnTo>
                <a:lnTo>
                  <a:pt x="775817" y="323850"/>
                </a:lnTo>
                <a:lnTo>
                  <a:pt x="775614" y="323850"/>
                </a:lnTo>
                <a:lnTo>
                  <a:pt x="782294" y="316229"/>
                </a:lnTo>
                <a:lnTo>
                  <a:pt x="782104" y="316229"/>
                </a:lnTo>
                <a:lnTo>
                  <a:pt x="788593" y="308610"/>
                </a:lnTo>
                <a:lnTo>
                  <a:pt x="788415" y="308610"/>
                </a:lnTo>
                <a:lnTo>
                  <a:pt x="794740" y="299720"/>
                </a:lnTo>
                <a:lnTo>
                  <a:pt x="823645" y="299720"/>
                </a:lnTo>
                <a:lnTo>
                  <a:pt x="818159" y="302260"/>
                </a:lnTo>
                <a:lnTo>
                  <a:pt x="816305" y="302260"/>
                </a:lnTo>
                <a:lnTo>
                  <a:pt x="812673" y="304800"/>
                </a:lnTo>
                <a:lnTo>
                  <a:pt x="814501" y="304800"/>
                </a:lnTo>
                <a:lnTo>
                  <a:pt x="809993" y="311150"/>
                </a:lnTo>
                <a:lnTo>
                  <a:pt x="782916" y="344170"/>
                </a:lnTo>
                <a:lnTo>
                  <a:pt x="753249" y="372110"/>
                </a:lnTo>
                <a:lnTo>
                  <a:pt x="713359" y="401320"/>
                </a:lnTo>
                <a:lnTo>
                  <a:pt x="688314" y="415289"/>
                </a:lnTo>
                <a:lnTo>
                  <a:pt x="679843" y="420370"/>
                </a:lnTo>
                <a:lnTo>
                  <a:pt x="654113" y="431800"/>
                </a:lnTo>
                <a:lnTo>
                  <a:pt x="645464" y="434339"/>
                </a:lnTo>
                <a:lnTo>
                  <a:pt x="636790" y="438150"/>
                </a:lnTo>
                <a:lnTo>
                  <a:pt x="632447" y="439420"/>
                </a:lnTo>
                <a:close/>
              </a:path>
              <a:path w="959485" h="458470">
                <a:moveTo>
                  <a:pt x="812673" y="304800"/>
                </a:moveTo>
                <a:lnTo>
                  <a:pt x="816305" y="302260"/>
                </a:lnTo>
                <a:lnTo>
                  <a:pt x="815397" y="303538"/>
                </a:lnTo>
                <a:lnTo>
                  <a:pt x="812673" y="304800"/>
                </a:lnTo>
                <a:close/>
              </a:path>
              <a:path w="959485" h="458470">
                <a:moveTo>
                  <a:pt x="815397" y="303538"/>
                </a:moveTo>
                <a:lnTo>
                  <a:pt x="816305" y="302260"/>
                </a:lnTo>
                <a:lnTo>
                  <a:pt x="818159" y="302260"/>
                </a:lnTo>
                <a:lnTo>
                  <a:pt x="815397" y="303538"/>
                </a:lnTo>
                <a:close/>
              </a:path>
              <a:path w="959485" h="458470">
                <a:moveTo>
                  <a:pt x="814501" y="304800"/>
                </a:moveTo>
                <a:lnTo>
                  <a:pt x="812673" y="304800"/>
                </a:lnTo>
                <a:lnTo>
                  <a:pt x="815397" y="303538"/>
                </a:lnTo>
                <a:lnTo>
                  <a:pt x="814501" y="304800"/>
                </a:lnTo>
                <a:close/>
              </a:path>
              <a:path w="959485" h="458470">
                <a:moveTo>
                  <a:pt x="203453" y="384810"/>
                </a:moveTo>
                <a:lnTo>
                  <a:pt x="200228" y="383539"/>
                </a:lnTo>
                <a:lnTo>
                  <a:pt x="203148" y="384527"/>
                </a:lnTo>
                <a:lnTo>
                  <a:pt x="203453" y="384810"/>
                </a:lnTo>
                <a:close/>
              </a:path>
              <a:path w="959485" h="458470">
                <a:moveTo>
                  <a:pt x="203148" y="384527"/>
                </a:moveTo>
                <a:lnTo>
                  <a:pt x="200228" y="383539"/>
                </a:lnTo>
                <a:lnTo>
                  <a:pt x="202080" y="383539"/>
                </a:lnTo>
                <a:lnTo>
                  <a:pt x="203148" y="384527"/>
                </a:lnTo>
                <a:close/>
              </a:path>
              <a:path w="959485" h="458470">
                <a:moveTo>
                  <a:pt x="203983" y="384810"/>
                </a:moveTo>
                <a:lnTo>
                  <a:pt x="203453" y="384810"/>
                </a:lnTo>
                <a:lnTo>
                  <a:pt x="203148" y="384527"/>
                </a:lnTo>
                <a:lnTo>
                  <a:pt x="203983" y="384810"/>
                </a:lnTo>
                <a:close/>
              </a:path>
              <a:path w="959485" h="458470">
                <a:moveTo>
                  <a:pt x="557758" y="439420"/>
                </a:moveTo>
                <a:lnTo>
                  <a:pt x="555688" y="439420"/>
                </a:lnTo>
                <a:lnTo>
                  <a:pt x="556106" y="439356"/>
                </a:lnTo>
                <a:lnTo>
                  <a:pt x="557758" y="439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18398" y="4321530"/>
            <a:ext cx="1257935" cy="459740"/>
          </a:xfrm>
          <a:custGeom>
            <a:avLst/>
            <a:gdLst/>
            <a:ahLst/>
            <a:cxnLst/>
            <a:rect l="l" t="t" r="r" b="b"/>
            <a:pathLst>
              <a:path w="1257935" h="459739">
                <a:moveTo>
                  <a:pt x="1247643" y="36829"/>
                </a:moveTo>
                <a:lnTo>
                  <a:pt x="1227582" y="36829"/>
                </a:lnTo>
                <a:lnTo>
                  <a:pt x="1233843" y="17779"/>
                </a:lnTo>
                <a:lnTo>
                  <a:pt x="1239583" y="0"/>
                </a:lnTo>
                <a:lnTo>
                  <a:pt x="1257769" y="5079"/>
                </a:lnTo>
                <a:lnTo>
                  <a:pt x="1251877" y="24129"/>
                </a:lnTo>
                <a:lnTo>
                  <a:pt x="1247643" y="36829"/>
                </a:lnTo>
                <a:close/>
              </a:path>
              <a:path w="1257935" h="459739">
                <a:moveTo>
                  <a:pt x="1077322" y="281561"/>
                </a:moveTo>
                <a:lnTo>
                  <a:pt x="1077721" y="279400"/>
                </a:lnTo>
                <a:lnTo>
                  <a:pt x="1079258" y="275589"/>
                </a:lnTo>
                <a:lnTo>
                  <a:pt x="1081201" y="273050"/>
                </a:lnTo>
                <a:lnTo>
                  <a:pt x="1081658" y="271779"/>
                </a:lnTo>
                <a:lnTo>
                  <a:pt x="1084770" y="266700"/>
                </a:lnTo>
                <a:lnTo>
                  <a:pt x="1085151" y="266700"/>
                </a:lnTo>
                <a:lnTo>
                  <a:pt x="1090015" y="260350"/>
                </a:lnTo>
                <a:lnTo>
                  <a:pt x="1096340" y="252729"/>
                </a:lnTo>
                <a:lnTo>
                  <a:pt x="1108659" y="238760"/>
                </a:lnTo>
                <a:lnTo>
                  <a:pt x="1108519" y="238760"/>
                </a:lnTo>
                <a:lnTo>
                  <a:pt x="1120406" y="224789"/>
                </a:lnTo>
                <a:lnTo>
                  <a:pt x="1120267" y="224789"/>
                </a:lnTo>
                <a:lnTo>
                  <a:pt x="1131722" y="210820"/>
                </a:lnTo>
                <a:lnTo>
                  <a:pt x="1131570" y="210820"/>
                </a:lnTo>
                <a:lnTo>
                  <a:pt x="1142593" y="196850"/>
                </a:lnTo>
                <a:lnTo>
                  <a:pt x="1142441" y="196850"/>
                </a:lnTo>
                <a:lnTo>
                  <a:pt x="1153033" y="181610"/>
                </a:lnTo>
                <a:lnTo>
                  <a:pt x="1152893" y="181610"/>
                </a:lnTo>
                <a:lnTo>
                  <a:pt x="1163040" y="166370"/>
                </a:lnTo>
                <a:lnTo>
                  <a:pt x="1162900" y="166370"/>
                </a:lnTo>
                <a:lnTo>
                  <a:pt x="1172616" y="151129"/>
                </a:lnTo>
                <a:lnTo>
                  <a:pt x="1172476" y="151129"/>
                </a:lnTo>
                <a:lnTo>
                  <a:pt x="1181773" y="135889"/>
                </a:lnTo>
                <a:lnTo>
                  <a:pt x="1181633" y="135889"/>
                </a:lnTo>
                <a:lnTo>
                  <a:pt x="1190485" y="120650"/>
                </a:lnTo>
                <a:lnTo>
                  <a:pt x="1190358" y="120650"/>
                </a:lnTo>
                <a:lnTo>
                  <a:pt x="1198778" y="104139"/>
                </a:lnTo>
                <a:lnTo>
                  <a:pt x="1206639" y="87629"/>
                </a:lnTo>
                <a:lnTo>
                  <a:pt x="1214081" y="71120"/>
                </a:lnTo>
                <a:lnTo>
                  <a:pt x="1221092" y="53339"/>
                </a:lnTo>
                <a:lnTo>
                  <a:pt x="1227683" y="35560"/>
                </a:lnTo>
                <a:lnTo>
                  <a:pt x="1227582" y="36829"/>
                </a:lnTo>
                <a:lnTo>
                  <a:pt x="1247643" y="36829"/>
                </a:lnTo>
                <a:lnTo>
                  <a:pt x="1231506" y="78739"/>
                </a:lnTo>
                <a:lnTo>
                  <a:pt x="1207160" y="129539"/>
                </a:lnTo>
                <a:lnTo>
                  <a:pt x="1188732" y="161289"/>
                </a:lnTo>
                <a:lnTo>
                  <a:pt x="1178864" y="177800"/>
                </a:lnTo>
                <a:lnTo>
                  <a:pt x="1168552" y="193039"/>
                </a:lnTo>
                <a:lnTo>
                  <a:pt x="1157808" y="208279"/>
                </a:lnTo>
                <a:lnTo>
                  <a:pt x="1146632" y="222250"/>
                </a:lnTo>
                <a:lnTo>
                  <a:pt x="1135024" y="237489"/>
                </a:lnTo>
                <a:lnTo>
                  <a:pt x="1122997" y="251460"/>
                </a:lnTo>
                <a:lnTo>
                  <a:pt x="1110665" y="265429"/>
                </a:lnTo>
                <a:lnTo>
                  <a:pt x="1104455" y="273050"/>
                </a:lnTo>
                <a:lnTo>
                  <a:pt x="1104760" y="273050"/>
                </a:lnTo>
                <a:lnTo>
                  <a:pt x="1100201" y="278129"/>
                </a:lnTo>
                <a:lnTo>
                  <a:pt x="1100582" y="278129"/>
                </a:lnTo>
                <a:lnTo>
                  <a:pt x="1099544" y="279400"/>
                </a:lnTo>
                <a:lnTo>
                  <a:pt x="1082611" y="279400"/>
                </a:lnTo>
                <a:lnTo>
                  <a:pt x="1079627" y="280670"/>
                </a:lnTo>
                <a:lnTo>
                  <a:pt x="1080033" y="280670"/>
                </a:lnTo>
                <a:lnTo>
                  <a:pt x="1077322" y="281561"/>
                </a:lnTo>
                <a:close/>
              </a:path>
              <a:path w="1257935" h="459739">
                <a:moveTo>
                  <a:pt x="0" y="210820"/>
                </a:moveTo>
                <a:lnTo>
                  <a:pt x="10426" y="125729"/>
                </a:lnTo>
                <a:lnTo>
                  <a:pt x="62664" y="176529"/>
                </a:lnTo>
                <a:lnTo>
                  <a:pt x="38493" y="176529"/>
                </a:lnTo>
                <a:lnTo>
                  <a:pt x="20561" y="182879"/>
                </a:lnTo>
                <a:lnTo>
                  <a:pt x="27275" y="201171"/>
                </a:lnTo>
                <a:lnTo>
                  <a:pt x="0" y="210820"/>
                </a:lnTo>
                <a:close/>
              </a:path>
              <a:path w="1257935" h="459739">
                <a:moveTo>
                  <a:pt x="27275" y="201171"/>
                </a:moveTo>
                <a:lnTo>
                  <a:pt x="20561" y="182879"/>
                </a:lnTo>
                <a:lnTo>
                  <a:pt x="38493" y="176529"/>
                </a:lnTo>
                <a:lnTo>
                  <a:pt x="44543" y="193039"/>
                </a:lnTo>
                <a:lnTo>
                  <a:pt x="43891" y="193039"/>
                </a:lnTo>
                <a:lnTo>
                  <a:pt x="45269" y="194806"/>
                </a:lnTo>
                <a:lnTo>
                  <a:pt x="27275" y="201171"/>
                </a:lnTo>
                <a:close/>
              </a:path>
              <a:path w="1257935" h="459739">
                <a:moveTo>
                  <a:pt x="46673" y="194310"/>
                </a:moveTo>
                <a:lnTo>
                  <a:pt x="45008" y="194310"/>
                </a:lnTo>
                <a:lnTo>
                  <a:pt x="38493" y="176529"/>
                </a:lnTo>
                <a:lnTo>
                  <a:pt x="62664" y="176529"/>
                </a:lnTo>
                <a:lnTo>
                  <a:pt x="71805" y="185420"/>
                </a:lnTo>
                <a:lnTo>
                  <a:pt x="46673" y="194310"/>
                </a:lnTo>
                <a:close/>
              </a:path>
              <a:path w="1257935" h="459739">
                <a:moveTo>
                  <a:pt x="45269" y="194806"/>
                </a:moveTo>
                <a:lnTo>
                  <a:pt x="43891" y="193039"/>
                </a:lnTo>
                <a:lnTo>
                  <a:pt x="45008" y="194310"/>
                </a:lnTo>
                <a:lnTo>
                  <a:pt x="46673" y="194310"/>
                </a:lnTo>
                <a:lnTo>
                  <a:pt x="45269" y="194806"/>
                </a:lnTo>
                <a:close/>
              </a:path>
              <a:path w="1257935" h="459739">
                <a:moveTo>
                  <a:pt x="45008" y="194310"/>
                </a:moveTo>
                <a:lnTo>
                  <a:pt x="43891" y="193039"/>
                </a:lnTo>
                <a:lnTo>
                  <a:pt x="44543" y="193039"/>
                </a:lnTo>
                <a:lnTo>
                  <a:pt x="45008" y="194310"/>
                </a:lnTo>
                <a:close/>
              </a:path>
              <a:path w="1257935" h="459739">
                <a:moveTo>
                  <a:pt x="32880" y="210820"/>
                </a:moveTo>
                <a:lnTo>
                  <a:pt x="28206" y="203200"/>
                </a:lnTo>
                <a:lnTo>
                  <a:pt x="27571" y="201929"/>
                </a:lnTo>
                <a:lnTo>
                  <a:pt x="27275" y="201171"/>
                </a:lnTo>
                <a:lnTo>
                  <a:pt x="45269" y="194806"/>
                </a:lnTo>
                <a:lnTo>
                  <a:pt x="48844" y="199389"/>
                </a:lnTo>
                <a:lnTo>
                  <a:pt x="50926" y="203200"/>
                </a:lnTo>
                <a:lnTo>
                  <a:pt x="51295" y="204470"/>
                </a:lnTo>
                <a:lnTo>
                  <a:pt x="53073" y="207010"/>
                </a:lnTo>
                <a:lnTo>
                  <a:pt x="53958" y="209550"/>
                </a:lnTo>
                <a:lnTo>
                  <a:pt x="32588" y="209550"/>
                </a:lnTo>
                <a:lnTo>
                  <a:pt x="32880" y="210820"/>
                </a:lnTo>
                <a:close/>
              </a:path>
              <a:path w="1257935" h="459739">
                <a:moveTo>
                  <a:pt x="34670" y="213360"/>
                </a:moveTo>
                <a:lnTo>
                  <a:pt x="32588" y="209550"/>
                </a:lnTo>
                <a:lnTo>
                  <a:pt x="53958" y="209550"/>
                </a:lnTo>
                <a:lnTo>
                  <a:pt x="54863" y="212089"/>
                </a:lnTo>
                <a:lnTo>
                  <a:pt x="34315" y="212089"/>
                </a:lnTo>
                <a:lnTo>
                  <a:pt x="34670" y="213360"/>
                </a:lnTo>
                <a:close/>
              </a:path>
              <a:path w="1257935" h="459739">
                <a:moveTo>
                  <a:pt x="36093" y="215900"/>
                </a:moveTo>
                <a:lnTo>
                  <a:pt x="34315" y="212089"/>
                </a:lnTo>
                <a:lnTo>
                  <a:pt x="54863" y="212089"/>
                </a:lnTo>
                <a:lnTo>
                  <a:pt x="55156" y="213360"/>
                </a:lnTo>
                <a:lnTo>
                  <a:pt x="55482" y="214629"/>
                </a:lnTo>
                <a:lnTo>
                  <a:pt x="35661" y="214629"/>
                </a:lnTo>
                <a:lnTo>
                  <a:pt x="36093" y="215900"/>
                </a:lnTo>
                <a:close/>
              </a:path>
              <a:path w="1257935" h="459739">
                <a:moveTo>
                  <a:pt x="37020" y="218439"/>
                </a:moveTo>
                <a:lnTo>
                  <a:pt x="35661" y="214629"/>
                </a:lnTo>
                <a:lnTo>
                  <a:pt x="55482" y="214629"/>
                </a:lnTo>
                <a:lnTo>
                  <a:pt x="56133" y="217170"/>
                </a:lnTo>
                <a:lnTo>
                  <a:pt x="36728" y="217170"/>
                </a:lnTo>
                <a:lnTo>
                  <a:pt x="37020" y="218439"/>
                </a:lnTo>
                <a:close/>
              </a:path>
              <a:path w="1257935" h="459739">
                <a:moveTo>
                  <a:pt x="59941" y="233005"/>
                </a:moveTo>
                <a:lnTo>
                  <a:pt x="59512" y="232410"/>
                </a:lnTo>
                <a:lnTo>
                  <a:pt x="39700" y="232410"/>
                </a:lnTo>
                <a:lnTo>
                  <a:pt x="38963" y="228600"/>
                </a:lnTo>
                <a:lnTo>
                  <a:pt x="37553" y="220979"/>
                </a:lnTo>
                <a:lnTo>
                  <a:pt x="37706" y="220979"/>
                </a:lnTo>
                <a:lnTo>
                  <a:pt x="36728" y="217170"/>
                </a:lnTo>
                <a:lnTo>
                  <a:pt x="56286" y="217170"/>
                </a:lnTo>
                <a:lnTo>
                  <a:pt x="57683" y="224789"/>
                </a:lnTo>
                <a:lnTo>
                  <a:pt x="58394" y="228600"/>
                </a:lnTo>
                <a:lnTo>
                  <a:pt x="58568" y="228600"/>
                </a:lnTo>
                <a:lnTo>
                  <a:pt x="58881" y="229870"/>
                </a:lnTo>
                <a:lnTo>
                  <a:pt x="59194" y="231139"/>
                </a:lnTo>
                <a:lnTo>
                  <a:pt x="59941" y="233005"/>
                </a:lnTo>
                <a:close/>
              </a:path>
              <a:path w="1257935" h="459739">
                <a:moveTo>
                  <a:pt x="58568" y="228600"/>
                </a:moveTo>
                <a:lnTo>
                  <a:pt x="58394" y="228600"/>
                </a:lnTo>
                <a:lnTo>
                  <a:pt x="58254" y="227329"/>
                </a:lnTo>
                <a:lnTo>
                  <a:pt x="58568" y="228600"/>
                </a:lnTo>
                <a:close/>
              </a:path>
              <a:path w="1257935" h="459739">
                <a:moveTo>
                  <a:pt x="59194" y="231139"/>
                </a:moveTo>
                <a:lnTo>
                  <a:pt x="58864" y="229870"/>
                </a:lnTo>
                <a:lnTo>
                  <a:pt x="58924" y="230045"/>
                </a:lnTo>
                <a:lnTo>
                  <a:pt x="59194" y="231139"/>
                </a:lnTo>
                <a:close/>
              </a:path>
              <a:path w="1257935" h="459739">
                <a:moveTo>
                  <a:pt x="58924" y="230045"/>
                </a:moveTo>
                <a:lnTo>
                  <a:pt x="58864" y="229870"/>
                </a:lnTo>
                <a:lnTo>
                  <a:pt x="58924" y="230045"/>
                </a:lnTo>
                <a:close/>
              </a:path>
              <a:path w="1257935" h="459739">
                <a:moveTo>
                  <a:pt x="59300" y="231139"/>
                </a:moveTo>
                <a:lnTo>
                  <a:pt x="58924" y="230045"/>
                </a:lnTo>
                <a:lnTo>
                  <a:pt x="59300" y="231139"/>
                </a:lnTo>
                <a:close/>
              </a:path>
              <a:path w="1257935" h="459739">
                <a:moveTo>
                  <a:pt x="88671" y="256539"/>
                </a:moveTo>
                <a:lnTo>
                  <a:pt x="57188" y="256539"/>
                </a:lnTo>
                <a:lnTo>
                  <a:pt x="53835" y="254000"/>
                </a:lnTo>
                <a:lnTo>
                  <a:pt x="52997" y="254000"/>
                </a:lnTo>
                <a:lnTo>
                  <a:pt x="49847" y="250189"/>
                </a:lnTo>
                <a:lnTo>
                  <a:pt x="49110" y="250189"/>
                </a:lnTo>
                <a:lnTo>
                  <a:pt x="47637" y="248920"/>
                </a:lnTo>
                <a:lnTo>
                  <a:pt x="47117" y="247650"/>
                </a:lnTo>
                <a:lnTo>
                  <a:pt x="45745" y="246379"/>
                </a:lnTo>
                <a:lnTo>
                  <a:pt x="44907" y="245110"/>
                </a:lnTo>
                <a:lnTo>
                  <a:pt x="43078" y="242570"/>
                </a:lnTo>
                <a:lnTo>
                  <a:pt x="42430" y="240029"/>
                </a:lnTo>
                <a:lnTo>
                  <a:pt x="41109" y="237489"/>
                </a:lnTo>
                <a:lnTo>
                  <a:pt x="39839" y="232410"/>
                </a:lnTo>
                <a:lnTo>
                  <a:pt x="59512" y="232410"/>
                </a:lnTo>
                <a:lnTo>
                  <a:pt x="60172" y="233679"/>
                </a:lnTo>
                <a:lnTo>
                  <a:pt x="60426" y="233679"/>
                </a:lnTo>
                <a:lnTo>
                  <a:pt x="60740" y="234115"/>
                </a:lnTo>
                <a:lnTo>
                  <a:pt x="61887" y="236220"/>
                </a:lnTo>
                <a:lnTo>
                  <a:pt x="62102" y="236220"/>
                </a:lnTo>
                <a:lnTo>
                  <a:pt x="62852" y="237489"/>
                </a:lnTo>
                <a:lnTo>
                  <a:pt x="63684" y="237489"/>
                </a:lnTo>
                <a:lnTo>
                  <a:pt x="65265" y="238760"/>
                </a:lnTo>
                <a:lnTo>
                  <a:pt x="64427" y="238760"/>
                </a:lnTo>
                <a:lnTo>
                  <a:pt x="67779" y="240029"/>
                </a:lnTo>
                <a:lnTo>
                  <a:pt x="67259" y="240029"/>
                </a:lnTo>
                <a:lnTo>
                  <a:pt x="77520" y="246379"/>
                </a:lnTo>
                <a:lnTo>
                  <a:pt x="78320" y="246379"/>
                </a:lnTo>
                <a:lnTo>
                  <a:pt x="81470" y="248920"/>
                </a:lnTo>
                <a:lnTo>
                  <a:pt x="82448" y="250189"/>
                </a:lnTo>
                <a:lnTo>
                  <a:pt x="85305" y="252729"/>
                </a:lnTo>
                <a:lnTo>
                  <a:pt x="86118" y="252729"/>
                </a:lnTo>
                <a:lnTo>
                  <a:pt x="88671" y="256539"/>
                </a:lnTo>
                <a:close/>
              </a:path>
              <a:path w="1257935" h="459739">
                <a:moveTo>
                  <a:pt x="60172" y="233679"/>
                </a:moveTo>
                <a:lnTo>
                  <a:pt x="59512" y="232410"/>
                </a:lnTo>
                <a:lnTo>
                  <a:pt x="59941" y="233005"/>
                </a:lnTo>
                <a:lnTo>
                  <a:pt x="60172" y="233679"/>
                </a:lnTo>
                <a:close/>
              </a:path>
              <a:path w="1257935" h="459739">
                <a:moveTo>
                  <a:pt x="60426" y="233679"/>
                </a:moveTo>
                <a:lnTo>
                  <a:pt x="60172" y="233679"/>
                </a:lnTo>
                <a:lnTo>
                  <a:pt x="59941" y="233005"/>
                </a:lnTo>
                <a:lnTo>
                  <a:pt x="60426" y="233679"/>
                </a:lnTo>
                <a:close/>
              </a:path>
              <a:path w="1257935" h="459739">
                <a:moveTo>
                  <a:pt x="61340" y="234950"/>
                </a:moveTo>
                <a:lnTo>
                  <a:pt x="60740" y="234115"/>
                </a:lnTo>
                <a:lnTo>
                  <a:pt x="60502" y="233679"/>
                </a:lnTo>
                <a:lnTo>
                  <a:pt x="61340" y="234950"/>
                </a:lnTo>
                <a:close/>
              </a:path>
              <a:path w="1257935" h="459739">
                <a:moveTo>
                  <a:pt x="62115" y="236220"/>
                </a:moveTo>
                <a:lnTo>
                  <a:pt x="61887" y="236220"/>
                </a:lnTo>
                <a:lnTo>
                  <a:pt x="61379" y="234950"/>
                </a:lnTo>
                <a:lnTo>
                  <a:pt x="62115" y="236220"/>
                </a:lnTo>
                <a:close/>
              </a:path>
              <a:path w="1257935" h="459739">
                <a:moveTo>
                  <a:pt x="63684" y="237489"/>
                </a:moveTo>
                <a:lnTo>
                  <a:pt x="62852" y="237489"/>
                </a:lnTo>
                <a:lnTo>
                  <a:pt x="62126" y="236239"/>
                </a:lnTo>
                <a:lnTo>
                  <a:pt x="63684" y="237489"/>
                </a:lnTo>
                <a:close/>
              </a:path>
              <a:path w="1257935" h="459739">
                <a:moveTo>
                  <a:pt x="67957" y="262889"/>
                </a:moveTo>
                <a:lnTo>
                  <a:pt x="57708" y="256539"/>
                </a:lnTo>
                <a:lnTo>
                  <a:pt x="89115" y="256539"/>
                </a:lnTo>
                <a:lnTo>
                  <a:pt x="91744" y="260350"/>
                </a:lnTo>
                <a:lnTo>
                  <a:pt x="92527" y="261620"/>
                </a:lnTo>
                <a:lnTo>
                  <a:pt x="67157" y="261620"/>
                </a:lnTo>
                <a:lnTo>
                  <a:pt x="67957" y="262889"/>
                </a:lnTo>
                <a:close/>
              </a:path>
              <a:path w="1257935" h="459739">
                <a:moveTo>
                  <a:pt x="72186" y="266700"/>
                </a:moveTo>
                <a:lnTo>
                  <a:pt x="69329" y="264160"/>
                </a:lnTo>
                <a:lnTo>
                  <a:pt x="70307" y="264160"/>
                </a:lnTo>
                <a:lnTo>
                  <a:pt x="67157" y="261620"/>
                </a:lnTo>
                <a:lnTo>
                  <a:pt x="92527" y="261620"/>
                </a:lnTo>
                <a:lnTo>
                  <a:pt x="94094" y="264160"/>
                </a:lnTo>
                <a:lnTo>
                  <a:pt x="94634" y="265429"/>
                </a:lnTo>
                <a:lnTo>
                  <a:pt x="71361" y="265429"/>
                </a:lnTo>
                <a:lnTo>
                  <a:pt x="72186" y="266700"/>
                </a:lnTo>
                <a:close/>
              </a:path>
              <a:path w="1257935" h="459739">
                <a:moveTo>
                  <a:pt x="75780" y="271779"/>
                </a:moveTo>
                <a:lnTo>
                  <a:pt x="73456" y="267970"/>
                </a:lnTo>
                <a:lnTo>
                  <a:pt x="73913" y="267970"/>
                </a:lnTo>
                <a:lnTo>
                  <a:pt x="71361" y="265429"/>
                </a:lnTo>
                <a:lnTo>
                  <a:pt x="94634" y="265429"/>
                </a:lnTo>
                <a:lnTo>
                  <a:pt x="96253" y="269239"/>
                </a:lnTo>
                <a:lnTo>
                  <a:pt x="97040" y="270510"/>
                </a:lnTo>
                <a:lnTo>
                  <a:pt x="75476" y="270510"/>
                </a:lnTo>
                <a:lnTo>
                  <a:pt x="75780" y="271779"/>
                </a:lnTo>
                <a:close/>
              </a:path>
              <a:path w="1257935" h="459739">
                <a:moveTo>
                  <a:pt x="79489" y="278129"/>
                </a:moveTo>
                <a:lnTo>
                  <a:pt x="77444" y="274320"/>
                </a:lnTo>
                <a:lnTo>
                  <a:pt x="77635" y="274320"/>
                </a:lnTo>
                <a:lnTo>
                  <a:pt x="75476" y="270510"/>
                </a:lnTo>
                <a:lnTo>
                  <a:pt x="97040" y="270510"/>
                </a:lnTo>
                <a:lnTo>
                  <a:pt x="100190" y="275589"/>
                </a:lnTo>
                <a:lnTo>
                  <a:pt x="100768" y="276860"/>
                </a:lnTo>
                <a:lnTo>
                  <a:pt x="79375" y="276860"/>
                </a:lnTo>
                <a:lnTo>
                  <a:pt x="79489" y="278129"/>
                </a:lnTo>
                <a:close/>
              </a:path>
              <a:path w="1257935" h="459739">
                <a:moveTo>
                  <a:pt x="253866" y="384055"/>
                </a:moveTo>
                <a:lnTo>
                  <a:pt x="252094" y="383539"/>
                </a:lnTo>
                <a:lnTo>
                  <a:pt x="219113" y="383539"/>
                </a:lnTo>
                <a:lnTo>
                  <a:pt x="206476" y="375920"/>
                </a:lnTo>
                <a:lnTo>
                  <a:pt x="181063" y="360679"/>
                </a:lnTo>
                <a:lnTo>
                  <a:pt x="154774" y="342900"/>
                </a:lnTo>
                <a:lnTo>
                  <a:pt x="148031" y="339089"/>
                </a:lnTo>
                <a:lnTo>
                  <a:pt x="141376" y="334010"/>
                </a:lnTo>
                <a:lnTo>
                  <a:pt x="90144" y="295910"/>
                </a:lnTo>
                <a:lnTo>
                  <a:pt x="88645" y="294639"/>
                </a:lnTo>
                <a:lnTo>
                  <a:pt x="87490" y="292100"/>
                </a:lnTo>
                <a:lnTo>
                  <a:pt x="83312" y="284479"/>
                </a:lnTo>
                <a:lnTo>
                  <a:pt x="79375" y="276860"/>
                </a:lnTo>
                <a:lnTo>
                  <a:pt x="100768" y="276860"/>
                </a:lnTo>
                <a:lnTo>
                  <a:pt x="102806" y="280670"/>
                </a:lnTo>
                <a:lnTo>
                  <a:pt x="101511" y="280670"/>
                </a:lnTo>
                <a:lnTo>
                  <a:pt x="104165" y="283210"/>
                </a:lnTo>
                <a:lnTo>
                  <a:pt x="104926" y="283210"/>
                </a:lnTo>
                <a:lnTo>
                  <a:pt x="152742" y="318770"/>
                </a:lnTo>
                <a:lnTo>
                  <a:pt x="159372" y="323850"/>
                </a:lnTo>
                <a:lnTo>
                  <a:pt x="160851" y="323850"/>
                </a:lnTo>
                <a:lnTo>
                  <a:pt x="165785" y="327660"/>
                </a:lnTo>
                <a:lnTo>
                  <a:pt x="165557" y="327660"/>
                </a:lnTo>
                <a:lnTo>
                  <a:pt x="178562" y="336550"/>
                </a:lnTo>
                <a:lnTo>
                  <a:pt x="178333" y="336550"/>
                </a:lnTo>
                <a:lnTo>
                  <a:pt x="191160" y="344170"/>
                </a:lnTo>
                <a:lnTo>
                  <a:pt x="203758" y="351789"/>
                </a:lnTo>
                <a:lnTo>
                  <a:pt x="229336" y="367029"/>
                </a:lnTo>
                <a:lnTo>
                  <a:pt x="242214" y="375920"/>
                </a:lnTo>
                <a:lnTo>
                  <a:pt x="248742" y="381000"/>
                </a:lnTo>
                <a:lnTo>
                  <a:pt x="253866" y="384055"/>
                </a:lnTo>
                <a:close/>
              </a:path>
              <a:path w="1257935" h="459739">
                <a:moveTo>
                  <a:pt x="1076947" y="288289"/>
                </a:moveTo>
                <a:lnTo>
                  <a:pt x="1076801" y="284479"/>
                </a:lnTo>
                <a:lnTo>
                  <a:pt x="1076883" y="283210"/>
                </a:lnTo>
                <a:lnTo>
                  <a:pt x="1077252" y="281939"/>
                </a:lnTo>
                <a:lnTo>
                  <a:pt x="1077322" y="281561"/>
                </a:lnTo>
                <a:lnTo>
                  <a:pt x="1080033" y="280670"/>
                </a:lnTo>
                <a:lnTo>
                  <a:pt x="1079627" y="280670"/>
                </a:lnTo>
                <a:lnTo>
                  <a:pt x="1082611" y="279400"/>
                </a:lnTo>
                <a:lnTo>
                  <a:pt x="1078814" y="281939"/>
                </a:lnTo>
                <a:lnTo>
                  <a:pt x="1079195" y="281939"/>
                </a:lnTo>
                <a:lnTo>
                  <a:pt x="1077126" y="285634"/>
                </a:lnTo>
                <a:lnTo>
                  <a:pt x="1077017" y="287020"/>
                </a:lnTo>
                <a:lnTo>
                  <a:pt x="1076947" y="288289"/>
                </a:lnTo>
                <a:close/>
              </a:path>
              <a:path w="1257935" h="459739">
                <a:moveTo>
                  <a:pt x="1097470" y="281939"/>
                </a:moveTo>
                <a:lnTo>
                  <a:pt x="1078814" y="281939"/>
                </a:lnTo>
                <a:lnTo>
                  <a:pt x="1082611" y="279400"/>
                </a:lnTo>
                <a:lnTo>
                  <a:pt x="1099544" y="279400"/>
                </a:lnTo>
                <a:lnTo>
                  <a:pt x="1097470" y="281939"/>
                </a:lnTo>
                <a:close/>
              </a:path>
              <a:path w="1257935" h="459739">
                <a:moveTo>
                  <a:pt x="104165" y="283210"/>
                </a:moveTo>
                <a:lnTo>
                  <a:pt x="101511" y="280670"/>
                </a:lnTo>
                <a:lnTo>
                  <a:pt x="103662" y="282269"/>
                </a:lnTo>
                <a:lnTo>
                  <a:pt x="104165" y="283210"/>
                </a:lnTo>
                <a:close/>
              </a:path>
              <a:path w="1257935" h="459739">
                <a:moveTo>
                  <a:pt x="103662" y="282269"/>
                </a:moveTo>
                <a:lnTo>
                  <a:pt x="101511" y="280670"/>
                </a:lnTo>
                <a:lnTo>
                  <a:pt x="102806" y="280670"/>
                </a:lnTo>
                <a:lnTo>
                  <a:pt x="103662" y="282269"/>
                </a:lnTo>
                <a:close/>
              </a:path>
              <a:path w="1257935" h="459739">
                <a:moveTo>
                  <a:pt x="1063015" y="308610"/>
                </a:moveTo>
                <a:lnTo>
                  <a:pt x="1037526" y="308610"/>
                </a:lnTo>
                <a:lnTo>
                  <a:pt x="1045908" y="299720"/>
                </a:lnTo>
                <a:lnTo>
                  <a:pt x="1045679" y="299720"/>
                </a:lnTo>
                <a:lnTo>
                  <a:pt x="1077322" y="281561"/>
                </a:lnTo>
                <a:lnTo>
                  <a:pt x="1077252" y="281939"/>
                </a:lnTo>
                <a:lnTo>
                  <a:pt x="1076883" y="283210"/>
                </a:lnTo>
                <a:lnTo>
                  <a:pt x="1076801" y="284479"/>
                </a:lnTo>
                <a:lnTo>
                  <a:pt x="1076915" y="288289"/>
                </a:lnTo>
                <a:lnTo>
                  <a:pt x="1077050" y="289292"/>
                </a:lnTo>
                <a:lnTo>
                  <a:pt x="1077061" y="289560"/>
                </a:lnTo>
                <a:lnTo>
                  <a:pt x="1095857" y="289560"/>
                </a:lnTo>
                <a:lnTo>
                  <a:pt x="1095400" y="290829"/>
                </a:lnTo>
                <a:lnTo>
                  <a:pt x="1094676" y="292100"/>
                </a:lnTo>
                <a:lnTo>
                  <a:pt x="1093698" y="294639"/>
                </a:lnTo>
                <a:lnTo>
                  <a:pt x="1093330" y="294639"/>
                </a:lnTo>
                <a:lnTo>
                  <a:pt x="1091590" y="295910"/>
                </a:lnTo>
                <a:lnTo>
                  <a:pt x="1089533" y="297179"/>
                </a:lnTo>
                <a:lnTo>
                  <a:pt x="1086548" y="298450"/>
                </a:lnTo>
                <a:lnTo>
                  <a:pt x="1078420" y="300989"/>
                </a:lnTo>
                <a:lnTo>
                  <a:pt x="1078649" y="300989"/>
                </a:lnTo>
                <a:lnTo>
                  <a:pt x="1071365" y="303529"/>
                </a:lnTo>
                <a:lnTo>
                  <a:pt x="1067790" y="303529"/>
                </a:lnTo>
                <a:lnTo>
                  <a:pt x="1064082" y="306070"/>
                </a:lnTo>
                <a:lnTo>
                  <a:pt x="1065402" y="306070"/>
                </a:lnTo>
                <a:lnTo>
                  <a:pt x="1063015" y="308610"/>
                </a:lnTo>
                <a:close/>
              </a:path>
              <a:path w="1257935" h="459739">
                <a:moveTo>
                  <a:pt x="1095857" y="289560"/>
                </a:moveTo>
                <a:lnTo>
                  <a:pt x="1077087" y="289560"/>
                </a:lnTo>
                <a:lnTo>
                  <a:pt x="1077010" y="288289"/>
                </a:lnTo>
                <a:lnTo>
                  <a:pt x="1077087" y="285750"/>
                </a:lnTo>
                <a:lnTo>
                  <a:pt x="1079195" y="281939"/>
                </a:lnTo>
                <a:lnTo>
                  <a:pt x="1097927" y="281939"/>
                </a:lnTo>
                <a:lnTo>
                  <a:pt x="1096632" y="284479"/>
                </a:lnTo>
                <a:lnTo>
                  <a:pt x="1095629" y="284479"/>
                </a:lnTo>
                <a:lnTo>
                  <a:pt x="1095603" y="286712"/>
                </a:lnTo>
                <a:lnTo>
                  <a:pt x="1095489" y="287020"/>
                </a:lnTo>
                <a:lnTo>
                  <a:pt x="1095952" y="287020"/>
                </a:lnTo>
                <a:lnTo>
                  <a:pt x="1095857" y="289560"/>
                </a:lnTo>
                <a:close/>
              </a:path>
              <a:path w="1257935" h="459739">
                <a:moveTo>
                  <a:pt x="104926" y="283210"/>
                </a:moveTo>
                <a:lnTo>
                  <a:pt x="104165" y="283210"/>
                </a:lnTo>
                <a:lnTo>
                  <a:pt x="103662" y="282269"/>
                </a:lnTo>
                <a:lnTo>
                  <a:pt x="104926" y="283210"/>
                </a:lnTo>
                <a:close/>
              </a:path>
              <a:path w="1257935" h="459739">
                <a:moveTo>
                  <a:pt x="1095719" y="285178"/>
                </a:moveTo>
                <a:lnTo>
                  <a:pt x="1095629" y="284479"/>
                </a:lnTo>
                <a:lnTo>
                  <a:pt x="1095768" y="284479"/>
                </a:lnTo>
                <a:lnTo>
                  <a:pt x="1095719" y="285178"/>
                </a:lnTo>
                <a:close/>
              </a:path>
              <a:path w="1257935" h="459739">
                <a:moveTo>
                  <a:pt x="1095984" y="285750"/>
                </a:moveTo>
                <a:lnTo>
                  <a:pt x="1095794" y="285750"/>
                </a:lnTo>
                <a:lnTo>
                  <a:pt x="1095768" y="284479"/>
                </a:lnTo>
                <a:lnTo>
                  <a:pt x="1096505" y="284479"/>
                </a:lnTo>
                <a:lnTo>
                  <a:pt x="1095984" y="285750"/>
                </a:lnTo>
                <a:close/>
              </a:path>
              <a:path w="1257935" h="459739">
                <a:moveTo>
                  <a:pt x="1096043" y="285634"/>
                </a:moveTo>
                <a:lnTo>
                  <a:pt x="1096505" y="284479"/>
                </a:lnTo>
                <a:lnTo>
                  <a:pt x="1096043" y="285634"/>
                </a:lnTo>
                <a:close/>
              </a:path>
              <a:path w="1257935" h="459739">
                <a:moveTo>
                  <a:pt x="1095614" y="286681"/>
                </a:moveTo>
                <a:lnTo>
                  <a:pt x="1095717" y="285215"/>
                </a:lnTo>
                <a:lnTo>
                  <a:pt x="1095781" y="285750"/>
                </a:lnTo>
                <a:lnTo>
                  <a:pt x="1095831" y="286096"/>
                </a:lnTo>
                <a:lnTo>
                  <a:pt x="1095614" y="286681"/>
                </a:lnTo>
                <a:close/>
              </a:path>
              <a:path w="1257935" h="459739">
                <a:moveTo>
                  <a:pt x="1095997" y="285750"/>
                </a:moveTo>
                <a:close/>
              </a:path>
              <a:path w="1257935" h="459739">
                <a:moveTo>
                  <a:pt x="1095912" y="285875"/>
                </a:moveTo>
                <a:close/>
              </a:path>
              <a:path w="1257935" h="459739">
                <a:moveTo>
                  <a:pt x="1095915" y="285954"/>
                </a:moveTo>
                <a:lnTo>
                  <a:pt x="1095959" y="285750"/>
                </a:lnTo>
                <a:lnTo>
                  <a:pt x="1095915" y="285954"/>
                </a:lnTo>
                <a:close/>
              </a:path>
              <a:path w="1257935" h="459739">
                <a:moveTo>
                  <a:pt x="1095612" y="286712"/>
                </a:moveTo>
                <a:lnTo>
                  <a:pt x="1095912" y="285875"/>
                </a:lnTo>
                <a:lnTo>
                  <a:pt x="1095858" y="286096"/>
                </a:lnTo>
                <a:lnTo>
                  <a:pt x="1095612" y="286712"/>
                </a:lnTo>
                <a:close/>
              </a:path>
              <a:path w="1257935" h="459739">
                <a:moveTo>
                  <a:pt x="1095952" y="287020"/>
                </a:moveTo>
                <a:lnTo>
                  <a:pt x="1095590" y="287020"/>
                </a:lnTo>
                <a:lnTo>
                  <a:pt x="1095858" y="286096"/>
                </a:lnTo>
                <a:lnTo>
                  <a:pt x="1095915" y="285954"/>
                </a:lnTo>
                <a:lnTo>
                  <a:pt x="1095952" y="287020"/>
                </a:lnTo>
                <a:close/>
              </a:path>
              <a:path w="1257935" h="459739">
                <a:moveTo>
                  <a:pt x="1095590" y="287020"/>
                </a:moveTo>
                <a:lnTo>
                  <a:pt x="1095624" y="286681"/>
                </a:lnTo>
                <a:lnTo>
                  <a:pt x="1095858" y="286096"/>
                </a:lnTo>
                <a:lnTo>
                  <a:pt x="1095590" y="287020"/>
                </a:lnTo>
                <a:close/>
              </a:path>
              <a:path w="1257935" h="459739">
                <a:moveTo>
                  <a:pt x="1095590" y="287020"/>
                </a:moveTo>
                <a:lnTo>
                  <a:pt x="1095612" y="286712"/>
                </a:lnTo>
                <a:lnTo>
                  <a:pt x="1095590" y="287020"/>
                </a:lnTo>
                <a:close/>
              </a:path>
              <a:path w="1257935" h="459739">
                <a:moveTo>
                  <a:pt x="1076971" y="287841"/>
                </a:moveTo>
                <a:lnTo>
                  <a:pt x="1076947" y="287020"/>
                </a:lnTo>
                <a:lnTo>
                  <a:pt x="1076971" y="287841"/>
                </a:lnTo>
                <a:close/>
              </a:path>
              <a:path w="1257935" h="459739">
                <a:moveTo>
                  <a:pt x="1076985" y="288289"/>
                </a:moveTo>
                <a:lnTo>
                  <a:pt x="1076971" y="287841"/>
                </a:lnTo>
                <a:lnTo>
                  <a:pt x="1076985" y="288289"/>
                </a:lnTo>
                <a:close/>
              </a:path>
              <a:path w="1257935" h="459739">
                <a:moveTo>
                  <a:pt x="1077050" y="289292"/>
                </a:moveTo>
                <a:lnTo>
                  <a:pt x="1076915" y="288289"/>
                </a:lnTo>
                <a:lnTo>
                  <a:pt x="1077050" y="289292"/>
                </a:lnTo>
                <a:close/>
              </a:path>
              <a:path w="1257935" h="459739">
                <a:moveTo>
                  <a:pt x="1064082" y="306070"/>
                </a:moveTo>
                <a:lnTo>
                  <a:pt x="1067790" y="303529"/>
                </a:lnTo>
                <a:lnTo>
                  <a:pt x="1066047" y="305384"/>
                </a:lnTo>
                <a:lnTo>
                  <a:pt x="1064082" y="306070"/>
                </a:lnTo>
                <a:close/>
              </a:path>
              <a:path w="1257935" h="459739">
                <a:moveTo>
                  <a:pt x="1066047" y="305384"/>
                </a:moveTo>
                <a:lnTo>
                  <a:pt x="1067790" y="303529"/>
                </a:lnTo>
                <a:lnTo>
                  <a:pt x="1071365" y="303529"/>
                </a:lnTo>
                <a:lnTo>
                  <a:pt x="1066047" y="305384"/>
                </a:lnTo>
                <a:close/>
              </a:path>
              <a:path w="1257935" h="459739">
                <a:moveTo>
                  <a:pt x="1065402" y="306070"/>
                </a:moveTo>
                <a:lnTo>
                  <a:pt x="1064082" y="306070"/>
                </a:lnTo>
                <a:lnTo>
                  <a:pt x="1066047" y="305384"/>
                </a:lnTo>
                <a:lnTo>
                  <a:pt x="1065402" y="306070"/>
                </a:lnTo>
                <a:close/>
              </a:path>
              <a:path w="1257935" h="459739">
                <a:moveTo>
                  <a:pt x="1040483" y="331470"/>
                </a:moveTo>
                <a:lnTo>
                  <a:pt x="1011656" y="331470"/>
                </a:lnTo>
                <a:lnTo>
                  <a:pt x="1020724" y="323850"/>
                </a:lnTo>
                <a:lnTo>
                  <a:pt x="1020495" y="323850"/>
                </a:lnTo>
                <a:lnTo>
                  <a:pt x="1029347" y="316229"/>
                </a:lnTo>
                <a:lnTo>
                  <a:pt x="1029119" y="316229"/>
                </a:lnTo>
                <a:lnTo>
                  <a:pt x="1037742" y="307339"/>
                </a:lnTo>
                <a:lnTo>
                  <a:pt x="1037526" y="308610"/>
                </a:lnTo>
                <a:lnTo>
                  <a:pt x="1063015" y="308610"/>
                </a:lnTo>
                <a:lnTo>
                  <a:pt x="1059433" y="312420"/>
                </a:lnTo>
                <a:lnTo>
                  <a:pt x="1050836" y="321310"/>
                </a:lnTo>
                <a:lnTo>
                  <a:pt x="1041996" y="330200"/>
                </a:lnTo>
                <a:lnTo>
                  <a:pt x="1040483" y="331470"/>
                </a:lnTo>
                <a:close/>
              </a:path>
              <a:path w="1257935" h="459739">
                <a:moveTo>
                  <a:pt x="160851" y="323850"/>
                </a:moveTo>
                <a:lnTo>
                  <a:pt x="159372" y="323850"/>
                </a:lnTo>
                <a:lnTo>
                  <a:pt x="159207" y="322579"/>
                </a:lnTo>
                <a:lnTo>
                  <a:pt x="160851" y="323850"/>
                </a:lnTo>
                <a:close/>
              </a:path>
              <a:path w="1257935" h="459739">
                <a:moveTo>
                  <a:pt x="1023632" y="345439"/>
                </a:moveTo>
                <a:lnTo>
                  <a:pt x="993355" y="345439"/>
                </a:lnTo>
                <a:lnTo>
                  <a:pt x="1002830" y="337820"/>
                </a:lnTo>
                <a:lnTo>
                  <a:pt x="1002601" y="337820"/>
                </a:lnTo>
                <a:lnTo>
                  <a:pt x="1011872" y="330200"/>
                </a:lnTo>
                <a:lnTo>
                  <a:pt x="1011656" y="331470"/>
                </a:lnTo>
                <a:lnTo>
                  <a:pt x="1040483" y="331470"/>
                </a:lnTo>
                <a:lnTo>
                  <a:pt x="1032916" y="337820"/>
                </a:lnTo>
                <a:lnTo>
                  <a:pt x="1023632" y="345439"/>
                </a:lnTo>
                <a:close/>
              </a:path>
              <a:path w="1257935" h="459739">
                <a:moveTo>
                  <a:pt x="921118" y="407670"/>
                </a:moveTo>
                <a:lnTo>
                  <a:pt x="870419" y="407670"/>
                </a:lnTo>
                <a:lnTo>
                  <a:pt x="881468" y="402589"/>
                </a:lnTo>
                <a:lnTo>
                  <a:pt x="881291" y="402589"/>
                </a:lnTo>
                <a:lnTo>
                  <a:pt x="892263" y="398779"/>
                </a:lnTo>
                <a:lnTo>
                  <a:pt x="892086" y="398779"/>
                </a:lnTo>
                <a:lnTo>
                  <a:pt x="902969" y="394970"/>
                </a:lnTo>
                <a:lnTo>
                  <a:pt x="902779" y="394970"/>
                </a:lnTo>
                <a:lnTo>
                  <a:pt x="913574" y="389889"/>
                </a:lnTo>
                <a:lnTo>
                  <a:pt x="913383" y="389889"/>
                </a:lnTo>
                <a:lnTo>
                  <a:pt x="924064" y="384810"/>
                </a:lnTo>
                <a:lnTo>
                  <a:pt x="923874" y="384810"/>
                </a:lnTo>
                <a:lnTo>
                  <a:pt x="934440" y="379729"/>
                </a:lnTo>
                <a:lnTo>
                  <a:pt x="934237" y="379729"/>
                </a:lnTo>
                <a:lnTo>
                  <a:pt x="944676" y="374650"/>
                </a:lnTo>
                <a:lnTo>
                  <a:pt x="944473" y="374650"/>
                </a:lnTo>
                <a:lnTo>
                  <a:pt x="954786" y="369570"/>
                </a:lnTo>
                <a:lnTo>
                  <a:pt x="954570" y="369570"/>
                </a:lnTo>
                <a:lnTo>
                  <a:pt x="964730" y="363220"/>
                </a:lnTo>
                <a:lnTo>
                  <a:pt x="964514" y="363220"/>
                </a:lnTo>
                <a:lnTo>
                  <a:pt x="974521" y="358139"/>
                </a:lnTo>
                <a:lnTo>
                  <a:pt x="974305" y="358139"/>
                </a:lnTo>
                <a:lnTo>
                  <a:pt x="984135" y="351789"/>
                </a:lnTo>
                <a:lnTo>
                  <a:pt x="983919" y="351789"/>
                </a:lnTo>
                <a:lnTo>
                  <a:pt x="993571" y="344170"/>
                </a:lnTo>
                <a:lnTo>
                  <a:pt x="993355" y="345439"/>
                </a:lnTo>
                <a:lnTo>
                  <a:pt x="1023632" y="345439"/>
                </a:lnTo>
                <a:lnTo>
                  <a:pt x="1014133" y="353060"/>
                </a:lnTo>
                <a:lnTo>
                  <a:pt x="963930" y="386079"/>
                </a:lnTo>
                <a:lnTo>
                  <a:pt x="953414" y="392429"/>
                </a:lnTo>
                <a:lnTo>
                  <a:pt x="921118" y="407670"/>
                </a:lnTo>
                <a:close/>
              </a:path>
              <a:path w="1257935" h="459739">
                <a:moveTo>
                  <a:pt x="317817" y="401320"/>
                </a:moveTo>
                <a:lnTo>
                  <a:pt x="245402" y="401320"/>
                </a:lnTo>
                <a:lnTo>
                  <a:pt x="243941" y="400050"/>
                </a:lnTo>
                <a:lnTo>
                  <a:pt x="237553" y="396239"/>
                </a:lnTo>
                <a:lnTo>
                  <a:pt x="237718" y="396239"/>
                </a:lnTo>
                <a:lnTo>
                  <a:pt x="231355" y="391160"/>
                </a:lnTo>
                <a:lnTo>
                  <a:pt x="231571" y="391160"/>
                </a:lnTo>
                <a:lnTo>
                  <a:pt x="218897" y="383539"/>
                </a:lnTo>
                <a:lnTo>
                  <a:pt x="252094" y="383539"/>
                </a:lnTo>
                <a:lnTo>
                  <a:pt x="255130" y="384810"/>
                </a:lnTo>
                <a:lnTo>
                  <a:pt x="256454" y="384810"/>
                </a:lnTo>
                <a:lnTo>
                  <a:pt x="286969" y="393700"/>
                </a:lnTo>
                <a:lnTo>
                  <a:pt x="317817" y="401320"/>
                </a:lnTo>
                <a:close/>
              </a:path>
              <a:path w="1257935" h="459739">
                <a:moveTo>
                  <a:pt x="255130" y="384810"/>
                </a:moveTo>
                <a:lnTo>
                  <a:pt x="252094" y="383539"/>
                </a:lnTo>
                <a:lnTo>
                  <a:pt x="253866" y="384055"/>
                </a:lnTo>
                <a:lnTo>
                  <a:pt x="255130" y="384810"/>
                </a:lnTo>
                <a:close/>
              </a:path>
              <a:path w="1257935" h="459739">
                <a:moveTo>
                  <a:pt x="256454" y="384810"/>
                </a:moveTo>
                <a:lnTo>
                  <a:pt x="255130" y="384810"/>
                </a:lnTo>
                <a:lnTo>
                  <a:pt x="253866" y="384055"/>
                </a:lnTo>
                <a:lnTo>
                  <a:pt x="256454" y="384810"/>
                </a:lnTo>
                <a:close/>
              </a:path>
              <a:path w="1257935" h="459739">
                <a:moveTo>
                  <a:pt x="729081" y="459739"/>
                </a:moveTo>
                <a:lnTo>
                  <a:pt x="727506" y="459739"/>
                </a:lnTo>
                <a:lnTo>
                  <a:pt x="595680" y="455929"/>
                </a:lnTo>
                <a:lnTo>
                  <a:pt x="504291" y="452120"/>
                </a:lnTo>
                <a:lnTo>
                  <a:pt x="491489" y="452120"/>
                </a:lnTo>
                <a:lnTo>
                  <a:pt x="422808" y="444500"/>
                </a:lnTo>
                <a:lnTo>
                  <a:pt x="411810" y="441960"/>
                </a:lnTo>
                <a:lnTo>
                  <a:pt x="400837" y="440689"/>
                </a:lnTo>
                <a:lnTo>
                  <a:pt x="365874" y="433070"/>
                </a:lnTo>
                <a:lnTo>
                  <a:pt x="340601" y="426720"/>
                </a:lnTo>
                <a:lnTo>
                  <a:pt x="312839" y="420370"/>
                </a:lnTo>
                <a:lnTo>
                  <a:pt x="246976" y="401320"/>
                </a:lnTo>
                <a:lnTo>
                  <a:pt x="317703" y="401320"/>
                </a:lnTo>
                <a:lnTo>
                  <a:pt x="345363" y="408939"/>
                </a:lnTo>
                <a:lnTo>
                  <a:pt x="345211" y="408939"/>
                </a:lnTo>
                <a:lnTo>
                  <a:pt x="370319" y="415289"/>
                </a:lnTo>
                <a:lnTo>
                  <a:pt x="370166" y="415289"/>
                </a:lnTo>
                <a:lnTo>
                  <a:pt x="381977" y="417829"/>
                </a:lnTo>
                <a:lnTo>
                  <a:pt x="393306" y="419100"/>
                </a:lnTo>
                <a:lnTo>
                  <a:pt x="393166" y="419100"/>
                </a:lnTo>
                <a:lnTo>
                  <a:pt x="404329" y="421639"/>
                </a:lnTo>
                <a:lnTo>
                  <a:pt x="404190" y="421639"/>
                </a:lnTo>
                <a:lnTo>
                  <a:pt x="415163" y="424179"/>
                </a:lnTo>
                <a:lnTo>
                  <a:pt x="415010" y="424179"/>
                </a:lnTo>
                <a:lnTo>
                  <a:pt x="425869" y="425450"/>
                </a:lnTo>
                <a:lnTo>
                  <a:pt x="425716" y="425450"/>
                </a:lnTo>
                <a:lnTo>
                  <a:pt x="436562" y="426720"/>
                </a:lnTo>
                <a:lnTo>
                  <a:pt x="436410" y="426720"/>
                </a:lnTo>
                <a:lnTo>
                  <a:pt x="447319" y="427989"/>
                </a:lnTo>
                <a:lnTo>
                  <a:pt x="447167" y="427989"/>
                </a:lnTo>
                <a:lnTo>
                  <a:pt x="458241" y="429260"/>
                </a:lnTo>
                <a:lnTo>
                  <a:pt x="458101" y="429260"/>
                </a:lnTo>
                <a:lnTo>
                  <a:pt x="469417" y="430529"/>
                </a:lnTo>
                <a:lnTo>
                  <a:pt x="469277" y="430529"/>
                </a:lnTo>
                <a:lnTo>
                  <a:pt x="480936" y="431800"/>
                </a:lnTo>
                <a:lnTo>
                  <a:pt x="492887" y="433070"/>
                </a:lnTo>
                <a:lnTo>
                  <a:pt x="505244" y="433070"/>
                </a:lnTo>
                <a:lnTo>
                  <a:pt x="532282" y="434339"/>
                </a:lnTo>
                <a:lnTo>
                  <a:pt x="562317" y="435610"/>
                </a:lnTo>
                <a:lnTo>
                  <a:pt x="596214" y="436879"/>
                </a:lnTo>
                <a:lnTo>
                  <a:pt x="726745" y="440653"/>
                </a:lnTo>
                <a:lnTo>
                  <a:pt x="726427" y="440689"/>
                </a:lnTo>
                <a:lnTo>
                  <a:pt x="825596" y="440689"/>
                </a:lnTo>
                <a:lnTo>
                  <a:pt x="762812" y="454660"/>
                </a:lnTo>
                <a:lnTo>
                  <a:pt x="740194" y="457200"/>
                </a:lnTo>
                <a:lnTo>
                  <a:pt x="729081" y="459739"/>
                </a:lnTo>
                <a:close/>
              </a:path>
              <a:path w="1257935" h="459739">
                <a:moveTo>
                  <a:pt x="825596" y="440689"/>
                </a:moveTo>
                <a:lnTo>
                  <a:pt x="728002" y="440689"/>
                </a:lnTo>
                <a:lnTo>
                  <a:pt x="726745" y="440653"/>
                </a:lnTo>
                <a:lnTo>
                  <a:pt x="737539" y="439420"/>
                </a:lnTo>
                <a:lnTo>
                  <a:pt x="748576" y="436879"/>
                </a:lnTo>
                <a:lnTo>
                  <a:pt x="748449" y="436879"/>
                </a:lnTo>
                <a:lnTo>
                  <a:pt x="759663" y="435610"/>
                </a:lnTo>
                <a:lnTo>
                  <a:pt x="770775" y="433070"/>
                </a:lnTo>
                <a:lnTo>
                  <a:pt x="781926" y="430529"/>
                </a:lnTo>
                <a:lnTo>
                  <a:pt x="781786" y="430529"/>
                </a:lnTo>
                <a:lnTo>
                  <a:pt x="793076" y="429260"/>
                </a:lnTo>
                <a:lnTo>
                  <a:pt x="792937" y="429260"/>
                </a:lnTo>
                <a:lnTo>
                  <a:pt x="804227" y="426720"/>
                </a:lnTo>
                <a:lnTo>
                  <a:pt x="804075" y="426720"/>
                </a:lnTo>
                <a:lnTo>
                  <a:pt x="815365" y="422910"/>
                </a:lnTo>
                <a:lnTo>
                  <a:pt x="815213" y="422910"/>
                </a:lnTo>
                <a:lnTo>
                  <a:pt x="826490" y="420370"/>
                </a:lnTo>
                <a:lnTo>
                  <a:pt x="826338" y="420370"/>
                </a:lnTo>
                <a:lnTo>
                  <a:pt x="837590" y="417829"/>
                </a:lnTo>
                <a:lnTo>
                  <a:pt x="837425" y="417829"/>
                </a:lnTo>
                <a:lnTo>
                  <a:pt x="848639" y="414020"/>
                </a:lnTo>
                <a:lnTo>
                  <a:pt x="848487" y="414020"/>
                </a:lnTo>
                <a:lnTo>
                  <a:pt x="859650" y="410210"/>
                </a:lnTo>
                <a:lnTo>
                  <a:pt x="859485" y="410210"/>
                </a:lnTo>
                <a:lnTo>
                  <a:pt x="870597" y="406400"/>
                </a:lnTo>
                <a:lnTo>
                  <a:pt x="870419" y="407670"/>
                </a:lnTo>
                <a:lnTo>
                  <a:pt x="921118" y="407670"/>
                </a:lnTo>
                <a:lnTo>
                  <a:pt x="910145" y="412750"/>
                </a:lnTo>
                <a:lnTo>
                  <a:pt x="887920" y="420370"/>
                </a:lnTo>
                <a:lnTo>
                  <a:pt x="876693" y="425450"/>
                </a:lnTo>
                <a:lnTo>
                  <a:pt x="854087" y="433070"/>
                </a:lnTo>
                <a:lnTo>
                  <a:pt x="842708" y="435610"/>
                </a:lnTo>
                <a:lnTo>
                  <a:pt x="831303" y="439420"/>
                </a:lnTo>
                <a:lnTo>
                  <a:pt x="825596" y="440689"/>
                </a:lnTo>
                <a:close/>
              </a:path>
              <a:path w="1257935" h="459739">
                <a:moveTo>
                  <a:pt x="728002" y="440689"/>
                </a:moveTo>
                <a:lnTo>
                  <a:pt x="726427" y="440689"/>
                </a:lnTo>
                <a:lnTo>
                  <a:pt x="726745" y="440653"/>
                </a:lnTo>
                <a:lnTo>
                  <a:pt x="728002" y="4406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52349" y="4273372"/>
            <a:ext cx="1556791" cy="4597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463665" y="4744085"/>
            <a:ext cx="228854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ahoma"/>
                <a:cs typeface="Tahoma"/>
              </a:rPr>
              <a:t>pointer </a:t>
            </a:r>
            <a:r>
              <a:rPr dirty="0" sz="1400">
                <a:latin typeface="Tahoma"/>
                <a:cs typeface="Tahoma"/>
              </a:rPr>
              <a:t>to </a:t>
            </a:r>
            <a:r>
              <a:rPr dirty="0" sz="1400" spc="-5">
                <a:latin typeface="Tahoma"/>
                <a:cs typeface="Tahoma"/>
              </a:rPr>
              <a:t>previous </a:t>
            </a:r>
            <a:r>
              <a:rPr dirty="0" sz="1400">
                <a:latin typeface="Tahoma"/>
                <a:cs typeface="Tahoma"/>
              </a:rPr>
              <a:t>T1</a:t>
            </a:r>
            <a:r>
              <a:rPr dirty="0" sz="1400" spc="-30">
                <a:latin typeface="Tahoma"/>
                <a:cs typeface="Tahoma"/>
              </a:rPr>
              <a:t> </a:t>
            </a:r>
            <a:r>
              <a:rPr dirty="0" sz="1400" spc="-5">
                <a:latin typeface="Tahoma"/>
                <a:cs typeface="Tahoma"/>
              </a:rPr>
              <a:t>action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60362"/>
            <a:ext cx="445135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5"/>
              <a:t>Related </a:t>
            </a:r>
            <a:r>
              <a:rPr dirty="0" sz="4000" spc="-5"/>
              <a:t>idea:</a:t>
            </a:r>
            <a:r>
              <a:rPr dirty="0" sz="4000" spc="-45"/>
              <a:t> </a:t>
            </a:r>
            <a:r>
              <a:rPr dirty="0" sz="4000" spc="-5"/>
              <a:t>Sagas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dirty="0" spc="-75"/>
              <a:t> </a:t>
            </a:r>
            <a:r>
              <a:rPr dirty="0" spc="-5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Notes</a:t>
            </a:r>
            <a:r>
              <a:rPr dirty="0" spc="-65"/>
              <a:t> </a:t>
            </a:r>
            <a:r>
              <a:rPr dirty="0"/>
              <a:t>10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9855" rIns="0" bIns="0" rtlCol="0" vert="horz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dirty="0" spc="-5"/>
              <a:t>Long running </a:t>
            </a:r>
            <a:r>
              <a:rPr dirty="0" spc="-10"/>
              <a:t>activity: </a:t>
            </a:r>
            <a:r>
              <a:rPr dirty="0"/>
              <a:t>T</a:t>
            </a:r>
            <a:r>
              <a:rPr dirty="0" baseline="-17615" sz="3075"/>
              <a:t>1</a:t>
            </a:r>
            <a:r>
              <a:rPr dirty="0" sz="3200"/>
              <a:t>, T</a:t>
            </a:r>
            <a:r>
              <a:rPr dirty="0" baseline="-17615" sz="3075"/>
              <a:t>2</a:t>
            </a:r>
            <a:r>
              <a:rPr dirty="0" sz="3200"/>
              <a:t>, </a:t>
            </a:r>
            <a:r>
              <a:rPr dirty="0" sz="3200" spc="-5"/>
              <a:t>...</a:t>
            </a:r>
            <a:r>
              <a:rPr dirty="0" sz="3200"/>
              <a:t> </a:t>
            </a:r>
            <a:r>
              <a:rPr dirty="0" sz="3200" spc="5"/>
              <a:t>T</a:t>
            </a:r>
            <a:r>
              <a:rPr dirty="0" baseline="-17615" sz="3075" spc="7"/>
              <a:t>n</a:t>
            </a:r>
            <a:endParaRPr baseline="-17615" sz="3075"/>
          </a:p>
          <a:p>
            <a:pPr marL="368300" marR="912494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dirty="0" spc="-5"/>
              <a:t>Each </a:t>
            </a:r>
            <a:r>
              <a:rPr dirty="0" spc="-10"/>
              <a:t>step/trasnaction </a:t>
            </a:r>
            <a:r>
              <a:rPr dirty="0" spc="-5"/>
              <a:t>Ti has </a:t>
            </a:r>
            <a:r>
              <a:rPr dirty="0"/>
              <a:t>a  </a:t>
            </a:r>
            <a:r>
              <a:rPr dirty="0" spc="-5"/>
              <a:t>compensating </a:t>
            </a:r>
            <a:r>
              <a:rPr dirty="0" spc="-10"/>
              <a:t>transaction</a:t>
            </a:r>
            <a:r>
              <a:rPr dirty="0" spc="-15"/>
              <a:t> </a:t>
            </a:r>
            <a:r>
              <a:rPr dirty="0" spc="-5"/>
              <a:t>Ti-1</a:t>
            </a:r>
          </a:p>
          <a:p>
            <a:pPr marL="4273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dirty="0" spc="-5"/>
              <a:t>Semantic </a:t>
            </a:r>
            <a:r>
              <a:rPr dirty="0" spc="-10"/>
              <a:t>atomicity: execute </a:t>
            </a:r>
            <a:r>
              <a:rPr dirty="0" spc="-5"/>
              <a:t>one</a:t>
            </a:r>
            <a:r>
              <a:rPr dirty="0" spc="20"/>
              <a:t> </a:t>
            </a:r>
            <a:r>
              <a:rPr dirty="0" spc="-5"/>
              <a:t>of</a:t>
            </a:r>
          </a:p>
          <a:p>
            <a:pPr lvl="1" marL="7683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dirty="0" sz="2800">
                <a:latin typeface="Tahoma"/>
                <a:cs typeface="Tahoma"/>
              </a:rPr>
              <a:t>T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, T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, </a:t>
            </a:r>
            <a:r>
              <a:rPr dirty="0" sz="2800" spc="-5">
                <a:latin typeface="Tahoma"/>
                <a:cs typeface="Tahoma"/>
              </a:rPr>
              <a:t>...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 spc="5">
                <a:latin typeface="Tahoma"/>
                <a:cs typeface="Tahoma"/>
              </a:rPr>
              <a:t>T</a:t>
            </a:r>
            <a:r>
              <a:rPr dirty="0" baseline="-16975" sz="2700" spc="7">
                <a:latin typeface="Tahoma"/>
                <a:cs typeface="Tahoma"/>
              </a:rPr>
              <a:t>n</a:t>
            </a:r>
            <a:endParaRPr baseline="-16975" sz="2700">
              <a:latin typeface="Tahoma"/>
              <a:cs typeface="Tahoma"/>
            </a:endParaRPr>
          </a:p>
          <a:p>
            <a:pPr lvl="1" marL="768350" indent="-285750">
              <a:lnSpc>
                <a:spcPts val="246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  <a:tab pos="3000375" algn="l"/>
                <a:tab pos="3757295" algn="l"/>
                <a:tab pos="4733290" algn="l"/>
              </a:tabLst>
            </a:pPr>
            <a:r>
              <a:rPr dirty="0" sz="2800">
                <a:latin typeface="Tahoma"/>
                <a:cs typeface="Tahoma"/>
              </a:rPr>
              <a:t>T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, T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,</a:t>
            </a:r>
            <a:r>
              <a:rPr dirty="0" sz="2800" spc="1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...</a:t>
            </a:r>
            <a:r>
              <a:rPr dirty="0" sz="2800" spc="5">
                <a:latin typeface="Tahoma"/>
                <a:cs typeface="Tahoma"/>
              </a:rPr>
              <a:t> T</a:t>
            </a:r>
            <a:r>
              <a:rPr dirty="0" baseline="-16975" sz="2700" spc="7">
                <a:latin typeface="Tahoma"/>
                <a:cs typeface="Tahoma"/>
              </a:rPr>
              <a:t>n-1	</a:t>
            </a:r>
            <a:r>
              <a:rPr dirty="0" sz="2800">
                <a:latin typeface="Tahoma"/>
                <a:cs typeface="Tahoma"/>
              </a:rPr>
              <a:t>T</a:t>
            </a:r>
            <a:r>
              <a:rPr dirty="0" baseline="21604" sz="2700">
                <a:latin typeface="Tahoma"/>
                <a:cs typeface="Tahoma"/>
              </a:rPr>
              <a:t>-1	</a:t>
            </a:r>
            <a:r>
              <a:rPr dirty="0" sz="2800" spc="-5">
                <a:latin typeface="Tahoma"/>
                <a:cs typeface="Tahoma"/>
              </a:rPr>
              <a:t>,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</a:t>
            </a:r>
            <a:r>
              <a:rPr dirty="0" baseline="21604" sz="2700">
                <a:latin typeface="Tahoma"/>
                <a:cs typeface="Tahoma"/>
              </a:rPr>
              <a:t>-1	</a:t>
            </a:r>
            <a:r>
              <a:rPr dirty="0" sz="2800" spc="-5">
                <a:latin typeface="Tahoma"/>
                <a:cs typeface="Tahoma"/>
              </a:rPr>
              <a:t>, ...</a:t>
            </a:r>
            <a:r>
              <a:rPr dirty="0" sz="2800" spc="-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</a:t>
            </a:r>
            <a:r>
              <a:rPr dirty="0" baseline="21604" sz="2700">
                <a:latin typeface="Tahoma"/>
                <a:cs typeface="Tahoma"/>
              </a:rPr>
              <a:t>-1</a:t>
            </a:r>
            <a:endParaRPr baseline="21604" sz="2700">
              <a:latin typeface="Tahoma"/>
              <a:cs typeface="Tahoma"/>
            </a:endParaRPr>
          </a:p>
          <a:p>
            <a:pPr marL="3418840">
              <a:lnSpc>
                <a:spcPts val="1260"/>
              </a:lnSpc>
              <a:tabLst>
                <a:tab pos="4394200" algn="l"/>
                <a:tab pos="5805170" algn="l"/>
              </a:tabLst>
            </a:pPr>
            <a:r>
              <a:rPr dirty="0" sz="1800" spc="5"/>
              <a:t>n-1	n-2	</a:t>
            </a:r>
            <a:r>
              <a:rPr dirty="0" sz="1800" spc="10"/>
              <a:t>1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1196339" y="4453572"/>
            <a:ext cx="24504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dirty="0" sz="2800">
                <a:latin typeface="Tahoma"/>
                <a:cs typeface="Tahoma"/>
              </a:rPr>
              <a:t>T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, T</a:t>
            </a:r>
            <a:r>
              <a:rPr dirty="0" baseline="-16975" sz="2700">
                <a:latin typeface="Tahoma"/>
                <a:cs typeface="Tahoma"/>
              </a:rPr>
              <a:t>2</a:t>
            </a:r>
            <a:r>
              <a:rPr dirty="0" sz="2800">
                <a:latin typeface="Tahoma"/>
                <a:cs typeface="Tahoma"/>
              </a:rPr>
              <a:t>, </a:t>
            </a:r>
            <a:r>
              <a:rPr dirty="0" sz="2800" spc="-5">
                <a:latin typeface="Tahoma"/>
                <a:cs typeface="Tahoma"/>
              </a:rPr>
              <a:t>...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5">
                <a:latin typeface="Tahoma"/>
                <a:cs typeface="Tahoma"/>
              </a:rPr>
              <a:t>T</a:t>
            </a:r>
            <a:r>
              <a:rPr dirty="0" baseline="-16975" sz="2700" spc="7">
                <a:latin typeface="Tahoma"/>
                <a:cs typeface="Tahoma"/>
              </a:rPr>
              <a:t>n-2</a:t>
            </a:r>
            <a:endParaRPr baseline="-16975" sz="2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7140" y="4364672"/>
            <a:ext cx="3007995" cy="540385"/>
          </a:xfrm>
          <a:prstGeom prst="rect">
            <a:avLst/>
          </a:prstGeom>
        </p:spPr>
        <p:txBody>
          <a:bodyPr wrap="square" lIns="0" tIns="349885" rIns="0" bIns="0" rtlCol="0" vert="horz">
            <a:spAutoFit/>
          </a:bodyPr>
          <a:lstStyle/>
          <a:p>
            <a:pPr marL="455930" marR="30480" indent="-417830">
              <a:lnSpc>
                <a:spcPct val="20800"/>
              </a:lnSpc>
              <a:spcBef>
                <a:spcPts val="2755"/>
              </a:spcBef>
              <a:tabLst>
                <a:tab pos="1221105" algn="l"/>
                <a:tab pos="1431290" algn="l"/>
                <a:tab pos="2632075" algn="l"/>
                <a:tab pos="2842260" algn="l"/>
              </a:tabLst>
            </a:pPr>
            <a:r>
              <a:rPr dirty="0" baseline="-13888" sz="4200">
                <a:latin typeface="Tahoma"/>
                <a:cs typeface="Tahoma"/>
              </a:rPr>
              <a:t>T</a:t>
            </a:r>
            <a:r>
              <a:rPr dirty="0" sz="1800">
                <a:latin typeface="Tahoma"/>
                <a:cs typeface="Tahoma"/>
              </a:rPr>
              <a:t>-1	</a:t>
            </a:r>
            <a:r>
              <a:rPr dirty="0" sz="1800" spc="5">
                <a:latin typeface="Tahoma"/>
                <a:cs typeface="Tahoma"/>
              </a:rPr>
              <a:t>-1	-1 </a:t>
            </a:r>
            <a:r>
              <a:rPr dirty="0" baseline="-16975" sz="2700" spc="7">
                <a:latin typeface="Tahoma"/>
                <a:cs typeface="Tahoma"/>
              </a:rPr>
              <a:t> n-2</a:t>
            </a:r>
            <a:r>
              <a:rPr dirty="0" sz="2800" spc="5">
                <a:latin typeface="Tahoma"/>
                <a:cs typeface="Tahoma"/>
              </a:rPr>
              <a:t>,</a:t>
            </a:r>
            <a:r>
              <a:rPr dirty="0" sz="2800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T	</a:t>
            </a:r>
            <a:r>
              <a:rPr dirty="0" baseline="-16975" sz="2700" spc="7">
                <a:latin typeface="Tahoma"/>
                <a:cs typeface="Tahoma"/>
              </a:rPr>
              <a:t>n-3</a:t>
            </a:r>
            <a:r>
              <a:rPr dirty="0" sz="2800" spc="5">
                <a:latin typeface="Tahoma"/>
                <a:cs typeface="Tahoma"/>
              </a:rPr>
              <a:t>, </a:t>
            </a:r>
            <a:r>
              <a:rPr dirty="0" sz="2800" spc="-5">
                <a:latin typeface="Tahoma"/>
                <a:cs typeface="Tahoma"/>
              </a:rPr>
              <a:t>...</a:t>
            </a:r>
            <a:r>
              <a:rPr dirty="0" sz="2800" spc="5">
                <a:latin typeface="Tahoma"/>
                <a:cs typeface="Tahoma"/>
              </a:rPr>
              <a:t> </a:t>
            </a:r>
            <a:r>
              <a:rPr dirty="0" sz="2800" spc="-5">
                <a:latin typeface="Tahoma"/>
                <a:cs typeface="Tahoma"/>
              </a:rPr>
              <a:t>T	</a:t>
            </a:r>
            <a:r>
              <a:rPr dirty="0" baseline="-16975" sz="2700" spc="15">
                <a:latin typeface="Tahoma"/>
                <a:cs typeface="Tahoma"/>
              </a:rPr>
              <a:t>1</a:t>
            </a:r>
            <a:endParaRPr baseline="-16975" sz="27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339" y="5392102"/>
            <a:ext cx="1570990" cy="9632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50" indent="-285750">
              <a:lnSpc>
                <a:spcPts val="2460"/>
              </a:lnSpc>
              <a:spcBef>
                <a:spcPts val="95"/>
              </a:spcBef>
              <a:buClr>
                <a:srgbClr val="CC00CC"/>
              </a:buClr>
              <a:buFont typeface="Wingdings"/>
              <a:buChar char=""/>
              <a:tabLst>
                <a:tab pos="323850" algn="l"/>
                <a:tab pos="987425" algn="l"/>
              </a:tabLst>
            </a:pPr>
            <a:r>
              <a:rPr dirty="0" sz="2800">
                <a:latin typeface="Tahoma"/>
                <a:cs typeface="Tahoma"/>
              </a:rPr>
              <a:t>T</a:t>
            </a:r>
            <a:r>
              <a:rPr dirty="0" baseline="-16975" sz="2700">
                <a:latin typeface="Tahoma"/>
                <a:cs typeface="Tahoma"/>
              </a:rPr>
              <a:t>1</a:t>
            </a:r>
            <a:r>
              <a:rPr dirty="0" sz="2800">
                <a:latin typeface="Tahoma"/>
                <a:cs typeface="Tahoma"/>
              </a:rPr>
              <a:t>,	T</a:t>
            </a:r>
            <a:r>
              <a:rPr dirty="0" baseline="21604" sz="2700">
                <a:latin typeface="Tahoma"/>
                <a:cs typeface="Tahoma"/>
              </a:rPr>
              <a:t>-1</a:t>
            </a:r>
            <a:endParaRPr baseline="21604" sz="2700">
              <a:latin typeface="Tahoma"/>
              <a:cs typeface="Tahoma"/>
            </a:endParaRPr>
          </a:p>
          <a:p>
            <a:pPr algn="r" marR="30480">
              <a:lnSpc>
                <a:spcPts val="1260"/>
              </a:lnSpc>
            </a:pPr>
            <a:r>
              <a:rPr dirty="0" sz="1800" spc="1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323850" indent="-285750">
              <a:lnSpc>
                <a:spcPct val="100000"/>
              </a:lnSpc>
              <a:spcBef>
                <a:spcPts val="310"/>
              </a:spcBef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dirty="0" sz="2800" spc="-5">
                <a:latin typeface="Tahoma"/>
                <a:cs typeface="Tahoma"/>
              </a:rPr>
              <a:t>nothing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3623" y="4740916"/>
            <a:ext cx="419100" cy="2921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3150"/>
              </a:lnSpc>
            </a:pPr>
            <a:r>
              <a:rPr dirty="0" sz="2800" b="1">
                <a:latin typeface="Times New Roman"/>
                <a:cs typeface="Times New Roman"/>
              </a:rPr>
              <a:t>...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122" y="217805"/>
            <a:ext cx="72066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4400" spc="-5"/>
              <a:t>SQL </a:t>
            </a:r>
            <a:r>
              <a:rPr dirty="0" u="none" sz="4400" spc="-10"/>
              <a:t>Server </a:t>
            </a:r>
            <a:r>
              <a:rPr dirty="0" u="none" sz="4400" spc="-20"/>
              <a:t>Recovery</a:t>
            </a:r>
            <a:r>
              <a:rPr dirty="0" u="none" sz="4400" spc="-35"/>
              <a:t> </a:t>
            </a:r>
            <a:r>
              <a:rPr dirty="0" u="none" sz="4400" spc="-10"/>
              <a:t>Process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584200" y="1125537"/>
            <a:ext cx="2463800" cy="3141980"/>
          </a:xfrm>
          <a:custGeom>
            <a:avLst/>
            <a:gdLst/>
            <a:ahLst/>
            <a:cxnLst/>
            <a:rect l="l" t="t" r="r" b="b"/>
            <a:pathLst>
              <a:path w="2463800" h="3141979">
                <a:moveTo>
                  <a:pt x="2463800" y="3141662"/>
                </a:moveTo>
                <a:lnTo>
                  <a:pt x="0" y="3141662"/>
                </a:lnTo>
                <a:lnTo>
                  <a:pt x="0" y="0"/>
                </a:lnTo>
                <a:lnTo>
                  <a:pt x="1847850" y="0"/>
                </a:lnTo>
                <a:lnTo>
                  <a:pt x="2463800" y="698144"/>
                </a:lnTo>
                <a:lnTo>
                  <a:pt x="2463800" y="3141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3400" y="1066800"/>
            <a:ext cx="2463800" cy="3141980"/>
          </a:xfrm>
          <a:custGeom>
            <a:avLst/>
            <a:gdLst/>
            <a:ahLst/>
            <a:cxnLst/>
            <a:rect l="l" t="t" r="r" b="b"/>
            <a:pathLst>
              <a:path w="2463800" h="3141979">
                <a:moveTo>
                  <a:pt x="2463800" y="3141662"/>
                </a:moveTo>
                <a:lnTo>
                  <a:pt x="0" y="3141662"/>
                </a:lnTo>
                <a:lnTo>
                  <a:pt x="0" y="0"/>
                </a:lnTo>
                <a:lnTo>
                  <a:pt x="1847850" y="0"/>
                </a:lnTo>
                <a:lnTo>
                  <a:pt x="2463800" y="698144"/>
                </a:lnTo>
                <a:lnTo>
                  <a:pt x="2463800" y="3141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97200" y="1765300"/>
            <a:ext cx="0" cy="2444750"/>
          </a:xfrm>
          <a:custGeom>
            <a:avLst/>
            <a:gdLst/>
            <a:ahLst/>
            <a:cxnLst/>
            <a:rect l="l" t="t" r="r" b="b"/>
            <a:pathLst>
              <a:path w="0" h="2444750">
                <a:moveTo>
                  <a:pt x="0" y="0"/>
                </a:moveTo>
                <a:lnTo>
                  <a:pt x="0" y="2444750"/>
                </a:lnTo>
              </a:path>
            </a:pathLst>
          </a:custGeom>
          <a:ln w="12700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90850" y="4203700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0" y="0"/>
                </a:moveTo>
                <a:lnTo>
                  <a:pt x="3175" y="0"/>
                </a:lnTo>
                <a:lnTo>
                  <a:pt x="31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3400" y="4206875"/>
            <a:ext cx="2457450" cy="0"/>
          </a:xfrm>
          <a:custGeom>
            <a:avLst/>
            <a:gdLst/>
            <a:ahLst/>
            <a:cxnLst/>
            <a:rect l="l" t="t" r="r" b="b"/>
            <a:pathLst>
              <a:path w="2457450" h="0">
                <a:moveTo>
                  <a:pt x="0" y="0"/>
                </a:moveTo>
                <a:lnTo>
                  <a:pt x="2457450" y="0"/>
                </a:lnTo>
              </a:path>
            </a:pathLst>
          </a:custGeom>
          <a:ln w="6350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3400" y="4211320"/>
            <a:ext cx="2470150" cy="0"/>
          </a:xfrm>
          <a:custGeom>
            <a:avLst/>
            <a:gdLst/>
            <a:ahLst/>
            <a:cxnLst/>
            <a:rect l="l" t="t" r="r" b="b"/>
            <a:pathLst>
              <a:path w="2470150" h="0">
                <a:moveTo>
                  <a:pt x="0" y="0"/>
                </a:moveTo>
                <a:lnTo>
                  <a:pt x="2469952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3400" y="4213225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218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3400" y="4214495"/>
            <a:ext cx="2468245" cy="0"/>
          </a:xfrm>
          <a:custGeom>
            <a:avLst/>
            <a:gdLst/>
            <a:ahLst/>
            <a:cxnLst/>
            <a:rect l="l" t="t" r="r" b="b"/>
            <a:pathLst>
              <a:path w="2468245" h="0">
                <a:moveTo>
                  <a:pt x="0" y="0"/>
                </a:moveTo>
                <a:lnTo>
                  <a:pt x="2468219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3400" y="4215765"/>
            <a:ext cx="2466975" cy="0"/>
          </a:xfrm>
          <a:custGeom>
            <a:avLst/>
            <a:gdLst/>
            <a:ahLst/>
            <a:cxnLst/>
            <a:rect l="l" t="t" r="r" b="b"/>
            <a:pathLst>
              <a:path w="2466975" h="0">
                <a:moveTo>
                  <a:pt x="0" y="0"/>
                </a:moveTo>
                <a:lnTo>
                  <a:pt x="2466397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81250" y="1066800"/>
            <a:ext cx="615950" cy="698500"/>
          </a:xfrm>
          <a:custGeom>
            <a:avLst/>
            <a:gdLst/>
            <a:ahLst/>
            <a:cxnLst/>
            <a:rect l="l" t="t" r="r" b="b"/>
            <a:pathLst>
              <a:path w="615950" h="698500">
                <a:moveTo>
                  <a:pt x="615950" y="698500"/>
                </a:moveTo>
                <a:lnTo>
                  <a:pt x="0" y="698500"/>
                </a:lnTo>
                <a:lnTo>
                  <a:pt x="0" y="0"/>
                </a:lnTo>
                <a:lnTo>
                  <a:pt x="615950" y="69850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74900" y="1060462"/>
            <a:ext cx="628650" cy="711200"/>
          </a:xfrm>
          <a:custGeom>
            <a:avLst/>
            <a:gdLst/>
            <a:ahLst/>
            <a:cxnLst/>
            <a:rect l="l" t="t" r="r" b="b"/>
            <a:pathLst>
              <a:path w="628650" h="711200">
                <a:moveTo>
                  <a:pt x="622300" y="711187"/>
                </a:moveTo>
                <a:lnTo>
                  <a:pt x="6350" y="711187"/>
                </a:lnTo>
                <a:lnTo>
                  <a:pt x="4381" y="710882"/>
                </a:lnTo>
                <a:lnTo>
                  <a:pt x="2616" y="709980"/>
                </a:lnTo>
                <a:lnTo>
                  <a:pt x="1206" y="708571"/>
                </a:lnTo>
                <a:lnTo>
                  <a:pt x="304" y="706805"/>
                </a:lnTo>
                <a:lnTo>
                  <a:pt x="0" y="704837"/>
                </a:lnTo>
                <a:lnTo>
                  <a:pt x="0" y="6337"/>
                </a:lnTo>
                <a:lnTo>
                  <a:pt x="5981" y="0"/>
                </a:lnTo>
                <a:lnTo>
                  <a:pt x="7874" y="177"/>
                </a:lnTo>
                <a:lnTo>
                  <a:pt x="9651" y="914"/>
                </a:lnTo>
                <a:lnTo>
                  <a:pt x="11112" y="2133"/>
                </a:lnTo>
                <a:lnTo>
                  <a:pt x="14819" y="6337"/>
                </a:lnTo>
                <a:lnTo>
                  <a:pt x="12700" y="6337"/>
                </a:lnTo>
                <a:lnTo>
                  <a:pt x="1587" y="10541"/>
                </a:lnTo>
                <a:lnTo>
                  <a:pt x="12700" y="23142"/>
                </a:lnTo>
                <a:lnTo>
                  <a:pt x="12700" y="698487"/>
                </a:lnTo>
                <a:lnTo>
                  <a:pt x="6350" y="698487"/>
                </a:lnTo>
                <a:lnTo>
                  <a:pt x="12700" y="704837"/>
                </a:lnTo>
                <a:lnTo>
                  <a:pt x="613830" y="704837"/>
                </a:lnTo>
                <a:lnTo>
                  <a:pt x="617537" y="709041"/>
                </a:lnTo>
                <a:lnTo>
                  <a:pt x="627040" y="709041"/>
                </a:lnTo>
                <a:lnTo>
                  <a:pt x="625741" y="710171"/>
                </a:lnTo>
                <a:lnTo>
                  <a:pt x="624090" y="710933"/>
                </a:lnTo>
                <a:lnTo>
                  <a:pt x="622300" y="711187"/>
                </a:lnTo>
                <a:close/>
              </a:path>
              <a:path w="628650" h="711200">
                <a:moveTo>
                  <a:pt x="12700" y="23142"/>
                </a:moveTo>
                <a:lnTo>
                  <a:pt x="1587" y="10541"/>
                </a:lnTo>
                <a:lnTo>
                  <a:pt x="12700" y="6337"/>
                </a:lnTo>
                <a:lnTo>
                  <a:pt x="12700" y="23142"/>
                </a:lnTo>
                <a:close/>
              </a:path>
              <a:path w="628650" h="711200">
                <a:moveTo>
                  <a:pt x="617537" y="709041"/>
                </a:moveTo>
                <a:lnTo>
                  <a:pt x="12700" y="23142"/>
                </a:lnTo>
                <a:lnTo>
                  <a:pt x="12700" y="6337"/>
                </a:lnTo>
                <a:lnTo>
                  <a:pt x="14819" y="6337"/>
                </a:lnTo>
                <a:lnTo>
                  <a:pt x="625169" y="698487"/>
                </a:lnTo>
                <a:lnTo>
                  <a:pt x="622300" y="698487"/>
                </a:lnTo>
                <a:lnTo>
                  <a:pt x="617537" y="709041"/>
                </a:lnTo>
                <a:close/>
              </a:path>
              <a:path w="628650" h="711200">
                <a:moveTo>
                  <a:pt x="12700" y="704837"/>
                </a:moveTo>
                <a:lnTo>
                  <a:pt x="6350" y="698487"/>
                </a:lnTo>
                <a:lnTo>
                  <a:pt x="12700" y="698487"/>
                </a:lnTo>
                <a:lnTo>
                  <a:pt x="12700" y="704837"/>
                </a:lnTo>
                <a:close/>
              </a:path>
              <a:path w="628650" h="711200">
                <a:moveTo>
                  <a:pt x="613830" y="704837"/>
                </a:moveTo>
                <a:lnTo>
                  <a:pt x="12700" y="704837"/>
                </a:lnTo>
                <a:lnTo>
                  <a:pt x="12700" y="698487"/>
                </a:lnTo>
                <a:lnTo>
                  <a:pt x="608231" y="698487"/>
                </a:lnTo>
                <a:lnTo>
                  <a:pt x="613830" y="704837"/>
                </a:lnTo>
                <a:close/>
              </a:path>
              <a:path w="628650" h="711200">
                <a:moveTo>
                  <a:pt x="627040" y="709041"/>
                </a:moveTo>
                <a:lnTo>
                  <a:pt x="617537" y="709041"/>
                </a:lnTo>
                <a:lnTo>
                  <a:pt x="622300" y="698487"/>
                </a:lnTo>
                <a:lnTo>
                  <a:pt x="625169" y="698487"/>
                </a:lnTo>
                <a:lnTo>
                  <a:pt x="627062" y="700633"/>
                </a:lnTo>
                <a:lnTo>
                  <a:pt x="628053" y="702157"/>
                </a:lnTo>
                <a:lnTo>
                  <a:pt x="628573" y="703897"/>
                </a:lnTo>
                <a:lnTo>
                  <a:pt x="628586" y="705700"/>
                </a:lnTo>
                <a:lnTo>
                  <a:pt x="628091" y="707453"/>
                </a:lnTo>
                <a:lnTo>
                  <a:pt x="627113" y="708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7050" y="1060450"/>
            <a:ext cx="1860550" cy="3149600"/>
          </a:xfrm>
          <a:custGeom>
            <a:avLst/>
            <a:gdLst/>
            <a:ahLst/>
            <a:cxnLst/>
            <a:rect l="l" t="t" r="r" b="b"/>
            <a:pathLst>
              <a:path w="1860550" h="3149600">
                <a:moveTo>
                  <a:pt x="12700" y="3149600"/>
                </a:moveTo>
                <a:lnTo>
                  <a:pt x="0" y="3149600"/>
                </a:lnTo>
                <a:lnTo>
                  <a:pt x="0" y="6350"/>
                </a:lnTo>
                <a:lnTo>
                  <a:pt x="6350" y="0"/>
                </a:lnTo>
                <a:lnTo>
                  <a:pt x="1854200" y="0"/>
                </a:lnTo>
                <a:lnTo>
                  <a:pt x="186055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49600"/>
                </a:lnTo>
                <a:close/>
              </a:path>
              <a:path w="1860550" h="31496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860550" h="3149600">
                <a:moveTo>
                  <a:pt x="184785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847850" y="6350"/>
                </a:lnTo>
                <a:lnTo>
                  <a:pt x="1847850" y="12700"/>
                </a:lnTo>
                <a:close/>
              </a:path>
              <a:path w="1860550" h="3149600">
                <a:moveTo>
                  <a:pt x="1860550" y="704850"/>
                </a:moveTo>
                <a:lnTo>
                  <a:pt x="1847850" y="704850"/>
                </a:lnTo>
                <a:lnTo>
                  <a:pt x="1847850" y="6350"/>
                </a:lnTo>
                <a:lnTo>
                  <a:pt x="1854200" y="12700"/>
                </a:lnTo>
                <a:lnTo>
                  <a:pt x="1860550" y="12700"/>
                </a:lnTo>
                <a:lnTo>
                  <a:pt x="1860550" y="704850"/>
                </a:lnTo>
                <a:close/>
              </a:path>
              <a:path w="1860550" h="3149600">
                <a:moveTo>
                  <a:pt x="1860550" y="12700"/>
                </a:moveTo>
                <a:lnTo>
                  <a:pt x="1854200" y="12700"/>
                </a:lnTo>
                <a:lnTo>
                  <a:pt x="1847850" y="6350"/>
                </a:lnTo>
                <a:lnTo>
                  <a:pt x="1860550" y="6350"/>
                </a:lnTo>
                <a:lnTo>
                  <a:pt x="1860550" y="127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8340" y="1144904"/>
            <a:ext cx="619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9999"/>
                </a:solidFill>
                <a:latin typeface="Arial Narrow"/>
                <a:cs typeface="Arial Narrow"/>
              </a:rPr>
              <a:t>B</a:t>
            </a:r>
            <a:r>
              <a:rPr dirty="0" sz="1800" b="1">
                <a:solidFill>
                  <a:srgbClr val="009999"/>
                </a:solidFill>
                <a:latin typeface="Arial Narrow"/>
                <a:cs typeface="Arial Narrow"/>
              </a:rPr>
              <a:t>EG</a:t>
            </a:r>
            <a:r>
              <a:rPr dirty="0" sz="1800" spc="-5" b="1">
                <a:solidFill>
                  <a:srgbClr val="009999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009999"/>
                </a:solidFill>
                <a:latin typeface="Arial Narrow"/>
                <a:cs typeface="Arial Narrow"/>
              </a:rPr>
              <a:t>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6912" y="26670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5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6912" y="28956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5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2000" y="1704975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2000" y="1524000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72465" y="1719579"/>
            <a:ext cx="619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B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EG</a:t>
            </a: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800" y="20574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5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85800" y="22860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5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59765" y="2329179"/>
            <a:ext cx="78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C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OMM</a:t>
            </a: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T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2465" y="2908300"/>
            <a:ext cx="78613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5080" indent="-15875">
              <a:lnSpc>
                <a:spcPct val="1111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9999"/>
                </a:solidFill>
                <a:latin typeface="Arial Narrow"/>
                <a:cs typeface="Arial Narrow"/>
              </a:rPr>
              <a:t>C</a:t>
            </a:r>
            <a:r>
              <a:rPr dirty="0" sz="1800" b="1">
                <a:solidFill>
                  <a:srgbClr val="009999"/>
                </a:solidFill>
                <a:latin typeface="Arial Narrow"/>
                <a:cs typeface="Arial Narrow"/>
              </a:rPr>
              <a:t>OMM</a:t>
            </a:r>
            <a:r>
              <a:rPr dirty="0" sz="1800" spc="-5" b="1">
                <a:solidFill>
                  <a:srgbClr val="009999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009999"/>
                </a:solidFill>
                <a:latin typeface="Arial Narrow"/>
                <a:cs typeface="Arial Narrow"/>
              </a:rPr>
              <a:t>T  </a:t>
            </a:r>
            <a:r>
              <a:rPr dirty="0" sz="1800" spc="-5" b="1">
                <a:solidFill>
                  <a:srgbClr val="CCCCFF"/>
                </a:solidFill>
                <a:latin typeface="Arial Narrow"/>
                <a:cs typeface="Arial Narrow"/>
              </a:rPr>
              <a:t>BEGIN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5800" y="35814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5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5800" y="38100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5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5800" y="40386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5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327400" y="1125537"/>
            <a:ext cx="2463800" cy="3141980"/>
          </a:xfrm>
          <a:custGeom>
            <a:avLst/>
            <a:gdLst/>
            <a:ahLst/>
            <a:cxnLst/>
            <a:rect l="l" t="t" r="r" b="b"/>
            <a:pathLst>
              <a:path w="2463800" h="3141979">
                <a:moveTo>
                  <a:pt x="2463800" y="3141662"/>
                </a:moveTo>
                <a:lnTo>
                  <a:pt x="0" y="3141662"/>
                </a:lnTo>
                <a:lnTo>
                  <a:pt x="0" y="0"/>
                </a:lnTo>
                <a:lnTo>
                  <a:pt x="1847850" y="0"/>
                </a:lnTo>
                <a:lnTo>
                  <a:pt x="2463800" y="698144"/>
                </a:lnTo>
                <a:lnTo>
                  <a:pt x="2463800" y="3141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76600" y="1066800"/>
            <a:ext cx="2463800" cy="3141980"/>
          </a:xfrm>
          <a:custGeom>
            <a:avLst/>
            <a:gdLst/>
            <a:ahLst/>
            <a:cxnLst/>
            <a:rect l="l" t="t" r="r" b="b"/>
            <a:pathLst>
              <a:path w="2463800" h="3141979">
                <a:moveTo>
                  <a:pt x="2463800" y="3141662"/>
                </a:moveTo>
                <a:lnTo>
                  <a:pt x="0" y="3141662"/>
                </a:lnTo>
                <a:lnTo>
                  <a:pt x="0" y="0"/>
                </a:lnTo>
                <a:lnTo>
                  <a:pt x="1847850" y="0"/>
                </a:lnTo>
                <a:lnTo>
                  <a:pt x="2463800" y="698144"/>
                </a:lnTo>
                <a:lnTo>
                  <a:pt x="2463800" y="3141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40400" y="1765300"/>
            <a:ext cx="0" cy="2444750"/>
          </a:xfrm>
          <a:custGeom>
            <a:avLst/>
            <a:gdLst/>
            <a:ahLst/>
            <a:cxnLst/>
            <a:rect l="l" t="t" r="r" b="b"/>
            <a:pathLst>
              <a:path w="0" h="2444750">
                <a:moveTo>
                  <a:pt x="0" y="0"/>
                </a:moveTo>
                <a:lnTo>
                  <a:pt x="0" y="2444750"/>
                </a:lnTo>
              </a:path>
            </a:pathLst>
          </a:custGeom>
          <a:ln w="12700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734050" y="4203700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0" y="0"/>
                </a:moveTo>
                <a:lnTo>
                  <a:pt x="3175" y="0"/>
                </a:lnTo>
                <a:lnTo>
                  <a:pt x="31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76600" y="4206875"/>
            <a:ext cx="2457450" cy="0"/>
          </a:xfrm>
          <a:custGeom>
            <a:avLst/>
            <a:gdLst/>
            <a:ahLst/>
            <a:cxnLst/>
            <a:rect l="l" t="t" r="r" b="b"/>
            <a:pathLst>
              <a:path w="2457450" h="0">
                <a:moveTo>
                  <a:pt x="0" y="0"/>
                </a:moveTo>
                <a:lnTo>
                  <a:pt x="2457450" y="0"/>
                </a:lnTo>
              </a:path>
            </a:pathLst>
          </a:custGeom>
          <a:ln w="6350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276600" y="4211320"/>
            <a:ext cx="2470150" cy="0"/>
          </a:xfrm>
          <a:custGeom>
            <a:avLst/>
            <a:gdLst/>
            <a:ahLst/>
            <a:cxnLst/>
            <a:rect l="l" t="t" r="r" b="b"/>
            <a:pathLst>
              <a:path w="2470150" h="0">
                <a:moveTo>
                  <a:pt x="0" y="0"/>
                </a:moveTo>
                <a:lnTo>
                  <a:pt x="2469952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276600" y="4213225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218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76600" y="4214495"/>
            <a:ext cx="2468245" cy="0"/>
          </a:xfrm>
          <a:custGeom>
            <a:avLst/>
            <a:gdLst/>
            <a:ahLst/>
            <a:cxnLst/>
            <a:rect l="l" t="t" r="r" b="b"/>
            <a:pathLst>
              <a:path w="2468245" h="0">
                <a:moveTo>
                  <a:pt x="0" y="0"/>
                </a:moveTo>
                <a:lnTo>
                  <a:pt x="2468219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276600" y="4215765"/>
            <a:ext cx="2466975" cy="0"/>
          </a:xfrm>
          <a:custGeom>
            <a:avLst/>
            <a:gdLst/>
            <a:ahLst/>
            <a:cxnLst/>
            <a:rect l="l" t="t" r="r" b="b"/>
            <a:pathLst>
              <a:path w="2466975" h="0">
                <a:moveTo>
                  <a:pt x="0" y="0"/>
                </a:moveTo>
                <a:lnTo>
                  <a:pt x="2466397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124450" y="1066800"/>
            <a:ext cx="615950" cy="698500"/>
          </a:xfrm>
          <a:custGeom>
            <a:avLst/>
            <a:gdLst/>
            <a:ahLst/>
            <a:cxnLst/>
            <a:rect l="l" t="t" r="r" b="b"/>
            <a:pathLst>
              <a:path w="615950" h="698500">
                <a:moveTo>
                  <a:pt x="615950" y="698500"/>
                </a:moveTo>
                <a:lnTo>
                  <a:pt x="0" y="698500"/>
                </a:lnTo>
                <a:lnTo>
                  <a:pt x="0" y="0"/>
                </a:lnTo>
                <a:lnTo>
                  <a:pt x="615950" y="69850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118100" y="1060462"/>
            <a:ext cx="628650" cy="711200"/>
          </a:xfrm>
          <a:custGeom>
            <a:avLst/>
            <a:gdLst/>
            <a:ahLst/>
            <a:cxnLst/>
            <a:rect l="l" t="t" r="r" b="b"/>
            <a:pathLst>
              <a:path w="628650" h="711200">
                <a:moveTo>
                  <a:pt x="622300" y="711187"/>
                </a:moveTo>
                <a:lnTo>
                  <a:pt x="6350" y="711187"/>
                </a:lnTo>
                <a:lnTo>
                  <a:pt x="4381" y="710882"/>
                </a:lnTo>
                <a:lnTo>
                  <a:pt x="2616" y="709980"/>
                </a:lnTo>
                <a:lnTo>
                  <a:pt x="1206" y="708571"/>
                </a:lnTo>
                <a:lnTo>
                  <a:pt x="304" y="706805"/>
                </a:lnTo>
                <a:lnTo>
                  <a:pt x="0" y="704837"/>
                </a:lnTo>
                <a:lnTo>
                  <a:pt x="0" y="6337"/>
                </a:lnTo>
                <a:lnTo>
                  <a:pt x="5981" y="0"/>
                </a:lnTo>
                <a:lnTo>
                  <a:pt x="7874" y="177"/>
                </a:lnTo>
                <a:lnTo>
                  <a:pt x="9651" y="914"/>
                </a:lnTo>
                <a:lnTo>
                  <a:pt x="11112" y="2133"/>
                </a:lnTo>
                <a:lnTo>
                  <a:pt x="14819" y="6337"/>
                </a:lnTo>
                <a:lnTo>
                  <a:pt x="12700" y="6337"/>
                </a:lnTo>
                <a:lnTo>
                  <a:pt x="1587" y="10541"/>
                </a:lnTo>
                <a:lnTo>
                  <a:pt x="12700" y="23142"/>
                </a:lnTo>
                <a:lnTo>
                  <a:pt x="12700" y="698487"/>
                </a:lnTo>
                <a:lnTo>
                  <a:pt x="6350" y="698487"/>
                </a:lnTo>
                <a:lnTo>
                  <a:pt x="12700" y="704837"/>
                </a:lnTo>
                <a:lnTo>
                  <a:pt x="613830" y="704837"/>
                </a:lnTo>
                <a:lnTo>
                  <a:pt x="617537" y="709041"/>
                </a:lnTo>
                <a:lnTo>
                  <a:pt x="627040" y="709041"/>
                </a:lnTo>
                <a:lnTo>
                  <a:pt x="625741" y="710171"/>
                </a:lnTo>
                <a:lnTo>
                  <a:pt x="624090" y="710933"/>
                </a:lnTo>
                <a:lnTo>
                  <a:pt x="622300" y="711187"/>
                </a:lnTo>
                <a:close/>
              </a:path>
              <a:path w="628650" h="711200">
                <a:moveTo>
                  <a:pt x="12700" y="23142"/>
                </a:moveTo>
                <a:lnTo>
                  <a:pt x="1587" y="10541"/>
                </a:lnTo>
                <a:lnTo>
                  <a:pt x="12700" y="6337"/>
                </a:lnTo>
                <a:lnTo>
                  <a:pt x="12700" y="23142"/>
                </a:lnTo>
                <a:close/>
              </a:path>
              <a:path w="628650" h="711200">
                <a:moveTo>
                  <a:pt x="617537" y="709041"/>
                </a:moveTo>
                <a:lnTo>
                  <a:pt x="12700" y="23142"/>
                </a:lnTo>
                <a:lnTo>
                  <a:pt x="12700" y="6337"/>
                </a:lnTo>
                <a:lnTo>
                  <a:pt x="14819" y="6337"/>
                </a:lnTo>
                <a:lnTo>
                  <a:pt x="625169" y="698487"/>
                </a:lnTo>
                <a:lnTo>
                  <a:pt x="622300" y="698487"/>
                </a:lnTo>
                <a:lnTo>
                  <a:pt x="617537" y="709041"/>
                </a:lnTo>
                <a:close/>
              </a:path>
              <a:path w="628650" h="711200">
                <a:moveTo>
                  <a:pt x="12700" y="704837"/>
                </a:moveTo>
                <a:lnTo>
                  <a:pt x="6350" y="698487"/>
                </a:lnTo>
                <a:lnTo>
                  <a:pt x="12700" y="698487"/>
                </a:lnTo>
                <a:lnTo>
                  <a:pt x="12700" y="704837"/>
                </a:lnTo>
                <a:close/>
              </a:path>
              <a:path w="628650" h="711200">
                <a:moveTo>
                  <a:pt x="613830" y="704837"/>
                </a:moveTo>
                <a:lnTo>
                  <a:pt x="12700" y="704837"/>
                </a:lnTo>
                <a:lnTo>
                  <a:pt x="12700" y="698487"/>
                </a:lnTo>
                <a:lnTo>
                  <a:pt x="608231" y="698487"/>
                </a:lnTo>
                <a:lnTo>
                  <a:pt x="613830" y="704837"/>
                </a:lnTo>
                <a:close/>
              </a:path>
              <a:path w="628650" h="711200">
                <a:moveTo>
                  <a:pt x="627040" y="709041"/>
                </a:moveTo>
                <a:lnTo>
                  <a:pt x="617537" y="709041"/>
                </a:lnTo>
                <a:lnTo>
                  <a:pt x="622300" y="698487"/>
                </a:lnTo>
                <a:lnTo>
                  <a:pt x="625169" y="698487"/>
                </a:lnTo>
                <a:lnTo>
                  <a:pt x="627062" y="700633"/>
                </a:lnTo>
                <a:lnTo>
                  <a:pt x="628053" y="702157"/>
                </a:lnTo>
                <a:lnTo>
                  <a:pt x="628573" y="703897"/>
                </a:lnTo>
                <a:lnTo>
                  <a:pt x="628586" y="705700"/>
                </a:lnTo>
                <a:lnTo>
                  <a:pt x="628091" y="707453"/>
                </a:lnTo>
                <a:lnTo>
                  <a:pt x="627113" y="708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270250" y="1060450"/>
            <a:ext cx="1860550" cy="3149600"/>
          </a:xfrm>
          <a:custGeom>
            <a:avLst/>
            <a:gdLst/>
            <a:ahLst/>
            <a:cxnLst/>
            <a:rect l="l" t="t" r="r" b="b"/>
            <a:pathLst>
              <a:path w="1860550" h="3149600">
                <a:moveTo>
                  <a:pt x="12700" y="3149600"/>
                </a:moveTo>
                <a:lnTo>
                  <a:pt x="0" y="3149600"/>
                </a:lnTo>
                <a:lnTo>
                  <a:pt x="0" y="6350"/>
                </a:lnTo>
                <a:lnTo>
                  <a:pt x="6350" y="0"/>
                </a:lnTo>
                <a:lnTo>
                  <a:pt x="1854200" y="0"/>
                </a:lnTo>
                <a:lnTo>
                  <a:pt x="186055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49600"/>
                </a:lnTo>
                <a:close/>
              </a:path>
              <a:path w="1860550" h="31496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860550" h="3149600">
                <a:moveTo>
                  <a:pt x="184785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847850" y="6350"/>
                </a:lnTo>
                <a:lnTo>
                  <a:pt x="1847850" y="12700"/>
                </a:lnTo>
                <a:close/>
              </a:path>
              <a:path w="1860550" h="3149600">
                <a:moveTo>
                  <a:pt x="1860550" y="704850"/>
                </a:moveTo>
                <a:lnTo>
                  <a:pt x="1847850" y="704850"/>
                </a:lnTo>
                <a:lnTo>
                  <a:pt x="1847850" y="6350"/>
                </a:lnTo>
                <a:lnTo>
                  <a:pt x="1854200" y="12700"/>
                </a:lnTo>
                <a:lnTo>
                  <a:pt x="1860550" y="12700"/>
                </a:lnTo>
                <a:lnTo>
                  <a:pt x="1860550" y="704850"/>
                </a:lnTo>
                <a:close/>
              </a:path>
              <a:path w="1860550" h="3149600">
                <a:moveTo>
                  <a:pt x="1860550" y="12700"/>
                </a:moveTo>
                <a:lnTo>
                  <a:pt x="1854200" y="12700"/>
                </a:lnTo>
                <a:lnTo>
                  <a:pt x="1847850" y="6350"/>
                </a:lnTo>
                <a:lnTo>
                  <a:pt x="1860550" y="6350"/>
                </a:lnTo>
                <a:lnTo>
                  <a:pt x="1860550" y="127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40112" y="24384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40112" y="26670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505200" y="1400175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505200" y="1219200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415665" y="1449704"/>
            <a:ext cx="619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B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EG</a:t>
            </a: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429000" y="18288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402965" y="3202304"/>
            <a:ext cx="78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C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OMM</a:t>
            </a: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T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429000" y="35814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29000" y="38100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29000" y="40386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429000" y="28956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429000" y="31242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00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299200" y="1125537"/>
            <a:ext cx="2463800" cy="3141980"/>
          </a:xfrm>
          <a:custGeom>
            <a:avLst/>
            <a:gdLst/>
            <a:ahLst/>
            <a:cxnLst/>
            <a:rect l="l" t="t" r="r" b="b"/>
            <a:pathLst>
              <a:path w="2463800" h="3141979">
                <a:moveTo>
                  <a:pt x="2463800" y="3141662"/>
                </a:moveTo>
                <a:lnTo>
                  <a:pt x="0" y="3141662"/>
                </a:lnTo>
                <a:lnTo>
                  <a:pt x="0" y="0"/>
                </a:lnTo>
                <a:lnTo>
                  <a:pt x="1847850" y="0"/>
                </a:lnTo>
                <a:lnTo>
                  <a:pt x="2463800" y="698144"/>
                </a:lnTo>
                <a:lnTo>
                  <a:pt x="2463800" y="3141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248400" y="1066800"/>
            <a:ext cx="2463800" cy="3141980"/>
          </a:xfrm>
          <a:custGeom>
            <a:avLst/>
            <a:gdLst/>
            <a:ahLst/>
            <a:cxnLst/>
            <a:rect l="l" t="t" r="r" b="b"/>
            <a:pathLst>
              <a:path w="2463800" h="3141979">
                <a:moveTo>
                  <a:pt x="2463800" y="3141662"/>
                </a:moveTo>
                <a:lnTo>
                  <a:pt x="0" y="3141662"/>
                </a:lnTo>
                <a:lnTo>
                  <a:pt x="0" y="0"/>
                </a:lnTo>
                <a:lnTo>
                  <a:pt x="1847850" y="0"/>
                </a:lnTo>
                <a:lnTo>
                  <a:pt x="2463800" y="698144"/>
                </a:lnTo>
                <a:lnTo>
                  <a:pt x="2463800" y="3141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712200" y="1765300"/>
            <a:ext cx="0" cy="2444750"/>
          </a:xfrm>
          <a:custGeom>
            <a:avLst/>
            <a:gdLst/>
            <a:ahLst/>
            <a:cxnLst/>
            <a:rect l="l" t="t" r="r" b="b"/>
            <a:pathLst>
              <a:path w="0" h="2444750">
                <a:moveTo>
                  <a:pt x="0" y="0"/>
                </a:moveTo>
                <a:lnTo>
                  <a:pt x="0" y="2444750"/>
                </a:lnTo>
              </a:path>
            </a:pathLst>
          </a:custGeom>
          <a:ln w="12700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705850" y="4203700"/>
            <a:ext cx="3175" cy="6350"/>
          </a:xfrm>
          <a:custGeom>
            <a:avLst/>
            <a:gdLst/>
            <a:ahLst/>
            <a:cxnLst/>
            <a:rect l="l" t="t" r="r" b="b"/>
            <a:pathLst>
              <a:path w="3175" h="6350">
                <a:moveTo>
                  <a:pt x="0" y="0"/>
                </a:moveTo>
                <a:lnTo>
                  <a:pt x="3175" y="0"/>
                </a:lnTo>
                <a:lnTo>
                  <a:pt x="31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248400" y="4206875"/>
            <a:ext cx="2457450" cy="0"/>
          </a:xfrm>
          <a:custGeom>
            <a:avLst/>
            <a:gdLst/>
            <a:ahLst/>
            <a:cxnLst/>
            <a:rect l="l" t="t" r="r" b="b"/>
            <a:pathLst>
              <a:path w="2457450" h="0">
                <a:moveTo>
                  <a:pt x="0" y="0"/>
                </a:moveTo>
                <a:lnTo>
                  <a:pt x="2457450" y="0"/>
                </a:lnTo>
              </a:path>
            </a:pathLst>
          </a:custGeom>
          <a:ln w="6350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248400" y="4211320"/>
            <a:ext cx="2470150" cy="0"/>
          </a:xfrm>
          <a:custGeom>
            <a:avLst/>
            <a:gdLst/>
            <a:ahLst/>
            <a:cxnLst/>
            <a:rect l="l" t="t" r="r" b="b"/>
            <a:pathLst>
              <a:path w="2470150" h="0">
                <a:moveTo>
                  <a:pt x="0" y="0"/>
                </a:moveTo>
                <a:lnTo>
                  <a:pt x="2469952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248400" y="4213225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218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248400" y="4214495"/>
            <a:ext cx="2468245" cy="0"/>
          </a:xfrm>
          <a:custGeom>
            <a:avLst/>
            <a:gdLst/>
            <a:ahLst/>
            <a:cxnLst/>
            <a:rect l="l" t="t" r="r" b="b"/>
            <a:pathLst>
              <a:path w="2468245" h="0">
                <a:moveTo>
                  <a:pt x="0" y="0"/>
                </a:moveTo>
                <a:lnTo>
                  <a:pt x="2468219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248400" y="4215765"/>
            <a:ext cx="2466975" cy="0"/>
          </a:xfrm>
          <a:custGeom>
            <a:avLst/>
            <a:gdLst/>
            <a:ahLst/>
            <a:cxnLst/>
            <a:rect l="l" t="t" r="r" b="b"/>
            <a:pathLst>
              <a:path w="2466975" h="0">
                <a:moveTo>
                  <a:pt x="0" y="0"/>
                </a:moveTo>
                <a:lnTo>
                  <a:pt x="2466397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096250" y="1066800"/>
            <a:ext cx="615950" cy="698500"/>
          </a:xfrm>
          <a:custGeom>
            <a:avLst/>
            <a:gdLst/>
            <a:ahLst/>
            <a:cxnLst/>
            <a:rect l="l" t="t" r="r" b="b"/>
            <a:pathLst>
              <a:path w="615950" h="698500">
                <a:moveTo>
                  <a:pt x="615950" y="698500"/>
                </a:moveTo>
                <a:lnTo>
                  <a:pt x="0" y="698500"/>
                </a:lnTo>
                <a:lnTo>
                  <a:pt x="0" y="0"/>
                </a:lnTo>
                <a:lnTo>
                  <a:pt x="615950" y="69850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089900" y="1060462"/>
            <a:ext cx="628650" cy="711200"/>
          </a:xfrm>
          <a:custGeom>
            <a:avLst/>
            <a:gdLst/>
            <a:ahLst/>
            <a:cxnLst/>
            <a:rect l="l" t="t" r="r" b="b"/>
            <a:pathLst>
              <a:path w="628650" h="711200">
                <a:moveTo>
                  <a:pt x="622300" y="711187"/>
                </a:moveTo>
                <a:lnTo>
                  <a:pt x="6350" y="711187"/>
                </a:lnTo>
                <a:lnTo>
                  <a:pt x="4394" y="710882"/>
                </a:lnTo>
                <a:lnTo>
                  <a:pt x="2616" y="709980"/>
                </a:lnTo>
                <a:lnTo>
                  <a:pt x="1219" y="708571"/>
                </a:lnTo>
                <a:lnTo>
                  <a:pt x="304" y="706805"/>
                </a:lnTo>
                <a:lnTo>
                  <a:pt x="0" y="704837"/>
                </a:lnTo>
                <a:lnTo>
                  <a:pt x="0" y="6337"/>
                </a:lnTo>
                <a:lnTo>
                  <a:pt x="5981" y="0"/>
                </a:lnTo>
                <a:lnTo>
                  <a:pt x="7874" y="177"/>
                </a:lnTo>
                <a:lnTo>
                  <a:pt x="9651" y="914"/>
                </a:lnTo>
                <a:lnTo>
                  <a:pt x="11112" y="2133"/>
                </a:lnTo>
                <a:lnTo>
                  <a:pt x="14819" y="6337"/>
                </a:lnTo>
                <a:lnTo>
                  <a:pt x="12700" y="6337"/>
                </a:lnTo>
                <a:lnTo>
                  <a:pt x="1587" y="10541"/>
                </a:lnTo>
                <a:lnTo>
                  <a:pt x="12700" y="23142"/>
                </a:lnTo>
                <a:lnTo>
                  <a:pt x="12700" y="698487"/>
                </a:lnTo>
                <a:lnTo>
                  <a:pt x="6350" y="698487"/>
                </a:lnTo>
                <a:lnTo>
                  <a:pt x="12700" y="704837"/>
                </a:lnTo>
                <a:lnTo>
                  <a:pt x="613830" y="704837"/>
                </a:lnTo>
                <a:lnTo>
                  <a:pt x="617537" y="709041"/>
                </a:lnTo>
                <a:lnTo>
                  <a:pt x="627040" y="709041"/>
                </a:lnTo>
                <a:lnTo>
                  <a:pt x="625741" y="710171"/>
                </a:lnTo>
                <a:lnTo>
                  <a:pt x="624090" y="710933"/>
                </a:lnTo>
                <a:lnTo>
                  <a:pt x="622300" y="711187"/>
                </a:lnTo>
                <a:close/>
              </a:path>
              <a:path w="628650" h="711200">
                <a:moveTo>
                  <a:pt x="12700" y="23142"/>
                </a:moveTo>
                <a:lnTo>
                  <a:pt x="1587" y="10541"/>
                </a:lnTo>
                <a:lnTo>
                  <a:pt x="12700" y="6337"/>
                </a:lnTo>
                <a:lnTo>
                  <a:pt x="12700" y="23142"/>
                </a:lnTo>
                <a:close/>
              </a:path>
              <a:path w="628650" h="711200">
                <a:moveTo>
                  <a:pt x="617537" y="709041"/>
                </a:moveTo>
                <a:lnTo>
                  <a:pt x="12700" y="23142"/>
                </a:lnTo>
                <a:lnTo>
                  <a:pt x="12700" y="6337"/>
                </a:lnTo>
                <a:lnTo>
                  <a:pt x="14819" y="6337"/>
                </a:lnTo>
                <a:lnTo>
                  <a:pt x="625169" y="698487"/>
                </a:lnTo>
                <a:lnTo>
                  <a:pt x="622300" y="698487"/>
                </a:lnTo>
                <a:lnTo>
                  <a:pt x="617537" y="709041"/>
                </a:lnTo>
                <a:close/>
              </a:path>
              <a:path w="628650" h="711200">
                <a:moveTo>
                  <a:pt x="12700" y="704837"/>
                </a:moveTo>
                <a:lnTo>
                  <a:pt x="6350" y="698487"/>
                </a:lnTo>
                <a:lnTo>
                  <a:pt x="12700" y="698487"/>
                </a:lnTo>
                <a:lnTo>
                  <a:pt x="12700" y="704837"/>
                </a:lnTo>
                <a:close/>
              </a:path>
              <a:path w="628650" h="711200">
                <a:moveTo>
                  <a:pt x="613830" y="704837"/>
                </a:moveTo>
                <a:lnTo>
                  <a:pt x="12700" y="704837"/>
                </a:lnTo>
                <a:lnTo>
                  <a:pt x="12700" y="698487"/>
                </a:lnTo>
                <a:lnTo>
                  <a:pt x="608231" y="698487"/>
                </a:lnTo>
                <a:lnTo>
                  <a:pt x="613830" y="704837"/>
                </a:lnTo>
                <a:close/>
              </a:path>
              <a:path w="628650" h="711200">
                <a:moveTo>
                  <a:pt x="627040" y="709041"/>
                </a:moveTo>
                <a:lnTo>
                  <a:pt x="617537" y="709041"/>
                </a:lnTo>
                <a:lnTo>
                  <a:pt x="622300" y="698487"/>
                </a:lnTo>
                <a:lnTo>
                  <a:pt x="625169" y="698487"/>
                </a:lnTo>
                <a:lnTo>
                  <a:pt x="627062" y="700633"/>
                </a:lnTo>
                <a:lnTo>
                  <a:pt x="628053" y="702157"/>
                </a:lnTo>
                <a:lnTo>
                  <a:pt x="628573" y="703897"/>
                </a:lnTo>
                <a:lnTo>
                  <a:pt x="628586" y="705700"/>
                </a:lnTo>
                <a:lnTo>
                  <a:pt x="628091" y="707453"/>
                </a:lnTo>
                <a:lnTo>
                  <a:pt x="627113" y="7089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242050" y="1060450"/>
            <a:ext cx="1860550" cy="3149600"/>
          </a:xfrm>
          <a:custGeom>
            <a:avLst/>
            <a:gdLst/>
            <a:ahLst/>
            <a:cxnLst/>
            <a:rect l="l" t="t" r="r" b="b"/>
            <a:pathLst>
              <a:path w="1860550" h="3149600">
                <a:moveTo>
                  <a:pt x="12700" y="3149600"/>
                </a:moveTo>
                <a:lnTo>
                  <a:pt x="0" y="3149600"/>
                </a:lnTo>
                <a:lnTo>
                  <a:pt x="0" y="6350"/>
                </a:lnTo>
                <a:lnTo>
                  <a:pt x="6350" y="0"/>
                </a:lnTo>
                <a:lnTo>
                  <a:pt x="1854200" y="0"/>
                </a:lnTo>
                <a:lnTo>
                  <a:pt x="186055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149600"/>
                </a:lnTo>
                <a:close/>
              </a:path>
              <a:path w="1860550" h="31496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860550" h="3149600">
                <a:moveTo>
                  <a:pt x="184785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847850" y="6350"/>
                </a:lnTo>
                <a:lnTo>
                  <a:pt x="1847850" y="12700"/>
                </a:lnTo>
                <a:close/>
              </a:path>
              <a:path w="1860550" h="3149600">
                <a:moveTo>
                  <a:pt x="1860550" y="704850"/>
                </a:moveTo>
                <a:lnTo>
                  <a:pt x="1847850" y="704850"/>
                </a:lnTo>
                <a:lnTo>
                  <a:pt x="1847850" y="6350"/>
                </a:lnTo>
                <a:lnTo>
                  <a:pt x="1854200" y="12700"/>
                </a:lnTo>
                <a:lnTo>
                  <a:pt x="1860550" y="12700"/>
                </a:lnTo>
                <a:lnTo>
                  <a:pt x="1860550" y="704850"/>
                </a:lnTo>
                <a:close/>
              </a:path>
              <a:path w="1860550" h="3149600">
                <a:moveTo>
                  <a:pt x="1860550" y="12700"/>
                </a:moveTo>
                <a:lnTo>
                  <a:pt x="1854200" y="12700"/>
                </a:lnTo>
                <a:lnTo>
                  <a:pt x="1847850" y="6350"/>
                </a:lnTo>
                <a:lnTo>
                  <a:pt x="1860550" y="6350"/>
                </a:lnTo>
                <a:lnTo>
                  <a:pt x="1860550" y="127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411912" y="25146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411912" y="27432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477000" y="1476375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477000" y="1295400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400800" y="19050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400800" y="21336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403340" y="1567179"/>
            <a:ext cx="78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9999"/>
                </a:solidFill>
                <a:latin typeface="Arial Narrow"/>
                <a:cs typeface="Arial Narrow"/>
              </a:rPr>
              <a:t>C</a:t>
            </a:r>
            <a:r>
              <a:rPr dirty="0" sz="1800" b="1">
                <a:solidFill>
                  <a:srgbClr val="009999"/>
                </a:solidFill>
                <a:latin typeface="Arial Narrow"/>
                <a:cs typeface="Arial Narrow"/>
              </a:rPr>
              <a:t>OMM</a:t>
            </a:r>
            <a:r>
              <a:rPr dirty="0" sz="1800" spc="-5" b="1">
                <a:solidFill>
                  <a:srgbClr val="009999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009999"/>
                </a:solidFill>
                <a:latin typeface="Arial Narrow"/>
                <a:cs typeface="Arial Narrow"/>
              </a:rPr>
              <a:t>T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403340" y="2176779"/>
            <a:ext cx="619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B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EG</a:t>
            </a:r>
            <a:r>
              <a:rPr dirty="0" sz="1800" spc="-5" b="1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3333CC"/>
                </a:solidFill>
                <a:latin typeface="Arial Narrow"/>
                <a:cs typeface="Arial Narrow"/>
              </a:rPr>
              <a:t>N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400800" y="35814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400800" y="38100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400800" y="40386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400800" y="29718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400800" y="3200400"/>
            <a:ext cx="2122805" cy="0"/>
          </a:xfrm>
          <a:custGeom>
            <a:avLst/>
            <a:gdLst/>
            <a:ahLst/>
            <a:cxnLst/>
            <a:rect l="l" t="t" r="r" b="b"/>
            <a:pathLst>
              <a:path w="2122804" h="0">
                <a:moveTo>
                  <a:pt x="0" y="0"/>
                </a:moveTo>
                <a:lnTo>
                  <a:pt x="2122487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6403340" y="3202304"/>
            <a:ext cx="786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CCCFF"/>
                </a:solidFill>
                <a:latin typeface="Arial Narrow"/>
                <a:cs typeface="Arial Narrow"/>
              </a:rPr>
              <a:t>C</a:t>
            </a:r>
            <a:r>
              <a:rPr dirty="0" sz="1800" b="1">
                <a:solidFill>
                  <a:srgbClr val="CCCCFF"/>
                </a:solidFill>
                <a:latin typeface="Arial Narrow"/>
                <a:cs typeface="Arial Narrow"/>
              </a:rPr>
              <a:t>OMM</a:t>
            </a:r>
            <a:r>
              <a:rPr dirty="0" sz="1800" spc="-5" b="1">
                <a:solidFill>
                  <a:srgbClr val="CCCCFF"/>
                </a:solidFill>
                <a:latin typeface="Arial Narrow"/>
                <a:cs typeface="Arial Narrow"/>
              </a:rPr>
              <a:t>I</a:t>
            </a:r>
            <a:r>
              <a:rPr dirty="0" sz="1800" b="1">
                <a:solidFill>
                  <a:srgbClr val="CCCCFF"/>
                </a:solidFill>
                <a:latin typeface="Arial Narrow"/>
                <a:cs typeface="Arial Narrow"/>
              </a:rPr>
              <a:t>T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14044" y="4838700"/>
            <a:ext cx="2314956" cy="133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110996" y="4645152"/>
            <a:ext cx="2321052" cy="3870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108075" y="4641850"/>
            <a:ext cx="2327275" cy="1536700"/>
          </a:xfrm>
          <a:custGeom>
            <a:avLst/>
            <a:gdLst/>
            <a:ahLst/>
            <a:cxnLst/>
            <a:rect l="l" t="t" r="r" b="b"/>
            <a:pathLst>
              <a:path w="2327275" h="1536700">
                <a:moveTo>
                  <a:pt x="1614512" y="12700"/>
                </a:moveTo>
                <a:lnTo>
                  <a:pt x="712698" y="12700"/>
                </a:lnTo>
                <a:lnTo>
                  <a:pt x="765314" y="0"/>
                </a:lnTo>
                <a:lnTo>
                  <a:pt x="1561909" y="0"/>
                </a:lnTo>
                <a:lnTo>
                  <a:pt x="1614512" y="12700"/>
                </a:lnTo>
                <a:close/>
              </a:path>
              <a:path w="2327275" h="1536700">
                <a:moveTo>
                  <a:pt x="713574" y="25400"/>
                </a:moveTo>
                <a:lnTo>
                  <a:pt x="562876" y="25400"/>
                </a:lnTo>
                <a:lnTo>
                  <a:pt x="611466" y="12700"/>
                </a:lnTo>
                <a:lnTo>
                  <a:pt x="766140" y="12700"/>
                </a:lnTo>
                <a:lnTo>
                  <a:pt x="713574" y="25400"/>
                </a:lnTo>
                <a:close/>
              </a:path>
              <a:path w="2327275" h="1536700">
                <a:moveTo>
                  <a:pt x="1764334" y="25400"/>
                </a:moveTo>
                <a:lnTo>
                  <a:pt x="1613700" y="25400"/>
                </a:lnTo>
                <a:lnTo>
                  <a:pt x="1561134" y="12700"/>
                </a:lnTo>
                <a:lnTo>
                  <a:pt x="1715871" y="12700"/>
                </a:lnTo>
                <a:lnTo>
                  <a:pt x="1764334" y="25400"/>
                </a:lnTo>
                <a:close/>
              </a:path>
              <a:path w="2327275" h="1536700">
                <a:moveTo>
                  <a:pt x="564133" y="38100"/>
                </a:moveTo>
                <a:lnTo>
                  <a:pt x="448348" y="38100"/>
                </a:lnTo>
                <a:lnTo>
                  <a:pt x="470420" y="25400"/>
                </a:lnTo>
                <a:lnTo>
                  <a:pt x="612609" y="25400"/>
                </a:lnTo>
                <a:lnTo>
                  <a:pt x="564133" y="38100"/>
                </a:lnTo>
                <a:close/>
              </a:path>
              <a:path w="2327275" h="1536700">
                <a:moveTo>
                  <a:pt x="1878964" y="38100"/>
                </a:moveTo>
                <a:lnTo>
                  <a:pt x="1763141" y="38100"/>
                </a:lnTo>
                <a:lnTo>
                  <a:pt x="1714665" y="25400"/>
                </a:lnTo>
                <a:lnTo>
                  <a:pt x="1856816" y="25400"/>
                </a:lnTo>
                <a:lnTo>
                  <a:pt x="1878964" y="38100"/>
                </a:lnTo>
                <a:close/>
              </a:path>
              <a:path w="2327275" h="1536700">
                <a:moveTo>
                  <a:pt x="449935" y="50800"/>
                </a:moveTo>
                <a:lnTo>
                  <a:pt x="364172" y="50800"/>
                </a:lnTo>
                <a:lnTo>
                  <a:pt x="384543" y="38100"/>
                </a:lnTo>
                <a:lnTo>
                  <a:pt x="472008" y="38100"/>
                </a:lnTo>
                <a:lnTo>
                  <a:pt x="449935" y="50800"/>
                </a:lnTo>
                <a:close/>
              </a:path>
              <a:path w="2327275" h="1536700">
                <a:moveTo>
                  <a:pt x="1963064" y="50800"/>
                </a:moveTo>
                <a:lnTo>
                  <a:pt x="1877339" y="50800"/>
                </a:lnTo>
                <a:lnTo>
                  <a:pt x="1855266" y="38100"/>
                </a:lnTo>
                <a:lnTo>
                  <a:pt x="1942693" y="38100"/>
                </a:lnTo>
                <a:lnTo>
                  <a:pt x="1963064" y="50800"/>
                </a:lnTo>
                <a:close/>
              </a:path>
              <a:path w="2327275" h="1536700">
                <a:moveTo>
                  <a:pt x="366141" y="63500"/>
                </a:moveTo>
                <a:lnTo>
                  <a:pt x="287400" y="63500"/>
                </a:lnTo>
                <a:lnTo>
                  <a:pt x="305892" y="50800"/>
                </a:lnTo>
                <a:lnTo>
                  <a:pt x="386461" y="50800"/>
                </a:lnTo>
                <a:lnTo>
                  <a:pt x="366141" y="63500"/>
                </a:lnTo>
                <a:close/>
              </a:path>
              <a:path w="2327275" h="1536700">
                <a:moveTo>
                  <a:pt x="2039924" y="63500"/>
                </a:moveTo>
                <a:lnTo>
                  <a:pt x="1961133" y="63500"/>
                </a:lnTo>
                <a:lnTo>
                  <a:pt x="1940814" y="50800"/>
                </a:lnTo>
                <a:lnTo>
                  <a:pt x="2021446" y="50800"/>
                </a:lnTo>
                <a:lnTo>
                  <a:pt x="2039924" y="63500"/>
                </a:lnTo>
                <a:close/>
              </a:path>
              <a:path w="2327275" h="1536700">
                <a:moveTo>
                  <a:pt x="289712" y="76200"/>
                </a:moveTo>
                <a:lnTo>
                  <a:pt x="234924" y="76200"/>
                </a:lnTo>
                <a:lnTo>
                  <a:pt x="251917" y="63500"/>
                </a:lnTo>
                <a:lnTo>
                  <a:pt x="308152" y="63500"/>
                </a:lnTo>
                <a:lnTo>
                  <a:pt x="289712" y="76200"/>
                </a:lnTo>
                <a:close/>
              </a:path>
              <a:path w="2327275" h="1536700">
                <a:moveTo>
                  <a:pt x="2092413" y="76200"/>
                </a:moveTo>
                <a:lnTo>
                  <a:pt x="2037562" y="76200"/>
                </a:lnTo>
                <a:lnTo>
                  <a:pt x="2019122" y="63500"/>
                </a:lnTo>
                <a:lnTo>
                  <a:pt x="2075421" y="63500"/>
                </a:lnTo>
                <a:lnTo>
                  <a:pt x="2092413" y="76200"/>
                </a:lnTo>
                <a:close/>
              </a:path>
              <a:path w="2327275" h="1536700">
                <a:moveTo>
                  <a:pt x="237591" y="88900"/>
                </a:moveTo>
                <a:lnTo>
                  <a:pt x="172275" y="88900"/>
                </a:lnTo>
                <a:lnTo>
                  <a:pt x="187134" y="76200"/>
                </a:lnTo>
                <a:lnTo>
                  <a:pt x="254520" y="76200"/>
                </a:lnTo>
                <a:lnTo>
                  <a:pt x="237591" y="88900"/>
                </a:lnTo>
                <a:close/>
              </a:path>
              <a:path w="2327275" h="1536700">
                <a:moveTo>
                  <a:pt x="2155088" y="88900"/>
                </a:moveTo>
                <a:lnTo>
                  <a:pt x="2089683" y="88900"/>
                </a:lnTo>
                <a:lnTo>
                  <a:pt x="2072754" y="76200"/>
                </a:lnTo>
                <a:lnTo>
                  <a:pt x="2140229" y="76200"/>
                </a:lnTo>
                <a:lnTo>
                  <a:pt x="2155088" y="88900"/>
                </a:lnTo>
                <a:close/>
              </a:path>
              <a:path w="2327275" h="1536700">
                <a:moveTo>
                  <a:pt x="175513" y="101600"/>
                </a:moveTo>
                <a:lnTo>
                  <a:pt x="131063" y="101600"/>
                </a:lnTo>
                <a:lnTo>
                  <a:pt x="144233" y="88900"/>
                </a:lnTo>
                <a:lnTo>
                  <a:pt x="190284" y="88900"/>
                </a:lnTo>
                <a:lnTo>
                  <a:pt x="175513" y="101600"/>
                </a:lnTo>
                <a:close/>
              </a:path>
              <a:path w="2327275" h="1536700">
                <a:moveTo>
                  <a:pt x="2196312" y="101600"/>
                </a:moveTo>
                <a:lnTo>
                  <a:pt x="2151761" y="101600"/>
                </a:lnTo>
                <a:lnTo>
                  <a:pt x="2136990" y="88900"/>
                </a:lnTo>
                <a:lnTo>
                  <a:pt x="2183142" y="88900"/>
                </a:lnTo>
                <a:lnTo>
                  <a:pt x="2196312" y="101600"/>
                </a:lnTo>
                <a:close/>
              </a:path>
              <a:path w="2327275" h="1536700">
                <a:moveTo>
                  <a:pt x="134848" y="114300"/>
                </a:moveTo>
                <a:lnTo>
                  <a:pt x="95059" y="114300"/>
                </a:lnTo>
                <a:lnTo>
                  <a:pt x="106464" y="101600"/>
                </a:lnTo>
                <a:lnTo>
                  <a:pt x="147916" y="101600"/>
                </a:lnTo>
                <a:lnTo>
                  <a:pt x="134848" y="114300"/>
                </a:lnTo>
                <a:close/>
              </a:path>
              <a:path w="2327275" h="1536700">
                <a:moveTo>
                  <a:pt x="2232355" y="114300"/>
                </a:moveTo>
                <a:lnTo>
                  <a:pt x="2192426" y="114300"/>
                </a:lnTo>
                <a:lnTo>
                  <a:pt x="2179358" y="101600"/>
                </a:lnTo>
                <a:lnTo>
                  <a:pt x="2220925" y="101600"/>
                </a:lnTo>
                <a:lnTo>
                  <a:pt x="2232355" y="114300"/>
                </a:lnTo>
                <a:close/>
              </a:path>
              <a:path w="2327275" h="1536700">
                <a:moveTo>
                  <a:pt x="99529" y="127000"/>
                </a:moveTo>
                <a:lnTo>
                  <a:pt x="64465" y="127000"/>
                </a:lnTo>
                <a:lnTo>
                  <a:pt x="74053" y="114300"/>
                </a:lnTo>
                <a:lnTo>
                  <a:pt x="110820" y="114300"/>
                </a:lnTo>
                <a:lnTo>
                  <a:pt x="99529" y="127000"/>
                </a:lnTo>
                <a:close/>
              </a:path>
              <a:path w="2327275" h="1536700">
                <a:moveTo>
                  <a:pt x="2262987" y="127000"/>
                </a:moveTo>
                <a:lnTo>
                  <a:pt x="2227745" y="127000"/>
                </a:lnTo>
                <a:lnTo>
                  <a:pt x="2216454" y="114300"/>
                </a:lnTo>
                <a:lnTo>
                  <a:pt x="2253386" y="114300"/>
                </a:lnTo>
                <a:lnTo>
                  <a:pt x="2262987" y="127000"/>
                </a:lnTo>
                <a:close/>
              </a:path>
              <a:path w="2327275" h="1536700">
                <a:moveTo>
                  <a:pt x="69850" y="139700"/>
                </a:moveTo>
                <a:lnTo>
                  <a:pt x="39484" y="139700"/>
                </a:lnTo>
                <a:lnTo>
                  <a:pt x="47180" y="127000"/>
                </a:lnTo>
                <a:lnTo>
                  <a:pt x="79260" y="127000"/>
                </a:lnTo>
                <a:lnTo>
                  <a:pt x="69850" y="139700"/>
                </a:lnTo>
                <a:close/>
              </a:path>
              <a:path w="2327275" h="1536700">
                <a:moveTo>
                  <a:pt x="2288044" y="139700"/>
                </a:moveTo>
                <a:lnTo>
                  <a:pt x="2257425" y="139700"/>
                </a:lnTo>
                <a:lnTo>
                  <a:pt x="2248014" y="127000"/>
                </a:lnTo>
                <a:lnTo>
                  <a:pt x="2280323" y="127000"/>
                </a:lnTo>
                <a:lnTo>
                  <a:pt x="2288044" y="139700"/>
                </a:lnTo>
                <a:close/>
              </a:path>
              <a:path w="2327275" h="1536700">
                <a:moveTo>
                  <a:pt x="46088" y="152400"/>
                </a:moveTo>
                <a:lnTo>
                  <a:pt x="25717" y="152400"/>
                </a:lnTo>
                <a:lnTo>
                  <a:pt x="32435" y="139700"/>
                </a:lnTo>
                <a:lnTo>
                  <a:pt x="53555" y="139700"/>
                </a:lnTo>
                <a:lnTo>
                  <a:pt x="46088" y="152400"/>
                </a:lnTo>
                <a:close/>
              </a:path>
              <a:path w="2327275" h="1536700">
                <a:moveTo>
                  <a:pt x="2301240" y="152400"/>
                </a:moveTo>
                <a:lnTo>
                  <a:pt x="2281186" y="152400"/>
                </a:lnTo>
                <a:lnTo>
                  <a:pt x="2273719" y="139700"/>
                </a:lnTo>
                <a:lnTo>
                  <a:pt x="2295118" y="139700"/>
                </a:lnTo>
                <a:lnTo>
                  <a:pt x="2301240" y="152400"/>
                </a:lnTo>
                <a:close/>
              </a:path>
              <a:path w="2327275" h="1536700">
                <a:moveTo>
                  <a:pt x="28562" y="165100"/>
                </a:moveTo>
                <a:lnTo>
                  <a:pt x="10807" y="165100"/>
                </a:lnTo>
                <a:lnTo>
                  <a:pt x="14846" y="152400"/>
                </a:lnTo>
                <a:lnTo>
                  <a:pt x="33997" y="152400"/>
                </a:lnTo>
                <a:lnTo>
                  <a:pt x="28562" y="165100"/>
                </a:lnTo>
                <a:close/>
              </a:path>
              <a:path w="2327275" h="1536700">
                <a:moveTo>
                  <a:pt x="2316467" y="165100"/>
                </a:moveTo>
                <a:lnTo>
                  <a:pt x="2298712" y="165100"/>
                </a:lnTo>
                <a:lnTo>
                  <a:pt x="2293277" y="152400"/>
                </a:lnTo>
                <a:lnTo>
                  <a:pt x="2312428" y="152400"/>
                </a:lnTo>
                <a:lnTo>
                  <a:pt x="2316467" y="165100"/>
                </a:lnTo>
                <a:close/>
              </a:path>
              <a:path w="2327275" h="1536700">
                <a:moveTo>
                  <a:pt x="17538" y="177800"/>
                </a:moveTo>
                <a:lnTo>
                  <a:pt x="3873" y="177800"/>
                </a:lnTo>
                <a:lnTo>
                  <a:pt x="5435" y="165100"/>
                </a:lnTo>
                <a:lnTo>
                  <a:pt x="20866" y="165100"/>
                </a:lnTo>
                <a:lnTo>
                  <a:pt x="17538" y="177800"/>
                </a:lnTo>
                <a:close/>
              </a:path>
              <a:path w="2327275" h="1536700">
                <a:moveTo>
                  <a:pt x="2323401" y="177800"/>
                </a:moveTo>
                <a:lnTo>
                  <a:pt x="2309736" y="177800"/>
                </a:lnTo>
                <a:lnTo>
                  <a:pt x="2306408" y="165100"/>
                </a:lnTo>
                <a:lnTo>
                  <a:pt x="2321839" y="165100"/>
                </a:lnTo>
                <a:lnTo>
                  <a:pt x="2323401" y="177800"/>
                </a:lnTo>
                <a:close/>
              </a:path>
              <a:path w="2327275" h="1536700">
                <a:moveTo>
                  <a:pt x="12700" y="221850"/>
                </a:moveTo>
                <a:lnTo>
                  <a:pt x="10807" y="215900"/>
                </a:lnTo>
                <a:lnTo>
                  <a:pt x="5435" y="215900"/>
                </a:lnTo>
                <a:lnTo>
                  <a:pt x="3873" y="203200"/>
                </a:lnTo>
                <a:lnTo>
                  <a:pt x="1066" y="203200"/>
                </a:lnTo>
                <a:lnTo>
                  <a:pt x="495" y="190500"/>
                </a:lnTo>
                <a:lnTo>
                  <a:pt x="1066" y="177800"/>
                </a:lnTo>
                <a:lnTo>
                  <a:pt x="13982" y="177800"/>
                </a:lnTo>
                <a:lnTo>
                  <a:pt x="13334" y="190500"/>
                </a:lnTo>
                <a:lnTo>
                  <a:pt x="12700" y="190500"/>
                </a:lnTo>
                <a:lnTo>
                  <a:pt x="12700" y="221850"/>
                </a:lnTo>
                <a:close/>
              </a:path>
              <a:path w="2327275" h="1536700">
                <a:moveTo>
                  <a:pt x="2312428" y="228600"/>
                </a:moveTo>
                <a:lnTo>
                  <a:pt x="2293277" y="228600"/>
                </a:lnTo>
                <a:lnTo>
                  <a:pt x="2298712" y="215900"/>
                </a:lnTo>
                <a:lnTo>
                  <a:pt x="2306408" y="215900"/>
                </a:lnTo>
                <a:lnTo>
                  <a:pt x="2309736" y="203200"/>
                </a:lnTo>
                <a:lnTo>
                  <a:pt x="2313292" y="203200"/>
                </a:lnTo>
                <a:lnTo>
                  <a:pt x="2313940" y="190500"/>
                </a:lnTo>
                <a:lnTo>
                  <a:pt x="2313292" y="177800"/>
                </a:lnTo>
                <a:lnTo>
                  <a:pt x="2326208" y="177800"/>
                </a:lnTo>
                <a:lnTo>
                  <a:pt x="2326779" y="190500"/>
                </a:lnTo>
                <a:lnTo>
                  <a:pt x="2314575" y="190500"/>
                </a:lnTo>
                <a:lnTo>
                  <a:pt x="2314575" y="221850"/>
                </a:lnTo>
                <a:lnTo>
                  <a:pt x="2312428" y="228600"/>
                </a:lnTo>
                <a:close/>
              </a:path>
              <a:path w="2327275" h="1536700">
                <a:moveTo>
                  <a:pt x="12700" y="1333500"/>
                </a:moveTo>
                <a:lnTo>
                  <a:pt x="0" y="1333500"/>
                </a:lnTo>
                <a:lnTo>
                  <a:pt x="0" y="190500"/>
                </a:lnTo>
                <a:lnTo>
                  <a:pt x="495" y="190500"/>
                </a:lnTo>
                <a:lnTo>
                  <a:pt x="1066" y="203200"/>
                </a:lnTo>
                <a:lnTo>
                  <a:pt x="3873" y="203200"/>
                </a:lnTo>
                <a:lnTo>
                  <a:pt x="5435" y="215900"/>
                </a:lnTo>
                <a:lnTo>
                  <a:pt x="10807" y="215900"/>
                </a:lnTo>
                <a:lnTo>
                  <a:pt x="12700" y="221850"/>
                </a:lnTo>
                <a:lnTo>
                  <a:pt x="12700" y="1333500"/>
                </a:lnTo>
                <a:close/>
              </a:path>
              <a:path w="2327275" h="1536700">
                <a:moveTo>
                  <a:pt x="33997" y="228600"/>
                </a:moveTo>
                <a:lnTo>
                  <a:pt x="14846" y="228600"/>
                </a:lnTo>
                <a:lnTo>
                  <a:pt x="12700" y="221850"/>
                </a:lnTo>
                <a:lnTo>
                  <a:pt x="12700" y="190500"/>
                </a:lnTo>
                <a:lnTo>
                  <a:pt x="13334" y="190500"/>
                </a:lnTo>
                <a:lnTo>
                  <a:pt x="13982" y="203200"/>
                </a:lnTo>
                <a:lnTo>
                  <a:pt x="17538" y="203200"/>
                </a:lnTo>
                <a:lnTo>
                  <a:pt x="20866" y="215900"/>
                </a:lnTo>
                <a:lnTo>
                  <a:pt x="28562" y="215900"/>
                </a:lnTo>
                <a:lnTo>
                  <a:pt x="33997" y="228600"/>
                </a:lnTo>
                <a:close/>
              </a:path>
              <a:path w="2327275" h="1536700">
                <a:moveTo>
                  <a:pt x="2314575" y="221850"/>
                </a:moveTo>
                <a:lnTo>
                  <a:pt x="2314575" y="190500"/>
                </a:lnTo>
                <a:lnTo>
                  <a:pt x="2326779" y="190500"/>
                </a:lnTo>
                <a:lnTo>
                  <a:pt x="2326208" y="203200"/>
                </a:lnTo>
                <a:lnTo>
                  <a:pt x="2323401" y="203200"/>
                </a:lnTo>
                <a:lnTo>
                  <a:pt x="2321839" y="215900"/>
                </a:lnTo>
                <a:lnTo>
                  <a:pt x="2316467" y="215900"/>
                </a:lnTo>
                <a:lnTo>
                  <a:pt x="2314575" y="221850"/>
                </a:lnTo>
                <a:close/>
              </a:path>
              <a:path w="2327275" h="1536700">
                <a:moveTo>
                  <a:pt x="2327275" y="1333500"/>
                </a:moveTo>
                <a:lnTo>
                  <a:pt x="2314575" y="1333500"/>
                </a:lnTo>
                <a:lnTo>
                  <a:pt x="2314575" y="221850"/>
                </a:lnTo>
                <a:lnTo>
                  <a:pt x="2316467" y="215900"/>
                </a:lnTo>
                <a:lnTo>
                  <a:pt x="2321839" y="215900"/>
                </a:lnTo>
                <a:lnTo>
                  <a:pt x="2323401" y="203200"/>
                </a:lnTo>
                <a:lnTo>
                  <a:pt x="2326208" y="203200"/>
                </a:lnTo>
                <a:lnTo>
                  <a:pt x="2326779" y="190500"/>
                </a:lnTo>
                <a:lnTo>
                  <a:pt x="2327275" y="190500"/>
                </a:lnTo>
                <a:lnTo>
                  <a:pt x="2327275" y="1333500"/>
                </a:lnTo>
                <a:close/>
              </a:path>
              <a:path w="2327275" h="1536700">
                <a:moveTo>
                  <a:pt x="53555" y="241300"/>
                </a:moveTo>
                <a:lnTo>
                  <a:pt x="32156" y="241300"/>
                </a:lnTo>
                <a:lnTo>
                  <a:pt x="25717" y="228600"/>
                </a:lnTo>
                <a:lnTo>
                  <a:pt x="46088" y="228600"/>
                </a:lnTo>
                <a:lnTo>
                  <a:pt x="53555" y="241300"/>
                </a:lnTo>
                <a:close/>
              </a:path>
              <a:path w="2327275" h="1536700">
                <a:moveTo>
                  <a:pt x="2294839" y="241300"/>
                </a:moveTo>
                <a:lnTo>
                  <a:pt x="2273719" y="241300"/>
                </a:lnTo>
                <a:lnTo>
                  <a:pt x="2281186" y="228600"/>
                </a:lnTo>
                <a:lnTo>
                  <a:pt x="2301240" y="228600"/>
                </a:lnTo>
                <a:lnTo>
                  <a:pt x="2294839" y="241300"/>
                </a:lnTo>
                <a:close/>
              </a:path>
              <a:path w="2327275" h="1536700">
                <a:moveTo>
                  <a:pt x="79260" y="254000"/>
                </a:moveTo>
                <a:lnTo>
                  <a:pt x="46951" y="254000"/>
                </a:lnTo>
                <a:lnTo>
                  <a:pt x="39230" y="241300"/>
                </a:lnTo>
                <a:lnTo>
                  <a:pt x="69850" y="241300"/>
                </a:lnTo>
                <a:lnTo>
                  <a:pt x="79260" y="254000"/>
                </a:lnTo>
                <a:close/>
              </a:path>
              <a:path w="2327275" h="1536700">
                <a:moveTo>
                  <a:pt x="2280094" y="254000"/>
                </a:moveTo>
                <a:lnTo>
                  <a:pt x="2248014" y="254000"/>
                </a:lnTo>
                <a:lnTo>
                  <a:pt x="2257425" y="241300"/>
                </a:lnTo>
                <a:lnTo>
                  <a:pt x="2287790" y="241300"/>
                </a:lnTo>
                <a:lnTo>
                  <a:pt x="2280094" y="254000"/>
                </a:lnTo>
                <a:close/>
              </a:path>
              <a:path w="2327275" h="1536700">
                <a:moveTo>
                  <a:pt x="110820" y="266700"/>
                </a:moveTo>
                <a:lnTo>
                  <a:pt x="73888" y="266700"/>
                </a:lnTo>
                <a:lnTo>
                  <a:pt x="64287" y="254000"/>
                </a:lnTo>
                <a:lnTo>
                  <a:pt x="99529" y="254000"/>
                </a:lnTo>
                <a:lnTo>
                  <a:pt x="110820" y="266700"/>
                </a:lnTo>
                <a:close/>
              </a:path>
              <a:path w="2327275" h="1536700">
                <a:moveTo>
                  <a:pt x="2253221" y="266700"/>
                </a:moveTo>
                <a:lnTo>
                  <a:pt x="2216454" y="266700"/>
                </a:lnTo>
                <a:lnTo>
                  <a:pt x="2227745" y="254000"/>
                </a:lnTo>
                <a:lnTo>
                  <a:pt x="2262809" y="254000"/>
                </a:lnTo>
                <a:lnTo>
                  <a:pt x="2253221" y="266700"/>
                </a:lnTo>
                <a:close/>
              </a:path>
              <a:path w="2327275" h="1536700">
                <a:moveTo>
                  <a:pt x="147916" y="279400"/>
                </a:moveTo>
                <a:lnTo>
                  <a:pt x="106349" y="279400"/>
                </a:lnTo>
                <a:lnTo>
                  <a:pt x="94919" y="266700"/>
                </a:lnTo>
                <a:lnTo>
                  <a:pt x="134848" y="266700"/>
                </a:lnTo>
                <a:lnTo>
                  <a:pt x="147916" y="279400"/>
                </a:lnTo>
                <a:close/>
              </a:path>
              <a:path w="2327275" h="1536700">
                <a:moveTo>
                  <a:pt x="2220810" y="279400"/>
                </a:moveTo>
                <a:lnTo>
                  <a:pt x="2179358" y="279400"/>
                </a:lnTo>
                <a:lnTo>
                  <a:pt x="2192426" y="266700"/>
                </a:lnTo>
                <a:lnTo>
                  <a:pt x="2232215" y="266700"/>
                </a:lnTo>
                <a:lnTo>
                  <a:pt x="2220810" y="279400"/>
                </a:lnTo>
                <a:close/>
              </a:path>
              <a:path w="2327275" h="1536700">
                <a:moveTo>
                  <a:pt x="190284" y="292100"/>
                </a:moveTo>
                <a:lnTo>
                  <a:pt x="144132" y="292100"/>
                </a:lnTo>
                <a:lnTo>
                  <a:pt x="130962" y="279400"/>
                </a:lnTo>
                <a:lnTo>
                  <a:pt x="175513" y="279400"/>
                </a:lnTo>
                <a:lnTo>
                  <a:pt x="190284" y="292100"/>
                </a:lnTo>
                <a:close/>
              </a:path>
              <a:path w="2327275" h="1536700">
                <a:moveTo>
                  <a:pt x="2183041" y="292100"/>
                </a:moveTo>
                <a:lnTo>
                  <a:pt x="2136990" y="292100"/>
                </a:lnTo>
                <a:lnTo>
                  <a:pt x="2151761" y="279400"/>
                </a:lnTo>
                <a:lnTo>
                  <a:pt x="2196211" y="279400"/>
                </a:lnTo>
                <a:lnTo>
                  <a:pt x="2183041" y="292100"/>
                </a:lnTo>
                <a:close/>
              </a:path>
              <a:path w="2327275" h="1536700">
                <a:moveTo>
                  <a:pt x="254520" y="304800"/>
                </a:moveTo>
                <a:lnTo>
                  <a:pt x="187045" y="304800"/>
                </a:lnTo>
                <a:lnTo>
                  <a:pt x="172186" y="292100"/>
                </a:lnTo>
                <a:lnTo>
                  <a:pt x="237591" y="292100"/>
                </a:lnTo>
                <a:lnTo>
                  <a:pt x="254520" y="304800"/>
                </a:lnTo>
                <a:close/>
              </a:path>
              <a:path w="2327275" h="1536700">
                <a:moveTo>
                  <a:pt x="2140140" y="304800"/>
                </a:moveTo>
                <a:lnTo>
                  <a:pt x="2072754" y="304800"/>
                </a:lnTo>
                <a:lnTo>
                  <a:pt x="2089683" y="292100"/>
                </a:lnTo>
                <a:lnTo>
                  <a:pt x="2154999" y="292100"/>
                </a:lnTo>
                <a:lnTo>
                  <a:pt x="2140140" y="304800"/>
                </a:lnTo>
                <a:close/>
              </a:path>
              <a:path w="2327275" h="1536700">
                <a:moveTo>
                  <a:pt x="308152" y="317500"/>
                </a:moveTo>
                <a:lnTo>
                  <a:pt x="251853" y="317500"/>
                </a:lnTo>
                <a:lnTo>
                  <a:pt x="234861" y="304800"/>
                </a:lnTo>
                <a:lnTo>
                  <a:pt x="289712" y="304800"/>
                </a:lnTo>
                <a:lnTo>
                  <a:pt x="308152" y="317500"/>
                </a:lnTo>
                <a:close/>
              </a:path>
              <a:path w="2327275" h="1536700">
                <a:moveTo>
                  <a:pt x="2075357" y="317500"/>
                </a:moveTo>
                <a:lnTo>
                  <a:pt x="2019122" y="317500"/>
                </a:lnTo>
                <a:lnTo>
                  <a:pt x="2037562" y="304800"/>
                </a:lnTo>
                <a:lnTo>
                  <a:pt x="2092350" y="304800"/>
                </a:lnTo>
                <a:lnTo>
                  <a:pt x="2075357" y="317500"/>
                </a:lnTo>
                <a:close/>
              </a:path>
              <a:path w="2327275" h="1536700">
                <a:moveTo>
                  <a:pt x="386461" y="330200"/>
                </a:moveTo>
                <a:lnTo>
                  <a:pt x="305828" y="330200"/>
                </a:lnTo>
                <a:lnTo>
                  <a:pt x="287350" y="317500"/>
                </a:lnTo>
                <a:lnTo>
                  <a:pt x="366141" y="317500"/>
                </a:lnTo>
                <a:lnTo>
                  <a:pt x="386461" y="330200"/>
                </a:lnTo>
                <a:close/>
              </a:path>
              <a:path w="2327275" h="1536700">
                <a:moveTo>
                  <a:pt x="2021382" y="330200"/>
                </a:moveTo>
                <a:lnTo>
                  <a:pt x="1940814" y="330200"/>
                </a:lnTo>
                <a:lnTo>
                  <a:pt x="1961133" y="317500"/>
                </a:lnTo>
                <a:lnTo>
                  <a:pt x="2039874" y="317500"/>
                </a:lnTo>
                <a:lnTo>
                  <a:pt x="2021382" y="330200"/>
                </a:lnTo>
                <a:close/>
              </a:path>
              <a:path w="2327275" h="1536700">
                <a:moveTo>
                  <a:pt x="472008" y="342900"/>
                </a:moveTo>
                <a:lnTo>
                  <a:pt x="384581" y="342900"/>
                </a:lnTo>
                <a:lnTo>
                  <a:pt x="364210" y="330200"/>
                </a:lnTo>
                <a:lnTo>
                  <a:pt x="449935" y="330200"/>
                </a:lnTo>
                <a:lnTo>
                  <a:pt x="472008" y="342900"/>
                </a:lnTo>
                <a:close/>
              </a:path>
              <a:path w="2327275" h="1536700">
                <a:moveTo>
                  <a:pt x="1942731" y="342900"/>
                </a:moveTo>
                <a:lnTo>
                  <a:pt x="1855266" y="342900"/>
                </a:lnTo>
                <a:lnTo>
                  <a:pt x="1877339" y="330200"/>
                </a:lnTo>
                <a:lnTo>
                  <a:pt x="1963102" y="330200"/>
                </a:lnTo>
                <a:lnTo>
                  <a:pt x="1942731" y="342900"/>
                </a:lnTo>
                <a:close/>
              </a:path>
              <a:path w="2327275" h="1536700">
                <a:moveTo>
                  <a:pt x="612609" y="355600"/>
                </a:moveTo>
                <a:lnTo>
                  <a:pt x="470458" y="355600"/>
                </a:lnTo>
                <a:lnTo>
                  <a:pt x="448309" y="342900"/>
                </a:lnTo>
                <a:lnTo>
                  <a:pt x="564133" y="342900"/>
                </a:lnTo>
                <a:lnTo>
                  <a:pt x="612609" y="355600"/>
                </a:lnTo>
                <a:close/>
              </a:path>
              <a:path w="2327275" h="1536700">
                <a:moveTo>
                  <a:pt x="1856854" y="355600"/>
                </a:moveTo>
                <a:lnTo>
                  <a:pt x="1714665" y="355600"/>
                </a:lnTo>
                <a:lnTo>
                  <a:pt x="1763141" y="342900"/>
                </a:lnTo>
                <a:lnTo>
                  <a:pt x="1878926" y="342900"/>
                </a:lnTo>
                <a:lnTo>
                  <a:pt x="1856854" y="355600"/>
                </a:lnTo>
                <a:close/>
              </a:path>
              <a:path w="2327275" h="1536700">
                <a:moveTo>
                  <a:pt x="766140" y="368300"/>
                </a:moveTo>
                <a:lnTo>
                  <a:pt x="611403" y="368300"/>
                </a:lnTo>
                <a:lnTo>
                  <a:pt x="562940" y="355600"/>
                </a:lnTo>
                <a:lnTo>
                  <a:pt x="713574" y="355600"/>
                </a:lnTo>
                <a:lnTo>
                  <a:pt x="766140" y="368300"/>
                </a:lnTo>
                <a:close/>
              </a:path>
              <a:path w="2327275" h="1536700">
                <a:moveTo>
                  <a:pt x="1715808" y="368300"/>
                </a:moveTo>
                <a:lnTo>
                  <a:pt x="1561134" y="368300"/>
                </a:lnTo>
                <a:lnTo>
                  <a:pt x="1613700" y="355600"/>
                </a:lnTo>
                <a:lnTo>
                  <a:pt x="1764398" y="355600"/>
                </a:lnTo>
                <a:lnTo>
                  <a:pt x="1715808" y="368300"/>
                </a:lnTo>
                <a:close/>
              </a:path>
              <a:path w="2327275" h="1536700">
                <a:moveTo>
                  <a:pt x="1163624" y="381000"/>
                </a:moveTo>
                <a:lnTo>
                  <a:pt x="765343" y="380994"/>
                </a:lnTo>
                <a:lnTo>
                  <a:pt x="712762" y="368300"/>
                </a:lnTo>
                <a:lnTo>
                  <a:pt x="1133779" y="368300"/>
                </a:lnTo>
                <a:lnTo>
                  <a:pt x="1163637" y="380994"/>
                </a:lnTo>
                <a:close/>
              </a:path>
              <a:path w="2327275" h="1536700">
                <a:moveTo>
                  <a:pt x="1561960" y="381000"/>
                </a:moveTo>
                <a:lnTo>
                  <a:pt x="1163637" y="380994"/>
                </a:lnTo>
                <a:lnTo>
                  <a:pt x="1193495" y="368300"/>
                </a:lnTo>
                <a:lnTo>
                  <a:pt x="1614576" y="368300"/>
                </a:lnTo>
                <a:lnTo>
                  <a:pt x="1561960" y="381000"/>
                </a:lnTo>
                <a:close/>
              </a:path>
              <a:path w="2327275" h="1536700">
                <a:moveTo>
                  <a:pt x="1163650" y="393700"/>
                </a:moveTo>
                <a:lnTo>
                  <a:pt x="1133754" y="381000"/>
                </a:lnTo>
                <a:lnTo>
                  <a:pt x="1193545" y="381000"/>
                </a:lnTo>
                <a:lnTo>
                  <a:pt x="1163650" y="393700"/>
                </a:lnTo>
                <a:close/>
              </a:path>
              <a:path w="2327275" h="1536700">
                <a:moveTo>
                  <a:pt x="13982" y="1346200"/>
                </a:moveTo>
                <a:lnTo>
                  <a:pt x="1066" y="1346200"/>
                </a:lnTo>
                <a:lnTo>
                  <a:pt x="495" y="1333500"/>
                </a:lnTo>
                <a:lnTo>
                  <a:pt x="13334" y="1333500"/>
                </a:lnTo>
                <a:lnTo>
                  <a:pt x="13982" y="1346200"/>
                </a:lnTo>
                <a:close/>
              </a:path>
              <a:path w="2327275" h="1536700">
                <a:moveTo>
                  <a:pt x="2326208" y="1346200"/>
                </a:moveTo>
                <a:lnTo>
                  <a:pt x="2313292" y="1346200"/>
                </a:lnTo>
                <a:lnTo>
                  <a:pt x="2313940" y="1333500"/>
                </a:lnTo>
                <a:lnTo>
                  <a:pt x="2326779" y="1333500"/>
                </a:lnTo>
                <a:lnTo>
                  <a:pt x="2326208" y="1346200"/>
                </a:lnTo>
                <a:close/>
              </a:path>
              <a:path w="2327275" h="1536700">
                <a:moveTo>
                  <a:pt x="20866" y="1358900"/>
                </a:moveTo>
                <a:lnTo>
                  <a:pt x="5435" y="1358900"/>
                </a:lnTo>
                <a:lnTo>
                  <a:pt x="3873" y="1346200"/>
                </a:lnTo>
                <a:lnTo>
                  <a:pt x="17538" y="1346200"/>
                </a:lnTo>
                <a:lnTo>
                  <a:pt x="20866" y="1358900"/>
                </a:lnTo>
                <a:close/>
              </a:path>
              <a:path w="2327275" h="1536700">
                <a:moveTo>
                  <a:pt x="2321839" y="1358900"/>
                </a:moveTo>
                <a:lnTo>
                  <a:pt x="2306408" y="1358900"/>
                </a:lnTo>
                <a:lnTo>
                  <a:pt x="2309736" y="1346200"/>
                </a:lnTo>
                <a:lnTo>
                  <a:pt x="2323401" y="1346200"/>
                </a:lnTo>
                <a:lnTo>
                  <a:pt x="2321839" y="1358900"/>
                </a:lnTo>
                <a:close/>
              </a:path>
              <a:path w="2327275" h="1536700">
                <a:moveTo>
                  <a:pt x="33997" y="1371600"/>
                </a:moveTo>
                <a:lnTo>
                  <a:pt x="14846" y="1371600"/>
                </a:lnTo>
                <a:lnTo>
                  <a:pt x="10807" y="1358900"/>
                </a:lnTo>
                <a:lnTo>
                  <a:pt x="28562" y="1358900"/>
                </a:lnTo>
                <a:lnTo>
                  <a:pt x="33997" y="1371600"/>
                </a:lnTo>
                <a:close/>
              </a:path>
              <a:path w="2327275" h="1536700">
                <a:moveTo>
                  <a:pt x="2312428" y="1371600"/>
                </a:moveTo>
                <a:lnTo>
                  <a:pt x="2293277" y="1371600"/>
                </a:lnTo>
                <a:lnTo>
                  <a:pt x="2298712" y="1358900"/>
                </a:lnTo>
                <a:lnTo>
                  <a:pt x="2316467" y="1358900"/>
                </a:lnTo>
                <a:lnTo>
                  <a:pt x="2312428" y="1371600"/>
                </a:lnTo>
                <a:close/>
              </a:path>
              <a:path w="2327275" h="1536700">
                <a:moveTo>
                  <a:pt x="53555" y="1384300"/>
                </a:moveTo>
                <a:lnTo>
                  <a:pt x="32156" y="1384300"/>
                </a:lnTo>
                <a:lnTo>
                  <a:pt x="25717" y="1371600"/>
                </a:lnTo>
                <a:lnTo>
                  <a:pt x="46088" y="1371600"/>
                </a:lnTo>
                <a:lnTo>
                  <a:pt x="53555" y="1384300"/>
                </a:lnTo>
                <a:close/>
              </a:path>
              <a:path w="2327275" h="1536700">
                <a:moveTo>
                  <a:pt x="2294839" y="1384300"/>
                </a:moveTo>
                <a:lnTo>
                  <a:pt x="2273719" y="1384300"/>
                </a:lnTo>
                <a:lnTo>
                  <a:pt x="2281186" y="1371600"/>
                </a:lnTo>
                <a:lnTo>
                  <a:pt x="2301240" y="1371600"/>
                </a:lnTo>
                <a:lnTo>
                  <a:pt x="2294839" y="1384300"/>
                </a:lnTo>
                <a:close/>
              </a:path>
              <a:path w="2327275" h="1536700">
                <a:moveTo>
                  <a:pt x="79260" y="1397000"/>
                </a:moveTo>
                <a:lnTo>
                  <a:pt x="46951" y="1397000"/>
                </a:lnTo>
                <a:lnTo>
                  <a:pt x="39230" y="1384300"/>
                </a:lnTo>
                <a:lnTo>
                  <a:pt x="69850" y="1384300"/>
                </a:lnTo>
                <a:lnTo>
                  <a:pt x="79260" y="1397000"/>
                </a:lnTo>
                <a:close/>
              </a:path>
              <a:path w="2327275" h="1536700">
                <a:moveTo>
                  <a:pt x="2280094" y="1397000"/>
                </a:moveTo>
                <a:lnTo>
                  <a:pt x="2248014" y="1397000"/>
                </a:lnTo>
                <a:lnTo>
                  <a:pt x="2257425" y="1384300"/>
                </a:lnTo>
                <a:lnTo>
                  <a:pt x="2287790" y="1384300"/>
                </a:lnTo>
                <a:lnTo>
                  <a:pt x="2280094" y="1397000"/>
                </a:lnTo>
                <a:close/>
              </a:path>
              <a:path w="2327275" h="1536700">
                <a:moveTo>
                  <a:pt x="110820" y="1409700"/>
                </a:moveTo>
                <a:lnTo>
                  <a:pt x="73888" y="1409700"/>
                </a:lnTo>
                <a:lnTo>
                  <a:pt x="64287" y="1397000"/>
                </a:lnTo>
                <a:lnTo>
                  <a:pt x="99529" y="1397000"/>
                </a:lnTo>
                <a:lnTo>
                  <a:pt x="110820" y="1409700"/>
                </a:lnTo>
                <a:close/>
              </a:path>
              <a:path w="2327275" h="1536700">
                <a:moveTo>
                  <a:pt x="2253221" y="1409700"/>
                </a:moveTo>
                <a:lnTo>
                  <a:pt x="2216454" y="1409700"/>
                </a:lnTo>
                <a:lnTo>
                  <a:pt x="2227745" y="1397000"/>
                </a:lnTo>
                <a:lnTo>
                  <a:pt x="2262809" y="1397000"/>
                </a:lnTo>
                <a:lnTo>
                  <a:pt x="2253221" y="1409700"/>
                </a:lnTo>
                <a:close/>
              </a:path>
              <a:path w="2327275" h="1536700">
                <a:moveTo>
                  <a:pt x="147916" y="1422400"/>
                </a:moveTo>
                <a:lnTo>
                  <a:pt x="106349" y="1422400"/>
                </a:lnTo>
                <a:lnTo>
                  <a:pt x="94919" y="1409700"/>
                </a:lnTo>
                <a:lnTo>
                  <a:pt x="134848" y="1409700"/>
                </a:lnTo>
                <a:lnTo>
                  <a:pt x="147916" y="1422400"/>
                </a:lnTo>
                <a:close/>
              </a:path>
              <a:path w="2327275" h="1536700">
                <a:moveTo>
                  <a:pt x="2220810" y="1422400"/>
                </a:moveTo>
                <a:lnTo>
                  <a:pt x="2179358" y="1422400"/>
                </a:lnTo>
                <a:lnTo>
                  <a:pt x="2192426" y="1409700"/>
                </a:lnTo>
                <a:lnTo>
                  <a:pt x="2232215" y="1409700"/>
                </a:lnTo>
                <a:lnTo>
                  <a:pt x="2220810" y="1422400"/>
                </a:lnTo>
                <a:close/>
              </a:path>
              <a:path w="2327275" h="1536700">
                <a:moveTo>
                  <a:pt x="190284" y="1435100"/>
                </a:moveTo>
                <a:lnTo>
                  <a:pt x="144132" y="1435100"/>
                </a:lnTo>
                <a:lnTo>
                  <a:pt x="130962" y="1422400"/>
                </a:lnTo>
                <a:lnTo>
                  <a:pt x="175513" y="1422400"/>
                </a:lnTo>
                <a:lnTo>
                  <a:pt x="190284" y="1435100"/>
                </a:lnTo>
                <a:close/>
              </a:path>
              <a:path w="2327275" h="1536700">
                <a:moveTo>
                  <a:pt x="2183041" y="1435100"/>
                </a:moveTo>
                <a:lnTo>
                  <a:pt x="2136990" y="1435100"/>
                </a:lnTo>
                <a:lnTo>
                  <a:pt x="2151761" y="1422400"/>
                </a:lnTo>
                <a:lnTo>
                  <a:pt x="2196211" y="1422400"/>
                </a:lnTo>
                <a:lnTo>
                  <a:pt x="2183041" y="1435100"/>
                </a:lnTo>
                <a:close/>
              </a:path>
              <a:path w="2327275" h="1536700">
                <a:moveTo>
                  <a:pt x="254520" y="1447800"/>
                </a:moveTo>
                <a:lnTo>
                  <a:pt x="187045" y="1447800"/>
                </a:lnTo>
                <a:lnTo>
                  <a:pt x="172186" y="1435100"/>
                </a:lnTo>
                <a:lnTo>
                  <a:pt x="237591" y="1435100"/>
                </a:lnTo>
                <a:lnTo>
                  <a:pt x="254520" y="1447800"/>
                </a:lnTo>
                <a:close/>
              </a:path>
              <a:path w="2327275" h="1536700">
                <a:moveTo>
                  <a:pt x="2140140" y="1447800"/>
                </a:moveTo>
                <a:lnTo>
                  <a:pt x="2072754" y="1447800"/>
                </a:lnTo>
                <a:lnTo>
                  <a:pt x="2089683" y="1435100"/>
                </a:lnTo>
                <a:lnTo>
                  <a:pt x="2154999" y="1435100"/>
                </a:lnTo>
                <a:lnTo>
                  <a:pt x="2140140" y="1447800"/>
                </a:lnTo>
                <a:close/>
              </a:path>
              <a:path w="2327275" h="1536700">
                <a:moveTo>
                  <a:pt x="308152" y="1460500"/>
                </a:moveTo>
                <a:lnTo>
                  <a:pt x="251853" y="1460500"/>
                </a:lnTo>
                <a:lnTo>
                  <a:pt x="234861" y="1447800"/>
                </a:lnTo>
                <a:lnTo>
                  <a:pt x="289712" y="1447800"/>
                </a:lnTo>
                <a:lnTo>
                  <a:pt x="308152" y="1460500"/>
                </a:lnTo>
                <a:close/>
              </a:path>
              <a:path w="2327275" h="1536700">
                <a:moveTo>
                  <a:pt x="2075357" y="1460500"/>
                </a:moveTo>
                <a:lnTo>
                  <a:pt x="2019122" y="1460500"/>
                </a:lnTo>
                <a:lnTo>
                  <a:pt x="2037562" y="1447800"/>
                </a:lnTo>
                <a:lnTo>
                  <a:pt x="2092350" y="1447800"/>
                </a:lnTo>
                <a:lnTo>
                  <a:pt x="2075357" y="1460500"/>
                </a:lnTo>
                <a:close/>
              </a:path>
              <a:path w="2327275" h="1536700">
                <a:moveTo>
                  <a:pt x="386461" y="1473200"/>
                </a:moveTo>
                <a:lnTo>
                  <a:pt x="305828" y="1473200"/>
                </a:lnTo>
                <a:lnTo>
                  <a:pt x="287350" y="1460500"/>
                </a:lnTo>
                <a:lnTo>
                  <a:pt x="366141" y="1460500"/>
                </a:lnTo>
                <a:lnTo>
                  <a:pt x="386461" y="1473200"/>
                </a:lnTo>
                <a:close/>
              </a:path>
              <a:path w="2327275" h="1536700">
                <a:moveTo>
                  <a:pt x="2021382" y="1473200"/>
                </a:moveTo>
                <a:lnTo>
                  <a:pt x="1940814" y="1473200"/>
                </a:lnTo>
                <a:lnTo>
                  <a:pt x="1961133" y="1460500"/>
                </a:lnTo>
                <a:lnTo>
                  <a:pt x="2039874" y="1460500"/>
                </a:lnTo>
                <a:lnTo>
                  <a:pt x="2021382" y="1473200"/>
                </a:lnTo>
                <a:close/>
              </a:path>
              <a:path w="2327275" h="1536700">
                <a:moveTo>
                  <a:pt x="472008" y="1485900"/>
                </a:moveTo>
                <a:lnTo>
                  <a:pt x="384581" y="1485900"/>
                </a:lnTo>
                <a:lnTo>
                  <a:pt x="364210" y="1473200"/>
                </a:lnTo>
                <a:lnTo>
                  <a:pt x="449935" y="1473200"/>
                </a:lnTo>
                <a:lnTo>
                  <a:pt x="472008" y="1485900"/>
                </a:lnTo>
                <a:close/>
              </a:path>
              <a:path w="2327275" h="1536700">
                <a:moveTo>
                  <a:pt x="1942731" y="1485900"/>
                </a:moveTo>
                <a:lnTo>
                  <a:pt x="1855266" y="1485900"/>
                </a:lnTo>
                <a:lnTo>
                  <a:pt x="1877339" y="1473200"/>
                </a:lnTo>
                <a:lnTo>
                  <a:pt x="1963102" y="1473200"/>
                </a:lnTo>
                <a:lnTo>
                  <a:pt x="1942731" y="1485900"/>
                </a:lnTo>
                <a:close/>
              </a:path>
              <a:path w="2327275" h="1536700">
                <a:moveTo>
                  <a:pt x="612609" y="1498600"/>
                </a:moveTo>
                <a:lnTo>
                  <a:pt x="470458" y="1498600"/>
                </a:lnTo>
                <a:lnTo>
                  <a:pt x="448309" y="1485900"/>
                </a:lnTo>
                <a:lnTo>
                  <a:pt x="564133" y="1485900"/>
                </a:lnTo>
                <a:lnTo>
                  <a:pt x="612609" y="1498600"/>
                </a:lnTo>
                <a:close/>
              </a:path>
              <a:path w="2327275" h="1536700">
                <a:moveTo>
                  <a:pt x="1856854" y="1498600"/>
                </a:moveTo>
                <a:lnTo>
                  <a:pt x="1714665" y="1498600"/>
                </a:lnTo>
                <a:lnTo>
                  <a:pt x="1763141" y="1485900"/>
                </a:lnTo>
                <a:lnTo>
                  <a:pt x="1878926" y="1485900"/>
                </a:lnTo>
                <a:lnTo>
                  <a:pt x="1856854" y="1498600"/>
                </a:lnTo>
                <a:close/>
              </a:path>
              <a:path w="2327275" h="1536700">
                <a:moveTo>
                  <a:pt x="766140" y="1511300"/>
                </a:moveTo>
                <a:lnTo>
                  <a:pt x="611403" y="1511300"/>
                </a:lnTo>
                <a:lnTo>
                  <a:pt x="562940" y="1498600"/>
                </a:lnTo>
                <a:lnTo>
                  <a:pt x="713574" y="1498600"/>
                </a:lnTo>
                <a:lnTo>
                  <a:pt x="766140" y="1511300"/>
                </a:lnTo>
                <a:close/>
              </a:path>
              <a:path w="2327275" h="1536700">
                <a:moveTo>
                  <a:pt x="1715808" y="1511300"/>
                </a:moveTo>
                <a:lnTo>
                  <a:pt x="1561134" y="1511300"/>
                </a:lnTo>
                <a:lnTo>
                  <a:pt x="1613700" y="1498600"/>
                </a:lnTo>
                <a:lnTo>
                  <a:pt x="1764398" y="1498600"/>
                </a:lnTo>
                <a:lnTo>
                  <a:pt x="1715808" y="1511300"/>
                </a:lnTo>
                <a:close/>
              </a:path>
              <a:path w="2327275" h="1536700">
                <a:moveTo>
                  <a:pt x="1163624" y="1524000"/>
                </a:moveTo>
                <a:lnTo>
                  <a:pt x="765343" y="1523994"/>
                </a:lnTo>
                <a:lnTo>
                  <a:pt x="712762" y="1511300"/>
                </a:lnTo>
                <a:lnTo>
                  <a:pt x="1133779" y="1511300"/>
                </a:lnTo>
                <a:lnTo>
                  <a:pt x="1163637" y="1523994"/>
                </a:lnTo>
                <a:close/>
              </a:path>
              <a:path w="2327275" h="1536700">
                <a:moveTo>
                  <a:pt x="1561960" y="1524000"/>
                </a:moveTo>
                <a:lnTo>
                  <a:pt x="1163637" y="1523994"/>
                </a:lnTo>
                <a:lnTo>
                  <a:pt x="1193495" y="1511300"/>
                </a:lnTo>
                <a:lnTo>
                  <a:pt x="1614576" y="1511300"/>
                </a:lnTo>
                <a:lnTo>
                  <a:pt x="1561960" y="1524000"/>
                </a:lnTo>
                <a:close/>
              </a:path>
              <a:path w="2327275" h="1536700">
                <a:moveTo>
                  <a:pt x="1163650" y="1536700"/>
                </a:moveTo>
                <a:lnTo>
                  <a:pt x="1133754" y="1524000"/>
                </a:lnTo>
                <a:lnTo>
                  <a:pt x="1193545" y="1524000"/>
                </a:lnTo>
                <a:lnTo>
                  <a:pt x="1163650" y="1536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683510" y="4572634"/>
            <a:ext cx="5802630" cy="9131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797810" y="4725034"/>
            <a:ext cx="613321" cy="5799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683510" y="5496559"/>
            <a:ext cx="5802630" cy="9131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3515359" y="4670425"/>
            <a:ext cx="4650105" cy="1560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Arial Narrow"/>
                <a:cs typeface="Arial Narrow"/>
              </a:rPr>
              <a:t>Committed transactions </a:t>
            </a:r>
            <a:r>
              <a:rPr dirty="0" sz="2000" b="1">
                <a:latin typeface="Arial Narrow"/>
                <a:cs typeface="Arial Narrow"/>
              </a:rPr>
              <a:t>are </a:t>
            </a:r>
            <a:r>
              <a:rPr dirty="0" sz="2000" spc="-5" b="1">
                <a:latin typeface="Arial Narrow"/>
                <a:cs typeface="Arial Narrow"/>
              </a:rPr>
              <a:t>rolled forward and  written to the</a:t>
            </a:r>
            <a:r>
              <a:rPr dirty="0" sz="2000" spc="-25" b="1">
                <a:latin typeface="Arial Narrow"/>
                <a:cs typeface="Arial Narrow"/>
              </a:rPr>
              <a:t> </a:t>
            </a:r>
            <a:r>
              <a:rPr dirty="0" sz="2000" spc="-5" b="1">
                <a:latin typeface="Arial Narrow"/>
                <a:cs typeface="Arial Narrow"/>
              </a:rPr>
              <a:t>database</a:t>
            </a:r>
            <a:endParaRPr sz="20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Arial Narrow"/>
              <a:cs typeface="Arial Narrow"/>
            </a:endParaRPr>
          </a:p>
          <a:p>
            <a:pPr marL="12700" marR="52069">
              <a:lnSpc>
                <a:spcPct val="100000"/>
              </a:lnSpc>
            </a:pPr>
            <a:r>
              <a:rPr dirty="0" sz="2000" spc="-5" b="1">
                <a:latin typeface="Arial Narrow"/>
                <a:cs typeface="Arial Narrow"/>
              </a:rPr>
              <a:t>Uncommitted transactions </a:t>
            </a:r>
            <a:r>
              <a:rPr dirty="0" sz="2000" b="1">
                <a:latin typeface="Arial Narrow"/>
                <a:cs typeface="Arial Narrow"/>
              </a:rPr>
              <a:t>are </a:t>
            </a:r>
            <a:r>
              <a:rPr dirty="0" sz="2000" spc="-5" b="1">
                <a:latin typeface="Arial Narrow"/>
                <a:cs typeface="Arial Narrow"/>
              </a:rPr>
              <a:t>rolled back and  </a:t>
            </a:r>
            <a:r>
              <a:rPr dirty="0" sz="2000" b="1">
                <a:latin typeface="Arial Narrow"/>
                <a:cs typeface="Arial Narrow"/>
              </a:rPr>
              <a:t>are </a:t>
            </a:r>
            <a:r>
              <a:rPr dirty="0" sz="2000" spc="-5" b="1">
                <a:latin typeface="Arial Narrow"/>
                <a:cs typeface="Arial Narrow"/>
              </a:rPr>
              <a:t>not written to the</a:t>
            </a:r>
            <a:r>
              <a:rPr dirty="0" sz="2000" spc="-35" b="1">
                <a:latin typeface="Arial Narrow"/>
                <a:cs typeface="Arial Narrow"/>
              </a:rPr>
              <a:t> </a:t>
            </a:r>
            <a:r>
              <a:rPr dirty="0" sz="2000" spc="-5" b="1">
                <a:latin typeface="Arial Narrow"/>
                <a:cs typeface="Arial Narrow"/>
              </a:rPr>
              <a:t>database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2797810" y="5648959"/>
            <a:ext cx="613321" cy="579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3406140" y="1831657"/>
            <a:ext cx="1403350" cy="568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55"/>
              </a:lnSpc>
              <a:spcBef>
                <a:spcPts val="105"/>
              </a:spcBef>
            </a:pPr>
            <a:r>
              <a:rPr dirty="0" sz="2000" spc="-5" b="1" i="1">
                <a:latin typeface="Arial Narrow"/>
                <a:cs typeface="Arial Narrow"/>
              </a:rPr>
              <a:t>CHECKPOINT</a:t>
            </a:r>
            <a:endParaRPr sz="2000">
              <a:latin typeface="Arial Narrow"/>
              <a:cs typeface="Arial Narrow"/>
            </a:endParaRPr>
          </a:p>
          <a:p>
            <a:pPr marL="22225">
              <a:lnSpc>
                <a:spcPts val="2014"/>
              </a:lnSpc>
            </a:pPr>
            <a:r>
              <a:rPr dirty="0" sz="1800" spc="-5" b="1">
                <a:solidFill>
                  <a:srgbClr val="009999"/>
                </a:solidFill>
                <a:latin typeface="Arial Narrow"/>
                <a:cs typeface="Arial Narrow"/>
              </a:rPr>
              <a:t>BEGIN</a:t>
            </a:r>
            <a:endParaRPr sz="1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80784"/>
            <a:ext cx="5791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ahoma"/>
                <a:cs typeface="Tahoma"/>
              </a:rPr>
              <a:t>CS</a:t>
            </a:r>
            <a:r>
              <a:rPr dirty="0" sz="1400" spc="-75">
                <a:latin typeface="Tahoma"/>
                <a:cs typeface="Tahoma"/>
              </a:rPr>
              <a:t> </a:t>
            </a:r>
            <a:r>
              <a:rPr dirty="0" sz="1400" spc="-5">
                <a:latin typeface="Tahoma"/>
                <a:cs typeface="Tahoma"/>
              </a:rPr>
              <a:t>245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0050" y="6280784"/>
            <a:ext cx="7239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ahoma"/>
                <a:cs typeface="Tahoma"/>
              </a:rPr>
              <a:t>Notes</a:t>
            </a:r>
            <a:r>
              <a:rPr dirty="0" sz="1400" spc="-6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750" y="6280784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ahoma"/>
                <a:cs typeface="Tahoma"/>
              </a:rPr>
              <a:t>6</a:t>
            </a:r>
            <a:r>
              <a:rPr dirty="0" sz="140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9354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Su</a:t>
            </a:r>
            <a:r>
              <a:rPr dirty="0"/>
              <a:t>mma</a:t>
            </a:r>
            <a:r>
              <a:rPr dirty="0" spc="-5"/>
              <a:t>r</a:t>
            </a:r>
            <a:r>
              <a:rPr dirty="0"/>
              <a:t>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4540" y="1917826"/>
            <a:ext cx="4225925" cy="3971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19700"/>
              </a:lnSpc>
              <a:spcBef>
                <a:spcPts val="9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Cascading rollback  </a:t>
            </a:r>
            <a:r>
              <a:rPr dirty="0" sz="3200" spc="-20">
                <a:latin typeface="Tahoma"/>
                <a:cs typeface="Tahoma"/>
              </a:rPr>
              <a:t>Recoverable</a:t>
            </a:r>
            <a:r>
              <a:rPr dirty="0" sz="3200" spc="-4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schedule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Deadlock</a:t>
            </a:r>
            <a:endParaRPr sz="32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10">
                <a:latin typeface="Tahoma"/>
                <a:cs typeface="Tahoma"/>
              </a:rPr>
              <a:t>Prevention</a:t>
            </a:r>
            <a:endParaRPr sz="28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dirty="0" sz="2800" spc="-5">
                <a:latin typeface="Tahoma"/>
                <a:cs typeface="Tahoma"/>
              </a:rPr>
              <a:t>Detectoin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Nested</a:t>
            </a:r>
            <a:r>
              <a:rPr dirty="0" sz="3200" spc="-2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transactions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dirty="0" sz="3200" spc="-5">
                <a:latin typeface="Tahoma"/>
                <a:cs typeface="Tahoma"/>
              </a:rPr>
              <a:t>Multi-level</a:t>
            </a:r>
            <a:r>
              <a:rPr dirty="0" sz="3200" spc="-15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view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2024-06-19T09:23:09Z</dcterms:created>
  <dcterms:modified xsi:type="dcterms:W3CDTF">2024-06-19T09:23:09Z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