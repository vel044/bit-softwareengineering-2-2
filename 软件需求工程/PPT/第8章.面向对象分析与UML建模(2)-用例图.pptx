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0066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1698" y="126491"/>
            <a:ext cx="226060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17139" y="1825243"/>
            <a:ext cx="4720590" cy="239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220" y="6432367"/>
            <a:ext cx="2243455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7768" y="473963"/>
            <a:ext cx="67481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  <a:r>
              <a:rPr dirty="0">
                <a:latin typeface="Calibri"/>
                <a:cs typeface="Calibri"/>
              </a:rPr>
              <a:t>(</a:t>
            </a:r>
            <a:r>
              <a:rPr spc="-10" dirty="0">
                <a:latin typeface="Calibri"/>
                <a:cs typeface="Calibri"/>
              </a:rPr>
              <a:t>2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4394200" cy="331660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1.</a:t>
            </a:r>
            <a:r>
              <a:rPr sz="3200" spc="-5" dirty="0">
                <a:latin typeface="Calibri"/>
                <a:cs typeface="Calibri"/>
              </a:rPr>
              <a:t> UML</a:t>
            </a:r>
            <a:r>
              <a:rPr sz="3200" dirty="0">
                <a:latin typeface="宋体"/>
                <a:cs typeface="宋体"/>
              </a:rPr>
              <a:t>组成要素</a:t>
            </a: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1.1.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宋体"/>
                <a:cs typeface="宋体"/>
              </a:rPr>
              <a:t>基本构造块</a:t>
            </a:r>
          </a:p>
          <a:p>
            <a:pPr marL="755650" lvl="1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1.2. </a:t>
            </a:r>
            <a:r>
              <a:rPr sz="2800" dirty="0">
                <a:latin typeface="宋体"/>
                <a:cs typeface="宋体"/>
              </a:rPr>
              <a:t>规则</a:t>
            </a:r>
          </a:p>
          <a:p>
            <a:pPr marL="755650" lvl="1" indent="-28575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1.3. </a:t>
            </a:r>
            <a:r>
              <a:rPr sz="2800" dirty="0">
                <a:latin typeface="宋体"/>
                <a:cs typeface="宋体"/>
              </a:rPr>
              <a:t>公共机制</a:t>
            </a: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2.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UML</a:t>
            </a:r>
            <a:r>
              <a:rPr sz="3200" dirty="0">
                <a:latin typeface="宋体"/>
                <a:cs typeface="宋体"/>
              </a:rPr>
              <a:t>模型和建模过程</a:t>
            </a: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3. </a:t>
            </a:r>
            <a:r>
              <a:rPr sz="3200" dirty="0">
                <a:latin typeface="宋体"/>
                <a:cs typeface="宋体"/>
              </a:rPr>
              <a:t>用例图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7188" y="99059"/>
            <a:ext cx="38830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1.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组成元素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245" y="1462531"/>
            <a:ext cx="3752850" cy="383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80851"/>
              <a:buFont typeface="Wingdings"/>
              <a:buChar char=""/>
              <a:tabLst>
                <a:tab pos="355600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基本构造</a:t>
            </a:r>
            <a:r>
              <a:rPr sz="3525" b="1" spc="135" baseline="1182" dirty="0">
                <a:latin typeface="宋体"/>
                <a:cs typeface="宋体"/>
              </a:rPr>
              <a:t>块</a:t>
            </a:r>
            <a:r>
              <a:rPr sz="2400" dirty="0">
                <a:latin typeface="宋体"/>
                <a:cs typeface="宋体"/>
              </a:rPr>
              <a:t>：也就是建模 元素，是模型的主体</a:t>
            </a:r>
            <a:endParaRPr sz="2400">
              <a:latin typeface="宋体"/>
              <a:cs typeface="宋体"/>
            </a:endParaRPr>
          </a:p>
          <a:p>
            <a:pPr marL="355600" marR="37465" indent="-342900" algn="just">
              <a:lnSpc>
                <a:spcPct val="125000"/>
              </a:lnSpc>
              <a:spcBef>
                <a:spcPts val="6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2400" b="1" spc="-5" dirty="0">
                <a:latin typeface="Calibri"/>
                <a:cs typeface="Calibri"/>
              </a:rPr>
              <a:t>U</a:t>
            </a:r>
            <a:r>
              <a:rPr sz="2400" b="1" dirty="0">
                <a:latin typeface="Calibri"/>
                <a:cs typeface="Calibri"/>
              </a:rPr>
              <a:t>M</a:t>
            </a:r>
            <a:r>
              <a:rPr sz="2400" b="1" spc="-5" dirty="0">
                <a:latin typeface="Calibri"/>
                <a:cs typeface="Calibri"/>
              </a:rPr>
              <a:t>L</a:t>
            </a:r>
            <a:r>
              <a:rPr sz="3525" b="1" spc="127" baseline="1182" dirty="0">
                <a:latin typeface="宋体"/>
                <a:cs typeface="宋体"/>
              </a:rPr>
              <a:t>规</a:t>
            </a:r>
            <a:r>
              <a:rPr sz="3525" b="1" spc="135" baseline="1182" dirty="0">
                <a:latin typeface="宋体"/>
                <a:cs typeface="宋体"/>
              </a:rPr>
              <a:t>则</a:t>
            </a:r>
            <a:r>
              <a:rPr sz="2400" dirty="0">
                <a:latin typeface="宋体"/>
                <a:cs typeface="宋体"/>
              </a:rPr>
              <a:t>：也就是支配基 本构造块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如何放在一起</a:t>
            </a:r>
            <a:r>
              <a:rPr sz="2400" dirty="0">
                <a:latin typeface="宋体"/>
                <a:cs typeface="宋体"/>
              </a:rPr>
              <a:t>的 规则</a:t>
            </a:r>
            <a:endParaRPr sz="2400">
              <a:latin typeface="宋体"/>
              <a:cs typeface="宋体"/>
            </a:endParaRPr>
          </a:p>
          <a:p>
            <a:pPr marL="355600" marR="62865" indent="-342900">
              <a:lnSpc>
                <a:spcPct val="125000"/>
              </a:lnSpc>
              <a:spcBef>
                <a:spcPts val="600"/>
              </a:spcBef>
              <a:buClr>
                <a:srgbClr val="00663C"/>
              </a:buClr>
              <a:buSzPct val="8085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公共机</a:t>
            </a:r>
            <a:r>
              <a:rPr sz="3525" b="1" spc="135" baseline="1182" dirty="0">
                <a:latin typeface="宋体"/>
                <a:cs typeface="宋体"/>
              </a:rPr>
              <a:t>制</a:t>
            </a:r>
            <a:r>
              <a:rPr sz="2400" dirty="0">
                <a:latin typeface="宋体"/>
                <a:cs typeface="宋体"/>
              </a:rPr>
              <a:t>：运用于整个 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dirty="0">
                <a:latin typeface="宋体"/>
                <a:cs typeface="宋体"/>
              </a:rPr>
              <a:t>模型中的公共机制、 扩展机制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40096" y="1421579"/>
            <a:ext cx="4978397" cy="39316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7607" y="272795"/>
            <a:ext cx="66852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面向对象视角下的世界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352" y="3738371"/>
            <a:ext cx="7734300" cy="237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80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宋体"/>
                <a:cs typeface="宋体"/>
              </a:rPr>
              <a:t>首先建立反应现实世界中不同事物的“</a:t>
            </a:r>
            <a:r>
              <a:rPr sz="2000" dirty="0">
                <a:solidFill>
                  <a:srgbClr val="009E5E"/>
                </a:solidFill>
                <a:latin typeface="宋体"/>
                <a:cs typeface="宋体"/>
              </a:rPr>
              <a:t>构造块</a:t>
            </a:r>
            <a:r>
              <a:rPr sz="2000" dirty="0">
                <a:latin typeface="宋体"/>
                <a:cs typeface="宋体"/>
              </a:rPr>
              <a:t>”，然后通过</a:t>
            </a:r>
            <a:r>
              <a:rPr sz="2000" dirty="0">
                <a:solidFill>
                  <a:srgbClr val="009E5E"/>
                </a:solidFill>
                <a:latin typeface="宋体"/>
                <a:cs typeface="宋体"/>
              </a:rPr>
              <a:t>规则</a:t>
            </a:r>
            <a:r>
              <a:rPr sz="2000" dirty="0">
                <a:latin typeface="宋体"/>
                <a:cs typeface="宋体"/>
              </a:rPr>
              <a:t>确 定“构造块”之间的“关系”，再在</a:t>
            </a:r>
            <a:r>
              <a:rPr sz="2000" dirty="0">
                <a:solidFill>
                  <a:srgbClr val="009E5E"/>
                </a:solidFill>
                <a:latin typeface="宋体"/>
                <a:cs typeface="宋体"/>
              </a:rPr>
              <a:t>公共机制</a:t>
            </a:r>
            <a:r>
              <a:rPr sz="2000" dirty="0">
                <a:latin typeface="宋体"/>
                <a:cs typeface="宋体"/>
              </a:rPr>
              <a:t>下确定各个构造块的 属性和“行为”。这样，在软件系统中就可以模拟现实世界的“构 造块”之间的交互与协作</a:t>
            </a:r>
          </a:p>
          <a:p>
            <a:pPr marL="355600" marR="5080" indent="-342900" algn="just">
              <a:lnSpc>
                <a:spcPct val="125000"/>
              </a:lnSpc>
              <a:spcBef>
                <a:spcPts val="505"/>
              </a:spcBef>
              <a:buClr>
                <a:srgbClr val="00663C"/>
              </a:buClr>
              <a:buSzPct val="80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宋体"/>
                <a:cs typeface="宋体"/>
              </a:rPr>
              <a:t>面向对象软件开发的核心思想就是高内聚（封装）、低耦合（消息 驱动），使用简洁的接口拼合简单的</a:t>
            </a:r>
            <a:r>
              <a:rPr sz="2000" b="1" dirty="0">
                <a:latin typeface="微软雅黑"/>
                <a:cs typeface="微软雅黑"/>
              </a:rPr>
              <a:t>部件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55875" y="1628775"/>
            <a:ext cx="3800475" cy="17240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220" y="6422644"/>
            <a:ext cx="22434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63C"/>
                </a:solidFill>
                <a:latin typeface="华文行楷"/>
                <a:cs typeface="华文行楷"/>
              </a:rPr>
              <a:t>软件需求工程与</a:t>
            </a:r>
            <a:r>
              <a:rPr sz="1600" spc="-5" dirty="0">
                <a:solidFill>
                  <a:srgbClr val="00663C"/>
                </a:solidFill>
                <a:latin typeface="Calibri"/>
                <a:cs typeface="Calibri"/>
              </a:rPr>
              <a:t>UM</a:t>
            </a:r>
            <a:r>
              <a:rPr sz="1600" dirty="0">
                <a:solidFill>
                  <a:srgbClr val="00663C"/>
                </a:solidFill>
                <a:latin typeface="Calibri"/>
                <a:cs typeface="Calibri"/>
              </a:rPr>
              <a:t>L</a:t>
            </a:r>
            <a:r>
              <a:rPr sz="1600" dirty="0">
                <a:solidFill>
                  <a:srgbClr val="00663C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9790" y="6452108"/>
            <a:ext cx="127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Black"/>
                <a:cs typeface="Arial Black"/>
              </a:rPr>
              <a:t>5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1968" y="193547"/>
            <a:ext cx="22148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概览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9926" y="2800603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基本构造块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10522" y="1374140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建模元素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5595" y="654811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结构事物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5595" y="1310131"/>
            <a:ext cx="2819400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行为事物：交互</a:t>
            </a:r>
            <a:r>
              <a:rPr sz="1800" spc="-450" dirty="0">
                <a:latin typeface="宋体"/>
                <a:cs typeface="宋体"/>
              </a:rPr>
              <a:t> </a:t>
            </a:r>
            <a:r>
              <a:rPr sz="1800" spc="-5" dirty="0">
                <a:latin typeface="Arial"/>
                <a:cs typeface="Arial"/>
              </a:rPr>
              <a:t>and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宋体"/>
                <a:cs typeface="宋体"/>
              </a:rPr>
              <a:t>状态机 组织事物：包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宋体"/>
                <a:cs typeface="宋体"/>
              </a:rPr>
              <a:t>注释事物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42677" y="2453132"/>
            <a:ext cx="2045335" cy="26162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1567180" algn="just">
              <a:lnSpc>
                <a:spcPct val="98900"/>
              </a:lnSpc>
              <a:spcBef>
                <a:spcPts val="120"/>
              </a:spcBef>
            </a:pPr>
            <a:r>
              <a:rPr sz="1800" dirty="0">
                <a:latin typeface="宋体"/>
                <a:cs typeface="宋体"/>
              </a:rPr>
              <a:t>依赖 关联 泛化 实现</a:t>
            </a:r>
            <a:endParaRPr sz="1800">
              <a:latin typeface="宋体"/>
              <a:cs typeface="宋体"/>
            </a:endParaRPr>
          </a:p>
          <a:p>
            <a:pPr marL="12700" marR="5080">
              <a:lnSpc>
                <a:spcPct val="99400"/>
              </a:lnSpc>
              <a:spcBef>
                <a:spcPts val="1095"/>
              </a:spcBef>
            </a:pPr>
            <a:r>
              <a:rPr sz="1800" spc="-5" dirty="0">
                <a:latin typeface="Arial"/>
                <a:cs typeface="Arial"/>
              </a:rPr>
              <a:t>use case diagram  class diagram  sequence diagram  state chart diagram  component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4507" y="3943604"/>
            <a:ext cx="2235835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5080" indent="-26034">
              <a:lnSpc>
                <a:spcPct val="100400"/>
              </a:lnSpc>
              <a:spcBef>
                <a:spcPts val="90"/>
              </a:spcBef>
            </a:pPr>
            <a:r>
              <a:rPr sz="1800" spc="-5" dirty="0">
                <a:latin typeface="Arial"/>
                <a:cs typeface="Arial"/>
              </a:rPr>
              <a:t>object diagram  collaboration diagram  activity diagram  deployment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13889" y="5385308"/>
            <a:ext cx="939800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修饰</a:t>
            </a:r>
            <a:endParaRPr sz="1800">
              <a:latin typeface="宋体"/>
              <a:cs typeface="宋体"/>
            </a:endParaRPr>
          </a:p>
          <a:p>
            <a:pPr marL="12700" marR="5080">
              <a:lnSpc>
                <a:spcPts val="2110"/>
              </a:lnSpc>
              <a:spcBef>
                <a:spcPts val="135"/>
              </a:spcBef>
            </a:pPr>
            <a:r>
              <a:rPr sz="1800" dirty="0">
                <a:latin typeface="宋体"/>
                <a:cs typeface="宋体"/>
              </a:rPr>
              <a:t>通用划分 扩展性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6508" y="3684523"/>
            <a:ext cx="1168400" cy="17322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sz="1800" dirty="0">
                <a:latin typeface="宋体"/>
                <a:cs typeface="宋体"/>
              </a:rPr>
              <a:t>名字规则 范围规则 可视性规则 整体性规则 执行规则</a:t>
            </a:r>
            <a:endParaRPr sz="1800">
              <a:latin typeface="宋体"/>
              <a:cs typeface="宋体"/>
            </a:endParaRPr>
          </a:p>
          <a:p>
            <a:pPr marL="659765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宋体"/>
                <a:cs typeface="宋体"/>
              </a:rPr>
              <a:t>说明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50514" y="2885947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关系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1952" y="425450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图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4023" y="4196588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规则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7052" y="5476747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公共机制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0825" y="2924175"/>
            <a:ext cx="217804" cy="2736850"/>
          </a:xfrm>
          <a:custGeom>
            <a:avLst/>
            <a:gdLst/>
            <a:ahLst/>
            <a:cxnLst/>
            <a:rect l="l" t="t" r="r" b="b"/>
            <a:pathLst>
              <a:path w="217804" h="2736850">
                <a:moveTo>
                  <a:pt x="217488" y="2736850"/>
                </a:moveTo>
                <a:lnTo>
                  <a:pt x="162602" y="2705711"/>
                </a:lnTo>
                <a:lnTo>
                  <a:pt x="140594" y="2670049"/>
                </a:lnTo>
                <a:lnTo>
                  <a:pt x="123590" y="2623890"/>
                </a:lnTo>
                <a:lnTo>
                  <a:pt x="112628" y="2569409"/>
                </a:lnTo>
                <a:lnTo>
                  <a:pt x="108744" y="2508779"/>
                </a:lnTo>
                <a:lnTo>
                  <a:pt x="108744" y="1596496"/>
                </a:lnTo>
                <a:lnTo>
                  <a:pt x="104859" y="1535865"/>
                </a:lnTo>
                <a:lnTo>
                  <a:pt x="93897" y="1481384"/>
                </a:lnTo>
                <a:lnTo>
                  <a:pt x="76893" y="1435225"/>
                </a:lnTo>
                <a:lnTo>
                  <a:pt x="54885" y="1399563"/>
                </a:lnTo>
                <a:lnTo>
                  <a:pt x="0" y="1368425"/>
                </a:lnTo>
                <a:lnTo>
                  <a:pt x="28908" y="1360278"/>
                </a:lnTo>
                <a:lnTo>
                  <a:pt x="76893" y="1301624"/>
                </a:lnTo>
                <a:lnTo>
                  <a:pt x="93897" y="1255465"/>
                </a:lnTo>
                <a:lnTo>
                  <a:pt x="104859" y="1200984"/>
                </a:lnTo>
                <a:lnTo>
                  <a:pt x="108744" y="1140354"/>
                </a:lnTo>
                <a:lnTo>
                  <a:pt x="108744" y="228070"/>
                </a:lnTo>
                <a:lnTo>
                  <a:pt x="112628" y="167440"/>
                </a:lnTo>
                <a:lnTo>
                  <a:pt x="123590" y="112959"/>
                </a:lnTo>
                <a:lnTo>
                  <a:pt x="140594" y="66800"/>
                </a:lnTo>
                <a:lnTo>
                  <a:pt x="162602" y="31138"/>
                </a:lnTo>
                <a:lnTo>
                  <a:pt x="188579" y="8146"/>
                </a:lnTo>
                <a:lnTo>
                  <a:pt x="21748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29472" y="1557337"/>
            <a:ext cx="569595" cy="2879725"/>
          </a:xfrm>
          <a:custGeom>
            <a:avLst/>
            <a:gdLst/>
            <a:ahLst/>
            <a:cxnLst/>
            <a:rect l="l" t="t" r="r" b="b"/>
            <a:pathLst>
              <a:path w="569594" h="2879725">
                <a:moveTo>
                  <a:pt x="569595" y="2879725"/>
                </a:moveTo>
                <a:lnTo>
                  <a:pt x="527509" y="2875606"/>
                </a:lnTo>
                <a:lnTo>
                  <a:pt x="487341" y="2863641"/>
                </a:lnTo>
                <a:lnTo>
                  <a:pt x="449530" y="2844419"/>
                </a:lnTo>
                <a:lnTo>
                  <a:pt x="414518" y="2818526"/>
                </a:lnTo>
                <a:lnTo>
                  <a:pt x="382745" y="2786550"/>
                </a:lnTo>
                <a:lnTo>
                  <a:pt x="354652" y="2749078"/>
                </a:lnTo>
                <a:lnTo>
                  <a:pt x="330678" y="2706699"/>
                </a:lnTo>
                <a:lnTo>
                  <a:pt x="311265" y="2660000"/>
                </a:lnTo>
                <a:lnTo>
                  <a:pt x="296854" y="2609569"/>
                </a:lnTo>
                <a:lnTo>
                  <a:pt x="287883" y="2555992"/>
                </a:lnTo>
                <a:lnTo>
                  <a:pt x="284795" y="2499859"/>
                </a:lnTo>
                <a:lnTo>
                  <a:pt x="284799" y="1785433"/>
                </a:lnTo>
                <a:lnTo>
                  <a:pt x="281711" y="1729299"/>
                </a:lnTo>
                <a:lnTo>
                  <a:pt x="272740" y="1675722"/>
                </a:lnTo>
                <a:lnTo>
                  <a:pt x="258329" y="1625290"/>
                </a:lnTo>
                <a:lnTo>
                  <a:pt x="238916" y="1578591"/>
                </a:lnTo>
                <a:lnTo>
                  <a:pt x="214942" y="1536212"/>
                </a:lnTo>
                <a:lnTo>
                  <a:pt x="186849" y="1498741"/>
                </a:lnTo>
                <a:lnTo>
                  <a:pt x="155076" y="1466765"/>
                </a:lnTo>
                <a:lnTo>
                  <a:pt x="120064" y="1440872"/>
                </a:lnTo>
                <a:lnTo>
                  <a:pt x="82253" y="1421650"/>
                </a:lnTo>
                <a:lnTo>
                  <a:pt x="42085" y="1409685"/>
                </a:lnTo>
                <a:lnTo>
                  <a:pt x="0" y="1405567"/>
                </a:lnTo>
                <a:lnTo>
                  <a:pt x="42085" y="1401448"/>
                </a:lnTo>
                <a:lnTo>
                  <a:pt x="82253" y="1389483"/>
                </a:lnTo>
                <a:lnTo>
                  <a:pt x="120064" y="1370261"/>
                </a:lnTo>
                <a:lnTo>
                  <a:pt x="155076" y="1344368"/>
                </a:lnTo>
                <a:lnTo>
                  <a:pt x="186849" y="1312392"/>
                </a:lnTo>
                <a:lnTo>
                  <a:pt x="214942" y="1274920"/>
                </a:lnTo>
                <a:lnTo>
                  <a:pt x="238916" y="1232541"/>
                </a:lnTo>
                <a:lnTo>
                  <a:pt x="258329" y="1185842"/>
                </a:lnTo>
                <a:lnTo>
                  <a:pt x="272740" y="1135410"/>
                </a:lnTo>
                <a:lnTo>
                  <a:pt x="281711" y="1081834"/>
                </a:lnTo>
                <a:lnTo>
                  <a:pt x="284799" y="1025700"/>
                </a:lnTo>
                <a:lnTo>
                  <a:pt x="284799" y="379866"/>
                </a:lnTo>
                <a:lnTo>
                  <a:pt x="287887" y="323732"/>
                </a:lnTo>
                <a:lnTo>
                  <a:pt x="296857" y="270155"/>
                </a:lnTo>
                <a:lnTo>
                  <a:pt x="311269" y="219724"/>
                </a:lnTo>
                <a:lnTo>
                  <a:pt x="330681" y="173025"/>
                </a:lnTo>
                <a:lnTo>
                  <a:pt x="354655" y="130646"/>
                </a:lnTo>
                <a:lnTo>
                  <a:pt x="382749" y="93174"/>
                </a:lnTo>
                <a:lnTo>
                  <a:pt x="414522" y="61198"/>
                </a:lnTo>
                <a:lnTo>
                  <a:pt x="449534" y="35305"/>
                </a:lnTo>
                <a:lnTo>
                  <a:pt x="487344" y="16083"/>
                </a:lnTo>
                <a:lnTo>
                  <a:pt x="527512" y="4118"/>
                </a:lnTo>
                <a:lnTo>
                  <a:pt x="56959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03979" y="765175"/>
            <a:ext cx="142875" cy="1584325"/>
          </a:xfrm>
          <a:custGeom>
            <a:avLst/>
            <a:gdLst/>
            <a:ahLst/>
            <a:cxnLst/>
            <a:rect l="l" t="t" r="r" b="b"/>
            <a:pathLst>
              <a:path w="142875" h="1584325">
                <a:moveTo>
                  <a:pt x="142875" y="1584325"/>
                </a:moveTo>
                <a:lnTo>
                  <a:pt x="115068" y="1573949"/>
                </a:lnTo>
                <a:lnTo>
                  <a:pt x="92361" y="1545655"/>
                </a:lnTo>
                <a:lnTo>
                  <a:pt x="77051" y="1503689"/>
                </a:lnTo>
                <a:lnTo>
                  <a:pt x="71437" y="1452300"/>
                </a:lnTo>
                <a:lnTo>
                  <a:pt x="71437" y="924187"/>
                </a:lnTo>
                <a:lnTo>
                  <a:pt x="65823" y="872797"/>
                </a:lnTo>
                <a:lnTo>
                  <a:pt x="50513" y="830831"/>
                </a:lnTo>
                <a:lnTo>
                  <a:pt x="27806" y="802537"/>
                </a:lnTo>
                <a:lnTo>
                  <a:pt x="0" y="792162"/>
                </a:lnTo>
                <a:lnTo>
                  <a:pt x="27806" y="781787"/>
                </a:lnTo>
                <a:lnTo>
                  <a:pt x="50513" y="753493"/>
                </a:lnTo>
                <a:lnTo>
                  <a:pt x="65823" y="711527"/>
                </a:lnTo>
                <a:lnTo>
                  <a:pt x="71437" y="660137"/>
                </a:lnTo>
                <a:lnTo>
                  <a:pt x="71437" y="132025"/>
                </a:lnTo>
                <a:lnTo>
                  <a:pt x="77051" y="80635"/>
                </a:lnTo>
                <a:lnTo>
                  <a:pt x="92361" y="38669"/>
                </a:lnTo>
                <a:lnTo>
                  <a:pt x="115068" y="10375"/>
                </a:lnTo>
                <a:lnTo>
                  <a:pt x="1428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19475" y="2636837"/>
            <a:ext cx="142875" cy="863600"/>
          </a:xfrm>
          <a:custGeom>
            <a:avLst/>
            <a:gdLst/>
            <a:ahLst/>
            <a:cxnLst/>
            <a:rect l="l" t="t" r="r" b="b"/>
            <a:pathLst>
              <a:path w="142875" h="863600">
                <a:moveTo>
                  <a:pt x="142875" y="863600"/>
                </a:moveTo>
                <a:lnTo>
                  <a:pt x="115068" y="857944"/>
                </a:lnTo>
                <a:lnTo>
                  <a:pt x="92360" y="842521"/>
                </a:lnTo>
                <a:lnTo>
                  <a:pt x="77050" y="819646"/>
                </a:lnTo>
                <a:lnTo>
                  <a:pt x="71437" y="791634"/>
                </a:lnTo>
                <a:lnTo>
                  <a:pt x="71437" y="503765"/>
                </a:lnTo>
                <a:lnTo>
                  <a:pt x="65824" y="475753"/>
                </a:lnTo>
                <a:lnTo>
                  <a:pt x="50514" y="452878"/>
                </a:lnTo>
                <a:lnTo>
                  <a:pt x="27806" y="437455"/>
                </a:lnTo>
                <a:lnTo>
                  <a:pt x="0" y="431800"/>
                </a:lnTo>
                <a:lnTo>
                  <a:pt x="27806" y="426144"/>
                </a:lnTo>
                <a:lnTo>
                  <a:pt x="50514" y="410721"/>
                </a:lnTo>
                <a:lnTo>
                  <a:pt x="65824" y="387846"/>
                </a:lnTo>
                <a:lnTo>
                  <a:pt x="71437" y="359834"/>
                </a:lnTo>
                <a:lnTo>
                  <a:pt x="71437" y="71965"/>
                </a:lnTo>
                <a:lnTo>
                  <a:pt x="77051" y="43953"/>
                </a:lnTo>
                <a:lnTo>
                  <a:pt x="92361" y="21078"/>
                </a:lnTo>
                <a:lnTo>
                  <a:pt x="115069" y="5655"/>
                </a:lnTo>
                <a:lnTo>
                  <a:pt x="1428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76600" y="3860800"/>
            <a:ext cx="215900" cy="1079500"/>
          </a:xfrm>
          <a:custGeom>
            <a:avLst/>
            <a:gdLst/>
            <a:ahLst/>
            <a:cxnLst/>
            <a:rect l="l" t="t" r="r" b="b"/>
            <a:pathLst>
              <a:path w="215900" h="1079500">
                <a:moveTo>
                  <a:pt x="215900" y="1079500"/>
                </a:moveTo>
                <a:lnTo>
                  <a:pt x="173881" y="1072430"/>
                </a:lnTo>
                <a:lnTo>
                  <a:pt x="139567" y="1053151"/>
                </a:lnTo>
                <a:lnTo>
                  <a:pt x="116433" y="1024556"/>
                </a:lnTo>
                <a:lnTo>
                  <a:pt x="107950" y="989540"/>
                </a:lnTo>
                <a:lnTo>
                  <a:pt x="107950" y="629709"/>
                </a:lnTo>
                <a:lnTo>
                  <a:pt x="99466" y="594693"/>
                </a:lnTo>
                <a:lnTo>
                  <a:pt x="76332" y="566098"/>
                </a:lnTo>
                <a:lnTo>
                  <a:pt x="42019" y="546819"/>
                </a:lnTo>
                <a:lnTo>
                  <a:pt x="0" y="539750"/>
                </a:lnTo>
                <a:lnTo>
                  <a:pt x="42019" y="532680"/>
                </a:lnTo>
                <a:lnTo>
                  <a:pt x="76332" y="513401"/>
                </a:lnTo>
                <a:lnTo>
                  <a:pt x="99466" y="484806"/>
                </a:lnTo>
                <a:lnTo>
                  <a:pt x="107950" y="449790"/>
                </a:lnTo>
                <a:lnTo>
                  <a:pt x="107950" y="89959"/>
                </a:lnTo>
                <a:lnTo>
                  <a:pt x="116433" y="54943"/>
                </a:lnTo>
                <a:lnTo>
                  <a:pt x="139567" y="26348"/>
                </a:lnTo>
                <a:lnTo>
                  <a:pt x="173881" y="7069"/>
                </a:lnTo>
                <a:lnTo>
                  <a:pt x="2159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33132" y="3789362"/>
            <a:ext cx="215900" cy="1151255"/>
          </a:xfrm>
          <a:custGeom>
            <a:avLst/>
            <a:gdLst/>
            <a:ahLst/>
            <a:cxnLst/>
            <a:rect l="l" t="t" r="r" b="b"/>
            <a:pathLst>
              <a:path w="215900" h="1151254">
                <a:moveTo>
                  <a:pt x="215900" y="1150938"/>
                </a:moveTo>
                <a:lnTo>
                  <a:pt x="173881" y="1143400"/>
                </a:lnTo>
                <a:lnTo>
                  <a:pt x="139567" y="1122846"/>
                </a:lnTo>
                <a:lnTo>
                  <a:pt x="116433" y="1092359"/>
                </a:lnTo>
                <a:lnTo>
                  <a:pt x="107950" y="1055026"/>
                </a:lnTo>
                <a:lnTo>
                  <a:pt x="107950" y="671380"/>
                </a:lnTo>
                <a:lnTo>
                  <a:pt x="99466" y="634047"/>
                </a:lnTo>
                <a:lnTo>
                  <a:pt x="76332" y="603560"/>
                </a:lnTo>
                <a:lnTo>
                  <a:pt x="42019" y="583006"/>
                </a:lnTo>
                <a:lnTo>
                  <a:pt x="0" y="575469"/>
                </a:lnTo>
                <a:lnTo>
                  <a:pt x="42019" y="567931"/>
                </a:lnTo>
                <a:lnTo>
                  <a:pt x="76332" y="547377"/>
                </a:lnTo>
                <a:lnTo>
                  <a:pt x="99466" y="516890"/>
                </a:lnTo>
                <a:lnTo>
                  <a:pt x="107950" y="479557"/>
                </a:lnTo>
                <a:lnTo>
                  <a:pt x="107950" y="95911"/>
                </a:lnTo>
                <a:lnTo>
                  <a:pt x="116433" y="58578"/>
                </a:lnTo>
                <a:lnTo>
                  <a:pt x="139567" y="28091"/>
                </a:lnTo>
                <a:lnTo>
                  <a:pt x="173881" y="7537"/>
                </a:lnTo>
                <a:lnTo>
                  <a:pt x="2159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19250" y="5229225"/>
            <a:ext cx="288925" cy="936625"/>
          </a:xfrm>
          <a:custGeom>
            <a:avLst/>
            <a:gdLst/>
            <a:ahLst/>
            <a:cxnLst/>
            <a:rect l="l" t="t" r="r" b="b"/>
            <a:pathLst>
              <a:path w="288925" h="936625">
                <a:moveTo>
                  <a:pt x="288925" y="936625"/>
                </a:moveTo>
                <a:lnTo>
                  <a:pt x="232693" y="930491"/>
                </a:lnTo>
                <a:lnTo>
                  <a:pt x="186774" y="913763"/>
                </a:lnTo>
                <a:lnTo>
                  <a:pt x="155814" y="888953"/>
                </a:lnTo>
                <a:lnTo>
                  <a:pt x="144462" y="858571"/>
                </a:lnTo>
                <a:lnTo>
                  <a:pt x="144463" y="546365"/>
                </a:lnTo>
                <a:lnTo>
                  <a:pt x="133110" y="515983"/>
                </a:lnTo>
                <a:lnTo>
                  <a:pt x="102150" y="491173"/>
                </a:lnTo>
                <a:lnTo>
                  <a:pt x="56231" y="474446"/>
                </a:lnTo>
                <a:lnTo>
                  <a:pt x="0" y="468312"/>
                </a:lnTo>
                <a:lnTo>
                  <a:pt x="56231" y="462178"/>
                </a:lnTo>
                <a:lnTo>
                  <a:pt x="102150" y="445451"/>
                </a:lnTo>
                <a:lnTo>
                  <a:pt x="133110" y="420641"/>
                </a:lnTo>
                <a:lnTo>
                  <a:pt x="144463" y="390259"/>
                </a:lnTo>
                <a:lnTo>
                  <a:pt x="144463" y="78053"/>
                </a:lnTo>
                <a:lnTo>
                  <a:pt x="155815" y="47671"/>
                </a:lnTo>
                <a:lnTo>
                  <a:pt x="186775" y="22861"/>
                </a:lnTo>
                <a:lnTo>
                  <a:pt x="232694" y="6133"/>
                </a:lnTo>
                <a:lnTo>
                  <a:pt x="28892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330507" y="553354"/>
          <a:ext cx="2717800" cy="496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12">
                <a:tc>
                  <a:txBody>
                    <a:bodyPr/>
                    <a:lstStyle/>
                    <a:p>
                      <a:pPr marL="31750">
                        <a:lnSpc>
                          <a:spcPts val="185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类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85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主动类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85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用况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85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接口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12">
                <a:tc>
                  <a:txBody>
                    <a:bodyPr/>
                    <a:lstStyle/>
                    <a:p>
                      <a:pPr marL="31750">
                        <a:lnSpc>
                          <a:spcPts val="185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组件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85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节点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85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协作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5127942" y="549275"/>
            <a:ext cx="142875" cy="504825"/>
          </a:xfrm>
          <a:custGeom>
            <a:avLst/>
            <a:gdLst/>
            <a:ahLst/>
            <a:cxnLst/>
            <a:rect l="l" t="t" r="r" b="b"/>
            <a:pathLst>
              <a:path w="142875" h="504825">
                <a:moveTo>
                  <a:pt x="142875" y="504825"/>
                </a:moveTo>
                <a:lnTo>
                  <a:pt x="115068" y="501519"/>
                </a:lnTo>
                <a:lnTo>
                  <a:pt x="92361" y="492503"/>
                </a:lnTo>
                <a:lnTo>
                  <a:pt x="77051" y="479131"/>
                </a:lnTo>
                <a:lnTo>
                  <a:pt x="71437" y="462756"/>
                </a:lnTo>
                <a:lnTo>
                  <a:pt x="71437" y="220250"/>
                </a:lnTo>
                <a:lnTo>
                  <a:pt x="65823" y="203876"/>
                </a:lnTo>
                <a:lnTo>
                  <a:pt x="50513" y="190504"/>
                </a:lnTo>
                <a:lnTo>
                  <a:pt x="27806" y="181488"/>
                </a:lnTo>
                <a:lnTo>
                  <a:pt x="0" y="178182"/>
                </a:lnTo>
                <a:lnTo>
                  <a:pt x="27806" y="174876"/>
                </a:lnTo>
                <a:lnTo>
                  <a:pt x="50513" y="165861"/>
                </a:lnTo>
                <a:lnTo>
                  <a:pt x="65823" y="152489"/>
                </a:lnTo>
                <a:lnTo>
                  <a:pt x="71437" y="136114"/>
                </a:lnTo>
                <a:lnTo>
                  <a:pt x="71437" y="42068"/>
                </a:lnTo>
                <a:lnTo>
                  <a:pt x="77051" y="25693"/>
                </a:lnTo>
                <a:lnTo>
                  <a:pt x="92361" y="12321"/>
                </a:lnTo>
                <a:lnTo>
                  <a:pt x="115068" y="3305"/>
                </a:lnTo>
                <a:lnTo>
                  <a:pt x="1428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052" y="1322323"/>
            <a:ext cx="3821429" cy="2243455"/>
          </a:xfrm>
          <a:prstGeom prst="rect">
            <a:avLst/>
          </a:prstGeom>
        </p:spPr>
        <p:txBody>
          <a:bodyPr vert="horz" wrap="square" lIns="0" tIns="2686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115"/>
              </a:spcBef>
              <a:buClr>
                <a:srgbClr val="00663C"/>
              </a:buClr>
              <a:buSzPct val="80555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Calibri"/>
                <a:cs typeface="Calibri"/>
              </a:rPr>
              <a:t>1.1.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dirty="0">
                <a:latin typeface="宋体"/>
                <a:cs typeface="宋体"/>
              </a:rPr>
              <a:t>基本构造块</a:t>
            </a:r>
            <a:endParaRPr sz="3600">
              <a:latin typeface="宋体"/>
              <a:cs typeface="宋体"/>
            </a:endParaRPr>
          </a:p>
          <a:p>
            <a:pPr marL="755650" lvl="1" indent="-457200">
              <a:lnSpc>
                <a:spcPct val="100000"/>
              </a:lnSpc>
              <a:spcBef>
                <a:spcPts val="1789"/>
              </a:spcBef>
              <a:buClr>
                <a:srgbClr val="C00000"/>
              </a:buClr>
              <a:buSzPct val="8125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3200" dirty="0">
                <a:latin typeface="Calibri"/>
                <a:cs typeface="Calibri"/>
              </a:rPr>
              <a:t>1.1.1.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宋体"/>
                <a:cs typeface="宋体"/>
              </a:rPr>
              <a:t>事物构造块</a:t>
            </a:r>
            <a:endParaRPr sz="3200">
              <a:latin typeface="宋体"/>
              <a:cs typeface="宋体"/>
            </a:endParaRPr>
          </a:p>
          <a:p>
            <a:pPr marL="755650" lvl="1" indent="-457200">
              <a:lnSpc>
                <a:spcPct val="100000"/>
              </a:lnSpc>
              <a:spcBef>
                <a:spcPts val="1655"/>
              </a:spcBef>
              <a:buClr>
                <a:srgbClr val="C00000"/>
              </a:buClr>
              <a:buSzPct val="8125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3200" dirty="0">
                <a:latin typeface="Calibri"/>
                <a:cs typeface="Calibri"/>
              </a:rPr>
              <a:t>1.1.2.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宋体"/>
                <a:cs typeface="宋体"/>
              </a:rPr>
              <a:t>关系构造块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72200" y="4535487"/>
            <a:ext cx="2971800" cy="2322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004" y="208788"/>
            <a:ext cx="42183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1.1.1.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事物构造块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383283"/>
            <a:ext cx="7832725" cy="386524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45"/>
              </a:spcBef>
              <a:buClr>
                <a:srgbClr val="00663C"/>
              </a:buClr>
              <a:buSzPct val="8085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事物构造</a:t>
            </a:r>
            <a:r>
              <a:rPr sz="3525" b="1" spc="135" baseline="1182" dirty="0">
                <a:latin typeface="宋体"/>
                <a:cs typeface="宋体"/>
              </a:rPr>
              <a:t>块</a:t>
            </a:r>
            <a:r>
              <a:rPr sz="2400" dirty="0">
                <a:latin typeface="宋体"/>
                <a:cs typeface="宋体"/>
              </a:rPr>
              <a:t>是对模型中最具有代表性的成分的抽象</a:t>
            </a:r>
            <a:endParaRPr sz="2400">
              <a:latin typeface="宋体"/>
              <a:cs typeface="宋体"/>
            </a:endParaRPr>
          </a:p>
          <a:p>
            <a:pPr marL="641350" marR="5080" lvl="1" indent="-342900">
              <a:lnSpc>
                <a:spcPct val="125000"/>
              </a:lnSpc>
              <a:spcBef>
                <a:spcPts val="52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640715" algn="l"/>
                <a:tab pos="641350" algn="l"/>
              </a:tabLst>
            </a:pPr>
            <a:r>
              <a:rPr sz="2000" dirty="0">
                <a:latin typeface="Calibri"/>
                <a:cs typeface="Calibri"/>
              </a:rPr>
              <a:t>(1)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结构事物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Calibri"/>
                <a:cs typeface="Calibri"/>
              </a:rPr>
              <a:t>UML</a:t>
            </a:r>
            <a:r>
              <a:rPr sz="2000" dirty="0">
                <a:latin typeface="宋体"/>
                <a:cs typeface="宋体"/>
              </a:rPr>
              <a:t>中的</a:t>
            </a:r>
            <a:r>
              <a:rPr sz="2000" dirty="0">
                <a:solidFill>
                  <a:srgbClr val="009E5E"/>
                </a:solidFill>
                <a:latin typeface="宋体"/>
                <a:cs typeface="宋体"/>
              </a:rPr>
              <a:t>名词</a:t>
            </a:r>
            <a:r>
              <a:rPr sz="2000" dirty="0">
                <a:latin typeface="宋体"/>
                <a:cs typeface="宋体"/>
              </a:rPr>
              <a:t>，它是模型的静态部分，描述概念或 物理元素。</a:t>
            </a:r>
            <a:endParaRPr sz="2000">
              <a:latin typeface="宋体"/>
              <a:cs typeface="宋体"/>
            </a:endParaRPr>
          </a:p>
          <a:p>
            <a:pPr marL="641350" marR="5080" lvl="1" indent="-342900">
              <a:lnSpc>
                <a:spcPct val="125000"/>
              </a:lnSpc>
              <a:spcBef>
                <a:spcPts val="50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640715" algn="l"/>
                <a:tab pos="641350" algn="l"/>
              </a:tabLst>
            </a:pPr>
            <a:r>
              <a:rPr sz="2000" dirty="0">
                <a:latin typeface="Calibri"/>
                <a:cs typeface="Calibri"/>
              </a:rPr>
              <a:t>(2)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行为事物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Calibri"/>
                <a:cs typeface="Calibri"/>
              </a:rPr>
              <a:t>UML</a:t>
            </a:r>
            <a:r>
              <a:rPr sz="2000" dirty="0">
                <a:latin typeface="宋体"/>
                <a:cs typeface="宋体"/>
              </a:rPr>
              <a:t>中的</a:t>
            </a:r>
            <a:r>
              <a:rPr sz="2000" dirty="0">
                <a:solidFill>
                  <a:srgbClr val="009E5E"/>
                </a:solidFill>
                <a:latin typeface="宋体"/>
                <a:cs typeface="宋体"/>
              </a:rPr>
              <a:t>动词</a:t>
            </a:r>
            <a:r>
              <a:rPr sz="2000" dirty="0">
                <a:latin typeface="宋体"/>
                <a:cs typeface="宋体"/>
              </a:rPr>
              <a:t>，它是模型中的动态部分，是一种跨 越时间、空间的行为。</a:t>
            </a:r>
            <a:endParaRPr sz="2000">
              <a:latin typeface="宋体"/>
              <a:cs typeface="宋体"/>
            </a:endParaRPr>
          </a:p>
          <a:p>
            <a:pPr marL="641350" marR="5080" lvl="1" indent="-342900">
              <a:lnSpc>
                <a:spcPct val="125000"/>
              </a:lnSpc>
              <a:spcBef>
                <a:spcPts val="505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640715" algn="l"/>
                <a:tab pos="641350" algn="l"/>
              </a:tabLst>
            </a:pPr>
            <a:r>
              <a:rPr sz="2000" dirty="0">
                <a:latin typeface="Calibri"/>
                <a:cs typeface="Calibri"/>
              </a:rPr>
              <a:t>(3)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分组事物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Calibri"/>
                <a:cs typeface="Calibri"/>
              </a:rPr>
              <a:t>UML</a:t>
            </a:r>
            <a:r>
              <a:rPr sz="2000" dirty="0">
                <a:latin typeface="宋体"/>
                <a:cs typeface="宋体"/>
              </a:rPr>
              <a:t>中的</a:t>
            </a:r>
            <a:r>
              <a:rPr sz="2000" dirty="0">
                <a:solidFill>
                  <a:srgbClr val="009E5E"/>
                </a:solidFill>
                <a:latin typeface="宋体"/>
                <a:cs typeface="宋体"/>
              </a:rPr>
              <a:t>容器</a:t>
            </a:r>
            <a:r>
              <a:rPr sz="2000" dirty="0">
                <a:latin typeface="宋体"/>
                <a:cs typeface="宋体"/>
              </a:rPr>
              <a:t>，用来组织模型，使模型更加的结构 化。</a:t>
            </a:r>
            <a:endParaRPr sz="2000">
              <a:latin typeface="宋体"/>
              <a:cs typeface="宋体"/>
            </a:endParaRPr>
          </a:p>
          <a:p>
            <a:pPr marL="641350" marR="5080" lvl="1" indent="-342900">
              <a:lnSpc>
                <a:spcPct val="125000"/>
              </a:lnSpc>
              <a:spcBef>
                <a:spcPts val="48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640715" algn="l"/>
                <a:tab pos="641350" algn="l"/>
              </a:tabLst>
            </a:pPr>
            <a:r>
              <a:rPr sz="2000" dirty="0">
                <a:latin typeface="Calibri"/>
                <a:cs typeface="Calibri"/>
              </a:rPr>
              <a:t>(4)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注释事务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Calibri"/>
                <a:cs typeface="Calibri"/>
              </a:rPr>
              <a:t>UML</a:t>
            </a:r>
            <a:r>
              <a:rPr sz="2000" dirty="0">
                <a:latin typeface="宋体"/>
                <a:cs typeface="宋体"/>
              </a:rPr>
              <a:t>中的</a:t>
            </a:r>
            <a:r>
              <a:rPr sz="2000" dirty="0">
                <a:solidFill>
                  <a:srgbClr val="009E5E"/>
                </a:solidFill>
                <a:latin typeface="宋体"/>
                <a:cs typeface="宋体"/>
              </a:rPr>
              <a:t>解释部分</a:t>
            </a:r>
            <a:r>
              <a:rPr sz="2000" dirty="0">
                <a:latin typeface="宋体"/>
                <a:cs typeface="宋体"/>
              </a:rPr>
              <a:t>，和代码中的注释语句一样，是 用来描述模型的。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3211" y="208788"/>
            <a:ext cx="3009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(1)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/>
              <a:t>结构事物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352" y="1386331"/>
            <a:ext cx="4165600" cy="37471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类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class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和对象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object</a:t>
            </a:r>
            <a:r>
              <a:rPr sz="2400" spc="-5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接口</a:t>
            </a:r>
            <a:r>
              <a:rPr sz="2400" spc="-10" dirty="0">
                <a:latin typeface="宋体"/>
                <a:cs typeface="宋体"/>
              </a:rPr>
              <a:t>（</a:t>
            </a:r>
            <a:r>
              <a:rPr sz="2400" spc="-10" dirty="0">
                <a:latin typeface="Calibri"/>
                <a:cs typeface="Calibri"/>
              </a:rPr>
              <a:t>interface</a:t>
            </a:r>
            <a:r>
              <a:rPr sz="2400" spc="-1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主动类</a:t>
            </a:r>
            <a:r>
              <a:rPr sz="2400" spc="-10" dirty="0">
                <a:latin typeface="宋体"/>
                <a:cs typeface="宋体"/>
              </a:rPr>
              <a:t>（</a:t>
            </a:r>
            <a:r>
              <a:rPr sz="2400" spc="-10" dirty="0">
                <a:latin typeface="Calibri"/>
                <a:cs typeface="Calibri"/>
              </a:rPr>
              <a:t>active</a:t>
            </a:r>
            <a:r>
              <a:rPr sz="2400" spc="-5" dirty="0">
                <a:latin typeface="Calibri"/>
                <a:cs typeface="Calibri"/>
              </a:rPr>
              <a:t> class</a:t>
            </a:r>
            <a:r>
              <a:rPr sz="2400" spc="-5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25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用例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use case</a:t>
            </a:r>
            <a:r>
              <a:rPr sz="2400" spc="-5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协作</a:t>
            </a:r>
            <a:r>
              <a:rPr sz="2400" spc="-10" dirty="0">
                <a:latin typeface="宋体"/>
                <a:cs typeface="宋体"/>
              </a:rPr>
              <a:t>（</a:t>
            </a:r>
            <a:r>
              <a:rPr sz="2400" spc="-10" dirty="0">
                <a:latin typeface="Calibri"/>
                <a:cs typeface="Calibri"/>
              </a:rPr>
              <a:t>collaboration</a:t>
            </a:r>
            <a:r>
              <a:rPr sz="2400" spc="-1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构件</a:t>
            </a:r>
            <a:r>
              <a:rPr sz="2400" spc="-10" dirty="0">
                <a:latin typeface="宋体"/>
                <a:cs typeface="宋体"/>
              </a:rPr>
              <a:t>（</a:t>
            </a:r>
            <a:r>
              <a:rPr sz="2400" spc="-10" dirty="0">
                <a:latin typeface="Calibri"/>
                <a:cs typeface="Calibri"/>
              </a:rPr>
              <a:t>component</a:t>
            </a:r>
            <a:r>
              <a:rPr sz="2400" spc="-1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节点（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6331" y="132588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类和对象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352" y="1462531"/>
            <a:ext cx="768350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类是对一组具有相同属性、相同操作、相同关系和相同 语义的对象的抽象</a:t>
            </a:r>
            <a:endParaRPr sz="2400">
              <a:latin typeface="宋体"/>
              <a:cs typeface="宋体"/>
            </a:endParaRPr>
          </a:p>
          <a:p>
            <a:pPr marL="355600" marR="30480" indent="-342900">
              <a:lnSpc>
                <a:spcPct val="125000"/>
              </a:lnSpc>
              <a:spcBef>
                <a:spcPts val="6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dirty="0">
                <a:latin typeface="宋体"/>
                <a:cs typeface="宋体"/>
              </a:rPr>
              <a:t>中类是用一个矩形表示的，它包含三个区域，最上 面是类名、中间是类的属性、最下面是类的方法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009E5E"/>
                </a:solidFill>
                <a:latin typeface="宋体"/>
                <a:cs typeface="宋体"/>
              </a:rPr>
              <a:t>对象</a:t>
            </a:r>
            <a:r>
              <a:rPr sz="2400" dirty="0">
                <a:latin typeface="宋体"/>
                <a:cs typeface="宋体"/>
              </a:rPr>
              <a:t>则是类的一个实例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4065" y="4326280"/>
            <a:ext cx="1437076" cy="2974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94061" y="4316355"/>
            <a:ext cx="1457325" cy="317500"/>
          </a:xfrm>
          <a:custGeom>
            <a:avLst/>
            <a:gdLst/>
            <a:ahLst/>
            <a:cxnLst/>
            <a:rect l="l" t="t" r="r" b="b"/>
            <a:pathLst>
              <a:path w="1457325" h="317500">
                <a:moveTo>
                  <a:pt x="1457148" y="0"/>
                </a:moveTo>
                <a:lnTo>
                  <a:pt x="0" y="0"/>
                </a:lnTo>
                <a:lnTo>
                  <a:pt x="0" y="317214"/>
                </a:lnTo>
                <a:lnTo>
                  <a:pt x="1457148" y="317214"/>
                </a:lnTo>
                <a:lnTo>
                  <a:pt x="1457148" y="307355"/>
                </a:lnTo>
                <a:lnTo>
                  <a:pt x="20005" y="307355"/>
                </a:lnTo>
                <a:lnTo>
                  <a:pt x="10002" y="297496"/>
                </a:lnTo>
                <a:lnTo>
                  <a:pt x="20005" y="297496"/>
                </a:lnTo>
                <a:lnTo>
                  <a:pt x="20005" y="19718"/>
                </a:lnTo>
                <a:lnTo>
                  <a:pt x="10002" y="19718"/>
                </a:lnTo>
                <a:lnTo>
                  <a:pt x="20005" y="9859"/>
                </a:lnTo>
                <a:lnTo>
                  <a:pt x="1457148" y="9859"/>
                </a:lnTo>
                <a:lnTo>
                  <a:pt x="1457148" y="0"/>
                </a:lnTo>
                <a:close/>
              </a:path>
              <a:path w="1457325" h="317500">
                <a:moveTo>
                  <a:pt x="20005" y="297496"/>
                </a:moveTo>
                <a:lnTo>
                  <a:pt x="10002" y="297496"/>
                </a:lnTo>
                <a:lnTo>
                  <a:pt x="20005" y="307355"/>
                </a:lnTo>
                <a:lnTo>
                  <a:pt x="20005" y="297496"/>
                </a:lnTo>
                <a:close/>
              </a:path>
              <a:path w="1457325" h="317500">
                <a:moveTo>
                  <a:pt x="1437142" y="297496"/>
                </a:moveTo>
                <a:lnTo>
                  <a:pt x="20005" y="297496"/>
                </a:lnTo>
                <a:lnTo>
                  <a:pt x="20005" y="307355"/>
                </a:lnTo>
                <a:lnTo>
                  <a:pt x="1437142" y="307355"/>
                </a:lnTo>
                <a:lnTo>
                  <a:pt x="1437142" y="297496"/>
                </a:lnTo>
                <a:close/>
              </a:path>
              <a:path w="1457325" h="317500">
                <a:moveTo>
                  <a:pt x="1437142" y="9859"/>
                </a:moveTo>
                <a:lnTo>
                  <a:pt x="1437142" y="307355"/>
                </a:lnTo>
                <a:lnTo>
                  <a:pt x="1447145" y="297496"/>
                </a:lnTo>
                <a:lnTo>
                  <a:pt x="1457148" y="297496"/>
                </a:lnTo>
                <a:lnTo>
                  <a:pt x="1457148" y="19718"/>
                </a:lnTo>
                <a:lnTo>
                  <a:pt x="1447145" y="19718"/>
                </a:lnTo>
                <a:lnTo>
                  <a:pt x="1437142" y="9859"/>
                </a:lnTo>
                <a:close/>
              </a:path>
              <a:path w="1457325" h="317500">
                <a:moveTo>
                  <a:pt x="1457148" y="297496"/>
                </a:moveTo>
                <a:lnTo>
                  <a:pt x="1447145" y="297496"/>
                </a:lnTo>
                <a:lnTo>
                  <a:pt x="1437142" y="307355"/>
                </a:lnTo>
                <a:lnTo>
                  <a:pt x="1457148" y="307355"/>
                </a:lnTo>
                <a:lnTo>
                  <a:pt x="1457148" y="297496"/>
                </a:lnTo>
                <a:close/>
              </a:path>
              <a:path w="1457325" h="317500">
                <a:moveTo>
                  <a:pt x="20005" y="9859"/>
                </a:moveTo>
                <a:lnTo>
                  <a:pt x="10002" y="19718"/>
                </a:lnTo>
                <a:lnTo>
                  <a:pt x="20005" y="19718"/>
                </a:lnTo>
                <a:lnTo>
                  <a:pt x="20005" y="9859"/>
                </a:lnTo>
                <a:close/>
              </a:path>
              <a:path w="1457325" h="317500">
                <a:moveTo>
                  <a:pt x="1437142" y="9859"/>
                </a:moveTo>
                <a:lnTo>
                  <a:pt x="20005" y="9859"/>
                </a:lnTo>
                <a:lnTo>
                  <a:pt x="20005" y="19718"/>
                </a:lnTo>
                <a:lnTo>
                  <a:pt x="1437142" y="19718"/>
                </a:lnTo>
                <a:lnTo>
                  <a:pt x="1437142" y="9859"/>
                </a:lnTo>
                <a:close/>
              </a:path>
              <a:path w="1457325" h="317500">
                <a:moveTo>
                  <a:pt x="1457148" y="9859"/>
                </a:moveTo>
                <a:lnTo>
                  <a:pt x="1437142" y="9859"/>
                </a:lnTo>
                <a:lnTo>
                  <a:pt x="1447145" y="19718"/>
                </a:lnTo>
                <a:lnTo>
                  <a:pt x="1457148" y="19718"/>
                </a:lnTo>
                <a:lnTo>
                  <a:pt x="1457148" y="98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04065" y="4623671"/>
            <a:ext cx="1437076" cy="670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94061" y="4613851"/>
            <a:ext cx="1457325" cy="690245"/>
          </a:xfrm>
          <a:custGeom>
            <a:avLst/>
            <a:gdLst/>
            <a:ahLst/>
            <a:cxnLst/>
            <a:rect l="l" t="t" r="r" b="b"/>
            <a:pathLst>
              <a:path w="1457325" h="690245">
                <a:moveTo>
                  <a:pt x="1457148" y="0"/>
                </a:moveTo>
                <a:lnTo>
                  <a:pt x="0" y="0"/>
                </a:lnTo>
                <a:lnTo>
                  <a:pt x="0" y="690129"/>
                </a:lnTo>
                <a:lnTo>
                  <a:pt x="1457148" y="690129"/>
                </a:lnTo>
                <a:lnTo>
                  <a:pt x="1457148" y="680270"/>
                </a:lnTo>
                <a:lnTo>
                  <a:pt x="20005" y="680270"/>
                </a:lnTo>
                <a:lnTo>
                  <a:pt x="10002" y="670411"/>
                </a:lnTo>
                <a:lnTo>
                  <a:pt x="20005" y="670411"/>
                </a:lnTo>
                <a:lnTo>
                  <a:pt x="20005" y="19718"/>
                </a:lnTo>
                <a:lnTo>
                  <a:pt x="10002" y="19718"/>
                </a:lnTo>
                <a:lnTo>
                  <a:pt x="20005" y="9859"/>
                </a:lnTo>
                <a:lnTo>
                  <a:pt x="1457148" y="9859"/>
                </a:lnTo>
                <a:lnTo>
                  <a:pt x="1457148" y="0"/>
                </a:lnTo>
                <a:close/>
              </a:path>
              <a:path w="1457325" h="690245">
                <a:moveTo>
                  <a:pt x="20005" y="670411"/>
                </a:moveTo>
                <a:lnTo>
                  <a:pt x="10002" y="670411"/>
                </a:lnTo>
                <a:lnTo>
                  <a:pt x="20005" y="680270"/>
                </a:lnTo>
                <a:lnTo>
                  <a:pt x="20005" y="670411"/>
                </a:lnTo>
                <a:close/>
              </a:path>
              <a:path w="1457325" h="690245">
                <a:moveTo>
                  <a:pt x="1437142" y="670411"/>
                </a:moveTo>
                <a:lnTo>
                  <a:pt x="20005" y="670411"/>
                </a:lnTo>
                <a:lnTo>
                  <a:pt x="20005" y="680270"/>
                </a:lnTo>
                <a:lnTo>
                  <a:pt x="1437142" y="680270"/>
                </a:lnTo>
                <a:lnTo>
                  <a:pt x="1437142" y="670411"/>
                </a:lnTo>
                <a:close/>
              </a:path>
              <a:path w="1457325" h="690245">
                <a:moveTo>
                  <a:pt x="1437142" y="9859"/>
                </a:moveTo>
                <a:lnTo>
                  <a:pt x="1437142" y="680270"/>
                </a:lnTo>
                <a:lnTo>
                  <a:pt x="1447145" y="670411"/>
                </a:lnTo>
                <a:lnTo>
                  <a:pt x="1457148" y="670411"/>
                </a:lnTo>
                <a:lnTo>
                  <a:pt x="1457148" y="19718"/>
                </a:lnTo>
                <a:lnTo>
                  <a:pt x="1447145" y="19718"/>
                </a:lnTo>
                <a:lnTo>
                  <a:pt x="1437142" y="9859"/>
                </a:lnTo>
                <a:close/>
              </a:path>
              <a:path w="1457325" h="690245">
                <a:moveTo>
                  <a:pt x="1457148" y="670411"/>
                </a:moveTo>
                <a:lnTo>
                  <a:pt x="1447145" y="670411"/>
                </a:lnTo>
                <a:lnTo>
                  <a:pt x="1437142" y="680270"/>
                </a:lnTo>
                <a:lnTo>
                  <a:pt x="1457148" y="680270"/>
                </a:lnTo>
                <a:lnTo>
                  <a:pt x="1457148" y="670411"/>
                </a:lnTo>
                <a:close/>
              </a:path>
              <a:path w="1457325" h="690245">
                <a:moveTo>
                  <a:pt x="20005" y="9859"/>
                </a:moveTo>
                <a:lnTo>
                  <a:pt x="10002" y="19718"/>
                </a:lnTo>
                <a:lnTo>
                  <a:pt x="20005" y="19718"/>
                </a:lnTo>
                <a:lnTo>
                  <a:pt x="20005" y="9859"/>
                </a:lnTo>
                <a:close/>
              </a:path>
              <a:path w="1457325" h="690245">
                <a:moveTo>
                  <a:pt x="1437142" y="9859"/>
                </a:moveTo>
                <a:lnTo>
                  <a:pt x="20005" y="9859"/>
                </a:lnTo>
                <a:lnTo>
                  <a:pt x="20005" y="19718"/>
                </a:lnTo>
                <a:lnTo>
                  <a:pt x="1437142" y="19718"/>
                </a:lnTo>
                <a:lnTo>
                  <a:pt x="1437142" y="9859"/>
                </a:lnTo>
                <a:close/>
              </a:path>
              <a:path w="1457325" h="690245">
                <a:moveTo>
                  <a:pt x="1457148" y="9859"/>
                </a:moveTo>
                <a:lnTo>
                  <a:pt x="1437142" y="9859"/>
                </a:lnTo>
                <a:lnTo>
                  <a:pt x="1447145" y="19718"/>
                </a:lnTo>
                <a:lnTo>
                  <a:pt x="1457148" y="19718"/>
                </a:lnTo>
                <a:lnTo>
                  <a:pt x="1457148" y="98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04065" y="5294121"/>
            <a:ext cx="1437076" cy="6704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94061" y="5284263"/>
            <a:ext cx="1457325" cy="690245"/>
          </a:xfrm>
          <a:custGeom>
            <a:avLst/>
            <a:gdLst/>
            <a:ahLst/>
            <a:cxnLst/>
            <a:rect l="l" t="t" r="r" b="b"/>
            <a:pathLst>
              <a:path w="1457325" h="690245">
                <a:moveTo>
                  <a:pt x="1457148" y="0"/>
                </a:moveTo>
                <a:lnTo>
                  <a:pt x="0" y="0"/>
                </a:lnTo>
                <a:lnTo>
                  <a:pt x="0" y="690169"/>
                </a:lnTo>
                <a:lnTo>
                  <a:pt x="1457148" y="690169"/>
                </a:lnTo>
                <a:lnTo>
                  <a:pt x="1457148" y="680309"/>
                </a:lnTo>
                <a:lnTo>
                  <a:pt x="20005" y="680309"/>
                </a:lnTo>
                <a:lnTo>
                  <a:pt x="10002" y="670450"/>
                </a:lnTo>
                <a:lnTo>
                  <a:pt x="20005" y="670450"/>
                </a:lnTo>
                <a:lnTo>
                  <a:pt x="20005" y="19718"/>
                </a:lnTo>
                <a:lnTo>
                  <a:pt x="10002" y="19718"/>
                </a:lnTo>
                <a:lnTo>
                  <a:pt x="20005" y="9859"/>
                </a:lnTo>
                <a:lnTo>
                  <a:pt x="1457148" y="9859"/>
                </a:lnTo>
                <a:lnTo>
                  <a:pt x="1457148" y="0"/>
                </a:lnTo>
                <a:close/>
              </a:path>
              <a:path w="1457325" h="690245">
                <a:moveTo>
                  <a:pt x="20005" y="670450"/>
                </a:moveTo>
                <a:lnTo>
                  <a:pt x="10002" y="670450"/>
                </a:lnTo>
                <a:lnTo>
                  <a:pt x="20005" y="680309"/>
                </a:lnTo>
                <a:lnTo>
                  <a:pt x="20005" y="670450"/>
                </a:lnTo>
                <a:close/>
              </a:path>
              <a:path w="1457325" h="690245">
                <a:moveTo>
                  <a:pt x="1437142" y="670450"/>
                </a:moveTo>
                <a:lnTo>
                  <a:pt x="20005" y="670450"/>
                </a:lnTo>
                <a:lnTo>
                  <a:pt x="20005" y="680309"/>
                </a:lnTo>
                <a:lnTo>
                  <a:pt x="1437142" y="680309"/>
                </a:lnTo>
                <a:lnTo>
                  <a:pt x="1437142" y="670450"/>
                </a:lnTo>
                <a:close/>
              </a:path>
              <a:path w="1457325" h="690245">
                <a:moveTo>
                  <a:pt x="1437142" y="9859"/>
                </a:moveTo>
                <a:lnTo>
                  <a:pt x="1437142" y="680309"/>
                </a:lnTo>
                <a:lnTo>
                  <a:pt x="1447145" y="670450"/>
                </a:lnTo>
                <a:lnTo>
                  <a:pt x="1457148" y="670450"/>
                </a:lnTo>
                <a:lnTo>
                  <a:pt x="1457148" y="19718"/>
                </a:lnTo>
                <a:lnTo>
                  <a:pt x="1447145" y="19718"/>
                </a:lnTo>
                <a:lnTo>
                  <a:pt x="1437142" y="9859"/>
                </a:lnTo>
                <a:close/>
              </a:path>
              <a:path w="1457325" h="690245">
                <a:moveTo>
                  <a:pt x="1457148" y="670450"/>
                </a:moveTo>
                <a:lnTo>
                  <a:pt x="1447145" y="670450"/>
                </a:lnTo>
                <a:lnTo>
                  <a:pt x="1437142" y="680309"/>
                </a:lnTo>
                <a:lnTo>
                  <a:pt x="1457148" y="680309"/>
                </a:lnTo>
                <a:lnTo>
                  <a:pt x="1457148" y="670450"/>
                </a:lnTo>
                <a:close/>
              </a:path>
              <a:path w="1457325" h="690245">
                <a:moveTo>
                  <a:pt x="20005" y="9859"/>
                </a:moveTo>
                <a:lnTo>
                  <a:pt x="10002" y="19718"/>
                </a:lnTo>
                <a:lnTo>
                  <a:pt x="20005" y="19718"/>
                </a:lnTo>
                <a:lnTo>
                  <a:pt x="20005" y="9859"/>
                </a:lnTo>
                <a:close/>
              </a:path>
              <a:path w="1457325" h="690245">
                <a:moveTo>
                  <a:pt x="1437142" y="9859"/>
                </a:moveTo>
                <a:lnTo>
                  <a:pt x="20005" y="9859"/>
                </a:lnTo>
                <a:lnTo>
                  <a:pt x="20005" y="19718"/>
                </a:lnTo>
                <a:lnTo>
                  <a:pt x="1437142" y="19718"/>
                </a:lnTo>
                <a:lnTo>
                  <a:pt x="1437142" y="9859"/>
                </a:lnTo>
                <a:close/>
              </a:path>
              <a:path w="1457325" h="690245">
                <a:moveTo>
                  <a:pt x="1457148" y="9859"/>
                </a:moveTo>
                <a:lnTo>
                  <a:pt x="1437142" y="9859"/>
                </a:lnTo>
                <a:lnTo>
                  <a:pt x="1447145" y="19718"/>
                </a:lnTo>
                <a:lnTo>
                  <a:pt x="1457148" y="19718"/>
                </a:lnTo>
                <a:lnTo>
                  <a:pt x="1457148" y="98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04065" y="4251829"/>
            <a:ext cx="1437640" cy="136271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1650" spc="10" dirty="0">
                <a:solidFill>
                  <a:srgbClr val="FF0000"/>
                </a:solidFill>
                <a:latin typeface="宋体"/>
                <a:cs typeface="宋体"/>
              </a:rPr>
              <a:t>图形</a:t>
            </a:r>
            <a:endParaRPr sz="1650">
              <a:latin typeface="宋体"/>
              <a:cs typeface="宋体"/>
            </a:endParaRPr>
          </a:p>
          <a:p>
            <a:pPr marL="107314">
              <a:lnSpc>
                <a:spcPct val="100000"/>
              </a:lnSpc>
              <a:spcBef>
                <a:spcPts val="610"/>
              </a:spcBef>
            </a:pPr>
            <a:r>
              <a:rPr sz="1450" spc="35" dirty="0">
                <a:solidFill>
                  <a:srgbClr val="FF0000"/>
                </a:solidFill>
                <a:latin typeface="MS Gothic"/>
                <a:cs typeface="MS Gothic"/>
              </a:rPr>
              <a:t>位置</a:t>
            </a:r>
            <a:endParaRPr sz="1450">
              <a:latin typeface="MS Gothic"/>
              <a:cs typeface="MS Gothic"/>
            </a:endParaRPr>
          </a:p>
          <a:p>
            <a:pPr marL="107314">
              <a:lnSpc>
                <a:spcPct val="100000"/>
              </a:lnSpc>
              <a:spcBef>
                <a:spcPts val="5"/>
              </a:spcBef>
            </a:pPr>
            <a:r>
              <a:rPr sz="1450" spc="35" dirty="0">
                <a:solidFill>
                  <a:srgbClr val="FF0000"/>
                </a:solidFill>
                <a:latin typeface="宋体"/>
                <a:cs typeface="宋体"/>
              </a:rPr>
              <a:t>颜色</a:t>
            </a:r>
            <a:endParaRPr sz="14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宋体"/>
              <a:cs typeface="宋体"/>
            </a:endParaRPr>
          </a:p>
          <a:p>
            <a:pPr marL="107314">
              <a:lnSpc>
                <a:spcPct val="100000"/>
              </a:lnSpc>
            </a:pPr>
            <a:r>
              <a:rPr sz="1650" b="1" spc="15" dirty="0">
                <a:solidFill>
                  <a:srgbClr val="FF0000"/>
                </a:solidFill>
                <a:latin typeface="Arial"/>
                <a:cs typeface="Arial"/>
              </a:rPr>
              <a:t>Draw()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63314" y="5115451"/>
            <a:ext cx="1502554" cy="3873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54671" y="5106909"/>
            <a:ext cx="1520190" cy="404495"/>
          </a:xfrm>
          <a:custGeom>
            <a:avLst/>
            <a:gdLst/>
            <a:ahLst/>
            <a:cxnLst/>
            <a:rect l="l" t="t" r="r" b="b"/>
            <a:pathLst>
              <a:path w="1520189" h="404495">
                <a:moveTo>
                  <a:pt x="1519751" y="0"/>
                </a:moveTo>
                <a:lnTo>
                  <a:pt x="0" y="0"/>
                </a:lnTo>
                <a:lnTo>
                  <a:pt x="0" y="404470"/>
                </a:lnTo>
                <a:lnTo>
                  <a:pt x="1519751" y="404470"/>
                </a:lnTo>
                <a:lnTo>
                  <a:pt x="1519751" y="395925"/>
                </a:lnTo>
                <a:lnTo>
                  <a:pt x="17285" y="395925"/>
                </a:lnTo>
                <a:lnTo>
                  <a:pt x="8643" y="387379"/>
                </a:lnTo>
                <a:lnTo>
                  <a:pt x="17285" y="387379"/>
                </a:lnTo>
                <a:lnTo>
                  <a:pt x="17285" y="17090"/>
                </a:lnTo>
                <a:lnTo>
                  <a:pt x="8643" y="17090"/>
                </a:lnTo>
                <a:lnTo>
                  <a:pt x="17285" y="8545"/>
                </a:lnTo>
                <a:lnTo>
                  <a:pt x="1519751" y="8545"/>
                </a:lnTo>
                <a:lnTo>
                  <a:pt x="1519751" y="0"/>
                </a:lnTo>
                <a:close/>
              </a:path>
              <a:path w="1520189" h="404495">
                <a:moveTo>
                  <a:pt x="17285" y="387379"/>
                </a:moveTo>
                <a:lnTo>
                  <a:pt x="8643" y="387379"/>
                </a:lnTo>
                <a:lnTo>
                  <a:pt x="17285" y="395925"/>
                </a:lnTo>
                <a:lnTo>
                  <a:pt x="17285" y="387379"/>
                </a:lnTo>
                <a:close/>
              </a:path>
              <a:path w="1520189" h="404495">
                <a:moveTo>
                  <a:pt x="1502465" y="387379"/>
                </a:moveTo>
                <a:lnTo>
                  <a:pt x="17285" y="387379"/>
                </a:lnTo>
                <a:lnTo>
                  <a:pt x="17285" y="395925"/>
                </a:lnTo>
                <a:lnTo>
                  <a:pt x="1502465" y="395925"/>
                </a:lnTo>
                <a:lnTo>
                  <a:pt x="1502465" y="387379"/>
                </a:lnTo>
                <a:close/>
              </a:path>
              <a:path w="1520189" h="404495">
                <a:moveTo>
                  <a:pt x="1502465" y="8545"/>
                </a:moveTo>
                <a:lnTo>
                  <a:pt x="1502465" y="395925"/>
                </a:lnTo>
                <a:lnTo>
                  <a:pt x="1511108" y="387379"/>
                </a:lnTo>
                <a:lnTo>
                  <a:pt x="1519751" y="387379"/>
                </a:lnTo>
                <a:lnTo>
                  <a:pt x="1519751" y="17090"/>
                </a:lnTo>
                <a:lnTo>
                  <a:pt x="1511108" y="17090"/>
                </a:lnTo>
                <a:lnTo>
                  <a:pt x="1502465" y="8545"/>
                </a:lnTo>
                <a:close/>
              </a:path>
              <a:path w="1520189" h="404495">
                <a:moveTo>
                  <a:pt x="1519751" y="387379"/>
                </a:moveTo>
                <a:lnTo>
                  <a:pt x="1511108" y="387379"/>
                </a:lnTo>
                <a:lnTo>
                  <a:pt x="1502465" y="395925"/>
                </a:lnTo>
                <a:lnTo>
                  <a:pt x="1519751" y="395925"/>
                </a:lnTo>
                <a:lnTo>
                  <a:pt x="1519751" y="387379"/>
                </a:lnTo>
                <a:close/>
              </a:path>
              <a:path w="1520189" h="404495">
                <a:moveTo>
                  <a:pt x="17285" y="8545"/>
                </a:moveTo>
                <a:lnTo>
                  <a:pt x="8643" y="17090"/>
                </a:lnTo>
                <a:lnTo>
                  <a:pt x="17285" y="17090"/>
                </a:lnTo>
                <a:lnTo>
                  <a:pt x="17285" y="8545"/>
                </a:lnTo>
                <a:close/>
              </a:path>
              <a:path w="1520189" h="404495">
                <a:moveTo>
                  <a:pt x="1502465" y="8545"/>
                </a:moveTo>
                <a:lnTo>
                  <a:pt x="17285" y="8545"/>
                </a:lnTo>
                <a:lnTo>
                  <a:pt x="17285" y="17090"/>
                </a:lnTo>
                <a:lnTo>
                  <a:pt x="1502465" y="17090"/>
                </a:lnTo>
                <a:lnTo>
                  <a:pt x="1502465" y="8545"/>
                </a:lnTo>
                <a:close/>
              </a:path>
              <a:path w="1520189" h="404495">
                <a:moveTo>
                  <a:pt x="1519751" y="8545"/>
                </a:moveTo>
                <a:lnTo>
                  <a:pt x="1502465" y="8545"/>
                </a:lnTo>
                <a:lnTo>
                  <a:pt x="1511108" y="17090"/>
                </a:lnTo>
                <a:lnTo>
                  <a:pt x="1519751" y="17090"/>
                </a:lnTo>
                <a:lnTo>
                  <a:pt x="1519751" y="854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63314" y="5180995"/>
            <a:ext cx="150304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100"/>
              </a:spcBef>
            </a:pPr>
            <a:r>
              <a:rPr sz="1450" spc="10" dirty="0">
                <a:solidFill>
                  <a:srgbClr val="FF0000"/>
                </a:solidFill>
                <a:latin typeface="宋体"/>
                <a:cs typeface="宋体"/>
              </a:rPr>
              <a:t>图</a:t>
            </a:r>
            <a:r>
              <a:rPr sz="1450" spc="55" dirty="0">
                <a:solidFill>
                  <a:srgbClr val="FF0000"/>
                </a:solidFill>
                <a:latin typeface="宋体"/>
                <a:cs typeface="宋体"/>
              </a:rPr>
              <a:t>形</a:t>
            </a:r>
            <a:r>
              <a:rPr sz="1450" b="1" spc="-3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50" spc="-35" dirty="0">
                <a:solidFill>
                  <a:srgbClr val="FF0000"/>
                </a:solidFill>
                <a:latin typeface="MS Gothic"/>
                <a:cs typeface="MS Gothic"/>
              </a:rPr>
              <a:t>：</a:t>
            </a:r>
            <a:r>
              <a:rPr sz="1450" spc="-15" dirty="0">
                <a:solidFill>
                  <a:srgbClr val="FF0000"/>
                </a:solidFill>
                <a:latin typeface="宋体"/>
                <a:cs typeface="宋体"/>
              </a:rPr>
              <a:t>图</a:t>
            </a:r>
            <a:r>
              <a:rPr sz="1450" spc="20" dirty="0">
                <a:solidFill>
                  <a:srgbClr val="FF0000"/>
                </a:solidFill>
                <a:latin typeface="MS Gothic"/>
                <a:cs typeface="MS Gothic"/>
              </a:rPr>
              <a:t>形</a:t>
            </a:r>
            <a:endParaRPr sz="1450">
              <a:latin typeface="MS Gothic"/>
              <a:cs typeface="MS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2236" y="135636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接口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352" y="1567179"/>
            <a:ext cx="7124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接口是描述某个类或构件的一个服务操作集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1333" y="3111473"/>
            <a:ext cx="3598740" cy="24011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79230" y="3759995"/>
            <a:ext cx="454659" cy="695960"/>
          </a:xfrm>
          <a:custGeom>
            <a:avLst/>
            <a:gdLst/>
            <a:ahLst/>
            <a:cxnLst/>
            <a:rect l="l" t="t" r="r" b="b"/>
            <a:pathLst>
              <a:path w="454660" h="695960">
                <a:moveTo>
                  <a:pt x="454397" y="347898"/>
                </a:moveTo>
                <a:lnTo>
                  <a:pt x="451423" y="291453"/>
                </a:lnTo>
                <a:lnTo>
                  <a:pt x="442813" y="237913"/>
                </a:lnTo>
                <a:lnTo>
                  <a:pt x="429035" y="187993"/>
                </a:lnTo>
                <a:lnTo>
                  <a:pt x="410556" y="142408"/>
                </a:lnTo>
                <a:lnTo>
                  <a:pt x="387846" y="101875"/>
                </a:lnTo>
                <a:lnTo>
                  <a:pt x="361372" y="67107"/>
                </a:lnTo>
                <a:lnTo>
                  <a:pt x="331602" y="38820"/>
                </a:lnTo>
                <a:lnTo>
                  <a:pt x="299004" y="17730"/>
                </a:lnTo>
                <a:lnTo>
                  <a:pt x="227198" y="0"/>
                </a:lnTo>
                <a:lnTo>
                  <a:pt x="190350" y="4551"/>
                </a:lnTo>
                <a:lnTo>
                  <a:pt x="122795" y="38820"/>
                </a:lnTo>
                <a:lnTo>
                  <a:pt x="93025" y="67107"/>
                </a:lnTo>
                <a:lnTo>
                  <a:pt x="66551" y="101875"/>
                </a:lnTo>
                <a:lnTo>
                  <a:pt x="43841" y="142408"/>
                </a:lnTo>
                <a:lnTo>
                  <a:pt x="25362" y="187993"/>
                </a:lnTo>
                <a:lnTo>
                  <a:pt x="11584" y="237913"/>
                </a:lnTo>
                <a:lnTo>
                  <a:pt x="2974" y="291453"/>
                </a:lnTo>
                <a:lnTo>
                  <a:pt x="0" y="347898"/>
                </a:lnTo>
                <a:lnTo>
                  <a:pt x="2974" y="404315"/>
                </a:lnTo>
                <a:lnTo>
                  <a:pt x="11584" y="457832"/>
                </a:lnTo>
                <a:lnTo>
                  <a:pt x="25362" y="507734"/>
                </a:lnTo>
                <a:lnTo>
                  <a:pt x="43841" y="553305"/>
                </a:lnTo>
                <a:lnTo>
                  <a:pt x="66551" y="593829"/>
                </a:lnTo>
                <a:lnTo>
                  <a:pt x="93025" y="628590"/>
                </a:lnTo>
                <a:lnTo>
                  <a:pt x="122795" y="656873"/>
                </a:lnTo>
                <a:lnTo>
                  <a:pt x="155392" y="677961"/>
                </a:lnTo>
                <a:lnTo>
                  <a:pt x="227198" y="695690"/>
                </a:lnTo>
                <a:lnTo>
                  <a:pt x="264047" y="691139"/>
                </a:lnTo>
                <a:lnTo>
                  <a:pt x="331602" y="656873"/>
                </a:lnTo>
                <a:lnTo>
                  <a:pt x="361372" y="628590"/>
                </a:lnTo>
                <a:lnTo>
                  <a:pt x="387846" y="593829"/>
                </a:lnTo>
                <a:lnTo>
                  <a:pt x="410556" y="553305"/>
                </a:lnTo>
                <a:lnTo>
                  <a:pt x="429035" y="507734"/>
                </a:lnTo>
                <a:lnTo>
                  <a:pt x="442813" y="457832"/>
                </a:lnTo>
                <a:lnTo>
                  <a:pt x="451423" y="404315"/>
                </a:lnTo>
                <a:lnTo>
                  <a:pt x="454397" y="347898"/>
                </a:lnTo>
                <a:close/>
              </a:path>
            </a:pathLst>
          </a:custGeom>
          <a:ln w="2307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51587" y="3548160"/>
            <a:ext cx="697230" cy="695960"/>
          </a:xfrm>
          <a:custGeom>
            <a:avLst/>
            <a:gdLst/>
            <a:ahLst/>
            <a:cxnLst/>
            <a:rect l="l" t="t" r="r" b="b"/>
            <a:pathLst>
              <a:path w="697229" h="695960">
                <a:moveTo>
                  <a:pt x="696664" y="347898"/>
                </a:moveTo>
                <a:lnTo>
                  <a:pt x="693485" y="300701"/>
                </a:lnTo>
                <a:lnTo>
                  <a:pt x="684224" y="255430"/>
                </a:lnTo>
                <a:lnTo>
                  <a:pt x="669295" y="212501"/>
                </a:lnTo>
                <a:lnTo>
                  <a:pt x="649113" y="172328"/>
                </a:lnTo>
                <a:lnTo>
                  <a:pt x="624092" y="135328"/>
                </a:lnTo>
                <a:lnTo>
                  <a:pt x="594647" y="101915"/>
                </a:lnTo>
                <a:lnTo>
                  <a:pt x="561192" y="72503"/>
                </a:lnTo>
                <a:lnTo>
                  <a:pt x="524142" y="47509"/>
                </a:lnTo>
                <a:lnTo>
                  <a:pt x="483911" y="27346"/>
                </a:lnTo>
                <a:lnTo>
                  <a:pt x="440914" y="12430"/>
                </a:lnTo>
                <a:lnTo>
                  <a:pt x="395565" y="3176"/>
                </a:lnTo>
                <a:lnTo>
                  <a:pt x="348279" y="0"/>
                </a:lnTo>
                <a:lnTo>
                  <a:pt x="301017" y="3176"/>
                </a:lnTo>
                <a:lnTo>
                  <a:pt x="255688" y="12430"/>
                </a:lnTo>
                <a:lnTo>
                  <a:pt x="212708" y="27346"/>
                </a:lnTo>
                <a:lnTo>
                  <a:pt x="172490" y="47509"/>
                </a:lnTo>
                <a:lnTo>
                  <a:pt x="135451" y="72503"/>
                </a:lnTo>
                <a:lnTo>
                  <a:pt x="102004" y="101915"/>
                </a:lnTo>
                <a:lnTo>
                  <a:pt x="72564" y="135328"/>
                </a:lnTo>
                <a:lnTo>
                  <a:pt x="47547" y="172328"/>
                </a:lnTo>
                <a:lnTo>
                  <a:pt x="27367" y="212501"/>
                </a:lnTo>
                <a:lnTo>
                  <a:pt x="12440" y="255430"/>
                </a:lnTo>
                <a:lnTo>
                  <a:pt x="3179" y="300701"/>
                </a:lnTo>
                <a:lnTo>
                  <a:pt x="0" y="347898"/>
                </a:lnTo>
                <a:lnTo>
                  <a:pt x="3179" y="395119"/>
                </a:lnTo>
                <a:lnTo>
                  <a:pt x="12440" y="440404"/>
                </a:lnTo>
                <a:lnTo>
                  <a:pt x="27367" y="483341"/>
                </a:lnTo>
                <a:lnTo>
                  <a:pt x="47547" y="523516"/>
                </a:lnTo>
                <a:lnTo>
                  <a:pt x="72564" y="560514"/>
                </a:lnTo>
                <a:lnTo>
                  <a:pt x="102004" y="593922"/>
                </a:lnTo>
                <a:lnTo>
                  <a:pt x="135451" y="623326"/>
                </a:lnTo>
                <a:lnTo>
                  <a:pt x="172490" y="648312"/>
                </a:lnTo>
                <a:lnTo>
                  <a:pt x="212708" y="668466"/>
                </a:lnTo>
                <a:lnTo>
                  <a:pt x="255688" y="683374"/>
                </a:lnTo>
                <a:lnTo>
                  <a:pt x="301017" y="692622"/>
                </a:lnTo>
                <a:lnTo>
                  <a:pt x="348279" y="695797"/>
                </a:lnTo>
                <a:lnTo>
                  <a:pt x="395565" y="692622"/>
                </a:lnTo>
                <a:lnTo>
                  <a:pt x="440914" y="683374"/>
                </a:lnTo>
                <a:lnTo>
                  <a:pt x="483911" y="668466"/>
                </a:lnTo>
                <a:lnTo>
                  <a:pt x="524142" y="648312"/>
                </a:lnTo>
                <a:lnTo>
                  <a:pt x="561192" y="623326"/>
                </a:lnTo>
                <a:lnTo>
                  <a:pt x="594647" y="593922"/>
                </a:lnTo>
                <a:lnTo>
                  <a:pt x="624092" y="560514"/>
                </a:lnTo>
                <a:lnTo>
                  <a:pt x="649113" y="523516"/>
                </a:lnTo>
                <a:lnTo>
                  <a:pt x="669295" y="483341"/>
                </a:lnTo>
                <a:lnTo>
                  <a:pt x="684224" y="440404"/>
                </a:lnTo>
                <a:lnTo>
                  <a:pt x="693485" y="395119"/>
                </a:lnTo>
                <a:lnTo>
                  <a:pt x="696664" y="347898"/>
                </a:lnTo>
                <a:close/>
              </a:path>
            </a:pathLst>
          </a:custGeom>
          <a:ln w="2306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318" y="3578468"/>
            <a:ext cx="1454150" cy="2087880"/>
          </a:xfrm>
          <a:custGeom>
            <a:avLst/>
            <a:gdLst/>
            <a:ahLst/>
            <a:cxnLst/>
            <a:rect l="l" t="t" r="r" b="b"/>
            <a:pathLst>
              <a:path w="1454150" h="2087879">
                <a:moveTo>
                  <a:pt x="1454083" y="1043589"/>
                </a:moveTo>
                <a:lnTo>
                  <a:pt x="1453007" y="986328"/>
                </a:lnTo>
                <a:lnTo>
                  <a:pt x="1449817" y="929875"/>
                </a:lnTo>
                <a:lnTo>
                  <a:pt x="1444567" y="874308"/>
                </a:lnTo>
                <a:lnTo>
                  <a:pt x="1437314" y="819708"/>
                </a:lnTo>
                <a:lnTo>
                  <a:pt x="1428112" y="766154"/>
                </a:lnTo>
                <a:lnTo>
                  <a:pt x="1417017" y="713726"/>
                </a:lnTo>
                <a:lnTo>
                  <a:pt x="1404085" y="662503"/>
                </a:lnTo>
                <a:lnTo>
                  <a:pt x="1389371" y="612564"/>
                </a:lnTo>
                <a:lnTo>
                  <a:pt x="1372930" y="563990"/>
                </a:lnTo>
                <a:lnTo>
                  <a:pt x="1354819" y="516860"/>
                </a:lnTo>
                <a:lnTo>
                  <a:pt x="1335091" y="471253"/>
                </a:lnTo>
                <a:lnTo>
                  <a:pt x="1313803" y="427249"/>
                </a:lnTo>
                <a:lnTo>
                  <a:pt x="1291011" y="384928"/>
                </a:lnTo>
                <a:lnTo>
                  <a:pt x="1266769" y="344369"/>
                </a:lnTo>
                <a:lnTo>
                  <a:pt x="1241134" y="305652"/>
                </a:lnTo>
                <a:lnTo>
                  <a:pt x="1214160" y="268856"/>
                </a:lnTo>
                <a:lnTo>
                  <a:pt x="1185903" y="234060"/>
                </a:lnTo>
                <a:lnTo>
                  <a:pt x="1156418" y="201345"/>
                </a:lnTo>
                <a:lnTo>
                  <a:pt x="1125761" y="170791"/>
                </a:lnTo>
                <a:lnTo>
                  <a:pt x="1093988" y="142475"/>
                </a:lnTo>
                <a:lnTo>
                  <a:pt x="1061153" y="116479"/>
                </a:lnTo>
                <a:lnTo>
                  <a:pt x="1027313" y="92881"/>
                </a:lnTo>
                <a:lnTo>
                  <a:pt x="992522" y="71762"/>
                </a:lnTo>
                <a:lnTo>
                  <a:pt x="956837" y="53200"/>
                </a:lnTo>
                <a:lnTo>
                  <a:pt x="920312" y="37276"/>
                </a:lnTo>
                <a:lnTo>
                  <a:pt x="883003" y="24069"/>
                </a:lnTo>
                <a:lnTo>
                  <a:pt x="844965" y="13658"/>
                </a:lnTo>
                <a:lnTo>
                  <a:pt x="806255" y="6123"/>
                </a:lnTo>
                <a:lnTo>
                  <a:pt x="766926" y="1544"/>
                </a:lnTo>
                <a:lnTo>
                  <a:pt x="727036" y="0"/>
                </a:lnTo>
                <a:lnTo>
                  <a:pt x="687146" y="1544"/>
                </a:lnTo>
                <a:lnTo>
                  <a:pt x="647817" y="6123"/>
                </a:lnTo>
                <a:lnTo>
                  <a:pt x="609107" y="13658"/>
                </a:lnTo>
                <a:lnTo>
                  <a:pt x="571070" y="24069"/>
                </a:lnTo>
                <a:lnTo>
                  <a:pt x="533761" y="37276"/>
                </a:lnTo>
                <a:lnTo>
                  <a:pt x="497236" y="53200"/>
                </a:lnTo>
                <a:lnTo>
                  <a:pt x="461551" y="71762"/>
                </a:lnTo>
                <a:lnTo>
                  <a:pt x="426761" y="92881"/>
                </a:lnTo>
                <a:lnTo>
                  <a:pt x="392921" y="116479"/>
                </a:lnTo>
                <a:lnTo>
                  <a:pt x="360087" y="142475"/>
                </a:lnTo>
                <a:lnTo>
                  <a:pt x="328314" y="170791"/>
                </a:lnTo>
                <a:lnTo>
                  <a:pt x="297658" y="201345"/>
                </a:lnTo>
                <a:lnTo>
                  <a:pt x="268174" y="234060"/>
                </a:lnTo>
                <a:lnTo>
                  <a:pt x="239917" y="268856"/>
                </a:lnTo>
                <a:lnTo>
                  <a:pt x="212944" y="305652"/>
                </a:lnTo>
                <a:lnTo>
                  <a:pt x="187309" y="344369"/>
                </a:lnTo>
                <a:lnTo>
                  <a:pt x="163067" y="384928"/>
                </a:lnTo>
                <a:lnTo>
                  <a:pt x="140275" y="427249"/>
                </a:lnTo>
                <a:lnTo>
                  <a:pt x="118988" y="471253"/>
                </a:lnTo>
                <a:lnTo>
                  <a:pt x="99261" y="516860"/>
                </a:lnTo>
                <a:lnTo>
                  <a:pt x="81150" y="563990"/>
                </a:lnTo>
                <a:lnTo>
                  <a:pt x="64710" y="612564"/>
                </a:lnTo>
                <a:lnTo>
                  <a:pt x="49996" y="662503"/>
                </a:lnTo>
                <a:lnTo>
                  <a:pt x="37064" y="713726"/>
                </a:lnTo>
                <a:lnTo>
                  <a:pt x="25970" y="766154"/>
                </a:lnTo>
                <a:lnTo>
                  <a:pt x="16768" y="819708"/>
                </a:lnTo>
                <a:lnTo>
                  <a:pt x="9515" y="874308"/>
                </a:lnTo>
                <a:lnTo>
                  <a:pt x="4266" y="929875"/>
                </a:lnTo>
                <a:lnTo>
                  <a:pt x="1075" y="986328"/>
                </a:lnTo>
                <a:lnTo>
                  <a:pt x="0" y="1043589"/>
                </a:lnTo>
                <a:lnTo>
                  <a:pt x="1075" y="1100857"/>
                </a:lnTo>
                <a:lnTo>
                  <a:pt x="4266" y="1157316"/>
                </a:lnTo>
                <a:lnTo>
                  <a:pt x="9515" y="1212889"/>
                </a:lnTo>
                <a:lnTo>
                  <a:pt x="16768" y="1267495"/>
                </a:lnTo>
                <a:lnTo>
                  <a:pt x="25970" y="1321055"/>
                </a:lnTo>
                <a:lnTo>
                  <a:pt x="37064" y="1373489"/>
                </a:lnTo>
                <a:lnTo>
                  <a:pt x="49996" y="1424717"/>
                </a:lnTo>
                <a:lnTo>
                  <a:pt x="64710" y="1474661"/>
                </a:lnTo>
                <a:lnTo>
                  <a:pt x="81150" y="1523240"/>
                </a:lnTo>
                <a:lnTo>
                  <a:pt x="99261" y="1570375"/>
                </a:lnTo>
                <a:lnTo>
                  <a:pt x="118988" y="1615986"/>
                </a:lnTo>
                <a:lnTo>
                  <a:pt x="140275" y="1659995"/>
                </a:lnTo>
                <a:lnTo>
                  <a:pt x="163067" y="1702320"/>
                </a:lnTo>
                <a:lnTo>
                  <a:pt x="187308" y="1742883"/>
                </a:lnTo>
                <a:lnTo>
                  <a:pt x="212942" y="1781604"/>
                </a:lnTo>
                <a:lnTo>
                  <a:pt x="239916" y="1818404"/>
                </a:lnTo>
                <a:lnTo>
                  <a:pt x="268172" y="1853203"/>
                </a:lnTo>
                <a:lnTo>
                  <a:pt x="297656" y="1885921"/>
                </a:lnTo>
                <a:lnTo>
                  <a:pt x="328311" y="1916479"/>
                </a:lnTo>
                <a:lnTo>
                  <a:pt x="360084" y="1944797"/>
                </a:lnTo>
                <a:lnTo>
                  <a:pt x="392917" y="1970795"/>
                </a:lnTo>
                <a:lnTo>
                  <a:pt x="426757" y="1994395"/>
                </a:lnTo>
                <a:lnTo>
                  <a:pt x="461546" y="2015517"/>
                </a:lnTo>
                <a:lnTo>
                  <a:pt x="497231" y="2034080"/>
                </a:lnTo>
                <a:lnTo>
                  <a:pt x="533755" y="2050006"/>
                </a:lnTo>
                <a:lnTo>
                  <a:pt x="571063" y="2063214"/>
                </a:lnTo>
                <a:lnTo>
                  <a:pt x="609099" y="2073626"/>
                </a:lnTo>
                <a:lnTo>
                  <a:pt x="647809" y="2081162"/>
                </a:lnTo>
                <a:lnTo>
                  <a:pt x="687136" y="2085742"/>
                </a:lnTo>
                <a:lnTo>
                  <a:pt x="727025" y="2087286"/>
                </a:lnTo>
                <a:lnTo>
                  <a:pt x="766917" y="2085742"/>
                </a:lnTo>
                <a:lnTo>
                  <a:pt x="806246" y="2081162"/>
                </a:lnTo>
                <a:lnTo>
                  <a:pt x="844958" y="2073626"/>
                </a:lnTo>
                <a:lnTo>
                  <a:pt x="882996" y="2063214"/>
                </a:lnTo>
                <a:lnTo>
                  <a:pt x="920306" y="2050006"/>
                </a:lnTo>
                <a:lnTo>
                  <a:pt x="956831" y="2034080"/>
                </a:lnTo>
                <a:lnTo>
                  <a:pt x="992517" y="2015517"/>
                </a:lnTo>
                <a:lnTo>
                  <a:pt x="1027309" y="1994395"/>
                </a:lnTo>
                <a:lnTo>
                  <a:pt x="1061150" y="1970795"/>
                </a:lnTo>
                <a:lnTo>
                  <a:pt x="1093985" y="1944797"/>
                </a:lnTo>
                <a:lnTo>
                  <a:pt x="1125758" y="1916479"/>
                </a:lnTo>
                <a:lnTo>
                  <a:pt x="1156416" y="1885921"/>
                </a:lnTo>
                <a:lnTo>
                  <a:pt x="1185901" y="1853203"/>
                </a:lnTo>
                <a:lnTo>
                  <a:pt x="1214158" y="1818404"/>
                </a:lnTo>
                <a:lnTo>
                  <a:pt x="1241132" y="1781604"/>
                </a:lnTo>
                <a:lnTo>
                  <a:pt x="1266768" y="1742883"/>
                </a:lnTo>
                <a:lnTo>
                  <a:pt x="1291010" y="1702320"/>
                </a:lnTo>
                <a:lnTo>
                  <a:pt x="1313803" y="1659995"/>
                </a:lnTo>
                <a:lnTo>
                  <a:pt x="1335091" y="1615986"/>
                </a:lnTo>
                <a:lnTo>
                  <a:pt x="1354818" y="1570375"/>
                </a:lnTo>
                <a:lnTo>
                  <a:pt x="1372930" y="1523240"/>
                </a:lnTo>
                <a:lnTo>
                  <a:pt x="1389371" y="1474661"/>
                </a:lnTo>
                <a:lnTo>
                  <a:pt x="1404085" y="1424717"/>
                </a:lnTo>
                <a:lnTo>
                  <a:pt x="1417017" y="1373489"/>
                </a:lnTo>
                <a:lnTo>
                  <a:pt x="1428112" y="1321055"/>
                </a:lnTo>
                <a:lnTo>
                  <a:pt x="1437314" y="1267495"/>
                </a:lnTo>
                <a:lnTo>
                  <a:pt x="1444567" y="1212889"/>
                </a:lnTo>
                <a:lnTo>
                  <a:pt x="1449817" y="1157316"/>
                </a:lnTo>
                <a:lnTo>
                  <a:pt x="1453007" y="1100857"/>
                </a:lnTo>
                <a:lnTo>
                  <a:pt x="1454083" y="1043589"/>
                </a:lnTo>
                <a:close/>
              </a:path>
            </a:pathLst>
          </a:custGeom>
          <a:ln w="23072">
            <a:solidFill>
              <a:srgbClr val="0000F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8393" y="2973487"/>
            <a:ext cx="364490" cy="793750"/>
          </a:xfrm>
          <a:custGeom>
            <a:avLst/>
            <a:gdLst/>
            <a:ahLst/>
            <a:cxnLst/>
            <a:rect l="l" t="t" r="r" b="b"/>
            <a:pathLst>
              <a:path w="364489" h="793750">
                <a:moveTo>
                  <a:pt x="363988" y="793657"/>
                </a:moveTo>
                <a:lnTo>
                  <a:pt x="0" y="0"/>
                </a:lnTo>
              </a:path>
            </a:pathLst>
          </a:custGeom>
          <a:ln w="2307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01741" y="2642980"/>
            <a:ext cx="28257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5" dirty="0">
                <a:solidFill>
                  <a:srgbClr val="FF0000"/>
                </a:solidFill>
                <a:latin typeface="MS Gothic"/>
                <a:cs typeface="MS Gothic"/>
              </a:rPr>
              <a:t>接口</a:t>
            </a:r>
            <a:endParaRPr sz="1000">
              <a:latin typeface="MS Gothic"/>
              <a:cs typeface="MS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4447" y="2796653"/>
            <a:ext cx="143764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5" dirty="0">
                <a:solidFill>
                  <a:srgbClr val="0000FF"/>
                </a:solidFill>
                <a:latin typeface="MS Gothic"/>
                <a:cs typeface="MS Gothic"/>
              </a:rPr>
              <a:t>提供</a:t>
            </a:r>
            <a:r>
              <a:rPr sz="1000" spc="5" dirty="0">
                <a:solidFill>
                  <a:srgbClr val="0000FF"/>
                </a:solidFill>
                <a:latin typeface="宋体"/>
                <a:cs typeface="宋体"/>
              </a:rPr>
              <a:t>汉</a:t>
            </a:r>
            <a:r>
              <a:rPr sz="1000" spc="5" dirty="0">
                <a:solidFill>
                  <a:srgbClr val="0000FF"/>
                </a:solidFill>
                <a:latin typeface="MS Gothic"/>
                <a:cs typeface="MS Gothic"/>
              </a:rPr>
              <a:t>堡（套餐名，</a:t>
            </a:r>
            <a:r>
              <a:rPr sz="1000" spc="5" dirty="0">
                <a:solidFill>
                  <a:srgbClr val="0000FF"/>
                </a:solidFill>
                <a:latin typeface="宋体"/>
                <a:cs typeface="宋体"/>
              </a:rPr>
              <a:t>钱</a:t>
            </a:r>
            <a:r>
              <a:rPr sz="1000" spc="5" dirty="0">
                <a:solidFill>
                  <a:srgbClr val="0000FF"/>
                </a:solidFill>
                <a:latin typeface="MS Gothic"/>
                <a:cs typeface="MS Gothic"/>
              </a:rPr>
              <a:t>）</a:t>
            </a:r>
            <a:endParaRPr sz="1000">
              <a:latin typeface="MS Gothic"/>
              <a:cs typeface="MS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54447" y="2943180"/>
            <a:ext cx="282575" cy="698500"/>
          </a:xfrm>
          <a:custGeom>
            <a:avLst/>
            <a:gdLst/>
            <a:ahLst/>
            <a:cxnLst/>
            <a:rect l="l" t="t" r="r" b="b"/>
            <a:pathLst>
              <a:path w="282575" h="698500">
                <a:moveTo>
                  <a:pt x="282555" y="698038"/>
                </a:moveTo>
                <a:lnTo>
                  <a:pt x="0" y="0"/>
                </a:lnTo>
              </a:path>
            </a:pathLst>
          </a:custGeom>
          <a:ln w="2307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448982" y="2551950"/>
            <a:ext cx="1181100" cy="487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00" spc="5" dirty="0">
                <a:solidFill>
                  <a:srgbClr val="FF0000"/>
                </a:solidFill>
                <a:latin typeface="MS Gothic"/>
                <a:cs typeface="MS Gothic"/>
              </a:rPr>
              <a:t>方法</a:t>
            </a:r>
            <a:endParaRPr sz="1000">
              <a:latin typeface="MS Gothic"/>
              <a:cs typeface="MS Gothic"/>
            </a:endParaRPr>
          </a:p>
          <a:p>
            <a:pPr marL="12065" marR="5080" algn="ctr">
              <a:lnSpc>
                <a:spcPct val="100800"/>
              </a:lnSpc>
            </a:pPr>
            <a:r>
              <a:rPr sz="1000" spc="5" dirty="0">
                <a:solidFill>
                  <a:srgbClr val="0000FF"/>
                </a:solidFill>
                <a:latin typeface="MS Gothic"/>
                <a:cs typeface="MS Gothic"/>
              </a:rPr>
              <a:t>它</a:t>
            </a:r>
            <a:r>
              <a:rPr sz="1000" spc="5" dirty="0">
                <a:solidFill>
                  <a:srgbClr val="0000FF"/>
                </a:solidFill>
                <a:latin typeface="宋体"/>
                <a:cs typeface="宋体"/>
              </a:rPr>
              <a:t>实际</a:t>
            </a:r>
            <a:r>
              <a:rPr sz="1000" spc="5" dirty="0">
                <a:solidFill>
                  <a:srgbClr val="0000FF"/>
                </a:solidFill>
                <a:latin typeface="MS Gothic"/>
                <a:cs typeface="MS Gothic"/>
              </a:rPr>
              <a:t>完成</a:t>
            </a:r>
            <a:r>
              <a:rPr sz="1000" b="1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1000" b="1" spc="1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5" dirty="0">
                <a:solidFill>
                  <a:srgbClr val="0000FF"/>
                </a:solidFill>
                <a:latin typeface="MS Gothic"/>
                <a:cs typeface="MS Gothic"/>
              </a:rPr>
              <a:t>提供</a:t>
            </a:r>
            <a:r>
              <a:rPr sz="1000" spc="5" dirty="0">
                <a:solidFill>
                  <a:srgbClr val="0000FF"/>
                </a:solidFill>
                <a:latin typeface="宋体"/>
                <a:cs typeface="宋体"/>
              </a:rPr>
              <a:t>汉 </a:t>
            </a:r>
            <a:r>
              <a:rPr sz="1000" spc="5" dirty="0">
                <a:solidFill>
                  <a:srgbClr val="0000FF"/>
                </a:solidFill>
                <a:latin typeface="MS Gothic"/>
                <a:cs typeface="MS Gothic"/>
              </a:rPr>
              <a:t>堡</a:t>
            </a:r>
            <a:r>
              <a:rPr sz="1000" b="1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1000" b="1" spc="2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5" dirty="0">
                <a:solidFill>
                  <a:srgbClr val="0000FF"/>
                </a:solidFill>
                <a:latin typeface="MS Gothic"/>
                <a:cs typeface="MS Gothic"/>
              </a:rPr>
              <a:t>功能</a:t>
            </a:r>
            <a:endParaRPr sz="1000">
              <a:latin typeface="MS Gothic"/>
              <a:cs typeface="MS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9078" y="5470608"/>
            <a:ext cx="539115" cy="333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00">
              <a:lnSpc>
                <a:spcPct val="1008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MS Gothic"/>
                <a:cs typeface="MS Gothic"/>
              </a:rPr>
              <a:t>其它</a:t>
            </a:r>
            <a:r>
              <a:rPr sz="1000" spc="5" dirty="0">
                <a:solidFill>
                  <a:srgbClr val="FF0000"/>
                </a:solidFill>
                <a:latin typeface="宋体"/>
                <a:cs typeface="宋体"/>
              </a:rPr>
              <a:t>类 </a:t>
            </a:r>
            <a:r>
              <a:rPr sz="1000" spc="5" dirty="0">
                <a:solidFill>
                  <a:srgbClr val="0000FF"/>
                </a:solidFill>
                <a:latin typeface="MS Gothic"/>
                <a:cs typeface="MS Gothic"/>
              </a:rPr>
              <a:t>想要</a:t>
            </a:r>
            <a:r>
              <a:rPr sz="1000" spc="5" dirty="0">
                <a:solidFill>
                  <a:srgbClr val="0000FF"/>
                </a:solidFill>
                <a:latin typeface="宋体"/>
                <a:cs typeface="宋体"/>
              </a:rPr>
              <a:t>汉</a:t>
            </a:r>
            <a:r>
              <a:rPr sz="1000" spc="5" dirty="0">
                <a:solidFill>
                  <a:srgbClr val="0000FF"/>
                </a:solidFill>
                <a:latin typeface="MS Gothic"/>
                <a:cs typeface="MS Gothic"/>
              </a:rPr>
              <a:t>堡</a:t>
            </a:r>
            <a:endParaRPr sz="1000">
              <a:latin typeface="MS Gothic"/>
              <a:cs typeface="MS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17872" y="3602432"/>
            <a:ext cx="448945" cy="447040"/>
          </a:xfrm>
          <a:custGeom>
            <a:avLst/>
            <a:gdLst/>
            <a:ahLst/>
            <a:cxnLst/>
            <a:rect l="l" t="t" r="r" b="b"/>
            <a:pathLst>
              <a:path w="448945" h="447039">
                <a:moveTo>
                  <a:pt x="224322" y="0"/>
                </a:moveTo>
                <a:lnTo>
                  <a:pt x="179112" y="4535"/>
                </a:lnTo>
                <a:lnTo>
                  <a:pt x="137004" y="17542"/>
                </a:lnTo>
                <a:lnTo>
                  <a:pt x="98899" y="38125"/>
                </a:lnTo>
                <a:lnTo>
                  <a:pt x="65700" y="65385"/>
                </a:lnTo>
                <a:lnTo>
                  <a:pt x="38309" y="98425"/>
                </a:lnTo>
                <a:lnTo>
                  <a:pt x="17627" y="136349"/>
                </a:lnTo>
                <a:lnTo>
                  <a:pt x="4557" y="178258"/>
                </a:lnTo>
                <a:lnTo>
                  <a:pt x="0" y="223255"/>
                </a:lnTo>
                <a:lnTo>
                  <a:pt x="4557" y="268255"/>
                </a:lnTo>
                <a:lnTo>
                  <a:pt x="17627" y="310166"/>
                </a:lnTo>
                <a:lnTo>
                  <a:pt x="38309" y="348092"/>
                </a:lnTo>
                <a:lnTo>
                  <a:pt x="65700" y="381135"/>
                </a:lnTo>
                <a:lnTo>
                  <a:pt x="98899" y="408397"/>
                </a:lnTo>
                <a:lnTo>
                  <a:pt x="137004" y="428981"/>
                </a:lnTo>
                <a:lnTo>
                  <a:pt x="179112" y="441990"/>
                </a:lnTo>
                <a:lnTo>
                  <a:pt x="224322" y="446525"/>
                </a:lnTo>
                <a:lnTo>
                  <a:pt x="269535" y="441990"/>
                </a:lnTo>
                <a:lnTo>
                  <a:pt x="311646" y="428981"/>
                </a:lnTo>
                <a:lnTo>
                  <a:pt x="349752" y="408397"/>
                </a:lnTo>
                <a:lnTo>
                  <a:pt x="382953" y="381135"/>
                </a:lnTo>
                <a:lnTo>
                  <a:pt x="410347" y="348092"/>
                </a:lnTo>
                <a:lnTo>
                  <a:pt x="431030" y="310166"/>
                </a:lnTo>
                <a:lnTo>
                  <a:pt x="444101" y="268255"/>
                </a:lnTo>
                <a:lnTo>
                  <a:pt x="448659" y="223255"/>
                </a:lnTo>
                <a:lnTo>
                  <a:pt x="444101" y="178258"/>
                </a:lnTo>
                <a:lnTo>
                  <a:pt x="431030" y="136349"/>
                </a:lnTo>
                <a:lnTo>
                  <a:pt x="410347" y="98425"/>
                </a:lnTo>
                <a:lnTo>
                  <a:pt x="382953" y="65385"/>
                </a:lnTo>
                <a:lnTo>
                  <a:pt x="349752" y="38125"/>
                </a:lnTo>
                <a:lnTo>
                  <a:pt x="311646" y="17542"/>
                </a:lnTo>
                <a:lnTo>
                  <a:pt x="269535" y="4535"/>
                </a:lnTo>
                <a:lnTo>
                  <a:pt x="224322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49495" y="3633905"/>
            <a:ext cx="448945" cy="447040"/>
          </a:xfrm>
          <a:custGeom>
            <a:avLst/>
            <a:gdLst/>
            <a:ahLst/>
            <a:cxnLst/>
            <a:rect l="l" t="t" r="r" b="b"/>
            <a:pathLst>
              <a:path w="448945" h="447039">
                <a:moveTo>
                  <a:pt x="224322" y="0"/>
                </a:moveTo>
                <a:lnTo>
                  <a:pt x="179112" y="4535"/>
                </a:lnTo>
                <a:lnTo>
                  <a:pt x="137004" y="17542"/>
                </a:lnTo>
                <a:lnTo>
                  <a:pt x="98900" y="38125"/>
                </a:lnTo>
                <a:lnTo>
                  <a:pt x="65701" y="65385"/>
                </a:lnTo>
                <a:lnTo>
                  <a:pt x="38309" y="98425"/>
                </a:lnTo>
                <a:lnTo>
                  <a:pt x="17627" y="136349"/>
                </a:lnTo>
                <a:lnTo>
                  <a:pt x="4557" y="178258"/>
                </a:lnTo>
                <a:lnTo>
                  <a:pt x="0" y="223255"/>
                </a:lnTo>
                <a:lnTo>
                  <a:pt x="4557" y="268255"/>
                </a:lnTo>
                <a:lnTo>
                  <a:pt x="17627" y="310166"/>
                </a:lnTo>
                <a:lnTo>
                  <a:pt x="38309" y="348092"/>
                </a:lnTo>
                <a:lnTo>
                  <a:pt x="65701" y="381135"/>
                </a:lnTo>
                <a:lnTo>
                  <a:pt x="98900" y="408397"/>
                </a:lnTo>
                <a:lnTo>
                  <a:pt x="137004" y="428981"/>
                </a:lnTo>
                <a:lnTo>
                  <a:pt x="179112" y="441990"/>
                </a:lnTo>
                <a:lnTo>
                  <a:pt x="224322" y="446525"/>
                </a:lnTo>
                <a:lnTo>
                  <a:pt x="269535" y="441990"/>
                </a:lnTo>
                <a:lnTo>
                  <a:pt x="311646" y="428981"/>
                </a:lnTo>
                <a:lnTo>
                  <a:pt x="349753" y="408397"/>
                </a:lnTo>
                <a:lnTo>
                  <a:pt x="382954" y="381135"/>
                </a:lnTo>
                <a:lnTo>
                  <a:pt x="410347" y="348092"/>
                </a:lnTo>
                <a:lnTo>
                  <a:pt x="431031" y="310166"/>
                </a:lnTo>
                <a:lnTo>
                  <a:pt x="444102" y="268255"/>
                </a:lnTo>
                <a:lnTo>
                  <a:pt x="448660" y="223255"/>
                </a:lnTo>
                <a:lnTo>
                  <a:pt x="444102" y="178258"/>
                </a:lnTo>
                <a:lnTo>
                  <a:pt x="431031" y="136349"/>
                </a:lnTo>
                <a:lnTo>
                  <a:pt x="410347" y="98425"/>
                </a:lnTo>
                <a:lnTo>
                  <a:pt x="382954" y="65385"/>
                </a:lnTo>
                <a:lnTo>
                  <a:pt x="349753" y="38125"/>
                </a:lnTo>
                <a:lnTo>
                  <a:pt x="311646" y="17542"/>
                </a:lnTo>
                <a:lnTo>
                  <a:pt x="269535" y="4535"/>
                </a:lnTo>
                <a:lnTo>
                  <a:pt x="224322" y="0"/>
                </a:lnTo>
                <a:close/>
              </a:path>
            </a:pathLst>
          </a:custGeom>
          <a:solidFill>
            <a:srgbClr val="99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33684" y="3618169"/>
            <a:ext cx="448659" cy="4465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66532" y="3781436"/>
            <a:ext cx="806450" cy="0"/>
          </a:xfrm>
          <a:custGeom>
            <a:avLst/>
            <a:gdLst/>
            <a:ahLst/>
            <a:cxnLst/>
            <a:rect l="l" t="t" r="r" b="b"/>
            <a:pathLst>
              <a:path w="806450">
                <a:moveTo>
                  <a:pt x="0" y="0"/>
                </a:moveTo>
                <a:lnTo>
                  <a:pt x="806398" y="0"/>
                </a:lnTo>
              </a:path>
            </a:pathLst>
          </a:custGeom>
          <a:ln w="11802">
            <a:solidFill>
              <a:srgbClr val="FFF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98155" y="3812909"/>
            <a:ext cx="806450" cy="0"/>
          </a:xfrm>
          <a:custGeom>
            <a:avLst/>
            <a:gdLst/>
            <a:ahLst/>
            <a:cxnLst/>
            <a:rect l="l" t="t" r="r" b="b"/>
            <a:pathLst>
              <a:path w="806450">
                <a:moveTo>
                  <a:pt x="0" y="0"/>
                </a:moveTo>
                <a:lnTo>
                  <a:pt x="806398" y="0"/>
                </a:lnTo>
              </a:path>
            </a:pathLst>
          </a:custGeom>
          <a:ln w="11802">
            <a:solidFill>
              <a:srgbClr val="99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82343" y="3797172"/>
            <a:ext cx="806450" cy="0"/>
          </a:xfrm>
          <a:custGeom>
            <a:avLst/>
            <a:gdLst/>
            <a:ahLst/>
            <a:cxnLst/>
            <a:rect l="l" t="t" r="r" b="b"/>
            <a:pathLst>
              <a:path w="806450">
                <a:moveTo>
                  <a:pt x="0" y="0"/>
                </a:moveTo>
                <a:lnTo>
                  <a:pt x="806398" y="0"/>
                </a:lnTo>
              </a:path>
            </a:pathLst>
          </a:custGeom>
          <a:ln w="11802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35614" y="4480998"/>
            <a:ext cx="448945" cy="447040"/>
          </a:xfrm>
          <a:custGeom>
            <a:avLst/>
            <a:gdLst/>
            <a:ahLst/>
            <a:cxnLst/>
            <a:rect l="l" t="t" r="r" b="b"/>
            <a:pathLst>
              <a:path w="448945" h="447039">
                <a:moveTo>
                  <a:pt x="224322" y="0"/>
                </a:moveTo>
                <a:lnTo>
                  <a:pt x="179112" y="4535"/>
                </a:lnTo>
                <a:lnTo>
                  <a:pt x="137004" y="17542"/>
                </a:lnTo>
                <a:lnTo>
                  <a:pt x="98900" y="38125"/>
                </a:lnTo>
                <a:lnTo>
                  <a:pt x="65701" y="65385"/>
                </a:lnTo>
                <a:lnTo>
                  <a:pt x="38309" y="98426"/>
                </a:lnTo>
                <a:lnTo>
                  <a:pt x="17627" y="136349"/>
                </a:lnTo>
                <a:lnTo>
                  <a:pt x="4557" y="178258"/>
                </a:lnTo>
                <a:lnTo>
                  <a:pt x="0" y="223255"/>
                </a:lnTo>
                <a:lnTo>
                  <a:pt x="4557" y="268255"/>
                </a:lnTo>
                <a:lnTo>
                  <a:pt x="17627" y="310167"/>
                </a:lnTo>
                <a:lnTo>
                  <a:pt x="38309" y="348093"/>
                </a:lnTo>
                <a:lnTo>
                  <a:pt x="65701" y="381136"/>
                </a:lnTo>
                <a:lnTo>
                  <a:pt x="98900" y="408398"/>
                </a:lnTo>
                <a:lnTo>
                  <a:pt x="137004" y="428982"/>
                </a:lnTo>
                <a:lnTo>
                  <a:pt x="179112" y="441991"/>
                </a:lnTo>
                <a:lnTo>
                  <a:pt x="224322" y="446526"/>
                </a:lnTo>
                <a:lnTo>
                  <a:pt x="269535" y="441991"/>
                </a:lnTo>
                <a:lnTo>
                  <a:pt x="311646" y="428982"/>
                </a:lnTo>
                <a:lnTo>
                  <a:pt x="349753" y="408398"/>
                </a:lnTo>
                <a:lnTo>
                  <a:pt x="382954" y="381136"/>
                </a:lnTo>
                <a:lnTo>
                  <a:pt x="410347" y="348093"/>
                </a:lnTo>
                <a:lnTo>
                  <a:pt x="431031" y="310167"/>
                </a:lnTo>
                <a:lnTo>
                  <a:pt x="444102" y="268255"/>
                </a:lnTo>
                <a:lnTo>
                  <a:pt x="448660" y="223255"/>
                </a:lnTo>
                <a:lnTo>
                  <a:pt x="444102" y="178258"/>
                </a:lnTo>
                <a:lnTo>
                  <a:pt x="431031" y="136349"/>
                </a:lnTo>
                <a:lnTo>
                  <a:pt x="410347" y="98426"/>
                </a:lnTo>
                <a:lnTo>
                  <a:pt x="382954" y="65385"/>
                </a:lnTo>
                <a:lnTo>
                  <a:pt x="349753" y="38125"/>
                </a:lnTo>
                <a:lnTo>
                  <a:pt x="311646" y="17542"/>
                </a:lnTo>
                <a:lnTo>
                  <a:pt x="269535" y="4535"/>
                </a:lnTo>
                <a:lnTo>
                  <a:pt x="224322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67238" y="4512471"/>
            <a:ext cx="448945" cy="447040"/>
          </a:xfrm>
          <a:custGeom>
            <a:avLst/>
            <a:gdLst/>
            <a:ahLst/>
            <a:cxnLst/>
            <a:rect l="l" t="t" r="r" b="b"/>
            <a:pathLst>
              <a:path w="448945" h="447039">
                <a:moveTo>
                  <a:pt x="224322" y="0"/>
                </a:moveTo>
                <a:lnTo>
                  <a:pt x="179112" y="4535"/>
                </a:lnTo>
                <a:lnTo>
                  <a:pt x="137004" y="17542"/>
                </a:lnTo>
                <a:lnTo>
                  <a:pt x="98899" y="38125"/>
                </a:lnTo>
                <a:lnTo>
                  <a:pt x="65700" y="65385"/>
                </a:lnTo>
                <a:lnTo>
                  <a:pt x="38309" y="98426"/>
                </a:lnTo>
                <a:lnTo>
                  <a:pt x="17627" y="136349"/>
                </a:lnTo>
                <a:lnTo>
                  <a:pt x="4557" y="178258"/>
                </a:lnTo>
                <a:lnTo>
                  <a:pt x="0" y="223255"/>
                </a:lnTo>
                <a:lnTo>
                  <a:pt x="4557" y="268255"/>
                </a:lnTo>
                <a:lnTo>
                  <a:pt x="17627" y="310167"/>
                </a:lnTo>
                <a:lnTo>
                  <a:pt x="38309" y="348093"/>
                </a:lnTo>
                <a:lnTo>
                  <a:pt x="65700" y="381136"/>
                </a:lnTo>
                <a:lnTo>
                  <a:pt x="98899" y="408398"/>
                </a:lnTo>
                <a:lnTo>
                  <a:pt x="137004" y="428982"/>
                </a:lnTo>
                <a:lnTo>
                  <a:pt x="179112" y="441991"/>
                </a:lnTo>
                <a:lnTo>
                  <a:pt x="224322" y="446526"/>
                </a:lnTo>
                <a:lnTo>
                  <a:pt x="269534" y="441991"/>
                </a:lnTo>
                <a:lnTo>
                  <a:pt x="311645" y="428982"/>
                </a:lnTo>
                <a:lnTo>
                  <a:pt x="349752" y="408398"/>
                </a:lnTo>
                <a:lnTo>
                  <a:pt x="382953" y="381136"/>
                </a:lnTo>
                <a:lnTo>
                  <a:pt x="410346" y="348093"/>
                </a:lnTo>
                <a:lnTo>
                  <a:pt x="431030" y="310167"/>
                </a:lnTo>
                <a:lnTo>
                  <a:pt x="444101" y="268255"/>
                </a:lnTo>
                <a:lnTo>
                  <a:pt x="448659" y="223255"/>
                </a:lnTo>
                <a:lnTo>
                  <a:pt x="444101" y="178258"/>
                </a:lnTo>
                <a:lnTo>
                  <a:pt x="431030" y="136349"/>
                </a:lnTo>
                <a:lnTo>
                  <a:pt x="410346" y="98426"/>
                </a:lnTo>
                <a:lnTo>
                  <a:pt x="382953" y="65385"/>
                </a:lnTo>
                <a:lnTo>
                  <a:pt x="349752" y="38125"/>
                </a:lnTo>
                <a:lnTo>
                  <a:pt x="311645" y="17542"/>
                </a:lnTo>
                <a:lnTo>
                  <a:pt x="269534" y="4535"/>
                </a:lnTo>
                <a:lnTo>
                  <a:pt x="224322" y="0"/>
                </a:lnTo>
                <a:close/>
              </a:path>
            </a:pathLst>
          </a:custGeom>
          <a:solidFill>
            <a:srgbClr val="99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51427" y="4496734"/>
            <a:ext cx="448659" cy="4465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84275" y="4660003"/>
            <a:ext cx="806450" cy="0"/>
          </a:xfrm>
          <a:custGeom>
            <a:avLst/>
            <a:gdLst/>
            <a:ahLst/>
            <a:cxnLst/>
            <a:rect l="l" t="t" r="r" b="b"/>
            <a:pathLst>
              <a:path w="806450">
                <a:moveTo>
                  <a:pt x="0" y="0"/>
                </a:moveTo>
                <a:lnTo>
                  <a:pt x="806398" y="0"/>
                </a:lnTo>
              </a:path>
            </a:pathLst>
          </a:custGeom>
          <a:ln w="11802">
            <a:solidFill>
              <a:srgbClr val="FFF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15898" y="4691476"/>
            <a:ext cx="806450" cy="0"/>
          </a:xfrm>
          <a:custGeom>
            <a:avLst/>
            <a:gdLst/>
            <a:ahLst/>
            <a:cxnLst/>
            <a:rect l="l" t="t" r="r" b="b"/>
            <a:pathLst>
              <a:path w="806450">
                <a:moveTo>
                  <a:pt x="0" y="0"/>
                </a:moveTo>
                <a:lnTo>
                  <a:pt x="806398" y="0"/>
                </a:lnTo>
              </a:path>
            </a:pathLst>
          </a:custGeom>
          <a:ln w="11802">
            <a:solidFill>
              <a:srgbClr val="99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00086" y="4675739"/>
            <a:ext cx="806450" cy="0"/>
          </a:xfrm>
          <a:custGeom>
            <a:avLst/>
            <a:gdLst/>
            <a:ahLst/>
            <a:cxnLst/>
            <a:rect l="l" t="t" r="r" b="b"/>
            <a:pathLst>
              <a:path w="806450">
                <a:moveTo>
                  <a:pt x="0" y="0"/>
                </a:moveTo>
                <a:lnTo>
                  <a:pt x="806398" y="0"/>
                </a:lnTo>
              </a:path>
            </a:pathLst>
          </a:custGeom>
          <a:ln w="11802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64853" y="4483308"/>
            <a:ext cx="449580" cy="494665"/>
          </a:xfrm>
          <a:custGeom>
            <a:avLst/>
            <a:gdLst/>
            <a:ahLst/>
            <a:cxnLst/>
            <a:rect l="l" t="t" r="r" b="b"/>
            <a:pathLst>
              <a:path w="449579" h="494664">
                <a:moveTo>
                  <a:pt x="0" y="494457"/>
                </a:moveTo>
                <a:lnTo>
                  <a:pt x="449442" y="494457"/>
                </a:lnTo>
                <a:lnTo>
                  <a:pt x="449442" y="0"/>
                </a:lnTo>
                <a:lnTo>
                  <a:pt x="0" y="0"/>
                </a:lnTo>
                <a:lnTo>
                  <a:pt x="0" y="4944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34525" y="4550737"/>
            <a:ext cx="314960" cy="337185"/>
          </a:xfrm>
          <a:custGeom>
            <a:avLst/>
            <a:gdLst/>
            <a:ahLst/>
            <a:cxnLst/>
            <a:rect l="l" t="t" r="r" b="b"/>
            <a:pathLst>
              <a:path w="314960" h="337185">
                <a:moveTo>
                  <a:pt x="157303" y="0"/>
                </a:moveTo>
                <a:lnTo>
                  <a:pt x="115487" y="6021"/>
                </a:lnTo>
                <a:lnTo>
                  <a:pt x="77910" y="23013"/>
                </a:lnTo>
                <a:lnTo>
                  <a:pt x="46074" y="49371"/>
                </a:lnTo>
                <a:lnTo>
                  <a:pt x="21477" y="83486"/>
                </a:lnTo>
                <a:lnTo>
                  <a:pt x="5619" y="123754"/>
                </a:lnTo>
                <a:lnTo>
                  <a:pt x="0" y="168567"/>
                </a:lnTo>
                <a:lnTo>
                  <a:pt x="5619" y="213374"/>
                </a:lnTo>
                <a:lnTo>
                  <a:pt x="21477" y="253638"/>
                </a:lnTo>
                <a:lnTo>
                  <a:pt x="46074" y="287753"/>
                </a:lnTo>
                <a:lnTo>
                  <a:pt x="77910" y="314111"/>
                </a:lnTo>
                <a:lnTo>
                  <a:pt x="115487" y="331104"/>
                </a:lnTo>
                <a:lnTo>
                  <a:pt x="157303" y="337126"/>
                </a:lnTo>
                <a:lnTo>
                  <a:pt x="199119" y="331104"/>
                </a:lnTo>
                <a:lnTo>
                  <a:pt x="236696" y="314111"/>
                </a:lnTo>
                <a:lnTo>
                  <a:pt x="268532" y="287753"/>
                </a:lnTo>
                <a:lnTo>
                  <a:pt x="293129" y="253638"/>
                </a:lnTo>
                <a:lnTo>
                  <a:pt x="308987" y="213374"/>
                </a:lnTo>
                <a:lnTo>
                  <a:pt x="314606" y="168567"/>
                </a:lnTo>
                <a:lnTo>
                  <a:pt x="308987" y="123754"/>
                </a:lnTo>
                <a:lnTo>
                  <a:pt x="293129" y="83486"/>
                </a:lnTo>
                <a:lnTo>
                  <a:pt x="268532" y="49371"/>
                </a:lnTo>
                <a:lnTo>
                  <a:pt x="236696" y="23013"/>
                </a:lnTo>
                <a:lnTo>
                  <a:pt x="199119" y="6021"/>
                </a:lnTo>
                <a:lnTo>
                  <a:pt x="1573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908520" y="3628605"/>
            <a:ext cx="1000125" cy="1144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20"/>
              </a:spcBef>
            </a:pPr>
            <a:r>
              <a:rPr sz="1850" spc="20" dirty="0">
                <a:solidFill>
                  <a:srgbClr val="FF0000"/>
                </a:solidFill>
                <a:latin typeface="MS Gothic"/>
                <a:cs typeface="MS Gothic"/>
              </a:rPr>
              <a:t>供</a:t>
            </a:r>
            <a:r>
              <a:rPr sz="1850" spc="20" dirty="0">
                <a:solidFill>
                  <a:srgbClr val="FF0000"/>
                </a:solidFill>
                <a:latin typeface="宋体"/>
                <a:cs typeface="宋体"/>
              </a:rPr>
              <a:t>给</a:t>
            </a:r>
            <a:r>
              <a:rPr sz="1850" spc="20" dirty="0">
                <a:solidFill>
                  <a:srgbClr val="FF0000"/>
                </a:solidFill>
                <a:latin typeface="MS Gothic"/>
                <a:cs typeface="MS Gothic"/>
              </a:rPr>
              <a:t>接口</a:t>
            </a:r>
            <a:endParaRPr sz="1850">
              <a:latin typeface="MS Gothic"/>
              <a:cs typeface="MS Gothic"/>
            </a:endParaRPr>
          </a:p>
          <a:p>
            <a:pPr>
              <a:lnSpc>
                <a:spcPct val="100000"/>
              </a:lnSpc>
            </a:pPr>
            <a:endParaRPr sz="18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850" spc="20" dirty="0">
                <a:solidFill>
                  <a:srgbClr val="FF0000"/>
                </a:solidFill>
                <a:latin typeface="MS Gothic"/>
                <a:cs typeface="MS Gothic"/>
              </a:rPr>
              <a:t>需求接口</a:t>
            </a:r>
            <a:endParaRPr sz="1850">
              <a:latin typeface="MS Gothic"/>
              <a:cs typeface="MS Gothic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1098" y="208788"/>
            <a:ext cx="1701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主动类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352" y="1462531"/>
            <a:ext cx="8026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主动类实际上是一种特殊的类。引用它的原因，实际上 是在开发中需要有一些类能够起到</a:t>
            </a: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启动控制活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动</a:t>
            </a:r>
            <a:r>
              <a:rPr sz="2400" dirty="0">
                <a:latin typeface="宋体"/>
                <a:cs typeface="宋体"/>
              </a:rPr>
              <a:t>的作用。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1352" y="2986531"/>
            <a:ext cx="5313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主动类是指其对象至少拥有一个进 程或线程，能够启动控制活动的类</a:t>
            </a:r>
            <a:r>
              <a:rPr sz="2400" spc="-76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48553" y="3011560"/>
            <a:ext cx="1786860" cy="3790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48552" y="3011559"/>
            <a:ext cx="1786889" cy="379095"/>
          </a:xfrm>
          <a:custGeom>
            <a:avLst/>
            <a:gdLst/>
            <a:ahLst/>
            <a:cxnLst/>
            <a:rect l="l" t="t" r="r" b="b"/>
            <a:pathLst>
              <a:path w="1786890" h="379095">
                <a:moveTo>
                  <a:pt x="0" y="379023"/>
                </a:moveTo>
                <a:lnTo>
                  <a:pt x="1786860" y="379023"/>
                </a:lnTo>
                <a:lnTo>
                  <a:pt x="1786860" y="0"/>
                </a:lnTo>
                <a:lnTo>
                  <a:pt x="0" y="0"/>
                </a:lnTo>
                <a:lnTo>
                  <a:pt x="0" y="379023"/>
                </a:lnTo>
                <a:close/>
              </a:path>
            </a:pathLst>
          </a:custGeom>
          <a:ln w="1255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553" y="3390549"/>
            <a:ext cx="1786860" cy="8543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48552" y="3390549"/>
            <a:ext cx="1786889" cy="854710"/>
          </a:xfrm>
          <a:custGeom>
            <a:avLst/>
            <a:gdLst/>
            <a:ahLst/>
            <a:cxnLst/>
            <a:rect l="l" t="t" r="r" b="b"/>
            <a:pathLst>
              <a:path w="1786890" h="854710">
                <a:moveTo>
                  <a:pt x="0" y="854373"/>
                </a:moveTo>
                <a:lnTo>
                  <a:pt x="1786860" y="854373"/>
                </a:lnTo>
                <a:lnTo>
                  <a:pt x="1786860" y="0"/>
                </a:lnTo>
                <a:lnTo>
                  <a:pt x="0" y="0"/>
                </a:lnTo>
                <a:lnTo>
                  <a:pt x="0" y="854373"/>
                </a:lnTo>
                <a:close/>
              </a:path>
            </a:pathLst>
          </a:custGeom>
          <a:ln w="125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48553" y="4244924"/>
            <a:ext cx="1786860" cy="8543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48552" y="4244924"/>
            <a:ext cx="1786889" cy="854710"/>
          </a:xfrm>
          <a:custGeom>
            <a:avLst/>
            <a:gdLst/>
            <a:ahLst/>
            <a:cxnLst/>
            <a:rect l="l" t="t" r="r" b="b"/>
            <a:pathLst>
              <a:path w="1786890" h="854710">
                <a:moveTo>
                  <a:pt x="0" y="854373"/>
                </a:moveTo>
                <a:lnTo>
                  <a:pt x="1786860" y="854373"/>
                </a:lnTo>
                <a:lnTo>
                  <a:pt x="1786860" y="0"/>
                </a:lnTo>
                <a:lnTo>
                  <a:pt x="0" y="0"/>
                </a:lnTo>
                <a:lnTo>
                  <a:pt x="0" y="854373"/>
                </a:lnTo>
                <a:close/>
              </a:path>
            </a:pathLst>
          </a:custGeom>
          <a:ln w="125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48553" y="3039249"/>
            <a:ext cx="1786889" cy="1927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25"/>
              </a:spcBef>
            </a:pPr>
            <a:r>
              <a:rPr sz="2100" dirty="0">
                <a:solidFill>
                  <a:srgbClr val="FF0000"/>
                </a:solidFill>
                <a:latin typeface="MS Gothic"/>
                <a:cs typeface="MS Gothic"/>
              </a:rPr>
              <a:t>事件管</a:t>
            </a:r>
            <a:r>
              <a:rPr sz="2100" spc="-35" dirty="0">
                <a:solidFill>
                  <a:srgbClr val="FF0000"/>
                </a:solidFill>
                <a:latin typeface="MS Gothic"/>
                <a:cs typeface="MS Gothic"/>
              </a:rPr>
              <a:t>理</a:t>
            </a:r>
            <a:r>
              <a:rPr sz="2100" dirty="0">
                <a:solidFill>
                  <a:srgbClr val="FF0000"/>
                </a:solidFill>
                <a:latin typeface="MS Gothic"/>
                <a:cs typeface="MS Gothic"/>
              </a:rPr>
              <a:t>器</a:t>
            </a:r>
            <a:endParaRPr sz="2100">
              <a:latin typeface="MS Gothic"/>
              <a:cs typeface="MS Gothic"/>
            </a:endParaRPr>
          </a:p>
          <a:p>
            <a:pPr>
              <a:lnSpc>
                <a:spcPct val="100000"/>
              </a:lnSpc>
            </a:pPr>
            <a:endParaRPr sz="2100">
              <a:latin typeface="MS Gothic"/>
              <a:cs typeface="MS Gothic"/>
            </a:endParaRPr>
          </a:p>
          <a:p>
            <a:pPr>
              <a:lnSpc>
                <a:spcPct val="100000"/>
              </a:lnSpc>
            </a:pPr>
            <a:endParaRPr sz="21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MS Gothic"/>
              <a:cs typeface="MS Gothic"/>
            </a:endParaRPr>
          </a:p>
          <a:p>
            <a:pPr marL="126364" marR="466725">
              <a:lnSpc>
                <a:spcPct val="100600"/>
              </a:lnSpc>
              <a:spcBef>
                <a:spcPts val="5"/>
              </a:spcBef>
            </a:pPr>
            <a:r>
              <a:rPr sz="2100" spc="1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100" spc="-10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100" spc="1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100" spc="-10" dirty="0">
                <a:solidFill>
                  <a:srgbClr val="FF0000"/>
                </a:solidFill>
                <a:latin typeface="Arial"/>
                <a:cs typeface="Arial"/>
              </a:rPr>
              <a:t>pend</a:t>
            </a:r>
            <a:r>
              <a:rPr sz="2100" spc="-15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2100" dirty="0">
                <a:solidFill>
                  <a:srgbClr val="FF0000"/>
                </a:solidFill>
                <a:latin typeface="Arial"/>
                <a:cs typeface="Arial"/>
              </a:rPr>
              <a:t>)  </a:t>
            </a:r>
            <a:r>
              <a:rPr sz="2100" spc="-5" dirty="0">
                <a:solidFill>
                  <a:srgbClr val="FF0000"/>
                </a:solidFill>
                <a:latin typeface="Arial"/>
                <a:cs typeface="Arial"/>
              </a:rPr>
              <a:t>flush()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94655" y="2957031"/>
            <a:ext cx="1861820" cy="2165350"/>
          </a:xfrm>
          <a:custGeom>
            <a:avLst/>
            <a:gdLst/>
            <a:ahLst/>
            <a:cxnLst/>
            <a:rect l="l" t="t" r="r" b="b"/>
            <a:pathLst>
              <a:path w="1861820" h="2165350">
                <a:moveTo>
                  <a:pt x="1861555" y="0"/>
                </a:moveTo>
                <a:lnTo>
                  <a:pt x="0" y="0"/>
                </a:lnTo>
                <a:lnTo>
                  <a:pt x="0" y="2165301"/>
                </a:lnTo>
                <a:lnTo>
                  <a:pt x="1861555" y="2165301"/>
                </a:lnTo>
                <a:lnTo>
                  <a:pt x="1861555" y="2127608"/>
                </a:lnTo>
                <a:lnTo>
                  <a:pt x="74626" y="2127608"/>
                </a:lnTo>
                <a:lnTo>
                  <a:pt x="37313" y="2089915"/>
                </a:lnTo>
                <a:lnTo>
                  <a:pt x="74626" y="2089915"/>
                </a:lnTo>
                <a:lnTo>
                  <a:pt x="74626" y="75385"/>
                </a:lnTo>
                <a:lnTo>
                  <a:pt x="37313" y="75385"/>
                </a:lnTo>
                <a:lnTo>
                  <a:pt x="74626" y="37692"/>
                </a:lnTo>
                <a:lnTo>
                  <a:pt x="1861555" y="37692"/>
                </a:lnTo>
                <a:lnTo>
                  <a:pt x="1861555" y="0"/>
                </a:lnTo>
                <a:close/>
              </a:path>
              <a:path w="1861820" h="2165350">
                <a:moveTo>
                  <a:pt x="74626" y="2089915"/>
                </a:moveTo>
                <a:lnTo>
                  <a:pt x="37313" y="2089915"/>
                </a:lnTo>
                <a:lnTo>
                  <a:pt x="74626" y="2127608"/>
                </a:lnTo>
                <a:lnTo>
                  <a:pt x="74626" y="2089915"/>
                </a:lnTo>
                <a:close/>
              </a:path>
              <a:path w="1861820" h="2165350">
                <a:moveTo>
                  <a:pt x="1786930" y="2089915"/>
                </a:moveTo>
                <a:lnTo>
                  <a:pt x="74626" y="2089915"/>
                </a:lnTo>
                <a:lnTo>
                  <a:pt x="74626" y="2127608"/>
                </a:lnTo>
                <a:lnTo>
                  <a:pt x="1786930" y="2127608"/>
                </a:lnTo>
                <a:lnTo>
                  <a:pt x="1786930" y="2089915"/>
                </a:lnTo>
                <a:close/>
              </a:path>
              <a:path w="1861820" h="2165350">
                <a:moveTo>
                  <a:pt x="1786930" y="37692"/>
                </a:moveTo>
                <a:lnTo>
                  <a:pt x="1786930" y="2127608"/>
                </a:lnTo>
                <a:lnTo>
                  <a:pt x="1824243" y="2089915"/>
                </a:lnTo>
                <a:lnTo>
                  <a:pt x="1861555" y="2089915"/>
                </a:lnTo>
                <a:lnTo>
                  <a:pt x="1861555" y="75385"/>
                </a:lnTo>
                <a:lnTo>
                  <a:pt x="1824243" y="75385"/>
                </a:lnTo>
                <a:lnTo>
                  <a:pt x="1786930" y="37692"/>
                </a:lnTo>
                <a:close/>
              </a:path>
              <a:path w="1861820" h="2165350">
                <a:moveTo>
                  <a:pt x="1861555" y="2089915"/>
                </a:moveTo>
                <a:lnTo>
                  <a:pt x="1824243" y="2089915"/>
                </a:lnTo>
                <a:lnTo>
                  <a:pt x="1786930" y="2127608"/>
                </a:lnTo>
                <a:lnTo>
                  <a:pt x="1861555" y="2127608"/>
                </a:lnTo>
                <a:lnTo>
                  <a:pt x="1861555" y="2089915"/>
                </a:lnTo>
                <a:close/>
              </a:path>
              <a:path w="1861820" h="2165350">
                <a:moveTo>
                  <a:pt x="74626" y="37692"/>
                </a:moveTo>
                <a:lnTo>
                  <a:pt x="37313" y="75385"/>
                </a:lnTo>
                <a:lnTo>
                  <a:pt x="74626" y="75385"/>
                </a:lnTo>
                <a:lnTo>
                  <a:pt x="74626" y="37692"/>
                </a:lnTo>
                <a:close/>
              </a:path>
              <a:path w="1861820" h="2165350">
                <a:moveTo>
                  <a:pt x="1786930" y="37692"/>
                </a:moveTo>
                <a:lnTo>
                  <a:pt x="74626" y="37692"/>
                </a:lnTo>
                <a:lnTo>
                  <a:pt x="74626" y="75385"/>
                </a:lnTo>
                <a:lnTo>
                  <a:pt x="1786930" y="75385"/>
                </a:lnTo>
                <a:lnTo>
                  <a:pt x="1786930" y="37692"/>
                </a:lnTo>
                <a:close/>
              </a:path>
              <a:path w="1861820" h="2165350">
                <a:moveTo>
                  <a:pt x="1861555" y="37692"/>
                </a:moveTo>
                <a:lnTo>
                  <a:pt x="1786930" y="37692"/>
                </a:lnTo>
                <a:lnTo>
                  <a:pt x="1824243" y="75385"/>
                </a:lnTo>
                <a:lnTo>
                  <a:pt x="1861555" y="75385"/>
                </a:lnTo>
                <a:lnTo>
                  <a:pt x="1861555" y="37692"/>
                </a:lnTo>
                <a:close/>
              </a:path>
            </a:pathLst>
          </a:custGeom>
          <a:solidFill>
            <a:srgbClr val="FF84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27823" y="2990536"/>
            <a:ext cx="1861820" cy="2165350"/>
          </a:xfrm>
          <a:custGeom>
            <a:avLst/>
            <a:gdLst/>
            <a:ahLst/>
            <a:cxnLst/>
            <a:rect l="l" t="t" r="r" b="b"/>
            <a:pathLst>
              <a:path w="1861820" h="2165350">
                <a:moveTo>
                  <a:pt x="1861554" y="0"/>
                </a:moveTo>
                <a:lnTo>
                  <a:pt x="0" y="0"/>
                </a:lnTo>
                <a:lnTo>
                  <a:pt x="0" y="2165301"/>
                </a:lnTo>
                <a:lnTo>
                  <a:pt x="1861554" y="2165301"/>
                </a:lnTo>
                <a:lnTo>
                  <a:pt x="1861554" y="2127608"/>
                </a:lnTo>
                <a:lnTo>
                  <a:pt x="74625" y="2127608"/>
                </a:lnTo>
                <a:lnTo>
                  <a:pt x="37312" y="2089915"/>
                </a:lnTo>
                <a:lnTo>
                  <a:pt x="74625" y="2089915"/>
                </a:lnTo>
                <a:lnTo>
                  <a:pt x="74625" y="75385"/>
                </a:lnTo>
                <a:lnTo>
                  <a:pt x="37312" y="75385"/>
                </a:lnTo>
                <a:lnTo>
                  <a:pt x="74625" y="37692"/>
                </a:lnTo>
                <a:lnTo>
                  <a:pt x="1861554" y="37692"/>
                </a:lnTo>
                <a:lnTo>
                  <a:pt x="1861554" y="0"/>
                </a:lnTo>
                <a:close/>
              </a:path>
              <a:path w="1861820" h="2165350">
                <a:moveTo>
                  <a:pt x="74625" y="2089915"/>
                </a:moveTo>
                <a:lnTo>
                  <a:pt x="37312" y="2089915"/>
                </a:lnTo>
                <a:lnTo>
                  <a:pt x="74625" y="2127608"/>
                </a:lnTo>
                <a:lnTo>
                  <a:pt x="74625" y="2089915"/>
                </a:lnTo>
                <a:close/>
              </a:path>
              <a:path w="1861820" h="2165350">
                <a:moveTo>
                  <a:pt x="1786929" y="2089915"/>
                </a:moveTo>
                <a:lnTo>
                  <a:pt x="74625" y="2089915"/>
                </a:lnTo>
                <a:lnTo>
                  <a:pt x="74625" y="2127608"/>
                </a:lnTo>
                <a:lnTo>
                  <a:pt x="1786929" y="2127608"/>
                </a:lnTo>
                <a:lnTo>
                  <a:pt x="1786929" y="2089915"/>
                </a:lnTo>
                <a:close/>
              </a:path>
              <a:path w="1861820" h="2165350">
                <a:moveTo>
                  <a:pt x="1786929" y="37692"/>
                </a:moveTo>
                <a:lnTo>
                  <a:pt x="1786929" y="2127608"/>
                </a:lnTo>
                <a:lnTo>
                  <a:pt x="1824241" y="2089915"/>
                </a:lnTo>
                <a:lnTo>
                  <a:pt x="1861554" y="2089915"/>
                </a:lnTo>
                <a:lnTo>
                  <a:pt x="1861554" y="75385"/>
                </a:lnTo>
                <a:lnTo>
                  <a:pt x="1824241" y="75385"/>
                </a:lnTo>
                <a:lnTo>
                  <a:pt x="1786929" y="37692"/>
                </a:lnTo>
                <a:close/>
              </a:path>
              <a:path w="1861820" h="2165350">
                <a:moveTo>
                  <a:pt x="1861554" y="2089915"/>
                </a:moveTo>
                <a:lnTo>
                  <a:pt x="1824241" y="2089915"/>
                </a:lnTo>
                <a:lnTo>
                  <a:pt x="1786929" y="2127608"/>
                </a:lnTo>
                <a:lnTo>
                  <a:pt x="1861554" y="2127608"/>
                </a:lnTo>
                <a:lnTo>
                  <a:pt x="1861554" y="2089915"/>
                </a:lnTo>
                <a:close/>
              </a:path>
              <a:path w="1861820" h="2165350">
                <a:moveTo>
                  <a:pt x="74625" y="37692"/>
                </a:moveTo>
                <a:lnTo>
                  <a:pt x="37312" y="75385"/>
                </a:lnTo>
                <a:lnTo>
                  <a:pt x="74625" y="75385"/>
                </a:lnTo>
                <a:lnTo>
                  <a:pt x="74625" y="37692"/>
                </a:lnTo>
                <a:close/>
              </a:path>
              <a:path w="1861820" h="2165350">
                <a:moveTo>
                  <a:pt x="1786929" y="37692"/>
                </a:moveTo>
                <a:lnTo>
                  <a:pt x="74625" y="37692"/>
                </a:lnTo>
                <a:lnTo>
                  <a:pt x="74625" y="75385"/>
                </a:lnTo>
                <a:lnTo>
                  <a:pt x="1786929" y="75385"/>
                </a:lnTo>
                <a:lnTo>
                  <a:pt x="1786929" y="37692"/>
                </a:lnTo>
                <a:close/>
              </a:path>
              <a:path w="1861820" h="2165350">
                <a:moveTo>
                  <a:pt x="1861554" y="37692"/>
                </a:moveTo>
                <a:lnTo>
                  <a:pt x="1786929" y="37692"/>
                </a:lnTo>
                <a:lnTo>
                  <a:pt x="1824241" y="75385"/>
                </a:lnTo>
                <a:lnTo>
                  <a:pt x="1861554" y="75385"/>
                </a:lnTo>
                <a:lnTo>
                  <a:pt x="1861554" y="37692"/>
                </a:lnTo>
                <a:close/>
              </a:path>
            </a:pathLst>
          </a:custGeom>
          <a:solidFill>
            <a:srgbClr val="991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11239" y="2973783"/>
            <a:ext cx="1861820" cy="2165350"/>
          </a:xfrm>
          <a:custGeom>
            <a:avLst/>
            <a:gdLst/>
            <a:ahLst/>
            <a:cxnLst/>
            <a:rect l="l" t="t" r="r" b="b"/>
            <a:pathLst>
              <a:path w="1861820" h="2165350">
                <a:moveTo>
                  <a:pt x="1861554" y="0"/>
                </a:moveTo>
                <a:lnTo>
                  <a:pt x="0" y="0"/>
                </a:lnTo>
                <a:lnTo>
                  <a:pt x="0" y="2165301"/>
                </a:lnTo>
                <a:lnTo>
                  <a:pt x="1861554" y="2165301"/>
                </a:lnTo>
                <a:lnTo>
                  <a:pt x="1861554" y="2127608"/>
                </a:lnTo>
                <a:lnTo>
                  <a:pt x="74626" y="2127608"/>
                </a:lnTo>
                <a:lnTo>
                  <a:pt x="37313" y="2089915"/>
                </a:lnTo>
                <a:lnTo>
                  <a:pt x="74626" y="2089915"/>
                </a:lnTo>
                <a:lnTo>
                  <a:pt x="74626" y="75385"/>
                </a:lnTo>
                <a:lnTo>
                  <a:pt x="37313" y="75385"/>
                </a:lnTo>
                <a:lnTo>
                  <a:pt x="74626" y="37692"/>
                </a:lnTo>
                <a:lnTo>
                  <a:pt x="1861554" y="37692"/>
                </a:lnTo>
                <a:lnTo>
                  <a:pt x="1861554" y="0"/>
                </a:lnTo>
                <a:close/>
              </a:path>
              <a:path w="1861820" h="2165350">
                <a:moveTo>
                  <a:pt x="74626" y="2089915"/>
                </a:moveTo>
                <a:lnTo>
                  <a:pt x="37313" y="2089915"/>
                </a:lnTo>
                <a:lnTo>
                  <a:pt x="74626" y="2127608"/>
                </a:lnTo>
                <a:lnTo>
                  <a:pt x="74626" y="2089915"/>
                </a:lnTo>
                <a:close/>
              </a:path>
              <a:path w="1861820" h="2165350">
                <a:moveTo>
                  <a:pt x="1786929" y="2089915"/>
                </a:moveTo>
                <a:lnTo>
                  <a:pt x="74626" y="2089915"/>
                </a:lnTo>
                <a:lnTo>
                  <a:pt x="74626" y="2127608"/>
                </a:lnTo>
                <a:lnTo>
                  <a:pt x="1786929" y="2127608"/>
                </a:lnTo>
                <a:lnTo>
                  <a:pt x="1786929" y="2089915"/>
                </a:lnTo>
                <a:close/>
              </a:path>
              <a:path w="1861820" h="2165350">
                <a:moveTo>
                  <a:pt x="1786929" y="37692"/>
                </a:moveTo>
                <a:lnTo>
                  <a:pt x="1786929" y="2127608"/>
                </a:lnTo>
                <a:lnTo>
                  <a:pt x="1824241" y="2089915"/>
                </a:lnTo>
                <a:lnTo>
                  <a:pt x="1861554" y="2089915"/>
                </a:lnTo>
                <a:lnTo>
                  <a:pt x="1861554" y="75385"/>
                </a:lnTo>
                <a:lnTo>
                  <a:pt x="1824241" y="75385"/>
                </a:lnTo>
                <a:lnTo>
                  <a:pt x="1786929" y="37692"/>
                </a:lnTo>
                <a:close/>
              </a:path>
              <a:path w="1861820" h="2165350">
                <a:moveTo>
                  <a:pt x="1861554" y="2089915"/>
                </a:moveTo>
                <a:lnTo>
                  <a:pt x="1824241" y="2089915"/>
                </a:lnTo>
                <a:lnTo>
                  <a:pt x="1786929" y="2127608"/>
                </a:lnTo>
                <a:lnTo>
                  <a:pt x="1861554" y="2127608"/>
                </a:lnTo>
                <a:lnTo>
                  <a:pt x="1861554" y="2089915"/>
                </a:lnTo>
                <a:close/>
              </a:path>
              <a:path w="1861820" h="2165350">
                <a:moveTo>
                  <a:pt x="74626" y="37692"/>
                </a:moveTo>
                <a:lnTo>
                  <a:pt x="37313" y="75385"/>
                </a:lnTo>
                <a:lnTo>
                  <a:pt x="74626" y="75385"/>
                </a:lnTo>
                <a:lnTo>
                  <a:pt x="74626" y="37692"/>
                </a:lnTo>
                <a:close/>
              </a:path>
              <a:path w="1861820" h="2165350">
                <a:moveTo>
                  <a:pt x="1786929" y="37692"/>
                </a:moveTo>
                <a:lnTo>
                  <a:pt x="74626" y="37692"/>
                </a:lnTo>
                <a:lnTo>
                  <a:pt x="74626" y="75385"/>
                </a:lnTo>
                <a:lnTo>
                  <a:pt x="1786929" y="75385"/>
                </a:lnTo>
                <a:lnTo>
                  <a:pt x="1786929" y="37692"/>
                </a:lnTo>
                <a:close/>
              </a:path>
              <a:path w="1861820" h="2165350">
                <a:moveTo>
                  <a:pt x="1861554" y="37692"/>
                </a:moveTo>
                <a:lnTo>
                  <a:pt x="1786929" y="37692"/>
                </a:lnTo>
                <a:lnTo>
                  <a:pt x="1824241" y="75385"/>
                </a:lnTo>
                <a:lnTo>
                  <a:pt x="1861554" y="75385"/>
                </a:lnTo>
                <a:lnTo>
                  <a:pt x="1861554" y="37692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8932" y="275844"/>
            <a:ext cx="2819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用例与协作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77" y="1212595"/>
            <a:ext cx="7683500" cy="4081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75260" indent="-342900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用例是著名的大师</a:t>
            </a:r>
            <a:r>
              <a:rPr sz="2400" spc="-10" dirty="0">
                <a:latin typeface="Calibri"/>
                <a:cs typeface="Calibri"/>
              </a:rPr>
              <a:t>Ivar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Jacobson</a:t>
            </a:r>
            <a:r>
              <a:rPr sz="2400" dirty="0">
                <a:latin typeface="宋体"/>
                <a:cs typeface="宋体"/>
              </a:rPr>
              <a:t>首先提出的，现已经成 为了面向对象软件开发中一个需求分析的最常用工具</a:t>
            </a:r>
            <a:endParaRPr sz="2400">
              <a:latin typeface="宋体"/>
              <a:cs typeface="宋体"/>
            </a:endParaRPr>
          </a:p>
          <a:p>
            <a:pPr marL="1040765" marR="30480" lvl="1" indent="-342900">
              <a:lnSpc>
                <a:spcPct val="125000"/>
              </a:lnSpc>
              <a:spcBef>
                <a:spcPts val="520"/>
              </a:spcBef>
              <a:buClr>
                <a:srgbClr val="C00000"/>
              </a:buClr>
              <a:buSzPct val="80000"/>
              <a:buFont typeface="Wingdings"/>
              <a:buChar char=""/>
              <a:tabLst>
                <a:tab pos="1040765" algn="l"/>
                <a:tab pos="1041400" algn="l"/>
              </a:tabLst>
            </a:pPr>
            <a:r>
              <a:rPr sz="2000" dirty="0">
                <a:latin typeface="宋体"/>
                <a:cs typeface="宋体"/>
              </a:rPr>
              <a:t>用例实例是在系统中执行的一系列动作，这些动作将生成特 定执行者可见的价值结果</a:t>
            </a:r>
            <a:endParaRPr sz="2000">
              <a:latin typeface="宋体"/>
              <a:cs typeface="宋体"/>
            </a:endParaRPr>
          </a:p>
          <a:p>
            <a:pPr marL="1041400" lvl="1" indent="-343535">
              <a:lnSpc>
                <a:spcPct val="100000"/>
              </a:lnSpc>
              <a:spcBef>
                <a:spcPts val="1105"/>
              </a:spcBef>
              <a:buClr>
                <a:srgbClr val="C00000"/>
              </a:buClr>
              <a:buSzPct val="80000"/>
              <a:buFont typeface="Wingdings"/>
              <a:buChar char=""/>
              <a:tabLst>
                <a:tab pos="1040765" algn="l"/>
                <a:tab pos="1041400" algn="l"/>
              </a:tabLst>
            </a:pPr>
            <a:r>
              <a:rPr sz="2000" dirty="0">
                <a:latin typeface="宋体"/>
                <a:cs typeface="宋体"/>
              </a:rPr>
              <a:t>一个用例定义一组用例实例</a:t>
            </a:r>
            <a:endParaRPr sz="20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/>
              <a:buChar char=""/>
            </a:pPr>
            <a:endParaRPr sz="2000">
              <a:latin typeface="宋体"/>
              <a:cs typeface="宋体"/>
            </a:endParaRPr>
          </a:p>
          <a:p>
            <a:pPr marL="355600" marR="5080" indent="-342900">
              <a:lnSpc>
                <a:spcPct val="125000"/>
              </a:lnSpc>
              <a:spcBef>
                <a:spcPts val="1425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协作定义了一个交互，它是由一组共同工作以提供某协 作行为的角色和其他元素构成的一个群体。</a:t>
            </a:r>
            <a:endParaRPr sz="2400">
              <a:latin typeface="宋体"/>
              <a:cs typeface="宋体"/>
            </a:endParaRPr>
          </a:p>
          <a:p>
            <a:pPr marL="1041400" lvl="1" indent="-343535">
              <a:lnSpc>
                <a:spcPct val="100000"/>
              </a:lnSpc>
              <a:spcBef>
                <a:spcPts val="1120"/>
              </a:spcBef>
              <a:buClr>
                <a:srgbClr val="C00000"/>
              </a:buClr>
              <a:buSzPct val="80000"/>
              <a:buFont typeface="Wingdings"/>
              <a:buChar char=""/>
              <a:tabLst>
                <a:tab pos="1040765" algn="l"/>
                <a:tab pos="1041400" algn="l"/>
              </a:tabLst>
            </a:pPr>
            <a:r>
              <a:rPr sz="2000" dirty="0">
                <a:latin typeface="宋体"/>
                <a:cs typeface="宋体"/>
              </a:rPr>
              <a:t>对于某个用例的实现就可以表示为一个协作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5906" y="175259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构件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65" y="1145539"/>
            <a:ext cx="77978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在实际的软件系统中，有许多要比“类”更大的实体， 例如一个</a:t>
            </a:r>
            <a:r>
              <a:rPr sz="2400" spc="-15" dirty="0">
                <a:latin typeface="Calibri"/>
                <a:cs typeface="Calibri"/>
              </a:rPr>
              <a:t>COM</a:t>
            </a:r>
            <a:r>
              <a:rPr sz="2400" dirty="0">
                <a:latin typeface="宋体"/>
                <a:cs typeface="宋体"/>
              </a:rPr>
              <a:t>组件、一个</a:t>
            </a:r>
            <a:r>
              <a:rPr sz="2400" spc="-5" dirty="0">
                <a:latin typeface="Calibri"/>
                <a:cs typeface="Calibri"/>
              </a:rPr>
              <a:t>DLL</a:t>
            </a:r>
            <a:r>
              <a:rPr sz="2400" dirty="0">
                <a:latin typeface="宋体"/>
                <a:cs typeface="宋体"/>
              </a:rPr>
              <a:t>文件、一个</a:t>
            </a:r>
            <a:r>
              <a:rPr sz="2400" spc="-10" dirty="0">
                <a:latin typeface="Calibri"/>
                <a:cs typeface="Calibri"/>
              </a:rPr>
              <a:t>JavaBeans</a:t>
            </a:r>
            <a:r>
              <a:rPr sz="2400" dirty="0">
                <a:latin typeface="宋体"/>
                <a:cs typeface="宋体"/>
              </a:rPr>
              <a:t>、一 个执行文件等等。为了更好地对在</a:t>
            </a:r>
            <a:r>
              <a:rPr sz="2400" spc="-5" dirty="0">
                <a:latin typeface="Calibri"/>
                <a:cs typeface="Calibri"/>
              </a:rPr>
              <a:t>UML</a:t>
            </a:r>
            <a:r>
              <a:rPr sz="2400" dirty="0">
                <a:latin typeface="宋体"/>
                <a:cs typeface="宋体"/>
              </a:rPr>
              <a:t>模型中对它们进 行表示，就引入了构件（也译为组件）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365" y="4638547"/>
            <a:ext cx="779780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构件是系统设计的一个模块化部分，它隐藏了内部的实 现，对外提供了一组外部接口。在系统中满足相同接口 的组件可以自由地替换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8114" y="3140846"/>
            <a:ext cx="1659255" cy="1075055"/>
          </a:xfrm>
          <a:custGeom>
            <a:avLst/>
            <a:gdLst/>
            <a:ahLst/>
            <a:cxnLst/>
            <a:rect l="l" t="t" r="r" b="b"/>
            <a:pathLst>
              <a:path w="1659254" h="1075054">
                <a:moveTo>
                  <a:pt x="0" y="1075003"/>
                </a:moveTo>
                <a:lnTo>
                  <a:pt x="1659101" y="1075003"/>
                </a:lnTo>
                <a:lnTo>
                  <a:pt x="1659101" y="0"/>
                </a:lnTo>
                <a:lnTo>
                  <a:pt x="0" y="0"/>
                </a:lnTo>
                <a:lnTo>
                  <a:pt x="0" y="1075003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57384" y="3169998"/>
            <a:ext cx="1659255" cy="1075055"/>
          </a:xfrm>
          <a:custGeom>
            <a:avLst/>
            <a:gdLst/>
            <a:ahLst/>
            <a:cxnLst/>
            <a:rect l="l" t="t" r="r" b="b"/>
            <a:pathLst>
              <a:path w="1659254" h="1075054">
                <a:moveTo>
                  <a:pt x="0" y="1075003"/>
                </a:moveTo>
                <a:lnTo>
                  <a:pt x="1659247" y="1075003"/>
                </a:lnTo>
                <a:lnTo>
                  <a:pt x="1659247" y="0"/>
                </a:lnTo>
                <a:lnTo>
                  <a:pt x="0" y="0"/>
                </a:lnTo>
                <a:lnTo>
                  <a:pt x="0" y="1075003"/>
                </a:lnTo>
                <a:close/>
              </a:path>
            </a:pathLst>
          </a:custGeom>
          <a:solidFill>
            <a:srgbClr val="99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42750" y="3155421"/>
            <a:ext cx="1659101" cy="10750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5180" y="3306649"/>
            <a:ext cx="664210" cy="248285"/>
          </a:xfrm>
          <a:custGeom>
            <a:avLst/>
            <a:gdLst/>
            <a:ahLst/>
            <a:cxnLst/>
            <a:rect l="l" t="t" r="r" b="b"/>
            <a:pathLst>
              <a:path w="664210" h="248285">
                <a:moveTo>
                  <a:pt x="0" y="247797"/>
                </a:moveTo>
                <a:lnTo>
                  <a:pt x="664035" y="247797"/>
                </a:lnTo>
                <a:lnTo>
                  <a:pt x="664035" y="0"/>
                </a:lnTo>
                <a:lnTo>
                  <a:pt x="0" y="0"/>
                </a:lnTo>
                <a:lnTo>
                  <a:pt x="0" y="24779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24448" y="3335802"/>
            <a:ext cx="664210" cy="248285"/>
          </a:xfrm>
          <a:custGeom>
            <a:avLst/>
            <a:gdLst/>
            <a:ahLst/>
            <a:cxnLst/>
            <a:rect l="l" t="t" r="r" b="b"/>
            <a:pathLst>
              <a:path w="664210" h="248285">
                <a:moveTo>
                  <a:pt x="0" y="247797"/>
                </a:moveTo>
                <a:lnTo>
                  <a:pt x="664035" y="247797"/>
                </a:lnTo>
                <a:lnTo>
                  <a:pt x="664035" y="0"/>
                </a:lnTo>
                <a:lnTo>
                  <a:pt x="0" y="0"/>
                </a:lnTo>
                <a:lnTo>
                  <a:pt x="0" y="247797"/>
                </a:lnTo>
                <a:close/>
              </a:path>
            </a:pathLst>
          </a:custGeom>
          <a:solidFill>
            <a:srgbClr val="99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09814" y="3321226"/>
            <a:ext cx="664035" cy="2477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95180" y="3720252"/>
            <a:ext cx="664210" cy="248285"/>
          </a:xfrm>
          <a:custGeom>
            <a:avLst/>
            <a:gdLst/>
            <a:ahLst/>
            <a:cxnLst/>
            <a:rect l="l" t="t" r="r" b="b"/>
            <a:pathLst>
              <a:path w="664210" h="248285">
                <a:moveTo>
                  <a:pt x="0" y="247797"/>
                </a:moveTo>
                <a:lnTo>
                  <a:pt x="664035" y="247797"/>
                </a:lnTo>
                <a:lnTo>
                  <a:pt x="664035" y="0"/>
                </a:lnTo>
                <a:lnTo>
                  <a:pt x="0" y="0"/>
                </a:lnTo>
                <a:lnTo>
                  <a:pt x="0" y="24779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4448" y="3749405"/>
            <a:ext cx="664210" cy="248285"/>
          </a:xfrm>
          <a:custGeom>
            <a:avLst/>
            <a:gdLst/>
            <a:ahLst/>
            <a:cxnLst/>
            <a:rect l="l" t="t" r="r" b="b"/>
            <a:pathLst>
              <a:path w="664210" h="248285">
                <a:moveTo>
                  <a:pt x="0" y="247797"/>
                </a:moveTo>
                <a:lnTo>
                  <a:pt x="664035" y="247797"/>
                </a:lnTo>
                <a:lnTo>
                  <a:pt x="664035" y="0"/>
                </a:lnTo>
                <a:lnTo>
                  <a:pt x="0" y="0"/>
                </a:lnTo>
                <a:lnTo>
                  <a:pt x="0" y="247797"/>
                </a:lnTo>
                <a:close/>
              </a:path>
            </a:pathLst>
          </a:custGeom>
          <a:solidFill>
            <a:srgbClr val="99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09814" y="3734828"/>
            <a:ext cx="664035" cy="2477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24448" y="3288396"/>
            <a:ext cx="199263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53110">
              <a:lnSpc>
                <a:spcPct val="100000"/>
              </a:lnSpc>
              <a:spcBef>
                <a:spcPts val="120"/>
              </a:spcBef>
            </a:pPr>
            <a:r>
              <a:rPr sz="2050" spc="45" dirty="0">
                <a:solidFill>
                  <a:srgbClr val="FF0000"/>
                </a:solidFill>
                <a:latin typeface="MS Gothic"/>
                <a:cs typeface="MS Gothic"/>
              </a:rPr>
              <a:t>构件</a:t>
            </a:r>
            <a:r>
              <a:rPr sz="2050" spc="25" dirty="0">
                <a:solidFill>
                  <a:srgbClr val="FF0000"/>
                </a:solidFill>
                <a:latin typeface="MS Gothic"/>
                <a:cs typeface="MS Gothic"/>
              </a:rPr>
              <a:t>名称</a:t>
            </a:r>
            <a:endParaRPr sz="2050">
              <a:latin typeface="MS Gothic"/>
              <a:cs typeface="MS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29123" y="3309001"/>
            <a:ext cx="492125" cy="4445"/>
          </a:xfrm>
          <a:custGeom>
            <a:avLst/>
            <a:gdLst/>
            <a:ahLst/>
            <a:cxnLst/>
            <a:rect l="l" t="t" r="r" b="b"/>
            <a:pathLst>
              <a:path w="492125" h="4445">
                <a:moveTo>
                  <a:pt x="0" y="4320"/>
                </a:moveTo>
                <a:lnTo>
                  <a:pt x="491776" y="4320"/>
                </a:lnTo>
                <a:lnTo>
                  <a:pt x="491776" y="0"/>
                </a:lnTo>
                <a:lnTo>
                  <a:pt x="0" y="0"/>
                </a:lnTo>
                <a:lnTo>
                  <a:pt x="0" y="432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37800" y="3631982"/>
            <a:ext cx="492125" cy="4445"/>
          </a:xfrm>
          <a:custGeom>
            <a:avLst/>
            <a:gdLst/>
            <a:ahLst/>
            <a:cxnLst/>
            <a:rect l="l" t="t" r="r" b="b"/>
            <a:pathLst>
              <a:path w="492125" h="4445">
                <a:moveTo>
                  <a:pt x="0" y="4320"/>
                </a:moveTo>
                <a:lnTo>
                  <a:pt x="491819" y="4320"/>
                </a:lnTo>
                <a:lnTo>
                  <a:pt x="491819" y="0"/>
                </a:lnTo>
                <a:lnTo>
                  <a:pt x="0" y="0"/>
                </a:lnTo>
                <a:lnTo>
                  <a:pt x="0" y="4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33462" y="3313322"/>
            <a:ext cx="492125" cy="318770"/>
          </a:xfrm>
          <a:custGeom>
            <a:avLst/>
            <a:gdLst/>
            <a:ahLst/>
            <a:cxnLst/>
            <a:rect l="l" t="t" r="r" b="b"/>
            <a:pathLst>
              <a:path w="492125" h="318770">
                <a:moveTo>
                  <a:pt x="0" y="318660"/>
                </a:moveTo>
                <a:lnTo>
                  <a:pt x="491776" y="318660"/>
                </a:lnTo>
                <a:lnTo>
                  <a:pt x="491776" y="0"/>
                </a:lnTo>
                <a:lnTo>
                  <a:pt x="0" y="0"/>
                </a:lnTo>
                <a:lnTo>
                  <a:pt x="0" y="318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33462" y="3313322"/>
            <a:ext cx="492125" cy="318770"/>
          </a:xfrm>
          <a:custGeom>
            <a:avLst/>
            <a:gdLst/>
            <a:ahLst/>
            <a:cxnLst/>
            <a:rect l="l" t="t" r="r" b="b"/>
            <a:pathLst>
              <a:path w="492125" h="318770">
                <a:moveTo>
                  <a:pt x="0" y="318660"/>
                </a:moveTo>
                <a:lnTo>
                  <a:pt x="491776" y="318660"/>
                </a:lnTo>
                <a:lnTo>
                  <a:pt x="491776" y="0"/>
                </a:lnTo>
                <a:lnTo>
                  <a:pt x="0" y="0"/>
                </a:lnTo>
                <a:lnTo>
                  <a:pt x="0" y="318660"/>
                </a:lnTo>
                <a:close/>
              </a:path>
            </a:pathLst>
          </a:custGeom>
          <a:ln w="3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30438" y="3358150"/>
            <a:ext cx="196850" cy="73660"/>
          </a:xfrm>
          <a:custGeom>
            <a:avLst/>
            <a:gdLst/>
            <a:ahLst/>
            <a:cxnLst/>
            <a:rect l="l" t="t" r="r" b="b"/>
            <a:pathLst>
              <a:path w="196850" h="73660">
                <a:moveTo>
                  <a:pt x="0" y="73453"/>
                </a:moveTo>
                <a:lnTo>
                  <a:pt x="196827" y="73453"/>
                </a:lnTo>
                <a:lnTo>
                  <a:pt x="196827" y="0"/>
                </a:lnTo>
                <a:lnTo>
                  <a:pt x="0" y="0"/>
                </a:lnTo>
                <a:lnTo>
                  <a:pt x="0" y="73453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39114" y="3366791"/>
            <a:ext cx="196850" cy="73660"/>
          </a:xfrm>
          <a:custGeom>
            <a:avLst/>
            <a:gdLst/>
            <a:ahLst/>
            <a:cxnLst/>
            <a:rect l="l" t="t" r="r" b="b"/>
            <a:pathLst>
              <a:path w="196850" h="73660">
                <a:moveTo>
                  <a:pt x="0" y="73453"/>
                </a:moveTo>
                <a:lnTo>
                  <a:pt x="196827" y="73453"/>
                </a:lnTo>
                <a:lnTo>
                  <a:pt x="196827" y="0"/>
                </a:lnTo>
                <a:lnTo>
                  <a:pt x="0" y="0"/>
                </a:lnTo>
                <a:lnTo>
                  <a:pt x="0" y="734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34776" y="3362471"/>
            <a:ext cx="196850" cy="73660"/>
          </a:xfrm>
          <a:custGeom>
            <a:avLst/>
            <a:gdLst/>
            <a:ahLst/>
            <a:cxnLst/>
            <a:rect l="l" t="t" r="r" b="b"/>
            <a:pathLst>
              <a:path w="196850" h="73660">
                <a:moveTo>
                  <a:pt x="0" y="73453"/>
                </a:moveTo>
                <a:lnTo>
                  <a:pt x="196827" y="73453"/>
                </a:lnTo>
                <a:lnTo>
                  <a:pt x="196827" y="0"/>
                </a:lnTo>
                <a:lnTo>
                  <a:pt x="0" y="0"/>
                </a:lnTo>
                <a:lnTo>
                  <a:pt x="0" y="7345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34776" y="3362471"/>
            <a:ext cx="196850" cy="73660"/>
          </a:xfrm>
          <a:custGeom>
            <a:avLst/>
            <a:gdLst/>
            <a:ahLst/>
            <a:cxnLst/>
            <a:rect l="l" t="t" r="r" b="b"/>
            <a:pathLst>
              <a:path w="196850" h="73660">
                <a:moveTo>
                  <a:pt x="0" y="73453"/>
                </a:moveTo>
                <a:lnTo>
                  <a:pt x="196827" y="73453"/>
                </a:lnTo>
                <a:lnTo>
                  <a:pt x="196827" y="0"/>
                </a:lnTo>
                <a:lnTo>
                  <a:pt x="0" y="0"/>
                </a:lnTo>
                <a:lnTo>
                  <a:pt x="0" y="73453"/>
                </a:lnTo>
                <a:close/>
              </a:path>
            </a:pathLst>
          </a:custGeom>
          <a:ln w="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30438" y="3480754"/>
            <a:ext cx="196850" cy="73660"/>
          </a:xfrm>
          <a:custGeom>
            <a:avLst/>
            <a:gdLst/>
            <a:ahLst/>
            <a:cxnLst/>
            <a:rect l="l" t="t" r="r" b="b"/>
            <a:pathLst>
              <a:path w="196850" h="73660">
                <a:moveTo>
                  <a:pt x="0" y="73453"/>
                </a:moveTo>
                <a:lnTo>
                  <a:pt x="196827" y="73453"/>
                </a:lnTo>
                <a:lnTo>
                  <a:pt x="196827" y="0"/>
                </a:lnTo>
                <a:lnTo>
                  <a:pt x="0" y="0"/>
                </a:lnTo>
                <a:lnTo>
                  <a:pt x="0" y="73453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39114" y="3489395"/>
            <a:ext cx="196850" cy="73660"/>
          </a:xfrm>
          <a:custGeom>
            <a:avLst/>
            <a:gdLst/>
            <a:ahLst/>
            <a:cxnLst/>
            <a:rect l="l" t="t" r="r" b="b"/>
            <a:pathLst>
              <a:path w="196850" h="73660">
                <a:moveTo>
                  <a:pt x="0" y="73453"/>
                </a:moveTo>
                <a:lnTo>
                  <a:pt x="196827" y="73453"/>
                </a:lnTo>
                <a:lnTo>
                  <a:pt x="196827" y="0"/>
                </a:lnTo>
                <a:lnTo>
                  <a:pt x="0" y="0"/>
                </a:lnTo>
                <a:lnTo>
                  <a:pt x="0" y="734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34776" y="3485074"/>
            <a:ext cx="196850" cy="73660"/>
          </a:xfrm>
          <a:custGeom>
            <a:avLst/>
            <a:gdLst/>
            <a:ahLst/>
            <a:cxnLst/>
            <a:rect l="l" t="t" r="r" b="b"/>
            <a:pathLst>
              <a:path w="196850" h="73660">
                <a:moveTo>
                  <a:pt x="0" y="73453"/>
                </a:moveTo>
                <a:lnTo>
                  <a:pt x="196827" y="73453"/>
                </a:lnTo>
                <a:lnTo>
                  <a:pt x="196827" y="0"/>
                </a:lnTo>
                <a:lnTo>
                  <a:pt x="0" y="0"/>
                </a:lnTo>
                <a:lnTo>
                  <a:pt x="0" y="7345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34776" y="3485074"/>
            <a:ext cx="196850" cy="73660"/>
          </a:xfrm>
          <a:custGeom>
            <a:avLst/>
            <a:gdLst/>
            <a:ahLst/>
            <a:cxnLst/>
            <a:rect l="l" t="t" r="r" b="b"/>
            <a:pathLst>
              <a:path w="196850" h="73660">
                <a:moveTo>
                  <a:pt x="0" y="73453"/>
                </a:moveTo>
                <a:lnTo>
                  <a:pt x="196827" y="73453"/>
                </a:lnTo>
                <a:lnTo>
                  <a:pt x="196827" y="0"/>
                </a:lnTo>
                <a:lnTo>
                  <a:pt x="0" y="0"/>
                </a:lnTo>
                <a:lnTo>
                  <a:pt x="0" y="73453"/>
                </a:lnTo>
                <a:close/>
              </a:path>
            </a:pathLst>
          </a:custGeom>
          <a:ln w="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658858" y="3143518"/>
            <a:ext cx="2285365" cy="1036319"/>
          </a:xfrm>
          <a:prstGeom prst="rect">
            <a:avLst/>
          </a:prstGeom>
          <a:ln w="105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Times New Roman"/>
              <a:cs typeface="Times New Roman"/>
            </a:endParaRPr>
          </a:p>
          <a:p>
            <a:pPr marL="553720">
              <a:lnSpc>
                <a:spcPct val="100000"/>
              </a:lnSpc>
            </a:pPr>
            <a:r>
              <a:rPr sz="2050" spc="45" dirty="0">
                <a:solidFill>
                  <a:srgbClr val="FF0000"/>
                </a:solidFill>
                <a:latin typeface="MS Gothic"/>
                <a:cs typeface="MS Gothic"/>
              </a:rPr>
              <a:t>构件</a:t>
            </a:r>
            <a:r>
              <a:rPr sz="2050" spc="20" dirty="0">
                <a:solidFill>
                  <a:srgbClr val="FF0000"/>
                </a:solidFill>
                <a:latin typeface="MS Gothic"/>
                <a:cs typeface="MS Gothic"/>
              </a:rPr>
              <a:t>名</a:t>
            </a:r>
            <a:r>
              <a:rPr sz="2050" spc="35" dirty="0">
                <a:solidFill>
                  <a:srgbClr val="FF0000"/>
                </a:solidFill>
                <a:latin typeface="MS Gothic"/>
                <a:cs typeface="MS Gothic"/>
              </a:rPr>
              <a:t>称</a:t>
            </a:r>
            <a:endParaRPr sz="2050">
              <a:latin typeface="MS Gothic"/>
              <a:cs typeface="MS Gothic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471315" y="4332251"/>
            <a:ext cx="108521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3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.</a:t>
            </a:r>
            <a:r>
              <a:rPr sz="1600" b="1" spc="-13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600" spc="15" dirty="0">
                <a:solidFill>
                  <a:srgbClr val="0000FF"/>
                </a:solidFill>
                <a:latin typeface="宋体"/>
                <a:cs typeface="宋体"/>
              </a:rPr>
              <a:t>习惯用法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46046" y="4313944"/>
            <a:ext cx="108521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3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.</a:t>
            </a:r>
            <a:r>
              <a:rPr sz="1600" b="1" spc="-13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600" spc="15" dirty="0">
                <a:solidFill>
                  <a:srgbClr val="0000FF"/>
                </a:solidFill>
                <a:latin typeface="宋体"/>
                <a:cs typeface="宋体"/>
              </a:rPr>
              <a:t>习惯用法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9508" y="102107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节点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315" y="1139444"/>
            <a:ext cx="781240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为了能够有效地对部署的结构进行建模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Calibri"/>
                <a:cs typeface="Calibri"/>
              </a:rPr>
              <a:t>UML</a:t>
            </a:r>
            <a:r>
              <a:rPr sz="2400" dirty="0">
                <a:latin typeface="宋体"/>
                <a:cs typeface="宋体"/>
              </a:rPr>
              <a:t>引入了节 点这一概念，它可以用来描述实际的</a:t>
            </a:r>
            <a:r>
              <a:rPr sz="2400" spc="-5" dirty="0">
                <a:latin typeface="Calibri"/>
                <a:cs typeface="Calibri"/>
              </a:rPr>
              <a:t>PC</a:t>
            </a:r>
            <a:r>
              <a:rPr sz="2400" dirty="0">
                <a:latin typeface="宋体"/>
                <a:cs typeface="宋体"/>
              </a:rPr>
              <a:t>机、打印机、服 务器等软件运行的基础硬件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52745" y="2957793"/>
            <a:ext cx="1497965" cy="1590675"/>
          </a:xfrm>
          <a:custGeom>
            <a:avLst/>
            <a:gdLst/>
            <a:ahLst/>
            <a:cxnLst/>
            <a:rect l="l" t="t" r="r" b="b"/>
            <a:pathLst>
              <a:path w="1497964" h="1590675">
                <a:moveTo>
                  <a:pt x="1497578" y="0"/>
                </a:moveTo>
                <a:lnTo>
                  <a:pt x="374403" y="0"/>
                </a:lnTo>
                <a:lnTo>
                  <a:pt x="0" y="373470"/>
                </a:lnTo>
                <a:lnTo>
                  <a:pt x="0" y="1590485"/>
                </a:lnTo>
                <a:lnTo>
                  <a:pt x="1123188" y="1590485"/>
                </a:lnTo>
                <a:lnTo>
                  <a:pt x="1497578" y="1217005"/>
                </a:lnTo>
                <a:lnTo>
                  <a:pt x="1497578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87933" y="2992893"/>
            <a:ext cx="1497965" cy="1590675"/>
          </a:xfrm>
          <a:custGeom>
            <a:avLst/>
            <a:gdLst/>
            <a:ahLst/>
            <a:cxnLst/>
            <a:rect l="l" t="t" r="r" b="b"/>
            <a:pathLst>
              <a:path w="1497964" h="1590675">
                <a:moveTo>
                  <a:pt x="1497576" y="0"/>
                </a:moveTo>
                <a:lnTo>
                  <a:pt x="374402" y="0"/>
                </a:lnTo>
                <a:lnTo>
                  <a:pt x="0" y="373470"/>
                </a:lnTo>
                <a:lnTo>
                  <a:pt x="0" y="1590487"/>
                </a:lnTo>
                <a:lnTo>
                  <a:pt x="1123185" y="1590487"/>
                </a:lnTo>
                <a:lnTo>
                  <a:pt x="1497576" y="1217006"/>
                </a:lnTo>
                <a:lnTo>
                  <a:pt x="1497576" y="0"/>
                </a:lnTo>
                <a:close/>
              </a:path>
            </a:pathLst>
          </a:custGeom>
          <a:solidFill>
            <a:srgbClr val="99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70339" y="2975343"/>
            <a:ext cx="1497577" cy="1590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70339" y="2975343"/>
            <a:ext cx="1497965" cy="374015"/>
          </a:xfrm>
          <a:custGeom>
            <a:avLst/>
            <a:gdLst/>
            <a:ahLst/>
            <a:cxnLst/>
            <a:rect l="l" t="t" r="r" b="b"/>
            <a:pathLst>
              <a:path w="1497964" h="374014">
                <a:moveTo>
                  <a:pt x="1497577" y="0"/>
                </a:moveTo>
                <a:lnTo>
                  <a:pt x="374402" y="0"/>
                </a:lnTo>
                <a:lnTo>
                  <a:pt x="0" y="373470"/>
                </a:lnTo>
                <a:lnTo>
                  <a:pt x="1123185" y="373470"/>
                </a:lnTo>
                <a:lnTo>
                  <a:pt x="1497577" y="0"/>
                </a:lnTo>
                <a:close/>
              </a:path>
            </a:pathLst>
          </a:custGeom>
          <a:solidFill>
            <a:srgbClr val="FFFF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93525" y="2975343"/>
            <a:ext cx="374650" cy="1590675"/>
          </a:xfrm>
          <a:custGeom>
            <a:avLst/>
            <a:gdLst/>
            <a:ahLst/>
            <a:cxnLst/>
            <a:rect l="l" t="t" r="r" b="b"/>
            <a:pathLst>
              <a:path w="374650" h="1590675">
                <a:moveTo>
                  <a:pt x="374392" y="0"/>
                </a:moveTo>
                <a:lnTo>
                  <a:pt x="0" y="373470"/>
                </a:lnTo>
                <a:lnTo>
                  <a:pt x="0" y="1590485"/>
                </a:lnTo>
                <a:lnTo>
                  <a:pt x="374392" y="1217006"/>
                </a:lnTo>
                <a:lnTo>
                  <a:pt x="374392" y="0"/>
                </a:lnTo>
                <a:close/>
              </a:path>
            </a:pathLst>
          </a:custGeom>
          <a:solidFill>
            <a:srgbClr val="CD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5315" y="3434219"/>
            <a:ext cx="7823200" cy="2214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48055" algn="ctr">
              <a:lnSpc>
                <a:spcPct val="100000"/>
              </a:lnSpc>
              <a:spcBef>
                <a:spcPts val="90"/>
              </a:spcBef>
            </a:pPr>
            <a:r>
              <a:rPr sz="25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Server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25000"/>
              </a:lnSpc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节点是运行时存在的</a:t>
            </a: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物理元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素</a:t>
            </a:r>
            <a:r>
              <a:rPr sz="2400" dirty="0">
                <a:latin typeface="宋体"/>
                <a:cs typeface="宋体"/>
              </a:rPr>
              <a:t>，它表示了一种可计算的 资源，通常至少有存储空间和处理能力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7048" y="193547"/>
            <a:ext cx="3009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(2)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/>
              <a:t>行为事物</a:t>
            </a:r>
          </a:p>
        </p:txBody>
      </p:sp>
      <p:sp>
        <p:nvSpPr>
          <p:cNvPr id="3" name="object 3"/>
          <p:cNvSpPr/>
          <p:nvPr/>
        </p:nvSpPr>
        <p:spPr>
          <a:xfrm>
            <a:off x="5968353" y="4608013"/>
            <a:ext cx="1608455" cy="912494"/>
          </a:xfrm>
          <a:custGeom>
            <a:avLst/>
            <a:gdLst/>
            <a:ahLst/>
            <a:cxnLst/>
            <a:rect l="l" t="t" r="r" b="b"/>
            <a:pathLst>
              <a:path w="1608454" h="912495">
                <a:moveTo>
                  <a:pt x="1452918" y="0"/>
                </a:moveTo>
                <a:lnTo>
                  <a:pt x="155154" y="0"/>
                </a:lnTo>
                <a:lnTo>
                  <a:pt x="106116" y="7752"/>
                </a:lnTo>
                <a:lnTo>
                  <a:pt x="63525" y="29338"/>
                </a:lnTo>
                <a:lnTo>
                  <a:pt x="29938" y="62252"/>
                </a:lnTo>
                <a:lnTo>
                  <a:pt x="7910" y="103990"/>
                </a:lnTo>
                <a:lnTo>
                  <a:pt x="0" y="152045"/>
                </a:lnTo>
                <a:lnTo>
                  <a:pt x="0" y="760227"/>
                </a:lnTo>
                <a:lnTo>
                  <a:pt x="7910" y="808277"/>
                </a:lnTo>
                <a:lnTo>
                  <a:pt x="29938" y="850012"/>
                </a:lnTo>
                <a:lnTo>
                  <a:pt x="63525" y="882926"/>
                </a:lnTo>
                <a:lnTo>
                  <a:pt x="106116" y="904511"/>
                </a:lnTo>
                <a:lnTo>
                  <a:pt x="155154" y="912263"/>
                </a:lnTo>
                <a:lnTo>
                  <a:pt x="1452918" y="912263"/>
                </a:lnTo>
                <a:lnTo>
                  <a:pt x="1501961" y="904511"/>
                </a:lnTo>
                <a:lnTo>
                  <a:pt x="1544541" y="882926"/>
                </a:lnTo>
                <a:lnTo>
                  <a:pt x="1578111" y="850012"/>
                </a:lnTo>
                <a:lnTo>
                  <a:pt x="1600121" y="808277"/>
                </a:lnTo>
                <a:lnTo>
                  <a:pt x="1608024" y="760227"/>
                </a:lnTo>
                <a:lnTo>
                  <a:pt x="1608024" y="152045"/>
                </a:lnTo>
                <a:lnTo>
                  <a:pt x="1600121" y="103990"/>
                </a:lnTo>
                <a:lnTo>
                  <a:pt x="1578111" y="62252"/>
                </a:lnTo>
                <a:lnTo>
                  <a:pt x="1544541" y="29338"/>
                </a:lnTo>
                <a:lnTo>
                  <a:pt x="1501961" y="7752"/>
                </a:lnTo>
                <a:lnTo>
                  <a:pt x="1452918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98202" y="4637263"/>
            <a:ext cx="1608455" cy="912494"/>
          </a:xfrm>
          <a:custGeom>
            <a:avLst/>
            <a:gdLst/>
            <a:ahLst/>
            <a:cxnLst/>
            <a:rect l="l" t="t" r="r" b="b"/>
            <a:pathLst>
              <a:path w="1608454" h="912495">
                <a:moveTo>
                  <a:pt x="1452918" y="0"/>
                </a:moveTo>
                <a:lnTo>
                  <a:pt x="155154" y="0"/>
                </a:lnTo>
                <a:lnTo>
                  <a:pt x="106116" y="7752"/>
                </a:lnTo>
                <a:lnTo>
                  <a:pt x="63525" y="29338"/>
                </a:lnTo>
                <a:lnTo>
                  <a:pt x="29938" y="62253"/>
                </a:lnTo>
                <a:lnTo>
                  <a:pt x="7910" y="103990"/>
                </a:lnTo>
                <a:lnTo>
                  <a:pt x="0" y="152045"/>
                </a:lnTo>
                <a:lnTo>
                  <a:pt x="0" y="760227"/>
                </a:lnTo>
                <a:lnTo>
                  <a:pt x="7910" y="808277"/>
                </a:lnTo>
                <a:lnTo>
                  <a:pt x="29938" y="850012"/>
                </a:lnTo>
                <a:lnTo>
                  <a:pt x="63525" y="882926"/>
                </a:lnTo>
                <a:lnTo>
                  <a:pt x="106116" y="904511"/>
                </a:lnTo>
                <a:lnTo>
                  <a:pt x="155154" y="912263"/>
                </a:lnTo>
                <a:lnTo>
                  <a:pt x="1452918" y="912263"/>
                </a:lnTo>
                <a:lnTo>
                  <a:pt x="1501961" y="904511"/>
                </a:lnTo>
                <a:lnTo>
                  <a:pt x="1544541" y="882926"/>
                </a:lnTo>
                <a:lnTo>
                  <a:pt x="1578110" y="850012"/>
                </a:lnTo>
                <a:lnTo>
                  <a:pt x="1600120" y="808277"/>
                </a:lnTo>
                <a:lnTo>
                  <a:pt x="1608023" y="760227"/>
                </a:lnTo>
                <a:lnTo>
                  <a:pt x="1608023" y="152045"/>
                </a:lnTo>
                <a:lnTo>
                  <a:pt x="1600120" y="103990"/>
                </a:lnTo>
                <a:lnTo>
                  <a:pt x="1578110" y="62253"/>
                </a:lnTo>
                <a:lnTo>
                  <a:pt x="1544541" y="29338"/>
                </a:lnTo>
                <a:lnTo>
                  <a:pt x="1501961" y="7752"/>
                </a:lnTo>
                <a:lnTo>
                  <a:pt x="1452918" y="0"/>
                </a:lnTo>
                <a:close/>
              </a:path>
            </a:pathLst>
          </a:custGeom>
          <a:solidFill>
            <a:srgbClr val="99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83278" y="4622638"/>
            <a:ext cx="1608023" cy="912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7052" y="1462531"/>
            <a:ext cx="7880350" cy="380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17475" indent="-457200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交互</a:t>
            </a:r>
            <a:r>
              <a:rPr sz="2400" spc="-10" dirty="0">
                <a:latin typeface="宋体"/>
                <a:cs typeface="宋体"/>
              </a:rPr>
              <a:t>（</a:t>
            </a:r>
            <a:r>
              <a:rPr sz="2400" spc="-10" dirty="0">
                <a:latin typeface="Calibri"/>
                <a:cs typeface="Calibri"/>
              </a:rPr>
              <a:t>interaction</a:t>
            </a:r>
            <a:r>
              <a:rPr sz="2400" spc="-10" dirty="0">
                <a:latin typeface="宋体"/>
                <a:cs typeface="宋体"/>
              </a:rPr>
              <a:t>）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是在特定语境中，共同完成某个任 务的一组对象之间交换的信息集合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112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交互的表示法很简单，就是一条有向直线，并在上面标有操作名</a:t>
            </a:r>
            <a:endParaRPr sz="2000">
              <a:latin typeface="宋体"/>
              <a:cs typeface="宋体"/>
            </a:endParaRPr>
          </a:p>
          <a:p>
            <a:pPr marL="469900" marR="180340" indent="-457200">
              <a:lnSpc>
                <a:spcPct val="125000"/>
              </a:lnSpc>
              <a:spcBef>
                <a:spcPts val="585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状态机</a:t>
            </a:r>
            <a:r>
              <a:rPr sz="2400" spc="-25" dirty="0">
                <a:latin typeface="宋体"/>
                <a:cs typeface="宋体"/>
              </a:rPr>
              <a:t>（</a:t>
            </a:r>
            <a:r>
              <a:rPr sz="2400" spc="-25" dirty="0">
                <a:latin typeface="Calibri"/>
                <a:cs typeface="Calibri"/>
              </a:rPr>
              <a:t>state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machine</a:t>
            </a:r>
            <a:r>
              <a:rPr sz="2400" spc="-5" dirty="0">
                <a:latin typeface="宋体"/>
                <a:cs typeface="宋体"/>
              </a:rPr>
              <a:t>）：</a:t>
            </a:r>
            <a:r>
              <a:rPr sz="2400" dirty="0">
                <a:latin typeface="宋体"/>
                <a:cs typeface="宋体"/>
              </a:rPr>
              <a:t>是一个对象或交互在生命周 期内响应事件所经历的状态序列</a:t>
            </a:r>
            <a:endParaRPr sz="2400">
              <a:latin typeface="宋体"/>
              <a:cs typeface="宋体"/>
            </a:endParaRPr>
          </a:p>
          <a:p>
            <a:pPr marL="755015" marR="3561079" lvl="1" indent="-285750" algn="just">
              <a:lnSpc>
                <a:spcPts val="3000"/>
              </a:lnSpc>
              <a:spcBef>
                <a:spcPts val="72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在</a:t>
            </a:r>
            <a:r>
              <a:rPr sz="2000" spc="-5" dirty="0">
                <a:latin typeface="Calibri"/>
                <a:cs typeface="Calibri"/>
              </a:rPr>
              <a:t>UML</a:t>
            </a:r>
            <a:r>
              <a:rPr sz="2000" dirty="0">
                <a:latin typeface="宋体"/>
                <a:cs typeface="宋体"/>
              </a:rPr>
              <a:t>模型中将状态画为一个圆 角矩形，并在矩形内写出状态名 称及其子状态</a:t>
            </a:r>
            <a:endParaRPr sz="2000">
              <a:latin typeface="宋体"/>
              <a:cs typeface="宋体"/>
            </a:endParaRPr>
          </a:p>
          <a:p>
            <a:pPr marR="1360170" algn="r">
              <a:lnSpc>
                <a:spcPts val="1495"/>
              </a:lnSpc>
            </a:pPr>
            <a:r>
              <a:rPr sz="2050" spc="95" dirty="0">
                <a:solidFill>
                  <a:srgbClr val="FF0000"/>
                </a:solidFill>
                <a:latin typeface="MS Gothic"/>
                <a:cs typeface="MS Gothic"/>
              </a:rPr>
              <a:t>等待</a:t>
            </a:r>
            <a:endParaRPr sz="2050">
              <a:latin typeface="MS Gothic"/>
              <a:cs typeface="MS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7048" y="327659"/>
            <a:ext cx="3009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(3)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/>
              <a:t>分组事物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462531"/>
            <a:ext cx="810260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对于一个中大型的软件系统而言，通常会包含大量的类， 因此也就会存在大量的结构事物、行为事物，为了能够 更加有效地对其进行整合，生成或简或繁、或宏观或微 观的模型，就需要对其进行分组。在</a:t>
            </a:r>
            <a:r>
              <a:rPr sz="2400" spc="-5" dirty="0">
                <a:latin typeface="Calibri"/>
                <a:cs typeface="Calibri"/>
              </a:rPr>
              <a:t>UML</a:t>
            </a:r>
            <a:r>
              <a:rPr sz="2400" dirty="0">
                <a:latin typeface="宋体"/>
                <a:cs typeface="宋体"/>
              </a:rPr>
              <a:t>中，提供了 “包</a:t>
            </a:r>
            <a:r>
              <a:rPr sz="2400" spc="-15" dirty="0">
                <a:latin typeface="宋体"/>
                <a:cs typeface="宋体"/>
              </a:rPr>
              <a:t>（</a:t>
            </a:r>
            <a:r>
              <a:rPr sz="2400" spc="-15" dirty="0">
                <a:latin typeface="Calibri"/>
                <a:cs typeface="Calibri"/>
              </a:rPr>
              <a:t>Package</a:t>
            </a:r>
            <a:r>
              <a:rPr sz="2400" spc="-15" dirty="0">
                <a:latin typeface="宋体"/>
                <a:cs typeface="宋体"/>
              </a:rPr>
              <a:t>）”</a:t>
            </a:r>
            <a:r>
              <a:rPr sz="2400" dirty="0">
                <a:latin typeface="宋体"/>
                <a:cs typeface="宋体"/>
              </a:rPr>
              <a:t>来完成这一目标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21925" y="4527722"/>
            <a:ext cx="2294255" cy="1256665"/>
          </a:xfrm>
          <a:custGeom>
            <a:avLst/>
            <a:gdLst/>
            <a:ahLst/>
            <a:cxnLst/>
            <a:rect l="l" t="t" r="r" b="b"/>
            <a:pathLst>
              <a:path w="2294254" h="1256664">
                <a:moveTo>
                  <a:pt x="0" y="1256230"/>
                </a:moveTo>
                <a:lnTo>
                  <a:pt x="2294027" y="1256230"/>
                </a:lnTo>
                <a:lnTo>
                  <a:pt x="2294027" y="0"/>
                </a:lnTo>
                <a:lnTo>
                  <a:pt x="0" y="0"/>
                </a:lnTo>
                <a:lnTo>
                  <a:pt x="0" y="125623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2392" y="4568001"/>
            <a:ext cx="2294255" cy="1256665"/>
          </a:xfrm>
          <a:custGeom>
            <a:avLst/>
            <a:gdLst/>
            <a:ahLst/>
            <a:cxnLst/>
            <a:rect l="l" t="t" r="r" b="b"/>
            <a:pathLst>
              <a:path w="2294254" h="1256664">
                <a:moveTo>
                  <a:pt x="0" y="1256230"/>
                </a:moveTo>
                <a:lnTo>
                  <a:pt x="2293825" y="1256230"/>
                </a:lnTo>
                <a:lnTo>
                  <a:pt x="2293825" y="0"/>
                </a:lnTo>
                <a:lnTo>
                  <a:pt x="0" y="0"/>
                </a:lnTo>
                <a:lnTo>
                  <a:pt x="0" y="1256230"/>
                </a:lnTo>
                <a:close/>
              </a:path>
            </a:pathLst>
          </a:custGeom>
          <a:solidFill>
            <a:srgbClr val="99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42158" y="4547861"/>
            <a:ext cx="2293825" cy="1256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21925" y="4185336"/>
            <a:ext cx="918210" cy="342900"/>
          </a:xfrm>
          <a:custGeom>
            <a:avLst/>
            <a:gdLst/>
            <a:ahLst/>
            <a:cxnLst/>
            <a:rect l="l" t="t" r="r" b="b"/>
            <a:pathLst>
              <a:path w="918210" h="342900">
                <a:moveTo>
                  <a:pt x="0" y="342379"/>
                </a:moveTo>
                <a:lnTo>
                  <a:pt x="918076" y="342379"/>
                </a:lnTo>
                <a:lnTo>
                  <a:pt x="918076" y="0"/>
                </a:lnTo>
                <a:lnTo>
                  <a:pt x="0" y="0"/>
                </a:lnTo>
                <a:lnTo>
                  <a:pt x="0" y="34237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62392" y="4225616"/>
            <a:ext cx="918210" cy="342900"/>
          </a:xfrm>
          <a:custGeom>
            <a:avLst/>
            <a:gdLst/>
            <a:ahLst/>
            <a:cxnLst/>
            <a:rect l="l" t="t" r="r" b="b"/>
            <a:pathLst>
              <a:path w="918210" h="342900">
                <a:moveTo>
                  <a:pt x="0" y="342379"/>
                </a:moveTo>
                <a:lnTo>
                  <a:pt x="918076" y="342379"/>
                </a:lnTo>
                <a:lnTo>
                  <a:pt x="918076" y="0"/>
                </a:lnTo>
                <a:lnTo>
                  <a:pt x="0" y="0"/>
                </a:lnTo>
                <a:lnTo>
                  <a:pt x="0" y="342379"/>
                </a:lnTo>
                <a:close/>
              </a:path>
            </a:pathLst>
          </a:custGeom>
          <a:solidFill>
            <a:srgbClr val="99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42158" y="4205476"/>
            <a:ext cx="918076" cy="342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62392" y="4964600"/>
            <a:ext cx="2294255" cy="4616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4010">
              <a:lnSpc>
                <a:spcPct val="100000"/>
              </a:lnSpc>
              <a:spcBef>
                <a:spcPts val="110"/>
              </a:spcBef>
            </a:pPr>
            <a:r>
              <a:rPr sz="2850" spc="60" dirty="0">
                <a:solidFill>
                  <a:srgbClr val="FF0000"/>
                </a:solidFill>
                <a:latin typeface="MS Gothic"/>
                <a:cs typeface="MS Gothic"/>
              </a:rPr>
              <a:t>数</a:t>
            </a:r>
            <a:r>
              <a:rPr sz="2850" spc="55" dirty="0">
                <a:solidFill>
                  <a:srgbClr val="FF0000"/>
                </a:solidFill>
                <a:latin typeface="MS Gothic"/>
                <a:cs typeface="MS Gothic"/>
              </a:rPr>
              <a:t>据</a:t>
            </a:r>
            <a:r>
              <a:rPr sz="2850" spc="25" dirty="0">
                <a:solidFill>
                  <a:srgbClr val="FF0000"/>
                </a:solidFill>
                <a:latin typeface="宋体"/>
                <a:cs typeface="宋体"/>
              </a:rPr>
              <a:t>访问</a:t>
            </a:r>
            <a:endParaRPr sz="285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1257" y="272795"/>
            <a:ext cx="3009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(4)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/>
              <a:t>注释事物</a:t>
            </a:r>
          </a:p>
        </p:txBody>
      </p:sp>
      <p:sp>
        <p:nvSpPr>
          <p:cNvPr id="3" name="object 3"/>
          <p:cNvSpPr/>
          <p:nvPr/>
        </p:nvSpPr>
        <p:spPr>
          <a:xfrm>
            <a:off x="3186676" y="5180921"/>
            <a:ext cx="3533775" cy="0"/>
          </a:xfrm>
          <a:custGeom>
            <a:avLst/>
            <a:gdLst/>
            <a:ahLst/>
            <a:cxnLst/>
            <a:rect l="l" t="t" r="r" b="b"/>
            <a:pathLst>
              <a:path w="3533775">
                <a:moveTo>
                  <a:pt x="0" y="0"/>
                </a:moveTo>
                <a:lnTo>
                  <a:pt x="3533615" y="0"/>
                </a:lnTo>
              </a:path>
            </a:pathLst>
          </a:custGeom>
          <a:ln w="18628">
            <a:solidFill>
              <a:srgbClr val="FFF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36533" y="5230597"/>
            <a:ext cx="3533775" cy="0"/>
          </a:xfrm>
          <a:custGeom>
            <a:avLst/>
            <a:gdLst/>
            <a:ahLst/>
            <a:cxnLst/>
            <a:rect l="l" t="t" r="r" b="b"/>
            <a:pathLst>
              <a:path w="3533775">
                <a:moveTo>
                  <a:pt x="0" y="0"/>
                </a:moveTo>
                <a:lnTo>
                  <a:pt x="3533616" y="0"/>
                </a:lnTo>
              </a:path>
            </a:pathLst>
          </a:custGeom>
          <a:ln w="18628">
            <a:solidFill>
              <a:srgbClr val="99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11604" y="5205759"/>
            <a:ext cx="3533775" cy="0"/>
          </a:xfrm>
          <a:custGeom>
            <a:avLst/>
            <a:gdLst/>
            <a:ahLst/>
            <a:cxnLst/>
            <a:rect l="l" t="t" r="r" b="b"/>
            <a:pathLst>
              <a:path w="3533775">
                <a:moveTo>
                  <a:pt x="0" y="0"/>
                </a:moveTo>
                <a:lnTo>
                  <a:pt x="3533616" y="0"/>
                </a:lnTo>
              </a:path>
            </a:pathLst>
          </a:custGeom>
          <a:ln w="1862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86676" y="3771354"/>
            <a:ext cx="2966720" cy="0"/>
          </a:xfrm>
          <a:custGeom>
            <a:avLst/>
            <a:gdLst/>
            <a:ahLst/>
            <a:cxnLst/>
            <a:rect l="l" t="t" r="r" b="b"/>
            <a:pathLst>
              <a:path w="2966720">
                <a:moveTo>
                  <a:pt x="0" y="0"/>
                </a:moveTo>
                <a:lnTo>
                  <a:pt x="2966492" y="0"/>
                </a:lnTo>
              </a:path>
            </a:pathLst>
          </a:custGeom>
          <a:ln w="18628">
            <a:solidFill>
              <a:srgbClr val="FFF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36533" y="3821031"/>
            <a:ext cx="2966720" cy="0"/>
          </a:xfrm>
          <a:custGeom>
            <a:avLst/>
            <a:gdLst/>
            <a:ahLst/>
            <a:cxnLst/>
            <a:rect l="l" t="t" r="r" b="b"/>
            <a:pathLst>
              <a:path w="2966720">
                <a:moveTo>
                  <a:pt x="0" y="0"/>
                </a:moveTo>
                <a:lnTo>
                  <a:pt x="2966493" y="0"/>
                </a:lnTo>
              </a:path>
            </a:pathLst>
          </a:custGeom>
          <a:ln w="18628">
            <a:solidFill>
              <a:srgbClr val="99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11604" y="3796192"/>
            <a:ext cx="2966720" cy="0"/>
          </a:xfrm>
          <a:custGeom>
            <a:avLst/>
            <a:gdLst/>
            <a:ahLst/>
            <a:cxnLst/>
            <a:rect l="l" t="t" r="r" b="b"/>
            <a:pathLst>
              <a:path w="2966720">
                <a:moveTo>
                  <a:pt x="0" y="0"/>
                </a:moveTo>
                <a:lnTo>
                  <a:pt x="2966493" y="0"/>
                </a:lnTo>
              </a:path>
            </a:pathLst>
          </a:custGeom>
          <a:ln w="1862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86676" y="3771354"/>
            <a:ext cx="0" cy="1409700"/>
          </a:xfrm>
          <a:custGeom>
            <a:avLst/>
            <a:gdLst/>
            <a:ahLst/>
            <a:cxnLst/>
            <a:rect l="l" t="t" r="r" b="b"/>
            <a:pathLst>
              <a:path h="1409700">
                <a:moveTo>
                  <a:pt x="0" y="1409566"/>
                </a:moveTo>
                <a:lnTo>
                  <a:pt x="0" y="0"/>
                </a:lnTo>
              </a:path>
            </a:pathLst>
          </a:custGeom>
          <a:ln w="18696">
            <a:solidFill>
              <a:srgbClr val="FFF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36533" y="3821031"/>
            <a:ext cx="0" cy="1409700"/>
          </a:xfrm>
          <a:custGeom>
            <a:avLst/>
            <a:gdLst/>
            <a:ahLst/>
            <a:cxnLst/>
            <a:rect l="l" t="t" r="r" b="b"/>
            <a:pathLst>
              <a:path h="1409700">
                <a:moveTo>
                  <a:pt x="0" y="1409566"/>
                </a:moveTo>
                <a:lnTo>
                  <a:pt x="0" y="0"/>
                </a:lnTo>
              </a:path>
            </a:pathLst>
          </a:custGeom>
          <a:ln w="18696">
            <a:solidFill>
              <a:srgbClr val="99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11604" y="3796192"/>
            <a:ext cx="0" cy="1409700"/>
          </a:xfrm>
          <a:custGeom>
            <a:avLst/>
            <a:gdLst/>
            <a:ahLst/>
            <a:cxnLst/>
            <a:rect l="l" t="t" r="r" b="b"/>
            <a:pathLst>
              <a:path h="1409700">
                <a:moveTo>
                  <a:pt x="0" y="1409566"/>
                </a:moveTo>
                <a:lnTo>
                  <a:pt x="0" y="0"/>
                </a:lnTo>
              </a:path>
            </a:pathLst>
          </a:custGeom>
          <a:ln w="18696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20292" y="4336424"/>
            <a:ext cx="0" cy="844550"/>
          </a:xfrm>
          <a:custGeom>
            <a:avLst/>
            <a:gdLst/>
            <a:ahLst/>
            <a:cxnLst/>
            <a:rect l="l" t="t" r="r" b="b"/>
            <a:pathLst>
              <a:path h="844550">
                <a:moveTo>
                  <a:pt x="0" y="844497"/>
                </a:moveTo>
                <a:lnTo>
                  <a:pt x="0" y="0"/>
                </a:lnTo>
              </a:path>
            </a:pathLst>
          </a:custGeom>
          <a:ln w="18696">
            <a:solidFill>
              <a:srgbClr val="FFF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70149" y="4386100"/>
            <a:ext cx="0" cy="844550"/>
          </a:xfrm>
          <a:custGeom>
            <a:avLst/>
            <a:gdLst/>
            <a:ahLst/>
            <a:cxnLst/>
            <a:rect l="l" t="t" r="r" b="b"/>
            <a:pathLst>
              <a:path h="844550">
                <a:moveTo>
                  <a:pt x="0" y="844497"/>
                </a:moveTo>
                <a:lnTo>
                  <a:pt x="0" y="0"/>
                </a:lnTo>
              </a:path>
            </a:pathLst>
          </a:custGeom>
          <a:ln w="18696">
            <a:solidFill>
              <a:srgbClr val="99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5221" y="4361262"/>
            <a:ext cx="0" cy="844550"/>
          </a:xfrm>
          <a:custGeom>
            <a:avLst/>
            <a:gdLst/>
            <a:ahLst/>
            <a:cxnLst/>
            <a:rect l="l" t="t" r="r" b="b"/>
            <a:pathLst>
              <a:path h="844550">
                <a:moveTo>
                  <a:pt x="0" y="844497"/>
                </a:moveTo>
                <a:lnTo>
                  <a:pt x="0" y="0"/>
                </a:lnTo>
              </a:path>
            </a:pathLst>
          </a:custGeom>
          <a:ln w="18696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53168" y="3771354"/>
            <a:ext cx="567690" cy="565150"/>
          </a:xfrm>
          <a:custGeom>
            <a:avLst/>
            <a:gdLst/>
            <a:ahLst/>
            <a:cxnLst/>
            <a:rect l="l" t="t" r="r" b="b"/>
            <a:pathLst>
              <a:path w="567690" h="565150">
                <a:moveTo>
                  <a:pt x="567123" y="565069"/>
                </a:moveTo>
                <a:lnTo>
                  <a:pt x="0" y="0"/>
                </a:lnTo>
              </a:path>
            </a:pathLst>
          </a:custGeom>
          <a:ln w="18662">
            <a:solidFill>
              <a:srgbClr val="FFF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03026" y="3821031"/>
            <a:ext cx="567690" cy="565150"/>
          </a:xfrm>
          <a:custGeom>
            <a:avLst/>
            <a:gdLst/>
            <a:ahLst/>
            <a:cxnLst/>
            <a:rect l="l" t="t" r="r" b="b"/>
            <a:pathLst>
              <a:path w="567690" h="565150">
                <a:moveTo>
                  <a:pt x="567123" y="565069"/>
                </a:moveTo>
                <a:lnTo>
                  <a:pt x="0" y="0"/>
                </a:lnTo>
              </a:path>
            </a:pathLst>
          </a:custGeom>
          <a:ln w="18662">
            <a:solidFill>
              <a:srgbClr val="99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78097" y="3796192"/>
            <a:ext cx="567690" cy="565150"/>
          </a:xfrm>
          <a:custGeom>
            <a:avLst/>
            <a:gdLst/>
            <a:ahLst/>
            <a:cxnLst/>
            <a:rect l="l" t="t" r="r" b="b"/>
            <a:pathLst>
              <a:path w="567690" h="565150">
                <a:moveTo>
                  <a:pt x="567123" y="565069"/>
                </a:moveTo>
                <a:lnTo>
                  <a:pt x="0" y="0"/>
                </a:lnTo>
              </a:path>
            </a:pathLst>
          </a:custGeom>
          <a:ln w="18662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53168" y="3771354"/>
            <a:ext cx="0" cy="565150"/>
          </a:xfrm>
          <a:custGeom>
            <a:avLst/>
            <a:gdLst/>
            <a:ahLst/>
            <a:cxnLst/>
            <a:rect l="l" t="t" r="r" b="b"/>
            <a:pathLst>
              <a:path h="565150">
                <a:moveTo>
                  <a:pt x="0" y="565069"/>
                </a:moveTo>
                <a:lnTo>
                  <a:pt x="0" y="0"/>
                </a:lnTo>
              </a:path>
            </a:pathLst>
          </a:custGeom>
          <a:ln w="18696">
            <a:solidFill>
              <a:srgbClr val="FFF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03026" y="3821031"/>
            <a:ext cx="0" cy="565150"/>
          </a:xfrm>
          <a:custGeom>
            <a:avLst/>
            <a:gdLst/>
            <a:ahLst/>
            <a:cxnLst/>
            <a:rect l="l" t="t" r="r" b="b"/>
            <a:pathLst>
              <a:path h="565150">
                <a:moveTo>
                  <a:pt x="0" y="565069"/>
                </a:moveTo>
                <a:lnTo>
                  <a:pt x="0" y="0"/>
                </a:lnTo>
              </a:path>
            </a:pathLst>
          </a:custGeom>
          <a:ln w="18696">
            <a:solidFill>
              <a:srgbClr val="99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78097" y="3796192"/>
            <a:ext cx="0" cy="565150"/>
          </a:xfrm>
          <a:custGeom>
            <a:avLst/>
            <a:gdLst/>
            <a:ahLst/>
            <a:cxnLst/>
            <a:rect l="l" t="t" r="r" b="b"/>
            <a:pathLst>
              <a:path h="565150">
                <a:moveTo>
                  <a:pt x="0" y="565069"/>
                </a:moveTo>
                <a:lnTo>
                  <a:pt x="0" y="0"/>
                </a:lnTo>
              </a:path>
            </a:pathLst>
          </a:custGeom>
          <a:ln w="18696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53168" y="4336424"/>
            <a:ext cx="567690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567123" y="0"/>
                </a:moveTo>
                <a:lnTo>
                  <a:pt x="0" y="0"/>
                </a:lnTo>
              </a:path>
            </a:pathLst>
          </a:custGeom>
          <a:ln w="18628">
            <a:solidFill>
              <a:srgbClr val="FFF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03026" y="4386100"/>
            <a:ext cx="567690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567123" y="0"/>
                </a:moveTo>
                <a:lnTo>
                  <a:pt x="0" y="0"/>
                </a:lnTo>
              </a:path>
            </a:pathLst>
          </a:custGeom>
          <a:ln w="18628">
            <a:solidFill>
              <a:srgbClr val="99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78097" y="4361262"/>
            <a:ext cx="567690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567123" y="0"/>
                </a:moveTo>
                <a:lnTo>
                  <a:pt x="0" y="0"/>
                </a:lnTo>
              </a:path>
            </a:pathLst>
          </a:custGeom>
          <a:ln w="1862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47052" y="1462531"/>
            <a:ext cx="7797800" cy="298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结构事物是模型的主要构造块，行为事物则是补充了模 型中的动态部分，分组事物而是用来更好地组织模型， 似乎已经很完整了。而注释事物则是用来锦上添花的， 它是用来在</a:t>
            </a:r>
            <a:r>
              <a:rPr sz="2400" spc="-5" dirty="0">
                <a:latin typeface="Calibri"/>
                <a:cs typeface="Calibri"/>
              </a:rPr>
              <a:t>UML</a:t>
            </a:r>
            <a:r>
              <a:rPr sz="2400" dirty="0">
                <a:latin typeface="宋体"/>
                <a:cs typeface="宋体"/>
              </a:rPr>
              <a:t>模型上添加适当的解释部分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650">
              <a:latin typeface="宋体"/>
              <a:cs typeface="宋体"/>
            </a:endParaRPr>
          </a:p>
          <a:p>
            <a:pPr marL="584200" algn="ctr">
              <a:lnSpc>
                <a:spcPct val="100000"/>
              </a:lnSpc>
            </a:pPr>
            <a:r>
              <a:rPr sz="35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xxxxxxxxxx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4664" y="56388"/>
            <a:ext cx="4521200" cy="124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1.1.2.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/>
              <a:t>关系构造块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600" spc="-5" dirty="0">
                <a:latin typeface="Calibri"/>
                <a:cs typeface="Calibri"/>
              </a:rPr>
              <a:t>---</a:t>
            </a:r>
            <a:r>
              <a:rPr sz="3600" dirty="0">
                <a:latin typeface="Calibri"/>
                <a:cs typeface="Calibri"/>
              </a:rPr>
              <a:t>U</a:t>
            </a:r>
            <a:r>
              <a:rPr sz="3600" spc="-5" dirty="0">
                <a:latin typeface="Calibri"/>
                <a:cs typeface="Calibri"/>
              </a:rPr>
              <a:t>ML</a:t>
            </a:r>
            <a:r>
              <a:rPr sz="3600" dirty="0"/>
              <a:t>模型关系的种类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1962" y="1477962"/>
          <a:ext cx="8298178" cy="47107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2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种类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变种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表示法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关键字或符号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种类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变种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表示法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关键字或符号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rowSpan="5"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抽象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派生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依赖关系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derive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导入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私有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依赖关系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显现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manifest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公有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import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实现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latin typeface="宋体"/>
                          <a:cs typeface="宋体"/>
                        </a:rPr>
                        <a:t>实现关系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虚线加空心三角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信息流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flow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精化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依赖关系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refine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50" b="1" spc="6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包含并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merge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跟踪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751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trace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350" b="1" spc="6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许可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permit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2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关联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latin typeface="宋体"/>
                          <a:cs typeface="宋体"/>
                        </a:rPr>
                        <a:t>关联关系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实线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协议符合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未指定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350" b="1" spc="2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绑定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依赖关系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bind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参数表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350" b="1" spc="6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替换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依赖关系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substitute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2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部署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deploy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使用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调用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call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2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扩展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Extend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ts val="1645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extend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扩展</a:t>
                      </a:r>
                      <a:endParaRPr sz="1400">
                        <a:latin typeface="宋体"/>
                        <a:cs typeface="宋体"/>
                      </a:endParaRPr>
                    </a:p>
                    <a:p>
                      <a:pPr marL="841375">
                        <a:lnSpc>
                          <a:spcPts val="1645"/>
                        </a:lnSpc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点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创建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2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扩展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extension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latin typeface="宋体"/>
                          <a:cs typeface="宋体"/>
                        </a:rPr>
                        <a:t>扩展关系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实线加实心三角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实例化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instantiate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2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泛化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latin typeface="宋体"/>
                          <a:cs typeface="宋体"/>
                        </a:rPr>
                        <a:t>泛化关系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实线加空间三角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职责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responsibility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50" b="1" spc="25" dirty="0">
                          <a:solidFill>
                            <a:srgbClr val="009E5E"/>
                          </a:solidFill>
                          <a:latin typeface="宋体"/>
                          <a:cs typeface="宋体"/>
                        </a:rPr>
                        <a:t>包含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依赖关系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include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发送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send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》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0943" y="160019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关联关系</a:t>
            </a:r>
          </a:p>
        </p:txBody>
      </p:sp>
      <p:sp>
        <p:nvSpPr>
          <p:cNvPr id="3" name="object 3"/>
          <p:cNvSpPr/>
          <p:nvPr/>
        </p:nvSpPr>
        <p:spPr>
          <a:xfrm>
            <a:off x="2767364" y="3845498"/>
            <a:ext cx="1127760" cy="0"/>
          </a:xfrm>
          <a:custGeom>
            <a:avLst/>
            <a:gdLst/>
            <a:ahLst/>
            <a:cxnLst/>
            <a:rect l="l" t="t" r="r" b="b"/>
            <a:pathLst>
              <a:path w="1127760">
                <a:moveTo>
                  <a:pt x="0" y="0"/>
                </a:moveTo>
                <a:lnTo>
                  <a:pt x="1127288" y="0"/>
                </a:lnTo>
              </a:path>
            </a:pathLst>
          </a:custGeom>
          <a:ln w="193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85517" y="3777880"/>
            <a:ext cx="274320" cy="135255"/>
          </a:xfrm>
          <a:custGeom>
            <a:avLst/>
            <a:gdLst/>
            <a:ahLst/>
            <a:cxnLst/>
            <a:rect l="l" t="t" r="r" b="b"/>
            <a:pathLst>
              <a:path w="274320" h="135254">
                <a:moveTo>
                  <a:pt x="0" y="67617"/>
                </a:moveTo>
                <a:lnTo>
                  <a:pt x="137026" y="135235"/>
                </a:lnTo>
                <a:lnTo>
                  <a:pt x="274053" y="67617"/>
                </a:lnTo>
                <a:lnTo>
                  <a:pt x="137026" y="0"/>
                </a:lnTo>
                <a:lnTo>
                  <a:pt x="0" y="67617"/>
                </a:lnTo>
                <a:close/>
              </a:path>
            </a:pathLst>
          </a:custGeom>
          <a:ln w="194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07623" y="3845498"/>
            <a:ext cx="1127760" cy="0"/>
          </a:xfrm>
          <a:custGeom>
            <a:avLst/>
            <a:gdLst/>
            <a:ahLst/>
            <a:cxnLst/>
            <a:rect l="l" t="t" r="r" b="b"/>
            <a:pathLst>
              <a:path w="1127760">
                <a:moveTo>
                  <a:pt x="0" y="0"/>
                </a:moveTo>
                <a:lnTo>
                  <a:pt x="1127320" y="0"/>
                </a:lnTo>
              </a:path>
            </a:pathLst>
          </a:custGeom>
          <a:ln w="193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25776" y="3777880"/>
            <a:ext cx="274320" cy="135255"/>
          </a:xfrm>
          <a:custGeom>
            <a:avLst/>
            <a:gdLst/>
            <a:ahLst/>
            <a:cxnLst/>
            <a:rect l="l" t="t" r="r" b="b"/>
            <a:pathLst>
              <a:path w="274320" h="135254">
                <a:moveTo>
                  <a:pt x="0" y="67617"/>
                </a:moveTo>
                <a:lnTo>
                  <a:pt x="137026" y="135235"/>
                </a:lnTo>
                <a:lnTo>
                  <a:pt x="274053" y="67617"/>
                </a:lnTo>
                <a:lnTo>
                  <a:pt x="137026" y="0"/>
                </a:lnTo>
                <a:lnTo>
                  <a:pt x="0" y="67617"/>
                </a:lnTo>
                <a:close/>
              </a:path>
            </a:pathLst>
          </a:custGeom>
          <a:ln w="194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37562" y="3781387"/>
            <a:ext cx="255270" cy="128270"/>
          </a:xfrm>
          <a:custGeom>
            <a:avLst/>
            <a:gdLst/>
            <a:ahLst/>
            <a:cxnLst/>
            <a:rect l="l" t="t" r="r" b="b"/>
            <a:pathLst>
              <a:path w="255270" h="128270">
                <a:moveTo>
                  <a:pt x="139318" y="0"/>
                </a:moveTo>
                <a:lnTo>
                  <a:pt x="0" y="64112"/>
                </a:lnTo>
                <a:lnTo>
                  <a:pt x="120656" y="128239"/>
                </a:lnTo>
                <a:lnTo>
                  <a:pt x="255226" y="64112"/>
                </a:lnTo>
                <a:lnTo>
                  <a:pt x="139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37563" y="3781386"/>
            <a:ext cx="255270" cy="128270"/>
          </a:xfrm>
          <a:custGeom>
            <a:avLst/>
            <a:gdLst/>
            <a:ahLst/>
            <a:cxnLst/>
            <a:rect l="l" t="t" r="r" b="b"/>
            <a:pathLst>
              <a:path w="255270" h="128270">
                <a:moveTo>
                  <a:pt x="0" y="64111"/>
                </a:moveTo>
                <a:lnTo>
                  <a:pt x="139318" y="0"/>
                </a:lnTo>
                <a:lnTo>
                  <a:pt x="255227" y="64111"/>
                </a:lnTo>
                <a:lnTo>
                  <a:pt x="120655" y="128239"/>
                </a:lnTo>
                <a:lnTo>
                  <a:pt x="0" y="64111"/>
                </a:lnTo>
                <a:close/>
              </a:path>
            </a:pathLst>
          </a:custGeom>
          <a:ln w="11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7052" y="1139444"/>
            <a:ext cx="8070850" cy="496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77495" indent="-457200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关联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Association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表示两个类之间存在某种语义上的 联系。关联关系提供了通信的路径，它是所有关系中最 通用、语义最弱的。</a:t>
            </a:r>
            <a:endParaRPr sz="24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在</a:t>
            </a:r>
            <a:r>
              <a:rPr sz="2400" spc="-5" dirty="0">
                <a:latin typeface="Calibri"/>
                <a:cs typeface="Calibri"/>
              </a:rPr>
              <a:t>UML</a:t>
            </a:r>
            <a:r>
              <a:rPr sz="2400" dirty="0">
                <a:latin typeface="宋体"/>
                <a:cs typeface="宋体"/>
              </a:rPr>
              <a:t>中，使用一条实线来表示关联关系</a:t>
            </a:r>
            <a:endParaRPr sz="24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在关联关系中，有两种比较特殊的关系：聚合和组合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663C"/>
              </a:buClr>
              <a:buFont typeface="Wingdings"/>
              <a:buChar char=""/>
            </a:pPr>
            <a:endParaRPr sz="2000">
              <a:latin typeface="宋体"/>
              <a:cs typeface="宋体"/>
            </a:endParaRPr>
          </a:p>
          <a:p>
            <a:pPr marL="2667635">
              <a:lnSpc>
                <a:spcPct val="100000"/>
              </a:lnSpc>
              <a:tabLst>
                <a:tab pos="4376420" algn="l"/>
              </a:tabLst>
            </a:pPr>
            <a:r>
              <a:rPr sz="1750" spc="50" dirty="0">
                <a:solidFill>
                  <a:srgbClr val="0000FF"/>
                </a:solidFill>
                <a:latin typeface="MS Gothic"/>
                <a:cs typeface="MS Gothic"/>
              </a:rPr>
              <a:t>聚合	</a:t>
            </a:r>
            <a:r>
              <a:rPr sz="1750" spc="50" dirty="0">
                <a:solidFill>
                  <a:srgbClr val="0000FF"/>
                </a:solidFill>
                <a:latin typeface="宋体"/>
                <a:cs typeface="宋体"/>
              </a:rPr>
              <a:t>组合</a:t>
            </a:r>
            <a:endParaRPr sz="1750">
              <a:latin typeface="宋体"/>
              <a:cs typeface="宋体"/>
            </a:endParaRPr>
          </a:p>
          <a:p>
            <a:pPr marL="469900" marR="5080" indent="-457200">
              <a:lnSpc>
                <a:spcPct val="125000"/>
              </a:lnSpc>
              <a:spcBef>
                <a:spcPts val="1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聚合关系：聚合（</a:t>
            </a:r>
            <a:r>
              <a:rPr sz="2400" spc="-5" dirty="0">
                <a:latin typeface="Calibri"/>
                <a:cs typeface="Calibri"/>
              </a:rPr>
              <a:t>A</a:t>
            </a:r>
            <a:r>
              <a:rPr sz="2400" spc="15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g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g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tion</a:t>
            </a:r>
            <a:r>
              <a:rPr sz="2400" dirty="0">
                <a:latin typeface="宋体"/>
                <a:cs typeface="宋体"/>
              </a:rPr>
              <a:t>）是一种特殊形式的关联。 聚合表示类之间的关系是</a:t>
            </a: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整体与部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分</a:t>
            </a:r>
            <a:r>
              <a:rPr sz="2400" dirty="0">
                <a:latin typeface="宋体"/>
                <a:cs typeface="宋体"/>
              </a:rPr>
              <a:t>的关系</a:t>
            </a:r>
            <a:endParaRPr sz="2400">
              <a:latin typeface="宋体"/>
              <a:cs typeface="宋体"/>
            </a:endParaRPr>
          </a:p>
          <a:p>
            <a:pPr marL="469900" marR="252095" indent="-457200">
              <a:lnSpc>
                <a:spcPct val="125000"/>
              </a:lnSpc>
              <a:spcBef>
                <a:spcPts val="6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如果发现“部分”类的存在，是</a:t>
            </a: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完全依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赖</a:t>
            </a:r>
            <a:r>
              <a:rPr sz="2400" dirty="0">
                <a:latin typeface="宋体"/>
                <a:cs typeface="宋体"/>
              </a:rPr>
              <a:t>于“整体”类 的，那么就应该使用“组合”关系来描述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916" y="257556"/>
            <a:ext cx="6172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泛化、实现、扩展与依赖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1" y="1212595"/>
            <a:ext cx="8137525" cy="481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20040" indent="-457200" algn="just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80851"/>
              <a:buFont typeface="Wingdings"/>
              <a:buChar char=""/>
              <a:tabLst>
                <a:tab pos="469900" algn="l"/>
              </a:tabLst>
            </a:pP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泛化关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系</a:t>
            </a:r>
            <a:r>
              <a:rPr sz="2400" dirty="0">
                <a:latin typeface="宋体"/>
                <a:cs typeface="宋体"/>
              </a:rPr>
              <a:t>描述了一般事物与该事物中的特殊种类之间的 关系，也就是父类与子类之间的关系。</a:t>
            </a:r>
          </a:p>
          <a:p>
            <a:pPr marL="469900" marR="320040" indent="-457200" algn="just">
              <a:lnSpc>
                <a:spcPct val="125000"/>
              </a:lnSpc>
              <a:spcBef>
                <a:spcPts val="600"/>
              </a:spcBef>
              <a:buClr>
                <a:srgbClr val="00663C"/>
              </a:buClr>
              <a:buSzPct val="80851"/>
              <a:buFont typeface="Wingdings"/>
              <a:buChar char=""/>
              <a:tabLst>
                <a:tab pos="469900" algn="l"/>
              </a:tabLst>
            </a:pP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实现关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系</a:t>
            </a:r>
            <a:r>
              <a:rPr sz="2400" dirty="0">
                <a:latin typeface="宋体"/>
                <a:cs typeface="宋体"/>
              </a:rPr>
              <a:t>是用来规定接口和实现接口的类或组件之间的 关系。接口是操作的集合，这些操作用于规定类或组件 的服务。</a:t>
            </a:r>
          </a:p>
          <a:p>
            <a:pPr marL="469900" indent="-4572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80851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扩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展</a:t>
            </a:r>
            <a:r>
              <a:rPr sz="2400" dirty="0">
                <a:latin typeface="宋体"/>
                <a:cs typeface="宋体"/>
              </a:rPr>
              <a:t>表示将一个构造型附加到一个元类</a:t>
            </a:r>
            <a:r>
              <a:rPr sz="2400" spc="-10" dirty="0">
                <a:latin typeface="宋体"/>
                <a:cs typeface="宋体"/>
              </a:rPr>
              <a:t>（</a:t>
            </a:r>
            <a:r>
              <a:rPr sz="2400" spc="-10" dirty="0">
                <a:latin typeface="Calibri"/>
                <a:cs typeface="Calibri"/>
              </a:rPr>
              <a:t>metaclass</a:t>
            </a:r>
            <a:r>
              <a:rPr sz="2400" spc="-10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上，</a:t>
            </a:r>
          </a:p>
          <a:p>
            <a:pPr marL="4699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宋体"/>
                <a:cs typeface="宋体"/>
              </a:rPr>
              <a:t>使得元类的定义中包括这个构造型。</a:t>
            </a:r>
          </a:p>
          <a:p>
            <a:pPr marL="469900" marR="5080" indent="-457200">
              <a:lnSpc>
                <a:spcPct val="125000"/>
              </a:lnSpc>
              <a:spcBef>
                <a:spcPts val="48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有两个元素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dirty="0">
                <a:latin typeface="宋体"/>
                <a:cs typeface="宋体"/>
              </a:rPr>
              <a:t>、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dirty="0">
                <a:latin typeface="宋体"/>
                <a:cs typeface="宋体"/>
              </a:rPr>
              <a:t>，如果修改元素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dirty="0">
                <a:latin typeface="宋体"/>
                <a:cs typeface="宋体"/>
              </a:rPr>
              <a:t>的定义可能会引起对另 一个元素</a:t>
            </a:r>
            <a:r>
              <a:rPr sz="2400" spc="5" dirty="0">
                <a:latin typeface="Calibri"/>
                <a:cs typeface="Calibri"/>
              </a:rPr>
              <a:t>Y</a:t>
            </a:r>
            <a:r>
              <a:rPr sz="2400" dirty="0">
                <a:latin typeface="宋体"/>
                <a:cs typeface="宋体"/>
              </a:rPr>
              <a:t>的定义的修改，则称元素</a:t>
            </a:r>
            <a:r>
              <a:rPr sz="2400" spc="5" dirty="0">
                <a:latin typeface="Calibri"/>
                <a:cs typeface="Calibri"/>
              </a:rPr>
              <a:t>Y</a:t>
            </a: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依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赖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ependen</a:t>
            </a:r>
            <a:r>
              <a:rPr sz="2400" spc="-5" dirty="0">
                <a:latin typeface="Calibri"/>
                <a:cs typeface="Calibri"/>
              </a:rPr>
              <a:t>c</a:t>
            </a:r>
            <a:r>
              <a:rPr sz="2400" spc="10" dirty="0">
                <a:latin typeface="Calibri"/>
                <a:cs typeface="Calibri"/>
              </a:rPr>
              <a:t>y</a:t>
            </a:r>
            <a:r>
              <a:rPr sz="2400" dirty="0">
                <a:latin typeface="宋体"/>
                <a:cs typeface="宋体"/>
              </a:rPr>
              <a:t>） 于元素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  <p:sp>
        <p:nvSpPr>
          <p:cNvPr id="4" name="object 4"/>
          <p:cNvSpPr/>
          <p:nvPr/>
        </p:nvSpPr>
        <p:spPr>
          <a:xfrm>
            <a:off x="6196813" y="2003188"/>
            <a:ext cx="1734185" cy="0"/>
          </a:xfrm>
          <a:custGeom>
            <a:avLst/>
            <a:gdLst/>
            <a:ahLst/>
            <a:cxnLst/>
            <a:rect l="l" t="t" r="r" b="b"/>
            <a:pathLst>
              <a:path w="1734184">
                <a:moveTo>
                  <a:pt x="0" y="0"/>
                </a:moveTo>
                <a:lnTo>
                  <a:pt x="1734022" y="0"/>
                </a:lnTo>
              </a:path>
            </a:pathLst>
          </a:custGeom>
          <a:ln w="266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30835" y="1920928"/>
            <a:ext cx="262255" cy="165100"/>
          </a:xfrm>
          <a:custGeom>
            <a:avLst/>
            <a:gdLst/>
            <a:ahLst/>
            <a:cxnLst/>
            <a:rect l="l" t="t" r="r" b="b"/>
            <a:pathLst>
              <a:path w="262254" h="165100">
                <a:moveTo>
                  <a:pt x="0" y="164524"/>
                </a:moveTo>
                <a:lnTo>
                  <a:pt x="261921" y="82260"/>
                </a:lnTo>
                <a:lnTo>
                  <a:pt x="0" y="0"/>
                </a:lnTo>
                <a:lnTo>
                  <a:pt x="0" y="164524"/>
                </a:lnTo>
              </a:path>
            </a:pathLst>
          </a:custGeom>
          <a:ln w="270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16481" y="3383005"/>
            <a:ext cx="1915160" cy="0"/>
          </a:xfrm>
          <a:custGeom>
            <a:avLst/>
            <a:gdLst/>
            <a:ahLst/>
            <a:cxnLst/>
            <a:rect l="l" t="t" r="r" b="b"/>
            <a:pathLst>
              <a:path w="1915160">
                <a:moveTo>
                  <a:pt x="0" y="0"/>
                </a:moveTo>
                <a:lnTo>
                  <a:pt x="1914676" y="0"/>
                </a:lnTo>
              </a:path>
            </a:pathLst>
          </a:custGeom>
          <a:ln w="2946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31157" y="3291879"/>
            <a:ext cx="289560" cy="182880"/>
          </a:xfrm>
          <a:custGeom>
            <a:avLst/>
            <a:gdLst/>
            <a:ahLst/>
            <a:cxnLst/>
            <a:rect l="l" t="t" r="r" b="b"/>
            <a:pathLst>
              <a:path w="289560" h="182879">
                <a:moveTo>
                  <a:pt x="0" y="182257"/>
                </a:moveTo>
                <a:lnTo>
                  <a:pt x="289209" y="91126"/>
                </a:lnTo>
                <a:lnTo>
                  <a:pt x="0" y="0"/>
                </a:lnTo>
                <a:lnTo>
                  <a:pt x="0" y="182257"/>
                </a:lnTo>
              </a:path>
            </a:pathLst>
          </a:custGeom>
          <a:ln w="299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5982" y="4377350"/>
            <a:ext cx="905510" cy="0"/>
          </a:xfrm>
          <a:custGeom>
            <a:avLst/>
            <a:gdLst/>
            <a:ahLst/>
            <a:cxnLst/>
            <a:rect l="l" t="t" r="r" b="b"/>
            <a:pathLst>
              <a:path w="905509">
                <a:moveTo>
                  <a:pt x="0" y="0"/>
                </a:moveTo>
                <a:lnTo>
                  <a:pt x="904883" y="0"/>
                </a:lnTo>
              </a:path>
            </a:pathLst>
          </a:custGeom>
          <a:ln w="275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46195" y="4317683"/>
            <a:ext cx="176530" cy="119380"/>
          </a:xfrm>
          <a:custGeom>
            <a:avLst/>
            <a:gdLst/>
            <a:ahLst/>
            <a:cxnLst/>
            <a:rect l="l" t="t" r="r" b="b"/>
            <a:pathLst>
              <a:path w="176529" h="119379">
                <a:moveTo>
                  <a:pt x="0" y="0"/>
                </a:moveTo>
                <a:lnTo>
                  <a:pt x="0" y="119333"/>
                </a:lnTo>
                <a:lnTo>
                  <a:pt x="175986" y="596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49268" y="5837080"/>
            <a:ext cx="2033905" cy="0"/>
          </a:xfrm>
          <a:custGeom>
            <a:avLst/>
            <a:gdLst/>
            <a:ahLst/>
            <a:cxnLst/>
            <a:rect l="l" t="t" r="r" b="b"/>
            <a:pathLst>
              <a:path w="2033904">
                <a:moveTo>
                  <a:pt x="0" y="0"/>
                </a:moveTo>
                <a:lnTo>
                  <a:pt x="2033783" y="0"/>
                </a:lnTo>
              </a:path>
            </a:pathLst>
          </a:custGeom>
          <a:ln w="29127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58972" y="5747002"/>
            <a:ext cx="193040" cy="180340"/>
          </a:xfrm>
          <a:custGeom>
            <a:avLst/>
            <a:gdLst/>
            <a:ahLst/>
            <a:cxnLst/>
            <a:rect l="l" t="t" r="r" b="b"/>
            <a:pathLst>
              <a:path w="193040" h="180339">
                <a:moveTo>
                  <a:pt x="0" y="0"/>
                </a:moveTo>
                <a:lnTo>
                  <a:pt x="0" y="180153"/>
                </a:lnTo>
                <a:lnTo>
                  <a:pt x="192665" y="90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9093" y="160019"/>
            <a:ext cx="31896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1.2.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规则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462531"/>
            <a:ext cx="7810500" cy="246380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20"/>
              </a:spcBef>
              <a:buClr>
                <a:srgbClr val="00663C"/>
              </a:buClr>
              <a:buSzPct val="80851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命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名</a:t>
            </a:r>
            <a:r>
              <a:rPr sz="2400" dirty="0">
                <a:latin typeface="宋体"/>
                <a:cs typeface="宋体"/>
              </a:rPr>
              <a:t>：也就是为事物、关系和图起名字。和任何语言一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宋体"/>
                <a:cs typeface="宋体"/>
              </a:rPr>
              <a:t>样，名字都是一个标识符</a:t>
            </a:r>
            <a:endParaRPr sz="2400">
              <a:latin typeface="宋体"/>
              <a:cs typeface="宋体"/>
            </a:endParaRPr>
          </a:p>
          <a:p>
            <a:pPr marL="469900" marR="123825" indent="-457200">
              <a:lnSpc>
                <a:spcPct val="125000"/>
              </a:lnSpc>
              <a:spcBef>
                <a:spcPts val="600"/>
              </a:spcBef>
              <a:buClr>
                <a:srgbClr val="00663C"/>
              </a:buClr>
              <a:buSzPct val="80851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范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围</a:t>
            </a:r>
            <a:r>
              <a:rPr sz="2400" dirty="0">
                <a:latin typeface="宋体"/>
                <a:cs typeface="宋体"/>
              </a:rPr>
              <a:t>：与类的作用域相似，包括所有者作用域（</a:t>
            </a:r>
            <a:r>
              <a:rPr sz="2400" spc="-15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r  </a:t>
            </a:r>
            <a:r>
              <a:rPr sz="2400" spc="-5" dirty="0">
                <a:latin typeface="Calibri"/>
                <a:cs typeface="Calibri"/>
              </a:rPr>
              <a:t>scope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和目标作用域</a:t>
            </a:r>
            <a:r>
              <a:rPr sz="2400" spc="-20" dirty="0">
                <a:latin typeface="宋体"/>
                <a:cs typeface="宋体"/>
              </a:rPr>
              <a:t>（</a:t>
            </a:r>
            <a:r>
              <a:rPr sz="2400" spc="-20" dirty="0">
                <a:latin typeface="Calibri"/>
                <a:cs typeface="Calibri"/>
              </a:rPr>
              <a:t>target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scope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两类</a:t>
            </a:r>
            <a:endParaRPr sz="24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80851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可见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性</a:t>
            </a:r>
            <a:r>
              <a:rPr sz="240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40357" y="5013325"/>
            <a:ext cx="85725" cy="95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89494" y="5319712"/>
            <a:ext cx="142875" cy="123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92732" y="5310187"/>
            <a:ext cx="142875" cy="1428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89494" y="5661024"/>
            <a:ext cx="142875" cy="1428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83207" y="5599112"/>
            <a:ext cx="142875" cy="1428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36637" y="4214812"/>
          <a:ext cx="7483472" cy="1951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5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7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6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51130">
                        <a:lnSpc>
                          <a:spcPct val="100000"/>
                        </a:lnSpc>
                      </a:pPr>
                      <a:r>
                        <a:rPr sz="1350" b="1" spc="65" dirty="0">
                          <a:latin typeface="宋体"/>
                          <a:cs typeface="宋体"/>
                        </a:rPr>
                        <a:t>可见性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50" b="1" spc="65" dirty="0">
                          <a:latin typeface="宋体"/>
                          <a:cs typeface="宋体"/>
                        </a:rPr>
                        <a:t>规则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50" b="1" spc="65" dirty="0">
                          <a:latin typeface="宋体"/>
                          <a:cs typeface="宋体"/>
                        </a:rPr>
                        <a:t>标准表示法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1660"/>
                        </a:lnSpc>
                        <a:spcBef>
                          <a:spcPts val="119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Rose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55575">
                        <a:lnSpc>
                          <a:spcPts val="1600"/>
                        </a:lnSpc>
                      </a:pPr>
                      <a:r>
                        <a:rPr sz="1350" b="1" spc="25" dirty="0">
                          <a:latin typeface="宋体"/>
                          <a:cs typeface="宋体"/>
                        </a:rPr>
                        <a:t>属性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151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ts val="1660"/>
                        </a:lnSpc>
                        <a:spcBef>
                          <a:spcPts val="119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Rose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ts val="1600"/>
                        </a:lnSpc>
                      </a:pPr>
                      <a:r>
                        <a:rPr sz="1350" b="1" spc="25" dirty="0">
                          <a:latin typeface="宋体"/>
                          <a:cs typeface="宋体"/>
                        </a:rPr>
                        <a:t>方法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151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public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任一元素，若能访问包容器，就可以访问它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dirty="0">
                          <a:latin typeface="宋体"/>
                          <a:cs typeface="宋体"/>
                        </a:rPr>
                        <a:t>+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protected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只有包容器中的元素或包容器的后代才能够看到它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#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private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只有包容器中的元素才能够看得到它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-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package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只有声明在同一个包中的元素才能够看到该元素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~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373619" y="5060950"/>
            <a:ext cx="85725" cy="95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294" y="236219"/>
            <a:ext cx="71012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1.3.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公共机制：规格描述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8082" y="3023049"/>
            <a:ext cx="1554480" cy="1812289"/>
          </a:xfrm>
          <a:prstGeom prst="rect">
            <a:avLst/>
          </a:prstGeom>
          <a:solidFill>
            <a:srgbClr val="E6E6E6"/>
          </a:solidFill>
          <a:ln w="7307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470"/>
              </a:spcBef>
            </a:pPr>
            <a:r>
              <a:rPr sz="800" spc="-5" dirty="0">
                <a:latin typeface="Times New Roman"/>
                <a:cs typeface="Times New Roman"/>
              </a:rPr>
              <a:t>UC01:</a:t>
            </a:r>
            <a:r>
              <a:rPr sz="800" spc="-5" dirty="0">
                <a:latin typeface="宋体"/>
                <a:cs typeface="宋体"/>
              </a:rPr>
              <a:t>预订房间</a:t>
            </a:r>
            <a:endParaRPr sz="800">
              <a:latin typeface="宋体"/>
              <a:cs typeface="宋体"/>
            </a:endParaRPr>
          </a:p>
          <a:p>
            <a:pPr marL="167005" marR="650875">
              <a:lnSpc>
                <a:spcPct val="109500"/>
              </a:lnSpc>
            </a:pPr>
            <a:r>
              <a:rPr sz="800" spc="-5" dirty="0">
                <a:latin typeface="MS Gothic"/>
                <a:cs typeface="MS Gothic"/>
              </a:rPr>
              <a:t>参与者：</a:t>
            </a:r>
            <a:r>
              <a:rPr sz="800" spc="-5" dirty="0">
                <a:latin typeface="Times New Roman"/>
                <a:cs typeface="Times New Roman"/>
              </a:rPr>
              <a:t>XXX  </a:t>
            </a:r>
            <a:r>
              <a:rPr sz="800" spc="-5" dirty="0">
                <a:latin typeface="MS Gothic"/>
                <a:cs typeface="MS Gothic"/>
              </a:rPr>
              <a:t>前置条件：</a:t>
            </a:r>
            <a:r>
              <a:rPr sz="800" spc="-5" dirty="0">
                <a:latin typeface="Times New Roman"/>
                <a:cs typeface="Times New Roman"/>
              </a:rPr>
              <a:t>XXX </a:t>
            </a:r>
            <a:r>
              <a:rPr sz="800" spc="-5" dirty="0">
                <a:latin typeface="MS Gothic"/>
                <a:cs typeface="MS Gothic"/>
              </a:rPr>
              <a:t>基本事件流：</a:t>
            </a:r>
            <a:endParaRPr sz="800">
              <a:latin typeface="MS Gothic"/>
              <a:cs typeface="MS Gothic"/>
            </a:endParaRPr>
          </a:p>
          <a:p>
            <a:pPr marL="294005" marR="464820" algn="just">
              <a:lnSpc>
                <a:spcPct val="100000"/>
              </a:lnSpc>
              <a:spcBef>
                <a:spcPts val="25"/>
              </a:spcBef>
            </a:pPr>
            <a:r>
              <a:rPr sz="800" spc="-5" dirty="0">
                <a:latin typeface="Times New Roman"/>
                <a:cs typeface="Times New Roman"/>
              </a:rPr>
              <a:t>1.xxxxxxxxxxxxxx  2.xxxxxxxxxxxxxx  3.xxxxxxxxxxxxxx</a:t>
            </a:r>
            <a:endParaRPr sz="8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  <a:spcBef>
                <a:spcPts val="65"/>
              </a:spcBef>
            </a:pPr>
            <a:r>
              <a:rPr sz="800" spc="-5" dirty="0">
                <a:latin typeface="宋体"/>
                <a:cs typeface="宋体"/>
              </a:rPr>
              <a:t>扩展事件流</a:t>
            </a:r>
            <a:endParaRPr sz="800">
              <a:latin typeface="宋体"/>
              <a:cs typeface="宋体"/>
            </a:endParaRPr>
          </a:p>
          <a:p>
            <a:pPr marL="294005">
              <a:lnSpc>
                <a:spcPct val="100000"/>
              </a:lnSpc>
              <a:spcBef>
                <a:spcPts val="20"/>
              </a:spcBef>
            </a:pPr>
            <a:r>
              <a:rPr sz="800" spc="-5" dirty="0">
                <a:latin typeface="Times New Roman"/>
                <a:cs typeface="Times New Roman"/>
              </a:rPr>
              <a:t>2a.xxxxxxxxxxxx</a:t>
            </a:r>
            <a:endParaRPr sz="800">
              <a:latin typeface="Times New Roman"/>
              <a:cs typeface="Times New Roman"/>
            </a:endParaRPr>
          </a:p>
          <a:p>
            <a:pPr marL="294005">
              <a:lnSpc>
                <a:spcPct val="100000"/>
              </a:lnSpc>
              <a:spcBef>
                <a:spcPts val="70"/>
              </a:spcBef>
            </a:pPr>
            <a:r>
              <a:rPr sz="800" spc="-5" dirty="0">
                <a:latin typeface="Arial"/>
                <a:cs typeface="Arial"/>
              </a:rPr>
              <a:t>……</a:t>
            </a:r>
            <a:endParaRPr sz="800">
              <a:latin typeface="Arial"/>
              <a:cs typeface="Arial"/>
            </a:endParaRPr>
          </a:p>
          <a:p>
            <a:pPr marL="40005" marR="617220" indent="126364">
              <a:lnSpc>
                <a:spcPct val="109500"/>
              </a:lnSpc>
            </a:pPr>
            <a:r>
              <a:rPr sz="800" spc="-5" dirty="0">
                <a:latin typeface="MS Gothic"/>
                <a:cs typeface="MS Gothic"/>
              </a:rPr>
              <a:t>后置条件：</a:t>
            </a:r>
            <a:r>
              <a:rPr sz="800" spc="-5" dirty="0">
                <a:latin typeface="Times New Roman"/>
                <a:cs typeface="Times New Roman"/>
              </a:rPr>
              <a:t>xxxxx  UC02</a:t>
            </a:r>
            <a:r>
              <a:rPr sz="800" spc="-5" dirty="0">
                <a:latin typeface="MS Gothic"/>
                <a:cs typeface="MS Gothic"/>
              </a:rPr>
              <a:t>：登</a:t>
            </a:r>
            <a:r>
              <a:rPr sz="800" spc="-5" dirty="0">
                <a:latin typeface="宋体"/>
                <a:cs typeface="宋体"/>
              </a:rPr>
              <a:t>记</a:t>
            </a:r>
            <a:r>
              <a:rPr sz="800" spc="-5" dirty="0">
                <a:latin typeface="MS Gothic"/>
                <a:cs typeface="MS Gothic"/>
              </a:rPr>
              <a:t>入住</a:t>
            </a:r>
            <a:endParaRPr sz="800">
              <a:latin typeface="MS Gothic"/>
              <a:cs typeface="MS Gothic"/>
            </a:endParaRPr>
          </a:p>
          <a:p>
            <a:pPr marL="167005">
              <a:lnSpc>
                <a:spcPct val="100000"/>
              </a:lnSpc>
              <a:spcBef>
                <a:spcPts val="90"/>
              </a:spcBef>
            </a:pPr>
            <a:r>
              <a:rPr sz="800" spc="-5" dirty="0">
                <a:latin typeface="Arial"/>
                <a:cs typeface="Arial"/>
              </a:rPr>
              <a:t>……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65966" y="3794471"/>
            <a:ext cx="2417445" cy="2300605"/>
          </a:xfrm>
          <a:custGeom>
            <a:avLst/>
            <a:gdLst/>
            <a:ahLst/>
            <a:cxnLst/>
            <a:rect l="l" t="t" r="r" b="b"/>
            <a:pathLst>
              <a:path w="2417445" h="2300604">
                <a:moveTo>
                  <a:pt x="0" y="2300599"/>
                </a:moveTo>
                <a:lnTo>
                  <a:pt x="2417140" y="2300599"/>
                </a:lnTo>
                <a:lnTo>
                  <a:pt x="2417140" y="0"/>
                </a:lnTo>
                <a:lnTo>
                  <a:pt x="0" y="0"/>
                </a:lnTo>
                <a:lnTo>
                  <a:pt x="0" y="2300599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65966" y="3794471"/>
            <a:ext cx="2417445" cy="2300605"/>
          </a:xfrm>
          <a:custGeom>
            <a:avLst/>
            <a:gdLst/>
            <a:ahLst/>
            <a:cxnLst/>
            <a:rect l="l" t="t" r="r" b="b"/>
            <a:pathLst>
              <a:path w="2417445" h="2300604">
                <a:moveTo>
                  <a:pt x="0" y="2300599"/>
                </a:moveTo>
                <a:lnTo>
                  <a:pt x="2417140" y="2300599"/>
                </a:lnTo>
                <a:lnTo>
                  <a:pt x="2417140" y="0"/>
                </a:lnTo>
                <a:lnTo>
                  <a:pt x="0" y="0"/>
                </a:lnTo>
                <a:lnTo>
                  <a:pt x="0" y="2300599"/>
                </a:lnTo>
                <a:close/>
              </a:path>
            </a:pathLst>
          </a:custGeom>
          <a:ln w="7306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74603" y="3885779"/>
            <a:ext cx="2417445" cy="2300605"/>
          </a:xfrm>
          <a:custGeom>
            <a:avLst/>
            <a:gdLst/>
            <a:ahLst/>
            <a:cxnLst/>
            <a:rect l="l" t="t" r="r" b="b"/>
            <a:pathLst>
              <a:path w="2417445" h="2300604">
                <a:moveTo>
                  <a:pt x="0" y="2300599"/>
                </a:moveTo>
                <a:lnTo>
                  <a:pt x="2417140" y="2300599"/>
                </a:lnTo>
                <a:lnTo>
                  <a:pt x="2417140" y="0"/>
                </a:lnTo>
                <a:lnTo>
                  <a:pt x="0" y="0"/>
                </a:lnTo>
                <a:lnTo>
                  <a:pt x="0" y="2300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74604" y="3885780"/>
            <a:ext cx="2417445" cy="2300605"/>
          </a:xfrm>
          <a:custGeom>
            <a:avLst/>
            <a:gdLst/>
            <a:ahLst/>
            <a:cxnLst/>
            <a:rect l="l" t="t" r="r" b="b"/>
            <a:pathLst>
              <a:path w="2417445" h="2300604">
                <a:moveTo>
                  <a:pt x="0" y="2300599"/>
                </a:moveTo>
                <a:lnTo>
                  <a:pt x="2417140" y="2300599"/>
                </a:lnTo>
                <a:lnTo>
                  <a:pt x="2417140" y="0"/>
                </a:lnTo>
                <a:lnTo>
                  <a:pt x="0" y="0"/>
                </a:lnTo>
                <a:lnTo>
                  <a:pt x="0" y="2300599"/>
                </a:lnTo>
                <a:close/>
              </a:path>
            </a:pathLst>
          </a:custGeom>
          <a:ln w="7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30166" y="4055311"/>
            <a:ext cx="619760" cy="320675"/>
          </a:xfrm>
          <a:custGeom>
            <a:avLst/>
            <a:gdLst/>
            <a:ahLst/>
            <a:cxnLst/>
            <a:rect l="l" t="t" r="r" b="b"/>
            <a:pathLst>
              <a:path w="619760" h="320675">
                <a:moveTo>
                  <a:pt x="309820" y="0"/>
                </a:moveTo>
                <a:lnTo>
                  <a:pt x="247368" y="3254"/>
                </a:lnTo>
                <a:lnTo>
                  <a:pt x="189205" y="12590"/>
                </a:lnTo>
                <a:lnTo>
                  <a:pt x="136577" y="27364"/>
                </a:lnTo>
                <a:lnTo>
                  <a:pt x="90727" y="46933"/>
                </a:lnTo>
                <a:lnTo>
                  <a:pt x="52900" y="70653"/>
                </a:lnTo>
                <a:lnTo>
                  <a:pt x="24341" y="97882"/>
                </a:lnTo>
                <a:lnTo>
                  <a:pt x="0" y="160291"/>
                </a:lnTo>
                <a:lnTo>
                  <a:pt x="6292" y="192578"/>
                </a:lnTo>
                <a:lnTo>
                  <a:pt x="52900" y="249886"/>
                </a:lnTo>
                <a:lnTo>
                  <a:pt x="90727" y="273612"/>
                </a:lnTo>
                <a:lnTo>
                  <a:pt x="136577" y="293193"/>
                </a:lnTo>
                <a:lnTo>
                  <a:pt x="189205" y="307979"/>
                </a:lnTo>
                <a:lnTo>
                  <a:pt x="247368" y="317325"/>
                </a:lnTo>
                <a:lnTo>
                  <a:pt x="309820" y="320584"/>
                </a:lnTo>
                <a:lnTo>
                  <a:pt x="372272" y="317325"/>
                </a:lnTo>
                <a:lnTo>
                  <a:pt x="430434" y="307979"/>
                </a:lnTo>
                <a:lnTo>
                  <a:pt x="483062" y="293193"/>
                </a:lnTo>
                <a:lnTo>
                  <a:pt x="528911" y="273612"/>
                </a:lnTo>
                <a:lnTo>
                  <a:pt x="566738" y="249886"/>
                </a:lnTo>
                <a:lnTo>
                  <a:pt x="595298" y="222659"/>
                </a:lnTo>
                <a:lnTo>
                  <a:pt x="619639" y="160291"/>
                </a:lnTo>
                <a:lnTo>
                  <a:pt x="613346" y="127976"/>
                </a:lnTo>
                <a:lnTo>
                  <a:pt x="566738" y="70653"/>
                </a:lnTo>
                <a:lnTo>
                  <a:pt x="528911" y="46933"/>
                </a:lnTo>
                <a:lnTo>
                  <a:pt x="483062" y="27364"/>
                </a:lnTo>
                <a:lnTo>
                  <a:pt x="430434" y="12590"/>
                </a:lnTo>
                <a:lnTo>
                  <a:pt x="372272" y="3254"/>
                </a:lnTo>
                <a:lnTo>
                  <a:pt x="30982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30166" y="4055311"/>
            <a:ext cx="619760" cy="320675"/>
          </a:xfrm>
          <a:custGeom>
            <a:avLst/>
            <a:gdLst/>
            <a:ahLst/>
            <a:cxnLst/>
            <a:rect l="l" t="t" r="r" b="b"/>
            <a:pathLst>
              <a:path w="619760" h="320675">
                <a:moveTo>
                  <a:pt x="619639" y="160292"/>
                </a:moveTo>
                <a:lnTo>
                  <a:pt x="595298" y="97882"/>
                </a:lnTo>
                <a:lnTo>
                  <a:pt x="566738" y="70653"/>
                </a:lnTo>
                <a:lnTo>
                  <a:pt x="528911" y="46933"/>
                </a:lnTo>
                <a:lnTo>
                  <a:pt x="483061" y="27364"/>
                </a:lnTo>
                <a:lnTo>
                  <a:pt x="430433" y="12590"/>
                </a:lnTo>
                <a:lnTo>
                  <a:pt x="372271" y="3254"/>
                </a:lnTo>
                <a:lnTo>
                  <a:pt x="309819" y="0"/>
                </a:lnTo>
                <a:lnTo>
                  <a:pt x="247367" y="3254"/>
                </a:lnTo>
                <a:lnTo>
                  <a:pt x="189205" y="12590"/>
                </a:lnTo>
                <a:lnTo>
                  <a:pt x="136577" y="27364"/>
                </a:lnTo>
                <a:lnTo>
                  <a:pt x="90727" y="46933"/>
                </a:lnTo>
                <a:lnTo>
                  <a:pt x="52900" y="70653"/>
                </a:lnTo>
                <a:lnTo>
                  <a:pt x="24341" y="97882"/>
                </a:lnTo>
                <a:lnTo>
                  <a:pt x="0" y="160292"/>
                </a:lnTo>
                <a:lnTo>
                  <a:pt x="6292" y="192578"/>
                </a:lnTo>
                <a:lnTo>
                  <a:pt x="52900" y="249886"/>
                </a:lnTo>
                <a:lnTo>
                  <a:pt x="90727" y="273612"/>
                </a:lnTo>
                <a:lnTo>
                  <a:pt x="136577" y="293192"/>
                </a:lnTo>
                <a:lnTo>
                  <a:pt x="189205" y="307979"/>
                </a:lnTo>
                <a:lnTo>
                  <a:pt x="247367" y="317325"/>
                </a:lnTo>
                <a:lnTo>
                  <a:pt x="309819" y="320584"/>
                </a:lnTo>
                <a:lnTo>
                  <a:pt x="372271" y="317325"/>
                </a:lnTo>
                <a:lnTo>
                  <a:pt x="430433" y="307979"/>
                </a:lnTo>
                <a:lnTo>
                  <a:pt x="483061" y="293192"/>
                </a:lnTo>
                <a:lnTo>
                  <a:pt x="528911" y="273612"/>
                </a:lnTo>
                <a:lnTo>
                  <a:pt x="566738" y="249886"/>
                </a:lnTo>
                <a:lnTo>
                  <a:pt x="595298" y="222659"/>
                </a:lnTo>
                <a:lnTo>
                  <a:pt x="619639" y="160292"/>
                </a:lnTo>
                <a:close/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10554" y="4434429"/>
            <a:ext cx="5994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25" dirty="0">
                <a:latin typeface="宋体"/>
                <a:cs typeface="宋体"/>
              </a:rPr>
              <a:t>预订房间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30166" y="4780583"/>
            <a:ext cx="619760" cy="320675"/>
          </a:xfrm>
          <a:custGeom>
            <a:avLst/>
            <a:gdLst/>
            <a:ahLst/>
            <a:cxnLst/>
            <a:rect l="l" t="t" r="r" b="b"/>
            <a:pathLst>
              <a:path w="619760" h="320675">
                <a:moveTo>
                  <a:pt x="309820" y="0"/>
                </a:moveTo>
                <a:lnTo>
                  <a:pt x="247368" y="3254"/>
                </a:lnTo>
                <a:lnTo>
                  <a:pt x="189205" y="12590"/>
                </a:lnTo>
                <a:lnTo>
                  <a:pt x="136577" y="27364"/>
                </a:lnTo>
                <a:lnTo>
                  <a:pt x="90727" y="46933"/>
                </a:lnTo>
                <a:lnTo>
                  <a:pt x="52900" y="70653"/>
                </a:lnTo>
                <a:lnTo>
                  <a:pt x="24341" y="97882"/>
                </a:lnTo>
                <a:lnTo>
                  <a:pt x="0" y="160291"/>
                </a:lnTo>
                <a:lnTo>
                  <a:pt x="6292" y="192607"/>
                </a:lnTo>
                <a:lnTo>
                  <a:pt x="52900" y="249930"/>
                </a:lnTo>
                <a:lnTo>
                  <a:pt x="90727" y="273651"/>
                </a:lnTo>
                <a:lnTo>
                  <a:pt x="136577" y="293219"/>
                </a:lnTo>
                <a:lnTo>
                  <a:pt x="189205" y="307993"/>
                </a:lnTo>
                <a:lnTo>
                  <a:pt x="247368" y="317329"/>
                </a:lnTo>
                <a:lnTo>
                  <a:pt x="309820" y="320584"/>
                </a:lnTo>
                <a:lnTo>
                  <a:pt x="372272" y="317329"/>
                </a:lnTo>
                <a:lnTo>
                  <a:pt x="430434" y="307993"/>
                </a:lnTo>
                <a:lnTo>
                  <a:pt x="483062" y="293219"/>
                </a:lnTo>
                <a:lnTo>
                  <a:pt x="528911" y="273651"/>
                </a:lnTo>
                <a:lnTo>
                  <a:pt x="566738" y="249930"/>
                </a:lnTo>
                <a:lnTo>
                  <a:pt x="595298" y="222701"/>
                </a:lnTo>
                <a:lnTo>
                  <a:pt x="619639" y="160291"/>
                </a:lnTo>
                <a:lnTo>
                  <a:pt x="613346" y="127976"/>
                </a:lnTo>
                <a:lnTo>
                  <a:pt x="566738" y="70653"/>
                </a:lnTo>
                <a:lnTo>
                  <a:pt x="528911" y="46933"/>
                </a:lnTo>
                <a:lnTo>
                  <a:pt x="483062" y="27364"/>
                </a:lnTo>
                <a:lnTo>
                  <a:pt x="430434" y="12590"/>
                </a:lnTo>
                <a:lnTo>
                  <a:pt x="372272" y="3254"/>
                </a:lnTo>
                <a:lnTo>
                  <a:pt x="30982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30166" y="4780583"/>
            <a:ext cx="619760" cy="320675"/>
          </a:xfrm>
          <a:custGeom>
            <a:avLst/>
            <a:gdLst/>
            <a:ahLst/>
            <a:cxnLst/>
            <a:rect l="l" t="t" r="r" b="b"/>
            <a:pathLst>
              <a:path w="619760" h="320675">
                <a:moveTo>
                  <a:pt x="619639" y="160292"/>
                </a:moveTo>
                <a:lnTo>
                  <a:pt x="595298" y="97882"/>
                </a:lnTo>
                <a:lnTo>
                  <a:pt x="566738" y="70653"/>
                </a:lnTo>
                <a:lnTo>
                  <a:pt x="528911" y="46933"/>
                </a:lnTo>
                <a:lnTo>
                  <a:pt x="483061" y="27364"/>
                </a:lnTo>
                <a:lnTo>
                  <a:pt x="430433" y="12590"/>
                </a:lnTo>
                <a:lnTo>
                  <a:pt x="372271" y="3254"/>
                </a:lnTo>
                <a:lnTo>
                  <a:pt x="309819" y="0"/>
                </a:lnTo>
                <a:lnTo>
                  <a:pt x="247367" y="3254"/>
                </a:lnTo>
                <a:lnTo>
                  <a:pt x="189205" y="12590"/>
                </a:lnTo>
                <a:lnTo>
                  <a:pt x="136577" y="27364"/>
                </a:lnTo>
                <a:lnTo>
                  <a:pt x="90727" y="46933"/>
                </a:lnTo>
                <a:lnTo>
                  <a:pt x="52900" y="70653"/>
                </a:lnTo>
                <a:lnTo>
                  <a:pt x="24341" y="97882"/>
                </a:lnTo>
                <a:lnTo>
                  <a:pt x="0" y="160292"/>
                </a:lnTo>
                <a:lnTo>
                  <a:pt x="6292" y="192608"/>
                </a:lnTo>
                <a:lnTo>
                  <a:pt x="52900" y="249930"/>
                </a:lnTo>
                <a:lnTo>
                  <a:pt x="90727" y="273650"/>
                </a:lnTo>
                <a:lnTo>
                  <a:pt x="136577" y="293219"/>
                </a:lnTo>
                <a:lnTo>
                  <a:pt x="189205" y="307993"/>
                </a:lnTo>
                <a:lnTo>
                  <a:pt x="247367" y="317329"/>
                </a:lnTo>
                <a:lnTo>
                  <a:pt x="309819" y="320584"/>
                </a:lnTo>
                <a:lnTo>
                  <a:pt x="372271" y="317329"/>
                </a:lnTo>
                <a:lnTo>
                  <a:pt x="430433" y="307993"/>
                </a:lnTo>
                <a:lnTo>
                  <a:pt x="483061" y="293219"/>
                </a:lnTo>
                <a:lnTo>
                  <a:pt x="528911" y="273650"/>
                </a:lnTo>
                <a:lnTo>
                  <a:pt x="566738" y="249930"/>
                </a:lnTo>
                <a:lnTo>
                  <a:pt x="595298" y="222701"/>
                </a:lnTo>
                <a:lnTo>
                  <a:pt x="619639" y="160292"/>
                </a:lnTo>
                <a:close/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10554" y="5159701"/>
            <a:ext cx="5994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20" dirty="0">
                <a:latin typeface="MS Gothic"/>
                <a:cs typeface="MS Gothic"/>
              </a:rPr>
              <a:t>登</a:t>
            </a:r>
            <a:r>
              <a:rPr sz="1100" spc="25" dirty="0">
                <a:latin typeface="宋体"/>
                <a:cs typeface="宋体"/>
              </a:rPr>
              <a:t>记</a:t>
            </a:r>
            <a:r>
              <a:rPr sz="1100" spc="25" dirty="0">
                <a:latin typeface="MS Gothic"/>
                <a:cs typeface="MS Gothic"/>
              </a:rPr>
              <a:t>入住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8567" y="4744564"/>
            <a:ext cx="240414" cy="2884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22327" y="5032993"/>
            <a:ext cx="333375" cy="163195"/>
          </a:xfrm>
          <a:custGeom>
            <a:avLst/>
            <a:gdLst/>
            <a:ahLst/>
            <a:cxnLst/>
            <a:rect l="l" t="t" r="r" b="b"/>
            <a:pathLst>
              <a:path w="333375" h="163195">
                <a:moveTo>
                  <a:pt x="0" y="163031"/>
                </a:moveTo>
                <a:lnTo>
                  <a:pt x="166441" y="0"/>
                </a:lnTo>
                <a:lnTo>
                  <a:pt x="332883" y="163031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881530" y="5251432"/>
            <a:ext cx="3124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25" dirty="0">
                <a:latin typeface="宋体"/>
                <a:cs typeface="宋体"/>
              </a:rPr>
              <a:t>顾客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39755" y="4390403"/>
            <a:ext cx="390525" cy="238125"/>
          </a:xfrm>
          <a:custGeom>
            <a:avLst/>
            <a:gdLst/>
            <a:ahLst/>
            <a:cxnLst/>
            <a:rect l="l" t="t" r="r" b="b"/>
            <a:pathLst>
              <a:path w="390525" h="238125">
                <a:moveTo>
                  <a:pt x="0" y="238003"/>
                </a:moveTo>
                <a:lnTo>
                  <a:pt x="390309" y="0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64080" y="4390403"/>
            <a:ext cx="66040" cy="92075"/>
          </a:xfrm>
          <a:custGeom>
            <a:avLst/>
            <a:gdLst/>
            <a:ahLst/>
            <a:cxnLst/>
            <a:rect l="l" t="t" r="r" b="b"/>
            <a:pathLst>
              <a:path w="66039" h="92075">
                <a:moveTo>
                  <a:pt x="65983" y="0"/>
                </a:moveTo>
                <a:lnTo>
                  <a:pt x="0" y="91812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18095" y="4390403"/>
            <a:ext cx="112395" cy="17780"/>
          </a:xfrm>
          <a:custGeom>
            <a:avLst/>
            <a:gdLst/>
            <a:ahLst/>
            <a:cxnLst/>
            <a:rect l="l" t="t" r="r" b="b"/>
            <a:pathLst>
              <a:path w="112395" h="17779">
                <a:moveTo>
                  <a:pt x="111969" y="0"/>
                </a:moveTo>
                <a:lnTo>
                  <a:pt x="0" y="17246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2348" y="4628407"/>
            <a:ext cx="387985" cy="238125"/>
          </a:xfrm>
          <a:custGeom>
            <a:avLst/>
            <a:gdLst/>
            <a:ahLst/>
            <a:cxnLst/>
            <a:rect l="l" t="t" r="r" b="b"/>
            <a:pathLst>
              <a:path w="387985" h="238125">
                <a:moveTo>
                  <a:pt x="387406" y="0"/>
                </a:moveTo>
                <a:lnTo>
                  <a:pt x="0" y="237902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36882" y="4940875"/>
            <a:ext cx="384810" cy="8890"/>
          </a:xfrm>
          <a:custGeom>
            <a:avLst/>
            <a:gdLst/>
            <a:ahLst/>
            <a:cxnLst/>
            <a:rect l="l" t="t" r="r" b="b"/>
            <a:pathLst>
              <a:path w="384810" h="8889">
                <a:moveTo>
                  <a:pt x="0" y="8623"/>
                </a:moveTo>
                <a:lnTo>
                  <a:pt x="384553" y="0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18095" y="4940875"/>
            <a:ext cx="103505" cy="46355"/>
          </a:xfrm>
          <a:custGeom>
            <a:avLst/>
            <a:gdLst/>
            <a:ahLst/>
            <a:cxnLst/>
            <a:rect l="l" t="t" r="r" b="b"/>
            <a:pathLst>
              <a:path w="103504" h="46354">
                <a:moveTo>
                  <a:pt x="103340" y="0"/>
                </a:moveTo>
                <a:lnTo>
                  <a:pt x="0" y="45855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18095" y="4900701"/>
            <a:ext cx="103505" cy="40640"/>
          </a:xfrm>
          <a:custGeom>
            <a:avLst/>
            <a:gdLst/>
            <a:ahLst/>
            <a:cxnLst/>
            <a:rect l="l" t="t" r="r" b="b"/>
            <a:pathLst>
              <a:path w="103504" h="40639">
                <a:moveTo>
                  <a:pt x="103340" y="40174"/>
                </a:moveTo>
                <a:lnTo>
                  <a:pt x="0" y="0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52348" y="4949499"/>
            <a:ext cx="384810" cy="8890"/>
          </a:xfrm>
          <a:custGeom>
            <a:avLst/>
            <a:gdLst/>
            <a:ahLst/>
            <a:cxnLst/>
            <a:rect l="l" t="t" r="r" b="b"/>
            <a:pathLst>
              <a:path w="384810" h="8889">
                <a:moveTo>
                  <a:pt x="384533" y="0"/>
                </a:moveTo>
                <a:lnTo>
                  <a:pt x="0" y="8521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38794" y="5500113"/>
            <a:ext cx="619760" cy="320675"/>
          </a:xfrm>
          <a:custGeom>
            <a:avLst/>
            <a:gdLst/>
            <a:ahLst/>
            <a:cxnLst/>
            <a:rect l="l" t="t" r="r" b="b"/>
            <a:pathLst>
              <a:path w="619760" h="320675">
                <a:moveTo>
                  <a:pt x="309820" y="0"/>
                </a:moveTo>
                <a:lnTo>
                  <a:pt x="247368" y="3257"/>
                </a:lnTo>
                <a:lnTo>
                  <a:pt x="189205" y="12598"/>
                </a:lnTo>
                <a:lnTo>
                  <a:pt x="136577" y="27379"/>
                </a:lnTo>
                <a:lnTo>
                  <a:pt x="90727" y="46955"/>
                </a:lnTo>
                <a:lnTo>
                  <a:pt x="52900" y="70681"/>
                </a:lnTo>
                <a:lnTo>
                  <a:pt x="24341" y="97912"/>
                </a:lnTo>
                <a:lnTo>
                  <a:pt x="0" y="160312"/>
                </a:lnTo>
                <a:lnTo>
                  <a:pt x="6292" y="192616"/>
                </a:lnTo>
                <a:lnTo>
                  <a:pt x="52900" y="249936"/>
                </a:lnTo>
                <a:lnTo>
                  <a:pt x="90727" y="273660"/>
                </a:lnTo>
                <a:lnTo>
                  <a:pt x="136577" y="293235"/>
                </a:lnTo>
                <a:lnTo>
                  <a:pt x="189205" y="308016"/>
                </a:lnTo>
                <a:lnTo>
                  <a:pt x="247368" y="317357"/>
                </a:lnTo>
                <a:lnTo>
                  <a:pt x="309820" y="320614"/>
                </a:lnTo>
                <a:lnTo>
                  <a:pt x="372272" y="317357"/>
                </a:lnTo>
                <a:lnTo>
                  <a:pt x="430434" y="308016"/>
                </a:lnTo>
                <a:lnTo>
                  <a:pt x="483062" y="293235"/>
                </a:lnTo>
                <a:lnTo>
                  <a:pt x="528911" y="273660"/>
                </a:lnTo>
                <a:lnTo>
                  <a:pt x="566738" y="249936"/>
                </a:lnTo>
                <a:lnTo>
                  <a:pt x="595298" y="222706"/>
                </a:lnTo>
                <a:lnTo>
                  <a:pt x="619639" y="160312"/>
                </a:lnTo>
                <a:lnTo>
                  <a:pt x="613346" y="128004"/>
                </a:lnTo>
                <a:lnTo>
                  <a:pt x="566738" y="70681"/>
                </a:lnTo>
                <a:lnTo>
                  <a:pt x="528911" y="46955"/>
                </a:lnTo>
                <a:lnTo>
                  <a:pt x="483062" y="27379"/>
                </a:lnTo>
                <a:lnTo>
                  <a:pt x="430434" y="12598"/>
                </a:lnTo>
                <a:lnTo>
                  <a:pt x="372272" y="3257"/>
                </a:lnTo>
                <a:lnTo>
                  <a:pt x="30982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38794" y="5500113"/>
            <a:ext cx="619760" cy="320675"/>
          </a:xfrm>
          <a:custGeom>
            <a:avLst/>
            <a:gdLst/>
            <a:ahLst/>
            <a:cxnLst/>
            <a:rect l="l" t="t" r="r" b="b"/>
            <a:pathLst>
              <a:path w="619760" h="320675">
                <a:moveTo>
                  <a:pt x="619639" y="160312"/>
                </a:moveTo>
                <a:lnTo>
                  <a:pt x="595298" y="97912"/>
                </a:lnTo>
                <a:lnTo>
                  <a:pt x="566738" y="70681"/>
                </a:lnTo>
                <a:lnTo>
                  <a:pt x="528911" y="46955"/>
                </a:lnTo>
                <a:lnTo>
                  <a:pt x="483061" y="27379"/>
                </a:lnTo>
                <a:lnTo>
                  <a:pt x="430433" y="12598"/>
                </a:lnTo>
                <a:lnTo>
                  <a:pt x="372271" y="3257"/>
                </a:lnTo>
                <a:lnTo>
                  <a:pt x="309819" y="0"/>
                </a:lnTo>
                <a:lnTo>
                  <a:pt x="247367" y="3257"/>
                </a:lnTo>
                <a:lnTo>
                  <a:pt x="189205" y="12598"/>
                </a:lnTo>
                <a:lnTo>
                  <a:pt x="136577" y="27379"/>
                </a:lnTo>
                <a:lnTo>
                  <a:pt x="90727" y="46955"/>
                </a:lnTo>
                <a:lnTo>
                  <a:pt x="52900" y="70681"/>
                </a:lnTo>
                <a:lnTo>
                  <a:pt x="24341" y="97912"/>
                </a:lnTo>
                <a:lnTo>
                  <a:pt x="0" y="160312"/>
                </a:lnTo>
                <a:lnTo>
                  <a:pt x="6292" y="192617"/>
                </a:lnTo>
                <a:lnTo>
                  <a:pt x="52900" y="249936"/>
                </a:lnTo>
                <a:lnTo>
                  <a:pt x="90727" y="273660"/>
                </a:lnTo>
                <a:lnTo>
                  <a:pt x="136577" y="293236"/>
                </a:lnTo>
                <a:lnTo>
                  <a:pt x="189205" y="308016"/>
                </a:lnTo>
                <a:lnTo>
                  <a:pt x="247367" y="317357"/>
                </a:lnTo>
                <a:lnTo>
                  <a:pt x="309819" y="320614"/>
                </a:lnTo>
                <a:lnTo>
                  <a:pt x="372271" y="317357"/>
                </a:lnTo>
                <a:lnTo>
                  <a:pt x="430433" y="308016"/>
                </a:lnTo>
                <a:lnTo>
                  <a:pt x="483061" y="293236"/>
                </a:lnTo>
                <a:lnTo>
                  <a:pt x="528911" y="273660"/>
                </a:lnTo>
                <a:lnTo>
                  <a:pt x="566738" y="249936"/>
                </a:lnTo>
                <a:lnTo>
                  <a:pt x="595298" y="222706"/>
                </a:lnTo>
                <a:lnTo>
                  <a:pt x="619639" y="160312"/>
                </a:lnTo>
                <a:close/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019081" y="5879251"/>
            <a:ext cx="5994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25" dirty="0">
                <a:latin typeface="宋体"/>
                <a:cs typeface="宋体"/>
              </a:rPr>
              <a:t>结帐离店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48363" y="5273401"/>
            <a:ext cx="396240" cy="215265"/>
          </a:xfrm>
          <a:custGeom>
            <a:avLst/>
            <a:gdLst/>
            <a:ahLst/>
            <a:cxnLst/>
            <a:rect l="l" t="t" r="r" b="b"/>
            <a:pathLst>
              <a:path w="396239" h="215264">
                <a:moveTo>
                  <a:pt x="0" y="0"/>
                </a:moveTo>
                <a:lnTo>
                  <a:pt x="396014" y="215004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872608" y="5402405"/>
            <a:ext cx="72390" cy="86360"/>
          </a:xfrm>
          <a:custGeom>
            <a:avLst/>
            <a:gdLst/>
            <a:ahLst/>
            <a:cxnLst/>
            <a:rect l="l" t="t" r="r" b="b"/>
            <a:pathLst>
              <a:path w="72389" h="86360">
                <a:moveTo>
                  <a:pt x="71770" y="85999"/>
                </a:moveTo>
                <a:lnTo>
                  <a:pt x="0" y="0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32510" y="5476931"/>
            <a:ext cx="112395" cy="12065"/>
          </a:xfrm>
          <a:custGeom>
            <a:avLst/>
            <a:gdLst/>
            <a:ahLst/>
            <a:cxnLst/>
            <a:rect l="l" t="t" r="r" b="b"/>
            <a:pathLst>
              <a:path w="112395" h="12064">
                <a:moveTo>
                  <a:pt x="111868" y="11474"/>
                </a:moveTo>
                <a:lnTo>
                  <a:pt x="0" y="0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52348" y="5058355"/>
            <a:ext cx="396240" cy="215265"/>
          </a:xfrm>
          <a:custGeom>
            <a:avLst/>
            <a:gdLst/>
            <a:ahLst/>
            <a:cxnLst/>
            <a:rect l="l" t="t" r="r" b="b"/>
            <a:pathLst>
              <a:path w="396239" h="215264">
                <a:moveTo>
                  <a:pt x="396014" y="215045"/>
                </a:moveTo>
                <a:lnTo>
                  <a:pt x="0" y="0"/>
                </a:lnTo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386571" y="3249386"/>
            <a:ext cx="628650" cy="825500"/>
          </a:xfrm>
          <a:custGeom>
            <a:avLst/>
            <a:gdLst/>
            <a:ahLst/>
            <a:cxnLst/>
            <a:rect l="l" t="t" r="r" b="b"/>
            <a:pathLst>
              <a:path w="628650" h="825500">
                <a:moveTo>
                  <a:pt x="0" y="824997"/>
                </a:moveTo>
                <a:lnTo>
                  <a:pt x="628572" y="0"/>
                </a:lnTo>
              </a:path>
            </a:pathLst>
          </a:custGeom>
          <a:ln w="12178">
            <a:solidFill>
              <a:srgbClr val="00FFFF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79410" y="3166805"/>
            <a:ext cx="99060" cy="113030"/>
          </a:xfrm>
          <a:custGeom>
            <a:avLst/>
            <a:gdLst/>
            <a:ahLst/>
            <a:cxnLst/>
            <a:rect l="l" t="t" r="r" b="b"/>
            <a:pathLst>
              <a:path w="99060" h="113029">
                <a:moveTo>
                  <a:pt x="98671" y="0"/>
                </a:moveTo>
                <a:lnTo>
                  <a:pt x="0" y="67261"/>
                </a:lnTo>
                <a:lnTo>
                  <a:pt x="60096" y="112914"/>
                </a:lnTo>
                <a:lnTo>
                  <a:pt x="98671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49196" y="4659147"/>
            <a:ext cx="440690" cy="271780"/>
          </a:xfrm>
          <a:custGeom>
            <a:avLst/>
            <a:gdLst/>
            <a:ahLst/>
            <a:cxnLst/>
            <a:rect l="l" t="t" r="r" b="b"/>
            <a:pathLst>
              <a:path w="440689" h="271779">
                <a:moveTo>
                  <a:pt x="0" y="271380"/>
                </a:moveTo>
                <a:lnTo>
                  <a:pt x="440467" y="0"/>
                </a:lnTo>
              </a:path>
            </a:pathLst>
          </a:custGeom>
          <a:ln w="12176">
            <a:solidFill>
              <a:srgbClr val="00FFFF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61849" y="4604668"/>
            <a:ext cx="116839" cy="92075"/>
          </a:xfrm>
          <a:custGeom>
            <a:avLst/>
            <a:gdLst/>
            <a:ahLst/>
            <a:cxnLst/>
            <a:rect l="l" t="t" r="r" b="b"/>
            <a:pathLst>
              <a:path w="116839" h="92075">
                <a:moveTo>
                  <a:pt x="116232" y="0"/>
                </a:moveTo>
                <a:lnTo>
                  <a:pt x="0" y="27289"/>
                </a:lnTo>
                <a:lnTo>
                  <a:pt x="39589" y="91610"/>
                </a:lnTo>
                <a:lnTo>
                  <a:pt x="116232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558434" y="4906484"/>
            <a:ext cx="789940" cy="755015"/>
          </a:xfrm>
          <a:custGeom>
            <a:avLst/>
            <a:gdLst/>
            <a:ahLst/>
            <a:cxnLst/>
            <a:rect l="l" t="t" r="r" b="b"/>
            <a:pathLst>
              <a:path w="789939" h="755014">
                <a:moveTo>
                  <a:pt x="0" y="754763"/>
                </a:moveTo>
                <a:lnTo>
                  <a:pt x="789877" y="0"/>
                </a:lnTo>
              </a:path>
            </a:pathLst>
          </a:custGeom>
          <a:ln w="12177">
            <a:solidFill>
              <a:srgbClr val="00FFFF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15421" y="4834757"/>
            <a:ext cx="107950" cy="106045"/>
          </a:xfrm>
          <a:custGeom>
            <a:avLst/>
            <a:gdLst/>
            <a:ahLst/>
            <a:cxnLst/>
            <a:rect l="l" t="t" r="r" b="b"/>
            <a:pathLst>
              <a:path w="107950" h="106045">
                <a:moveTo>
                  <a:pt x="107909" y="0"/>
                </a:moveTo>
                <a:lnTo>
                  <a:pt x="0" y="50928"/>
                </a:lnTo>
                <a:lnTo>
                  <a:pt x="52177" y="105509"/>
                </a:lnTo>
                <a:lnTo>
                  <a:pt x="107909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952213" y="3528360"/>
            <a:ext cx="130619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5" dirty="0">
                <a:solidFill>
                  <a:srgbClr val="FF0000"/>
                </a:solidFill>
                <a:latin typeface="宋体"/>
                <a:cs typeface="宋体"/>
              </a:rPr>
              <a:t>图形</a:t>
            </a:r>
            <a:r>
              <a:rPr sz="1100" spc="15" dirty="0">
                <a:solidFill>
                  <a:srgbClr val="FF0000"/>
                </a:solidFill>
                <a:latin typeface="MS Gothic"/>
                <a:cs typeface="MS Gothic"/>
              </a:rPr>
              <a:t>（可</a:t>
            </a:r>
            <a:r>
              <a:rPr sz="1100" spc="15" dirty="0">
                <a:solidFill>
                  <a:srgbClr val="FF0000"/>
                </a:solidFill>
                <a:latin typeface="宋体"/>
                <a:cs typeface="宋体"/>
              </a:rPr>
              <a:t>视</a:t>
            </a:r>
            <a:r>
              <a:rPr sz="1100" spc="15" dirty="0">
                <a:solidFill>
                  <a:srgbClr val="FF0000"/>
                </a:solidFill>
                <a:latin typeface="MS Gothic"/>
                <a:cs typeface="MS Gothic"/>
              </a:rPr>
              <a:t>化）</a:t>
            </a:r>
            <a:r>
              <a:rPr sz="1100" spc="15" dirty="0">
                <a:solidFill>
                  <a:srgbClr val="FF0000"/>
                </a:solidFill>
                <a:latin typeface="宋体"/>
                <a:cs typeface="宋体"/>
              </a:rPr>
              <a:t>视图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47052" y="1325372"/>
            <a:ext cx="8102600" cy="1637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在图形表示法的每个部分后面都有一个规格描述（也称 为详述），它用来对构造块的语法和语义进行文字叙述。 这种构思，也就使可视化视图和文字视图的分离</a:t>
            </a:r>
            <a:r>
              <a:rPr sz="2400" spc="-67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4573270">
              <a:lnSpc>
                <a:spcPct val="100000"/>
              </a:lnSpc>
              <a:spcBef>
                <a:spcPts val="570"/>
              </a:spcBef>
            </a:pPr>
            <a:r>
              <a:rPr sz="1100" spc="15" dirty="0">
                <a:solidFill>
                  <a:srgbClr val="FF0000"/>
                </a:solidFill>
                <a:latin typeface="MS Gothic"/>
                <a:cs typeface="MS Gothic"/>
              </a:rPr>
              <a:t>文字（</a:t>
            </a:r>
            <a:r>
              <a:rPr sz="1100" spc="15" dirty="0">
                <a:solidFill>
                  <a:srgbClr val="FF0000"/>
                </a:solidFill>
                <a:latin typeface="宋体"/>
                <a:cs typeface="宋体"/>
              </a:rPr>
              <a:t>规格描述</a:t>
            </a:r>
            <a:r>
              <a:rPr sz="1100" spc="15" dirty="0">
                <a:solidFill>
                  <a:srgbClr val="FF0000"/>
                </a:solidFill>
                <a:latin typeface="MS Gothic"/>
                <a:cs typeface="MS Gothic"/>
              </a:rPr>
              <a:t>）</a:t>
            </a:r>
            <a:r>
              <a:rPr sz="1100" spc="15" dirty="0">
                <a:solidFill>
                  <a:srgbClr val="FF0000"/>
                </a:solidFill>
                <a:latin typeface="宋体"/>
                <a:cs typeface="宋体"/>
              </a:rPr>
              <a:t>视图</a:t>
            </a:r>
            <a:endParaRPr sz="1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178" y="257556"/>
            <a:ext cx="84950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1.3.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公共机制</a:t>
            </a:r>
            <a:r>
              <a:rPr dirty="0">
                <a:latin typeface="Calibri"/>
                <a:cs typeface="Calibri"/>
              </a:rPr>
              <a:t>: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/>
              <a:t>修饰与通用划分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462531"/>
            <a:ext cx="7785100" cy="429260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在为了更好的表示这些细节，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dirty="0">
                <a:latin typeface="宋体"/>
                <a:cs typeface="宋体"/>
              </a:rPr>
              <a:t>中还提供了一些</a:t>
            </a:r>
            <a:r>
              <a:rPr sz="3525" b="1" spc="127" baseline="1182" dirty="0">
                <a:latin typeface="宋体"/>
                <a:cs typeface="宋体"/>
              </a:rPr>
              <a:t>修饰</a:t>
            </a:r>
            <a:endParaRPr sz="3525" baseline="1182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宋体"/>
                <a:cs typeface="宋体"/>
              </a:rPr>
              <a:t>符号，例如不同可视性的符号、用斜体字表示抽象类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spc="-5" dirty="0">
                <a:latin typeface="Calibri"/>
                <a:cs typeface="Calibri"/>
              </a:rPr>
              <a:t>UML</a:t>
            </a:r>
            <a:r>
              <a:rPr sz="3525" b="1" spc="127" baseline="1182" dirty="0">
                <a:latin typeface="宋体"/>
                <a:cs typeface="宋体"/>
              </a:rPr>
              <a:t>通用划</a:t>
            </a:r>
            <a:r>
              <a:rPr sz="3525" b="1" spc="135" baseline="1182" dirty="0">
                <a:latin typeface="宋体"/>
                <a:cs typeface="宋体"/>
              </a:rPr>
              <a:t>分</a:t>
            </a:r>
            <a:r>
              <a:rPr sz="240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878840" marR="142875" lvl="1" indent="-409575">
              <a:lnSpc>
                <a:spcPct val="125000"/>
              </a:lnSpc>
              <a:buSzPct val="95833"/>
              <a:buFont typeface="Calibri"/>
              <a:buAutoNum type="arabicPlain"/>
              <a:tabLst>
                <a:tab pos="929640" algn="l"/>
              </a:tabLst>
            </a:pPr>
            <a:r>
              <a:rPr sz="2400" dirty="0">
                <a:latin typeface="宋体"/>
                <a:cs typeface="宋体"/>
              </a:rPr>
              <a:t>类与对象的划分：类是一种抽象，对象是一个具体 的实例</a:t>
            </a:r>
            <a:endParaRPr sz="2400">
              <a:latin typeface="宋体"/>
              <a:cs typeface="宋体"/>
            </a:endParaRPr>
          </a:p>
          <a:p>
            <a:pPr marL="878840" marR="191770" lvl="1" indent="-409575">
              <a:lnSpc>
                <a:spcPct val="125000"/>
              </a:lnSpc>
              <a:buSzPct val="95833"/>
              <a:buFont typeface="Calibri"/>
              <a:buAutoNum type="arabicPlain"/>
              <a:tabLst>
                <a:tab pos="929640" algn="l"/>
              </a:tabLst>
            </a:pPr>
            <a:r>
              <a:rPr sz="2400" dirty="0">
                <a:latin typeface="宋体"/>
                <a:cs typeface="宋体"/>
              </a:rPr>
              <a:t>接口与实现的分离：接口是一种声明、是一个契 约，也是服务的入口；实现则是负责实施接口提供 的契约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8929" y="156971"/>
            <a:ext cx="43072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1.3.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扩展机制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156715"/>
            <a:ext cx="78486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80000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009E5E"/>
                </a:solidFill>
                <a:latin typeface="宋体"/>
                <a:cs typeface="宋体"/>
              </a:rPr>
              <a:t>构造型</a:t>
            </a:r>
            <a:r>
              <a:rPr sz="2000" dirty="0">
                <a:latin typeface="宋体"/>
                <a:cs typeface="宋体"/>
              </a:rPr>
              <a:t>：在实际的建模过程中，可能会需要定义一些特定于某个领 域或某个系统的构造块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052" y="3747515"/>
            <a:ext cx="7848600" cy="197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80000"/>
              <a:buFont typeface="Wingdings"/>
              <a:buChar char=""/>
              <a:tabLst>
                <a:tab pos="469900" algn="l"/>
              </a:tabLst>
            </a:pPr>
            <a:r>
              <a:rPr sz="2000" dirty="0">
                <a:solidFill>
                  <a:srgbClr val="009E5E"/>
                </a:solidFill>
                <a:latin typeface="宋体"/>
                <a:cs typeface="宋体"/>
              </a:rPr>
              <a:t>标记值</a:t>
            </a:r>
            <a:r>
              <a:rPr sz="2000" dirty="0">
                <a:latin typeface="宋体"/>
                <a:cs typeface="宋体"/>
              </a:rPr>
              <a:t>则是用来为事物添加新特性的。标记值的表示方法是用形如  </a:t>
            </a:r>
            <a:r>
              <a:rPr sz="2000" spc="-5" dirty="0">
                <a:latin typeface="宋体"/>
                <a:cs typeface="宋体"/>
              </a:rPr>
              <a:t>“</a:t>
            </a:r>
            <a:r>
              <a:rPr sz="2000" spc="-5" dirty="0">
                <a:latin typeface="Calibri"/>
                <a:cs typeface="Calibri"/>
              </a:rPr>
              <a:t>{</a:t>
            </a:r>
            <a:r>
              <a:rPr sz="2000" dirty="0">
                <a:latin typeface="宋体"/>
                <a:cs typeface="宋体"/>
              </a:rPr>
              <a:t>标记信息</a:t>
            </a:r>
            <a:r>
              <a:rPr sz="2000" spc="-5" dirty="0">
                <a:latin typeface="Calibri"/>
                <a:cs typeface="Calibri"/>
              </a:rPr>
              <a:t>}”</a:t>
            </a:r>
            <a:r>
              <a:rPr sz="2000" dirty="0">
                <a:latin typeface="宋体"/>
                <a:cs typeface="宋体"/>
              </a:rPr>
              <a:t>的字符串</a:t>
            </a:r>
            <a:endParaRPr sz="2000">
              <a:latin typeface="宋体"/>
              <a:cs typeface="宋体"/>
            </a:endParaRPr>
          </a:p>
          <a:p>
            <a:pPr marL="469900" marR="5080" indent="-457200" algn="just">
              <a:lnSpc>
                <a:spcPct val="125000"/>
              </a:lnSpc>
              <a:spcBef>
                <a:spcPts val="380"/>
              </a:spcBef>
              <a:buClr>
                <a:srgbClr val="00663C"/>
              </a:buClr>
              <a:buSzPct val="80000"/>
              <a:buFont typeface="Wingdings"/>
              <a:buChar char=""/>
              <a:tabLst>
                <a:tab pos="469900" algn="l"/>
              </a:tabLst>
            </a:pPr>
            <a:r>
              <a:rPr sz="2000" dirty="0">
                <a:solidFill>
                  <a:srgbClr val="009E5E"/>
                </a:solidFill>
                <a:latin typeface="宋体"/>
                <a:cs typeface="宋体"/>
              </a:rPr>
              <a:t>约束</a:t>
            </a:r>
            <a:r>
              <a:rPr sz="2000" dirty="0">
                <a:latin typeface="宋体"/>
                <a:cs typeface="宋体"/>
              </a:rPr>
              <a:t>是用来增加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新的语义或改变已存在规则的一种机制</a:t>
            </a:r>
            <a:r>
              <a:rPr sz="2000" dirty="0">
                <a:latin typeface="宋体"/>
                <a:cs typeface="宋体"/>
              </a:rPr>
              <a:t>。约束的表 示法和标记值法类似，都是使用花括号括起来的串来表示，不过它 是不能够放在元素中的，而是放在相关的元素附近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9293" y="2072898"/>
            <a:ext cx="1706245" cy="772795"/>
          </a:xfrm>
          <a:prstGeom prst="rect">
            <a:avLst/>
          </a:prstGeom>
          <a:ln w="7855">
            <a:solidFill>
              <a:srgbClr val="000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R="442595" algn="ctr">
              <a:lnSpc>
                <a:spcPct val="100000"/>
              </a:lnSpc>
              <a:spcBef>
                <a:spcPts val="1315"/>
              </a:spcBef>
            </a:pPr>
            <a:r>
              <a:rPr sz="1350" spc="30" dirty="0">
                <a:solidFill>
                  <a:srgbClr val="FF0000"/>
                </a:solidFill>
                <a:latin typeface="MS Gothic"/>
                <a:cs typeface="MS Gothic"/>
              </a:rPr>
              <a:t>《</a:t>
            </a:r>
            <a:r>
              <a:rPr sz="1350" b="1" spc="10" dirty="0">
                <a:solidFill>
                  <a:srgbClr val="FF0000"/>
                </a:solidFill>
                <a:latin typeface="Arial"/>
                <a:cs typeface="Arial"/>
              </a:rPr>
              <a:t>exception</a:t>
            </a:r>
            <a:r>
              <a:rPr sz="1350" spc="25" dirty="0">
                <a:solidFill>
                  <a:srgbClr val="FF0000"/>
                </a:solidFill>
                <a:latin typeface="MS Gothic"/>
                <a:cs typeface="MS Gothic"/>
              </a:rPr>
              <a:t>》</a:t>
            </a:r>
            <a:endParaRPr sz="1350">
              <a:latin typeface="MS Gothic"/>
              <a:cs typeface="MS Gothic"/>
            </a:endParaRPr>
          </a:p>
          <a:p>
            <a:pPr marR="433070" algn="ctr">
              <a:lnSpc>
                <a:spcPct val="100000"/>
              </a:lnSpc>
              <a:spcBef>
                <a:spcPts val="60"/>
              </a:spcBef>
            </a:pPr>
            <a:r>
              <a:rPr sz="1350" spc="10" dirty="0">
                <a:latin typeface="Arial"/>
                <a:cs typeface="Arial"/>
              </a:rPr>
              <a:t>Overflow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3326" y="2536519"/>
            <a:ext cx="1706245" cy="772795"/>
          </a:xfrm>
          <a:prstGeom prst="rect">
            <a:avLst/>
          </a:prstGeom>
          <a:ln w="7855">
            <a:solidFill>
              <a:srgbClr val="000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5"/>
              </a:spcBef>
            </a:pPr>
            <a:r>
              <a:rPr sz="1350" spc="30" dirty="0">
                <a:solidFill>
                  <a:srgbClr val="FF0000"/>
                </a:solidFill>
                <a:latin typeface="MS Gothic"/>
                <a:cs typeface="MS Gothic"/>
              </a:rPr>
              <a:t>《</a:t>
            </a:r>
            <a:r>
              <a:rPr sz="1350" b="1" spc="10" dirty="0">
                <a:solidFill>
                  <a:srgbClr val="FF0000"/>
                </a:solidFill>
                <a:latin typeface="Arial"/>
                <a:cs typeface="Arial"/>
              </a:rPr>
              <a:t>exception</a:t>
            </a:r>
            <a:r>
              <a:rPr sz="1350" spc="25" dirty="0">
                <a:solidFill>
                  <a:srgbClr val="FF0000"/>
                </a:solidFill>
                <a:latin typeface="MS Gothic"/>
                <a:cs typeface="MS Gothic"/>
              </a:rPr>
              <a:t>》</a:t>
            </a:r>
            <a:endParaRPr sz="1350">
              <a:latin typeface="MS Gothic"/>
              <a:cs typeface="MS Gothic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350" spc="10" dirty="0">
                <a:latin typeface="Arial"/>
                <a:cs typeface="Arial"/>
              </a:rPr>
              <a:t>Overflow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47251" y="2173966"/>
            <a:ext cx="253790" cy="261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59293" y="2922866"/>
            <a:ext cx="1706245" cy="572135"/>
          </a:xfrm>
          <a:prstGeom prst="rect">
            <a:avLst/>
          </a:prstGeom>
          <a:ln w="7853">
            <a:solidFill>
              <a:srgbClr val="000000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310"/>
              </a:spcBef>
            </a:pPr>
            <a:r>
              <a:rPr sz="1350" spc="10" dirty="0">
                <a:latin typeface="Arial"/>
                <a:cs typeface="Arial"/>
              </a:rPr>
              <a:t>Overflow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47251" y="3023934"/>
            <a:ext cx="253790" cy="261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89403" y="2626831"/>
            <a:ext cx="411554" cy="4242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63870" y="3344198"/>
            <a:ext cx="12522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solidFill>
                  <a:srgbClr val="0000FF"/>
                </a:solidFill>
                <a:latin typeface="MS Gothic"/>
                <a:cs typeface="MS Gothic"/>
              </a:rPr>
              <a:t>构造型</a:t>
            </a:r>
            <a:r>
              <a:rPr sz="1200" spc="5" dirty="0">
                <a:solidFill>
                  <a:srgbClr val="0000FF"/>
                </a:solidFill>
                <a:latin typeface="宋体"/>
                <a:cs typeface="宋体"/>
              </a:rPr>
              <a:t>标</a:t>
            </a:r>
            <a:r>
              <a:rPr sz="1200" spc="5" dirty="0">
                <a:solidFill>
                  <a:srgbClr val="0000FF"/>
                </a:solidFill>
                <a:latin typeface="MS Gothic"/>
                <a:cs typeface="MS Gothic"/>
              </a:rPr>
              <a:t>准表示法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45727" y="3544242"/>
            <a:ext cx="9455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solidFill>
                  <a:srgbClr val="0000FF"/>
                </a:solidFill>
                <a:latin typeface="MS Gothic"/>
                <a:cs typeface="MS Gothic"/>
              </a:rPr>
              <a:t>小</a:t>
            </a:r>
            <a:r>
              <a:rPr sz="1200" spc="5" dirty="0">
                <a:solidFill>
                  <a:srgbClr val="0000FF"/>
                </a:solidFill>
                <a:latin typeface="宋体"/>
                <a:cs typeface="宋体"/>
              </a:rPr>
              <a:t>图标</a:t>
            </a:r>
            <a:r>
              <a:rPr sz="1200" spc="5" dirty="0">
                <a:solidFill>
                  <a:srgbClr val="0000FF"/>
                </a:solidFill>
                <a:latin typeface="MS Gothic"/>
                <a:cs typeface="MS Gothic"/>
              </a:rPr>
              <a:t>表示法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2794" y="3235162"/>
            <a:ext cx="9455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solidFill>
                  <a:srgbClr val="0000FF"/>
                </a:solidFill>
                <a:latin typeface="MS Gothic"/>
                <a:cs typeface="MS Gothic"/>
              </a:rPr>
              <a:t>新</a:t>
            </a:r>
            <a:r>
              <a:rPr sz="1200" spc="5" dirty="0">
                <a:solidFill>
                  <a:srgbClr val="0000FF"/>
                </a:solidFill>
                <a:latin typeface="宋体"/>
                <a:cs typeface="宋体"/>
              </a:rPr>
              <a:t>图标</a:t>
            </a:r>
            <a:r>
              <a:rPr sz="1200" spc="5" dirty="0">
                <a:solidFill>
                  <a:srgbClr val="0000FF"/>
                </a:solidFill>
                <a:latin typeface="MS Gothic"/>
                <a:cs typeface="MS Gothic"/>
              </a:rPr>
              <a:t>表示法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36548" y="2062436"/>
            <a:ext cx="13646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solidFill>
                  <a:srgbClr val="FF00FF"/>
                </a:solidFill>
                <a:latin typeface="MS Gothic"/>
                <a:cs typeface="MS Gothic"/>
              </a:rPr>
              <a:t>注</a:t>
            </a:r>
            <a:r>
              <a:rPr sz="1200" spc="-75" dirty="0">
                <a:solidFill>
                  <a:srgbClr val="FF00FF"/>
                </a:solidFill>
                <a:latin typeface="MS Gothic"/>
                <a:cs typeface="MS Gothic"/>
              </a:rPr>
              <a:t>：</a:t>
            </a:r>
            <a:r>
              <a:rPr sz="1200" b="1" spc="-75" dirty="0">
                <a:solidFill>
                  <a:srgbClr val="FF00FF"/>
                </a:solidFill>
                <a:latin typeface="Arial"/>
                <a:cs typeface="Arial"/>
              </a:rPr>
              <a:t>Overflow</a:t>
            </a:r>
            <a:r>
              <a:rPr sz="1200" spc="5" dirty="0">
                <a:solidFill>
                  <a:srgbClr val="FF00FF"/>
                </a:solidFill>
                <a:latin typeface="宋体"/>
                <a:cs typeface="宋体"/>
              </a:rPr>
              <a:t>为类名</a:t>
            </a:r>
            <a:endParaRPr sz="1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7768" y="214883"/>
            <a:ext cx="67481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  <a:r>
              <a:rPr dirty="0">
                <a:latin typeface="Calibri"/>
                <a:cs typeface="Calibri"/>
              </a:rPr>
              <a:t>(</a:t>
            </a:r>
            <a:r>
              <a:rPr spc="-10" dirty="0">
                <a:latin typeface="Calibri"/>
                <a:cs typeface="Calibri"/>
              </a:rPr>
              <a:t>2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4394200" cy="331660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1.</a:t>
            </a:r>
            <a:r>
              <a:rPr sz="3200" spc="-5" dirty="0">
                <a:latin typeface="Calibri"/>
                <a:cs typeface="Calibri"/>
              </a:rPr>
              <a:t> UML</a:t>
            </a:r>
            <a:r>
              <a:rPr sz="3200" dirty="0">
                <a:latin typeface="宋体"/>
                <a:cs typeface="宋体"/>
              </a:rPr>
              <a:t>组成要素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1.1.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宋体"/>
                <a:cs typeface="宋体"/>
              </a:rPr>
              <a:t>基本构造块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1.2. </a:t>
            </a:r>
            <a:r>
              <a:rPr sz="2800" dirty="0">
                <a:latin typeface="宋体"/>
                <a:cs typeface="宋体"/>
              </a:rPr>
              <a:t>规则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1.3. </a:t>
            </a:r>
            <a:r>
              <a:rPr sz="2800" dirty="0">
                <a:latin typeface="宋体"/>
                <a:cs typeface="宋体"/>
              </a:rPr>
              <a:t>公共机制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32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UML</a:t>
            </a: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模型和建模过程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3. </a:t>
            </a:r>
            <a:r>
              <a:rPr sz="3200" dirty="0">
                <a:latin typeface="宋体"/>
                <a:cs typeface="宋体"/>
              </a:rPr>
              <a:t>用例图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2069" y="233171"/>
            <a:ext cx="288163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5" dirty="0">
                <a:latin typeface="Calibri"/>
                <a:cs typeface="Calibri"/>
              </a:rPr>
              <a:t>U</a:t>
            </a:r>
            <a:r>
              <a:rPr sz="3800" dirty="0">
                <a:latin typeface="Calibri"/>
                <a:cs typeface="Calibri"/>
              </a:rPr>
              <a:t>ML</a:t>
            </a:r>
            <a:r>
              <a:rPr sz="3800" dirty="0"/>
              <a:t>定义的图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83727" y="1302542"/>
          <a:ext cx="6414770" cy="47545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图名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功能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备注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solidFill>
                            <a:srgbClr val="FF3300"/>
                          </a:solidFill>
                          <a:latin typeface="宋体"/>
                          <a:cs typeface="宋体"/>
                        </a:rPr>
                        <a:t>类图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描述类、类的特性以及类之间的关系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原有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i="1" dirty="0">
                          <a:solidFill>
                            <a:srgbClr val="FF3300"/>
                          </a:solidFill>
                          <a:latin typeface="宋体"/>
                          <a:cs typeface="宋体"/>
                        </a:rPr>
                        <a:t>对象图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描述一个时间点上系统中各个对象的一个快照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非正式图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复合结构图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描述类的运行时刻的分解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2.0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新增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solidFill>
                            <a:srgbClr val="FF3300"/>
                          </a:solidFill>
                          <a:latin typeface="宋体"/>
                          <a:cs typeface="宋体"/>
                        </a:rPr>
                        <a:t>构件图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描述构件的结构与连接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原有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solidFill>
                            <a:srgbClr val="FF3300"/>
                          </a:solidFill>
                          <a:latin typeface="宋体"/>
                          <a:cs typeface="宋体"/>
                        </a:rPr>
                        <a:t>部署图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描述在各个节点上的部署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原有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solidFill>
                            <a:srgbClr val="FF3300"/>
                          </a:solidFill>
                          <a:latin typeface="宋体"/>
                          <a:cs typeface="宋体"/>
                        </a:rPr>
                        <a:t>包图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描述编译时的层次结构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中非正式图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i="1" dirty="0">
                          <a:solidFill>
                            <a:srgbClr val="FF3300"/>
                          </a:solidFill>
                          <a:latin typeface="宋体"/>
                          <a:cs typeface="宋体"/>
                        </a:rPr>
                        <a:t>用例图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描述用户与系统如何交互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原有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i="1" dirty="0">
                          <a:solidFill>
                            <a:srgbClr val="FF3300"/>
                          </a:solidFill>
                          <a:latin typeface="宋体"/>
                          <a:cs typeface="宋体"/>
                        </a:rPr>
                        <a:t>活动图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描述过程行为与并行行为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原有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solidFill>
                            <a:srgbClr val="FF3300"/>
                          </a:solidFill>
                          <a:latin typeface="宋体"/>
                          <a:cs typeface="宋体"/>
                        </a:rPr>
                        <a:t>状态机图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描述事件如何改变对象生命周期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原有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i="1" dirty="0">
                          <a:solidFill>
                            <a:srgbClr val="FF3300"/>
                          </a:solidFill>
                          <a:latin typeface="宋体"/>
                          <a:cs typeface="宋体"/>
                        </a:rPr>
                        <a:t>顺序图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描述对象之间的交互，重点在强调顺序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原有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通信图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描述对象之间的交互，重点在于连接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中的协作图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定时图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描述对象之间的交互，重点在于定时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2.0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新增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交互概观图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是一种顺序图与活动图的混合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2.0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新增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693" y="304291"/>
            <a:ext cx="363092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latin typeface="Calibri"/>
                <a:cs typeface="Calibri"/>
              </a:rPr>
              <a:t>U</a:t>
            </a:r>
            <a:r>
              <a:rPr sz="4800" dirty="0">
                <a:latin typeface="Calibri"/>
                <a:cs typeface="Calibri"/>
              </a:rPr>
              <a:t>M</a:t>
            </a:r>
            <a:r>
              <a:rPr sz="4800" spc="-10" dirty="0">
                <a:latin typeface="Calibri"/>
                <a:cs typeface="Calibri"/>
              </a:rPr>
              <a:t>L</a:t>
            </a:r>
            <a:r>
              <a:rPr sz="4800" dirty="0"/>
              <a:t>模型划分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95770"/>
            <a:ext cx="7880350" cy="434721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用例模型</a:t>
            </a:r>
            <a:r>
              <a:rPr sz="3200" spc="-5" dirty="0">
                <a:latin typeface="Calibri"/>
                <a:cs typeface="Calibri"/>
              </a:rPr>
              <a:t>Use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Case</a:t>
            </a:r>
            <a:r>
              <a:rPr sz="3200" spc="-5" dirty="0">
                <a:latin typeface="Calibri"/>
                <a:cs typeface="Calibri"/>
              </a:rPr>
              <a:t> Model</a:t>
            </a:r>
            <a:endParaRPr sz="3200">
              <a:latin typeface="Calibri"/>
              <a:cs typeface="Calibri"/>
            </a:endParaRPr>
          </a:p>
          <a:p>
            <a:pPr marL="755650" marR="5080" lvl="1" indent="-285750">
              <a:lnSpc>
                <a:spcPts val="3120"/>
              </a:lnSpc>
              <a:spcBef>
                <a:spcPts val="11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描述使用系统功能的角色和系统相关的功能， 是需求建模的重要工具。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静态模型（领域模型）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类图、包图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动态模型（行为模型）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顺序图、协作图、状态转换图、活动图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物理实现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902" y="1157731"/>
            <a:ext cx="7321550" cy="432308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4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类图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class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diagram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212850" lvl="1" indent="-457834">
              <a:lnSpc>
                <a:spcPct val="100000"/>
              </a:lnSpc>
              <a:spcBef>
                <a:spcPts val="132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400" dirty="0">
                <a:latin typeface="宋体"/>
                <a:cs typeface="宋体"/>
              </a:rPr>
              <a:t>类图是系统模型的基础，描述系统的静态结构</a:t>
            </a:r>
            <a:endParaRPr sz="2400">
              <a:latin typeface="宋体"/>
              <a:cs typeface="宋体"/>
            </a:endParaRPr>
          </a:p>
          <a:p>
            <a:pPr marL="1212850" lvl="1" indent="-457834">
              <a:lnSpc>
                <a:spcPct val="100000"/>
              </a:lnSpc>
              <a:spcBef>
                <a:spcPts val="132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400" dirty="0">
                <a:latin typeface="宋体"/>
                <a:cs typeface="宋体"/>
              </a:rPr>
              <a:t>对象层：描述系统实体以及承载的系统责任</a:t>
            </a:r>
            <a:endParaRPr sz="2400">
              <a:latin typeface="宋体"/>
              <a:cs typeface="宋体"/>
            </a:endParaRPr>
          </a:p>
          <a:p>
            <a:pPr marL="1212850" lvl="1" indent="-457834">
              <a:lnSpc>
                <a:spcPct val="100000"/>
              </a:lnSpc>
              <a:spcBef>
                <a:spcPts val="1225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400" dirty="0">
                <a:latin typeface="宋体"/>
                <a:cs typeface="宋体"/>
              </a:rPr>
              <a:t>特征层：描述实体抽象的特征</a:t>
            </a:r>
            <a:endParaRPr sz="2400">
              <a:latin typeface="宋体"/>
              <a:cs typeface="宋体"/>
            </a:endParaRPr>
          </a:p>
          <a:p>
            <a:pPr marL="1212850" lvl="1" indent="-457834">
              <a:lnSpc>
                <a:spcPct val="100000"/>
              </a:lnSpc>
              <a:spcBef>
                <a:spcPts val="132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400" dirty="0">
                <a:latin typeface="宋体"/>
                <a:cs typeface="宋体"/>
              </a:rPr>
              <a:t>关系层：实体类的固有关系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/>
              <a:buChar char=""/>
            </a:pP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Font typeface="Wingdings"/>
              <a:buChar char=""/>
            </a:pPr>
            <a:endParaRPr sz="215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包图</a:t>
            </a:r>
            <a:r>
              <a:rPr sz="2400" spc="-15" dirty="0">
                <a:latin typeface="宋体"/>
                <a:cs typeface="宋体"/>
              </a:rPr>
              <a:t>（</a:t>
            </a:r>
            <a:r>
              <a:rPr sz="2400" spc="-15" dirty="0">
                <a:latin typeface="Calibri"/>
                <a:cs typeface="Calibri"/>
              </a:rPr>
              <a:t>package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diagram </a:t>
            </a:r>
            <a:r>
              <a:rPr sz="240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755650" lvl="1" indent="-457200">
              <a:lnSpc>
                <a:spcPct val="100000"/>
              </a:lnSpc>
              <a:spcBef>
                <a:spcPts val="132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描述系统的组织模型，为控制表示的复杂性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4289" y="186435"/>
            <a:ext cx="45561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静态模型</a:t>
            </a:r>
            <a:r>
              <a:rPr sz="4000" dirty="0">
                <a:latin typeface="Calibri"/>
                <a:cs typeface="Calibri"/>
              </a:rPr>
              <a:t>---</a:t>
            </a:r>
            <a:r>
              <a:rPr sz="4000" dirty="0"/>
              <a:t>领域建模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055" y="1078483"/>
            <a:ext cx="8083550" cy="4310380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445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顺序图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sequence</a:t>
            </a:r>
            <a:r>
              <a:rPr sz="2400" spc="-10" dirty="0">
                <a:latin typeface="Calibri"/>
                <a:cs typeface="Calibri"/>
              </a:rPr>
              <a:t> diagram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212850" lvl="1" indent="-457200">
              <a:lnSpc>
                <a:spcPct val="100000"/>
              </a:lnSpc>
              <a:spcBef>
                <a:spcPts val="1120"/>
              </a:spcBef>
              <a:buClr>
                <a:srgbClr val="C00000"/>
              </a:buClr>
              <a:buSzPct val="80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000" dirty="0">
                <a:latin typeface="宋体"/>
                <a:cs typeface="宋体"/>
              </a:rPr>
              <a:t>描述按时间顺序排列的对象交互。</a:t>
            </a:r>
            <a:endParaRPr sz="20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3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协作图</a:t>
            </a:r>
            <a:r>
              <a:rPr sz="2400" spc="-10" dirty="0">
                <a:latin typeface="宋体"/>
                <a:cs typeface="宋体"/>
              </a:rPr>
              <a:t>（</a:t>
            </a:r>
            <a:r>
              <a:rPr sz="2400" spc="-10" dirty="0">
                <a:latin typeface="Calibri"/>
                <a:cs typeface="Calibri"/>
              </a:rPr>
              <a:t>collaboration diagram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212850" lvl="1" indent="-457200">
              <a:lnSpc>
                <a:spcPct val="100000"/>
              </a:lnSpc>
              <a:spcBef>
                <a:spcPts val="1120"/>
              </a:spcBef>
              <a:buClr>
                <a:srgbClr val="C00000"/>
              </a:buClr>
              <a:buSzPct val="80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000" dirty="0">
                <a:latin typeface="宋体"/>
                <a:cs typeface="宋体"/>
              </a:rPr>
              <a:t>表示交互对象的行为组织结构。</a:t>
            </a:r>
            <a:endParaRPr sz="20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185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状态转换图</a:t>
            </a:r>
            <a:r>
              <a:rPr sz="2400" spc="-20" dirty="0">
                <a:latin typeface="宋体"/>
                <a:cs typeface="宋体"/>
              </a:rPr>
              <a:t>（</a:t>
            </a:r>
            <a:r>
              <a:rPr sz="2400" spc="-20" dirty="0">
                <a:latin typeface="Calibri"/>
                <a:cs typeface="Calibri"/>
              </a:rPr>
              <a:t>state</a:t>
            </a:r>
            <a:r>
              <a:rPr sz="2400" spc="-5" dirty="0">
                <a:latin typeface="Calibri"/>
                <a:cs typeface="Calibri"/>
              </a:rPr>
              <a:t> chart</a:t>
            </a:r>
            <a:r>
              <a:rPr sz="2400" spc="-10" dirty="0">
                <a:latin typeface="Calibri"/>
                <a:cs typeface="Calibri"/>
              </a:rPr>
              <a:t> diagram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212215" marR="5080" lvl="1" indent="-457200">
              <a:lnSpc>
                <a:spcPct val="125000"/>
              </a:lnSpc>
              <a:spcBef>
                <a:spcPts val="520"/>
              </a:spcBef>
              <a:buClr>
                <a:srgbClr val="C00000"/>
              </a:buClr>
              <a:buSzPct val="80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000" dirty="0">
                <a:latin typeface="宋体"/>
                <a:cs typeface="宋体"/>
              </a:rPr>
              <a:t>描述对象在生命周期内，响应事件的状态转换过程，以及响应 事件后所做的反映。</a:t>
            </a:r>
            <a:endParaRPr sz="20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305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活动图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activity</a:t>
            </a:r>
            <a:r>
              <a:rPr sz="2400" spc="-10" dirty="0">
                <a:latin typeface="Calibri"/>
                <a:cs typeface="Calibri"/>
              </a:rPr>
              <a:t> diagram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212850" lvl="1" indent="-457200">
              <a:lnSpc>
                <a:spcPct val="100000"/>
              </a:lnSpc>
              <a:spcBef>
                <a:spcPts val="1120"/>
              </a:spcBef>
              <a:buClr>
                <a:srgbClr val="C00000"/>
              </a:buClr>
              <a:buSzPct val="80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000" dirty="0">
                <a:latin typeface="宋体"/>
                <a:cs typeface="宋体"/>
              </a:rPr>
              <a:t>用来描述任务流程或算法过程，可用来分析系统并发事务流程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4289" y="186435"/>
            <a:ext cx="45561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动态模型</a:t>
            </a:r>
            <a:r>
              <a:rPr sz="4000" dirty="0">
                <a:latin typeface="Calibri"/>
                <a:cs typeface="Calibri"/>
              </a:rPr>
              <a:t>---</a:t>
            </a:r>
            <a:r>
              <a:rPr sz="4000" dirty="0"/>
              <a:t>行为建模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438" y="952790"/>
            <a:ext cx="7524750" cy="4297680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8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部署图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spc="-5" dirty="0">
                <a:latin typeface="Calibri"/>
                <a:cs typeface="Calibri"/>
              </a:rPr>
              <a:t>deployment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diagram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55015" marR="5080" lvl="1" indent="-457200" algn="just">
              <a:lnSpc>
                <a:spcPct val="125000"/>
              </a:lnSpc>
              <a:spcBef>
                <a:spcPts val="715"/>
              </a:spcBef>
              <a:buClr>
                <a:srgbClr val="C00000"/>
              </a:buClr>
              <a:buSzPct val="78571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用来描述系统中计算结点的拓扑结构，一个 系统只有一个部署图，可用来分析分布式系 统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639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构件图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spc="-5" dirty="0">
                <a:latin typeface="Calibri"/>
                <a:cs typeface="Calibri"/>
              </a:rPr>
              <a:t>component </a:t>
            </a:r>
            <a:r>
              <a:rPr sz="3200" spc="-10" dirty="0">
                <a:latin typeface="Calibri"/>
                <a:cs typeface="Calibri"/>
              </a:rPr>
              <a:t>diagram </a:t>
            </a:r>
            <a:r>
              <a:rPr sz="3200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55015" marR="5080" lvl="1" indent="-457200" algn="just">
              <a:lnSpc>
                <a:spcPct val="125000"/>
              </a:lnSpc>
              <a:spcBef>
                <a:spcPts val="830"/>
              </a:spcBef>
              <a:buClr>
                <a:srgbClr val="C00000"/>
              </a:buClr>
              <a:buSzPct val="78571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描述一组构件以及相互间的关系，是系统实 现的物理建模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58027" y="266700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物理实现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2911" y="3512978"/>
            <a:ext cx="6264275" cy="2292350"/>
          </a:xfrm>
          <a:custGeom>
            <a:avLst/>
            <a:gdLst/>
            <a:ahLst/>
            <a:cxnLst/>
            <a:rect l="l" t="t" r="r" b="b"/>
            <a:pathLst>
              <a:path w="6264275" h="2292350">
                <a:moveTo>
                  <a:pt x="0" y="0"/>
                </a:moveTo>
                <a:lnTo>
                  <a:pt x="6264275" y="0"/>
                </a:lnTo>
                <a:lnTo>
                  <a:pt x="6264275" y="2292350"/>
                </a:lnTo>
                <a:lnTo>
                  <a:pt x="0" y="229235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81651" y="3561798"/>
            <a:ext cx="144145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建</a:t>
            </a:r>
            <a:r>
              <a:rPr sz="2350" b="1" spc="90" dirty="0">
                <a:latin typeface="宋体"/>
                <a:cs typeface="宋体"/>
              </a:rPr>
              <a:t>立</a:t>
            </a:r>
            <a:r>
              <a:rPr sz="2350" b="1" spc="60" dirty="0">
                <a:latin typeface="宋体"/>
                <a:cs typeface="宋体"/>
              </a:rPr>
              <a:t>Class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95229" y="111251"/>
            <a:ext cx="333247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建模过程</a:t>
            </a:r>
          </a:p>
        </p:txBody>
      </p:sp>
      <p:sp>
        <p:nvSpPr>
          <p:cNvPr id="5" name="object 5"/>
          <p:cNvSpPr/>
          <p:nvPr/>
        </p:nvSpPr>
        <p:spPr>
          <a:xfrm>
            <a:off x="3635375" y="2924175"/>
            <a:ext cx="2155825" cy="466725"/>
          </a:xfrm>
          <a:custGeom>
            <a:avLst/>
            <a:gdLst/>
            <a:ahLst/>
            <a:cxnLst/>
            <a:rect l="l" t="t" r="r" b="b"/>
            <a:pathLst>
              <a:path w="2155825" h="466725">
                <a:moveTo>
                  <a:pt x="0" y="0"/>
                </a:moveTo>
                <a:lnTo>
                  <a:pt x="2155826" y="0"/>
                </a:lnTo>
                <a:lnTo>
                  <a:pt x="2155826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8490" y="1170940"/>
            <a:ext cx="7848600" cy="2186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55600" algn="just">
              <a:lnSpc>
                <a:spcPct val="100200"/>
              </a:lnSpc>
              <a:spcBef>
                <a:spcPts val="90"/>
              </a:spcBef>
            </a:pPr>
            <a:r>
              <a:rPr sz="2800" dirty="0">
                <a:latin typeface="宋体"/>
                <a:cs typeface="宋体"/>
              </a:rPr>
              <a:t>面向对象的建模过程，目前没有统一标准，各种 建模方法的建模过程存在着较大差别，但基本原则 是统一的。强调过程中各个步骤的相对独立，不要 求按固定顺序。</a:t>
            </a:r>
            <a:endParaRPr sz="2800">
              <a:latin typeface="宋体"/>
              <a:cs typeface="宋体"/>
            </a:endParaRPr>
          </a:p>
          <a:p>
            <a:pPr marL="247015" algn="ctr">
              <a:lnSpc>
                <a:spcPct val="100000"/>
              </a:lnSpc>
              <a:spcBef>
                <a:spcPts val="735"/>
              </a:spcBef>
            </a:pPr>
            <a:r>
              <a:rPr sz="2350" b="1" spc="85" dirty="0">
                <a:latin typeface="宋体"/>
                <a:cs typeface="宋体"/>
              </a:rPr>
              <a:t>建</a:t>
            </a:r>
            <a:r>
              <a:rPr sz="2350" b="1" spc="90" dirty="0">
                <a:latin typeface="宋体"/>
                <a:cs typeface="宋体"/>
              </a:rPr>
              <a:t>立</a:t>
            </a:r>
            <a:r>
              <a:rPr sz="2350" b="1" spc="60" dirty="0">
                <a:latin typeface="宋体"/>
                <a:cs typeface="宋体"/>
              </a:rPr>
              <a:t>Use</a:t>
            </a:r>
            <a:r>
              <a:rPr sz="2350" b="1" spc="10" dirty="0">
                <a:latin typeface="宋体"/>
                <a:cs typeface="宋体"/>
              </a:rPr>
              <a:t> </a:t>
            </a:r>
            <a:r>
              <a:rPr sz="2350" b="1" spc="45" dirty="0">
                <a:latin typeface="宋体"/>
                <a:cs typeface="宋体"/>
              </a:rPr>
              <a:t>Case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86200" y="3630612"/>
            <a:ext cx="1465580" cy="466725"/>
          </a:xfrm>
          <a:custGeom>
            <a:avLst/>
            <a:gdLst/>
            <a:ahLst/>
            <a:cxnLst/>
            <a:rect l="l" t="t" r="r" b="b"/>
            <a:pathLst>
              <a:path w="1465579" h="466725">
                <a:moveTo>
                  <a:pt x="0" y="0"/>
                </a:moveTo>
                <a:lnTo>
                  <a:pt x="1465263" y="0"/>
                </a:lnTo>
                <a:lnTo>
                  <a:pt x="1465263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64940" y="3677622"/>
            <a:ext cx="12700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发现对象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5375" y="4365625"/>
            <a:ext cx="2160905" cy="466725"/>
          </a:xfrm>
          <a:custGeom>
            <a:avLst/>
            <a:gdLst/>
            <a:ahLst/>
            <a:cxnLst/>
            <a:rect l="l" t="t" r="r" b="b"/>
            <a:pathLst>
              <a:path w="2160904" h="466725">
                <a:moveTo>
                  <a:pt x="0" y="0"/>
                </a:moveTo>
                <a:lnTo>
                  <a:pt x="2160588" y="0"/>
                </a:lnTo>
                <a:lnTo>
                  <a:pt x="2160588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69518" y="4412190"/>
            <a:ext cx="18923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类属性与操作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35375" y="5084762"/>
            <a:ext cx="2232025" cy="466725"/>
          </a:xfrm>
          <a:custGeom>
            <a:avLst/>
            <a:gdLst/>
            <a:ahLst/>
            <a:cxnLst/>
            <a:rect l="l" t="t" r="r" b="b"/>
            <a:pathLst>
              <a:path w="2232025" h="466725">
                <a:moveTo>
                  <a:pt x="0" y="0"/>
                </a:moveTo>
                <a:lnTo>
                  <a:pt x="2232025" y="0"/>
                </a:lnTo>
                <a:lnTo>
                  <a:pt x="2232025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05237" y="5131518"/>
            <a:ext cx="18923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建立类的关系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63937" y="5949950"/>
            <a:ext cx="2343150" cy="466725"/>
          </a:xfrm>
          <a:custGeom>
            <a:avLst/>
            <a:gdLst/>
            <a:ahLst/>
            <a:cxnLst/>
            <a:rect l="l" t="t" r="r" b="b"/>
            <a:pathLst>
              <a:path w="2343150" h="466725">
                <a:moveTo>
                  <a:pt x="0" y="0"/>
                </a:moveTo>
                <a:lnTo>
                  <a:pt x="2343150" y="0"/>
                </a:lnTo>
                <a:lnTo>
                  <a:pt x="2343150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00512" y="5997150"/>
            <a:ext cx="12700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行为建模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24727" y="3716337"/>
            <a:ext cx="554355" cy="1447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30810" marR="115570" algn="just">
              <a:lnSpc>
                <a:spcPts val="2450"/>
              </a:lnSpc>
              <a:spcBef>
                <a:spcPts val="500"/>
              </a:spcBef>
            </a:pPr>
            <a:r>
              <a:rPr sz="2400" b="1" spc="-45" dirty="0">
                <a:latin typeface="宋体"/>
                <a:cs typeface="宋体"/>
              </a:rPr>
              <a:t>详 细 说 明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4915" y="3962400"/>
            <a:ext cx="554355" cy="13385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30810" marR="115570" algn="just">
              <a:lnSpc>
                <a:spcPts val="2450"/>
              </a:lnSpc>
              <a:spcBef>
                <a:spcPts val="509"/>
              </a:spcBef>
            </a:pPr>
            <a:r>
              <a:rPr sz="2400" b="1" spc="-45" dirty="0">
                <a:latin typeface="宋体"/>
                <a:cs typeface="宋体"/>
              </a:rPr>
              <a:t>原 型 开 发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00562" y="2636837"/>
            <a:ext cx="294005" cy="287655"/>
          </a:xfrm>
          <a:custGeom>
            <a:avLst/>
            <a:gdLst/>
            <a:ahLst/>
            <a:cxnLst/>
            <a:rect l="l" t="t" r="r" b="b"/>
            <a:pathLst>
              <a:path w="294004" h="287655">
                <a:moveTo>
                  <a:pt x="0" y="183576"/>
                </a:moveTo>
                <a:lnTo>
                  <a:pt x="59145" y="183576"/>
                </a:lnTo>
                <a:lnTo>
                  <a:pt x="59145" y="0"/>
                </a:lnTo>
                <a:lnTo>
                  <a:pt x="234541" y="0"/>
                </a:lnTo>
                <a:lnTo>
                  <a:pt x="234541" y="183576"/>
                </a:lnTo>
                <a:lnTo>
                  <a:pt x="293687" y="183576"/>
                </a:lnTo>
                <a:lnTo>
                  <a:pt x="146843" y="287337"/>
                </a:lnTo>
                <a:lnTo>
                  <a:pt x="0" y="18357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00562" y="3390900"/>
            <a:ext cx="294005" cy="228600"/>
          </a:xfrm>
          <a:custGeom>
            <a:avLst/>
            <a:gdLst/>
            <a:ahLst/>
            <a:cxnLst/>
            <a:rect l="l" t="t" r="r" b="b"/>
            <a:pathLst>
              <a:path w="294004" h="228600">
                <a:moveTo>
                  <a:pt x="0" y="146050"/>
                </a:moveTo>
                <a:lnTo>
                  <a:pt x="59145" y="146050"/>
                </a:lnTo>
                <a:lnTo>
                  <a:pt x="59145" y="0"/>
                </a:lnTo>
                <a:lnTo>
                  <a:pt x="234542" y="0"/>
                </a:lnTo>
                <a:lnTo>
                  <a:pt x="234542" y="146050"/>
                </a:lnTo>
                <a:lnTo>
                  <a:pt x="293688" y="146050"/>
                </a:lnTo>
                <a:lnTo>
                  <a:pt x="146844" y="228600"/>
                </a:lnTo>
                <a:lnTo>
                  <a:pt x="0" y="1460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75043" y="4151710"/>
            <a:ext cx="294005" cy="228600"/>
          </a:xfrm>
          <a:custGeom>
            <a:avLst/>
            <a:gdLst/>
            <a:ahLst/>
            <a:cxnLst/>
            <a:rect l="l" t="t" r="r" b="b"/>
            <a:pathLst>
              <a:path w="294004" h="228600">
                <a:moveTo>
                  <a:pt x="0" y="146050"/>
                </a:moveTo>
                <a:lnTo>
                  <a:pt x="59145" y="146050"/>
                </a:lnTo>
                <a:lnTo>
                  <a:pt x="59145" y="0"/>
                </a:lnTo>
                <a:lnTo>
                  <a:pt x="234542" y="0"/>
                </a:lnTo>
                <a:lnTo>
                  <a:pt x="234542" y="146050"/>
                </a:lnTo>
                <a:lnTo>
                  <a:pt x="293688" y="146050"/>
                </a:lnTo>
                <a:lnTo>
                  <a:pt x="146844" y="228600"/>
                </a:lnTo>
                <a:lnTo>
                  <a:pt x="0" y="1460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38675" y="4856162"/>
            <a:ext cx="294005" cy="228600"/>
          </a:xfrm>
          <a:custGeom>
            <a:avLst/>
            <a:gdLst/>
            <a:ahLst/>
            <a:cxnLst/>
            <a:rect l="l" t="t" r="r" b="b"/>
            <a:pathLst>
              <a:path w="294004" h="228600">
                <a:moveTo>
                  <a:pt x="0" y="146050"/>
                </a:moveTo>
                <a:lnTo>
                  <a:pt x="59145" y="146050"/>
                </a:lnTo>
                <a:lnTo>
                  <a:pt x="59145" y="0"/>
                </a:lnTo>
                <a:lnTo>
                  <a:pt x="234542" y="0"/>
                </a:lnTo>
                <a:lnTo>
                  <a:pt x="234542" y="146050"/>
                </a:lnTo>
                <a:lnTo>
                  <a:pt x="293688" y="146050"/>
                </a:lnTo>
                <a:lnTo>
                  <a:pt x="146844" y="228600"/>
                </a:lnTo>
                <a:lnTo>
                  <a:pt x="0" y="1460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43437" y="5589587"/>
            <a:ext cx="294005" cy="360680"/>
          </a:xfrm>
          <a:custGeom>
            <a:avLst/>
            <a:gdLst/>
            <a:ahLst/>
            <a:cxnLst/>
            <a:rect l="l" t="t" r="r" b="b"/>
            <a:pathLst>
              <a:path w="294004" h="360679">
                <a:moveTo>
                  <a:pt x="0" y="230232"/>
                </a:moveTo>
                <a:lnTo>
                  <a:pt x="59145" y="230232"/>
                </a:lnTo>
                <a:lnTo>
                  <a:pt x="59145" y="0"/>
                </a:lnTo>
                <a:lnTo>
                  <a:pt x="234541" y="0"/>
                </a:lnTo>
                <a:lnTo>
                  <a:pt x="234541" y="230232"/>
                </a:lnTo>
                <a:lnTo>
                  <a:pt x="293687" y="230232"/>
                </a:lnTo>
                <a:lnTo>
                  <a:pt x="146843" y="360362"/>
                </a:lnTo>
                <a:lnTo>
                  <a:pt x="0" y="23023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11695" y="3640156"/>
            <a:ext cx="590550" cy="309880"/>
          </a:xfrm>
          <a:custGeom>
            <a:avLst/>
            <a:gdLst/>
            <a:ahLst/>
            <a:cxnLst/>
            <a:rect l="l" t="t" r="r" b="b"/>
            <a:pathLst>
              <a:path w="590550" h="309879">
                <a:moveTo>
                  <a:pt x="0" y="167618"/>
                </a:moveTo>
                <a:lnTo>
                  <a:pt x="4317" y="309543"/>
                </a:lnTo>
                <a:lnTo>
                  <a:pt x="115266" y="220935"/>
                </a:lnTo>
                <a:lnTo>
                  <a:pt x="87497" y="208090"/>
                </a:lnTo>
                <a:lnTo>
                  <a:pt x="56478" y="208090"/>
                </a:lnTo>
                <a:lnTo>
                  <a:pt x="48124" y="203516"/>
                </a:lnTo>
                <a:lnTo>
                  <a:pt x="54094" y="192640"/>
                </a:lnTo>
                <a:lnTo>
                  <a:pt x="0" y="167618"/>
                </a:lnTo>
                <a:close/>
              </a:path>
              <a:path w="590550" h="309879">
                <a:moveTo>
                  <a:pt x="54094" y="192640"/>
                </a:moveTo>
                <a:lnTo>
                  <a:pt x="48124" y="203516"/>
                </a:lnTo>
                <a:lnTo>
                  <a:pt x="56478" y="208090"/>
                </a:lnTo>
                <a:lnTo>
                  <a:pt x="62735" y="196636"/>
                </a:lnTo>
                <a:lnTo>
                  <a:pt x="54094" y="192640"/>
                </a:lnTo>
                <a:close/>
              </a:path>
              <a:path w="590550" h="309879">
                <a:moveTo>
                  <a:pt x="62735" y="196636"/>
                </a:moveTo>
                <a:lnTo>
                  <a:pt x="56478" y="208090"/>
                </a:lnTo>
                <a:lnTo>
                  <a:pt x="87497" y="208090"/>
                </a:lnTo>
                <a:lnTo>
                  <a:pt x="62735" y="196636"/>
                </a:lnTo>
                <a:close/>
              </a:path>
              <a:path w="590550" h="309879">
                <a:moveTo>
                  <a:pt x="589672" y="0"/>
                </a:moveTo>
                <a:lnTo>
                  <a:pt x="580200" y="862"/>
                </a:lnTo>
                <a:lnTo>
                  <a:pt x="568806" y="1673"/>
                </a:lnTo>
                <a:lnTo>
                  <a:pt x="470305" y="7531"/>
                </a:lnTo>
                <a:lnTo>
                  <a:pt x="431534" y="10631"/>
                </a:lnTo>
                <a:lnTo>
                  <a:pt x="392813" y="14742"/>
                </a:lnTo>
                <a:lnTo>
                  <a:pt x="338673" y="23399"/>
                </a:lnTo>
                <a:lnTo>
                  <a:pt x="261437" y="44767"/>
                </a:lnTo>
                <a:lnTo>
                  <a:pt x="202375" y="67001"/>
                </a:lnTo>
                <a:lnTo>
                  <a:pt x="148613" y="94073"/>
                </a:lnTo>
                <a:lnTo>
                  <a:pt x="103079" y="126406"/>
                </a:lnTo>
                <a:lnTo>
                  <a:pt x="66831" y="169438"/>
                </a:lnTo>
                <a:lnTo>
                  <a:pt x="54094" y="192640"/>
                </a:lnTo>
                <a:lnTo>
                  <a:pt x="62735" y="196636"/>
                </a:lnTo>
                <a:lnTo>
                  <a:pt x="74520" y="175060"/>
                </a:lnTo>
                <a:lnTo>
                  <a:pt x="90850" y="152690"/>
                </a:lnTo>
                <a:lnTo>
                  <a:pt x="129798" y="117555"/>
                </a:lnTo>
                <a:lnTo>
                  <a:pt x="178676" y="88540"/>
                </a:lnTo>
                <a:lnTo>
                  <a:pt x="234560" y="64297"/>
                </a:lnTo>
                <a:lnTo>
                  <a:pt x="324717" y="36372"/>
                </a:lnTo>
                <a:lnTo>
                  <a:pt x="393819" y="24213"/>
                </a:lnTo>
                <a:lnTo>
                  <a:pt x="432294" y="20125"/>
                </a:lnTo>
                <a:lnTo>
                  <a:pt x="470909" y="17037"/>
                </a:lnTo>
                <a:lnTo>
                  <a:pt x="569483" y="11174"/>
                </a:lnTo>
                <a:lnTo>
                  <a:pt x="581063" y="10347"/>
                </a:lnTo>
                <a:lnTo>
                  <a:pt x="590534" y="9486"/>
                </a:lnTo>
                <a:lnTo>
                  <a:pt x="5896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11914" y="5298238"/>
            <a:ext cx="551815" cy="397510"/>
          </a:xfrm>
          <a:custGeom>
            <a:avLst/>
            <a:gdLst/>
            <a:ahLst/>
            <a:cxnLst/>
            <a:rect l="l" t="t" r="r" b="b"/>
            <a:pathLst>
              <a:path w="551814" h="397510">
                <a:moveTo>
                  <a:pt x="426832" y="339584"/>
                </a:moveTo>
                <a:lnTo>
                  <a:pt x="413951" y="396887"/>
                </a:lnTo>
                <a:lnTo>
                  <a:pt x="551785" y="362786"/>
                </a:lnTo>
                <a:lnTo>
                  <a:pt x="526777" y="342365"/>
                </a:lnTo>
                <a:lnTo>
                  <a:pt x="439225" y="342365"/>
                </a:lnTo>
                <a:lnTo>
                  <a:pt x="426832" y="339584"/>
                </a:lnTo>
                <a:close/>
              </a:path>
              <a:path w="551814" h="397510">
                <a:moveTo>
                  <a:pt x="428921" y="330291"/>
                </a:moveTo>
                <a:lnTo>
                  <a:pt x="426832" y="339584"/>
                </a:lnTo>
                <a:lnTo>
                  <a:pt x="439225" y="342365"/>
                </a:lnTo>
                <a:lnTo>
                  <a:pt x="441311" y="333071"/>
                </a:lnTo>
                <a:lnTo>
                  <a:pt x="428921" y="330291"/>
                </a:lnTo>
                <a:close/>
              </a:path>
              <a:path w="551814" h="397510">
                <a:moveTo>
                  <a:pt x="441805" y="272978"/>
                </a:moveTo>
                <a:lnTo>
                  <a:pt x="428921" y="330291"/>
                </a:lnTo>
                <a:lnTo>
                  <a:pt x="441311" y="333071"/>
                </a:lnTo>
                <a:lnTo>
                  <a:pt x="439225" y="342365"/>
                </a:lnTo>
                <a:lnTo>
                  <a:pt x="526777" y="342365"/>
                </a:lnTo>
                <a:lnTo>
                  <a:pt x="441805" y="272978"/>
                </a:lnTo>
                <a:close/>
              </a:path>
              <a:path w="551814" h="397510">
                <a:moveTo>
                  <a:pt x="8197" y="0"/>
                </a:moveTo>
                <a:lnTo>
                  <a:pt x="0" y="4850"/>
                </a:lnTo>
                <a:lnTo>
                  <a:pt x="3740" y="11170"/>
                </a:lnTo>
                <a:lnTo>
                  <a:pt x="7991" y="18896"/>
                </a:lnTo>
                <a:lnTo>
                  <a:pt x="12828" y="28028"/>
                </a:lnTo>
                <a:lnTo>
                  <a:pt x="30362" y="61832"/>
                </a:lnTo>
                <a:lnTo>
                  <a:pt x="44177" y="87793"/>
                </a:lnTo>
                <a:lnTo>
                  <a:pt x="75626" y="141287"/>
                </a:lnTo>
                <a:lnTo>
                  <a:pt x="101555" y="177096"/>
                </a:lnTo>
                <a:lnTo>
                  <a:pt x="128549" y="205319"/>
                </a:lnTo>
                <a:lnTo>
                  <a:pt x="167139" y="237225"/>
                </a:lnTo>
                <a:lnTo>
                  <a:pt x="210046" y="264524"/>
                </a:lnTo>
                <a:lnTo>
                  <a:pt x="258528" y="288564"/>
                </a:lnTo>
                <a:lnTo>
                  <a:pt x="299877" y="305284"/>
                </a:lnTo>
                <a:lnTo>
                  <a:pt x="350307" y="320799"/>
                </a:lnTo>
                <a:lnTo>
                  <a:pt x="387379" y="330347"/>
                </a:lnTo>
                <a:lnTo>
                  <a:pt x="425229" y="339224"/>
                </a:lnTo>
                <a:lnTo>
                  <a:pt x="426832" y="339584"/>
                </a:lnTo>
                <a:lnTo>
                  <a:pt x="428921" y="330291"/>
                </a:lnTo>
                <a:lnTo>
                  <a:pt x="427403" y="329950"/>
                </a:lnTo>
                <a:lnTo>
                  <a:pt x="389754" y="321123"/>
                </a:lnTo>
                <a:lnTo>
                  <a:pt x="318783" y="301593"/>
                </a:lnTo>
                <a:lnTo>
                  <a:pt x="262561" y="279934"/>
                </a:lnTo>
                <a:lnTo>
                  <a:pt x="214920" y="256341"/>
                </a:lnTo>
                <a:lnTo>
                  <a:pt x="172967" y="229692"/>
                </a:lnTo>
                <a:lnTo>
                  <a:pt x="135286" y="198586"/>
                </a:lnTo>
                <a:lnTo>
                  <a:pt x="100536" y="160449"/>
                </a:lnTo>
                <a:lnTo>
                  <a:pt x="67659" y="110098"/>
                </a:lnTo>
                <a:lnTo>
                  <a:pt x="38819" y="57449"/>
                </a:lnTo>
                <a:lnTo>
                  <a:pt x="21245" y="23569"/>
                </a:lnTo>
                <a:lnTo>
                  <a:pt x="16334" y="14301"/>
                </a:lnTo>
                <a:lnTo>
                  <a:pt x="11937" y="6320"/>
                </a:lnTo>
                <a:lnTo>
                  <a:pt x="81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82431" y="5312746"/>
            <a:ext cx="450215" cy="736600"/>
          </a:xfrm>
          <a:custGeom>
            <a:avLst/>
            <a:gdLst/>
            <a:ahLst/>
            <a:cxnLst/>
            <a:rect l="l" t="t" r="r" b="b"/>
            <a:pathLst>
              <a:path w="450214" h="736600">
                <a:moveTo>
                  <a:pt x="331076" y="53987"/>
                </a:moveTo>
                <a:lnTo>
                  <a:pt x="277564" y="76635"/>
                </a:lnTo>
                <a:lnTo>
                  <a:pt x="227269" y="99115"/>
                </a:lnTo>
                <a:lnTo>
                  <a:pt x="179612" y="122458"/>
                </a:lnTo>
                <a:lnTo>
                  <a:pt x="137475" y="146239"/>
                </a:lnTo>
                <a:lnTo>
                  <a:pt x="103652" y="170140"/>
                </a:lnTo>
                <a:lnTo>
                  <a:pt x="54752" y="219595"/>
                </a:lnTo>
                <a:lnTo>
                  <a:pt x="21300" y="272254"/>
                </a:lnTo>
                <a:lnTo>
                  <a:pt x="3246" y="325757"/>
                </a:lnTo>
                <a:lnTo>
                  <a:pt x="0" y="352568"/>
                </a:lnTo>
                <a:lnTo>
                  <a:pt x="566" y="377611"/>
                </a:lnTo>
                <a:lnTo>
                  <a:pt x="11211" y="415673"/>
                </a:lnTo>
                <a:lnTo>
                  <a:pt x="33002" y="453153"/>
                </a:lnTo>
                <a:lnTo>
                  <a:pt x="73195" y="501728"/>
                </a:lnTo>
                <a:lnTo>
                  <a:pt x="141669" y="570788"/>
                </a:lnTo>
                <a:lnTo>
                  <a:pt x="195427" y="617897"/>
                </a:lnTo>
                <a:lnTo>
                  <a:pt x="226632" y="642116"/>
                </a:lnTo>
                <a:lnTo>
                  <a:pt x="258478" y="665680"/>
                </a:lnTo>
                <a:lnTo>
                  <a:pt x="350274" y="730652"/>
                </a:lnTo>
                <a:lnTo>
                  <a:pt x="358071" y="736308"/>
                </a:lnTo>
                <a:lnTo>
                  <a:pt x="363664" y="728598"/>
                </a:lnTo>
                <a:lnTo>
                  <a:pt x="355868" y="722942"/>
                </a:lnTo>
                <a:lnTo>
                  <a:pt x="294737" y="679946"/>
                </a:lnTo>
                <a:lnTo>
                  <a:pt x="264026" y="657938"/>
                </a:lnTo>
                <a:lnTo>
                  <a:pt x="232298" y="634460"/>
                </a:lnTo>
                <a:lnTo>
                  <a:pt x="201268" y="610372"/>
                </a:lnTo>
                <a:lnTo>
                  <a:pt x="159852" y="575046"/>
                </a:lnTo>
                <a:lnTo>
                  <a:pt x="102613" y="518586"/>
                </a:lnTo>
                <a:lnTo>
                  <a:pt x="59041" y="471331"/>
                </a:lnTo>
                <a:lnTo>
                  <a:pt x="25553" y="423294"/>
                </a:lnTo>
                <a:lnTo>
                  <a:pt x="9969" y="376095"/>
                </a:lnTo>
                <a:lnTo>
                  <a:pt x="9524" y="352568"/>
                </a:lnTo>
                <a:lnTo>
                  <a:pt x="19551" y="301512"/>
                </a:lnTo>
                <a:lnTo>
                  <a:pt x="44417" y="250314"/>
                </a:lnTo>
                <a:lnTo>
                  <a:pt x="84373" y="200661"/>
                </a:lnTo>
                <a:lnTo>
                  <a:pt x="125111" y="165771"/>
                </a:lnTo>
                <a:lnTo>
                  <a:pt x="162516" y="142521"/>
                </a:lnTo>
                <a:lnTo>
                  <a:pt x="207214" y="119214"/>
                </a:lnTo>
                <a:lnTo>
                  <a:pt x="281452" y="85331"/>
                </a:lnTo>
                <a:lnTo>
                  <a:pt x="334815" y="62748"/>
                </a:lnTo>
                <a:lnTo>
                  <a:pt x="331076" y="53987"/>
                </a:lnTo>
                <a:close/>
              </a:path>
              <a:path w="450214" h="736600">
                <a:moveTo>
                  <a:pt x="9517" y="352231"/>
                </a:moveTo>
                <a:lnTo>
                  <a:pt x="9475" y="352568"/>
                </a:lnTo>
                <a:lnTo>
                  <a:pt x="9517" y="352231"/>
                </a:lnTo>
                <a:close/>
              </a:path>
              <a:path w="450214" h="736600">
                <a:moveTo>
                  <a:pt x="9562" y="351875"/>
                </a:moveTo>
                <a:lnTo>
                  <a:pt x="9517" y="352231"/>
                </a:lnTo>
                <a:lnTo>
                  <a:pt x="9562" y="351875"/>
                </a:lnTo>
                <a:close/>
              </a:path>
              <a:path w="450214" h="736600">
                <a:moveTo>
                  <a:pt x="415409" y="49033"/>
                </a:moveTo>
                <a:lnTo>
                  <a:pt x="342781" y="49033"/>
                </a:lnTo>
                <a:lnTo>
                  <a:pt x="346500" y="57804"/>
                </a:lnTo>
                <a:lnTo>
                  <a:pt x="334815" y="62748"/>
                </a:lnTo>
                <a:lnTo>
                  <a:pt x="357886" y="116806"/>
                </a:lnTo>
                <a:lnTo>
                  <a:pt x="415409" y="49033"/>
                </a:lnTo>
                <a:close/>
              </a:path>
              <a:path w="450214" h="736600">
                <a:moveTo>
                  <a:pt x="342781" y="49033"/>
                </a:moveTo>
                <a:lnTo>
                  <a:pt x="331076" y="53987"/>
                </a:lnTo>
                <a:lnTo>
                  <a:pt x="334815" y="62748"/>
                </a:lnTo>
                <a:lnTo>
                  <a:pt x="346500" y="57804"/>
                </a:lnTo>
                <a:lnTo>
                  <a:pt x="342781" y="49033"/>
                </a:lnTo>
                <a:close/>
              </a:path>
              <a:path w="450214" h="736600">
                <a:moveTo>
                  <a:pt x="308036" y="0"/>
                </a:moveTo>
                <a:lnTo>
                  <a:pt x="331076" y="53987"/>
                </a:lnTo>
                <a:lnTo>
                  <a:pt x="342781" y="49033"/>
                </a:lnTo>
                <a:lnTo>
                  <a:pt x="415409" y="49033"/>
                </a:lnTo>
                <a:lnTo>
                  <a:pt x="449768" y="8553"/>
                </a:lnTo>
                <a:lnTo>
                  <a:pt x="3080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79280" y="4616183"/>
            <a:ext cx="357505" cy="575310"/>
          </a:xfrm>
          <a:custGeom>
            <a:avLst/>
            <a:gdLst/>
            <a:ahLst/>
            <a:cxnLst/>
            <a:rect l="l" t="t" r="r" b="b"/>
            <a:pathLst>
              <a:path w="357504" h="575310">
                <a:moveTo>
                  <a:pt x="218424" y="55617"/>
                </a:moveTo>
                <a:lnTo>
                  <a:pt x="165818" y="74926"/>
                </a:lnTo>
                <a:lnTo>
                  <a:pt x="128607" y="91447"/>
                </a:lnTo>
                <a:lnTo>
                  <a:pt x="81909" y="119866"/>
                </a:lnTo>
                <a:lnTo>
                  <a:pt x="50126" y="153518"/>
                </a:lnTo>
                <a:lnTo>
                  <a:pt x="19911" y="207192"/>
                </a:lnTo>
                <a:lnTo>
                  <a:pt x="3050" y="266058"/>
                </a:lnTo>
                <a:lnTo>
                  <a:pt x="0" y="295586"/>
                </a:lnTo>
                <a:lnTo>
                  <a:pt x="671" y="322557"/>
                </a:lnTo>
                <a:lnTo>
                  <a:pt x="9834" y="364126"/>
                </a:lnTo>
                <a:lnTo>
                  <a:pt x="32067" y="404124"/>
                </a:lnTo>
                <a:lnTo>
                  <a:pt x="76805" y="456371"/>
                </a:lnTo>
                <a:lnTo>
                  <a:pt x="128805" y="502659"/>
                </a:lnTo>
                <a:lnTo>
                  <a:pt x="177694" y="537898"/>
                </a:lnTo>
                <a:lnTo>
                  <a:pt x="226474" y="558532"/>
                </a:lnTo>
                <a:lnTo>
                  <a:pt x="278265" y="567977"/>
                </a:lnTo>
                <a:lnTo>
                  <a:pt x="333726" y="572326"/>
                </a:lnTo>
                <a:lnTo>
                  <a:pt x="342124" y="573017"/>
                </a:lnTo>
                <a:lnTo>
                  <a:pt x="349216" y="573816"/>
                </a:lnTo>
                <a:lnTo>
                  <a:pt x="355276" y="574871"/>
                </a:lnTo>
                <a:lnTo>
                  <a:pt x="356910" y="565487"/>
                </a:lnTo>
                <a:lnTo>
                  <a:pt x="350850" y="564432"/>
                </a:lnTo>
                <a:lnTo>
                  <a:pt x="343200" y="563553"/>
                </a:lnTo>
                <a:lnTo>
                  <a:pt x="334509" y="562834"/>
                </a:lnTo>
                <a:lnTo>
                  <a:pt x="303171" y="560712"/>
                </a:lnTo>
                <a:lnTo>
                  <a:pt x="279140" y="558492"/>
                </a:lnTo>
                <a:lnTo>
                  <a:pt x="253890" y="554876"/>
                </a:lnTo>
                <a:lnTo>
                  <a:pt x="228539" y="549233"/>
                </a:lnTo>
                <a:lnTo>
                  <a:pt x="205040" y="541228"/>
                </a:lnTo>
                <a:lnTo>
                  <a:pt x="204876" y="541228"/>
                </a:lnTo>
                <a:lnTo>
                  <a:pt x="204219" y="540948"/>
                </a:lnTo>
                <a:lnTo>
                  <a:pt x="182068" y="529436"/>
                </a:lnTo>
                <a:lnTo>
                  <a:pt x="134566" y="495073"/>
                </a:lnTo>
                <a:lnTo>
                  <a:pt x="83329" y="449433"/>
                </a:lnTo>
                <a:lnTo>
                  <a:pt x="49320" y="411392"/>
                </a:lnTo>
                <a:lnTo>
                  <a:pt x="24146" y="372753"/>
                </a:lnTo>
                <a:lnTo>
                  <a:pt x="14761" y="348697"/>
                </a:lnTo>
                <a:lnTo>
                  <a:pt x="14626" y="348360"/>
                </a:lnTo>
                <a:lnTo>
                  <a:pt x="14594" y="348030"/>
                </a:lnTo>
                <a:lnTo>
                  <a:pt x="10269" y="323256"/>
                </a:lnTo>
                <a:lnTo>
                  <a:pt x="9521" y="295348"/>
                </a:lnTo>
                <a:lnTo>
                  <a:pt x="19029" y="238451"/>
                </a:lnTo>
                <a:lnTo>
                  <a:pt x="41984" y="183497"/>
                </a:lnTo>
                <a:lnTo>
                  <a:pt x="77125" y="136726"/>
                </a:lnTo>
                <a:lnTo>
                  <a:pt x="116461" y="108555"/>
                </a:lnTo>
                <a:lnTo>
                  <a:pt x="150817" y="91598"/>
                </a:lnTo>
                <a:lnTo>
                  <a:pt x="208546" y="69018"/>
                </a:lnTo>
                <a:lnTo>
                  <a:pt x="221484" y="64635"/>
                </a:lnTo>
                <a:lnTo>
                  <a:pt x="218424" y="55617"/>
                </a:lnTo>
                <a:close/>
              </a:path>
              <a:path w="357504" h="575310">
                <a:moveTo>
                  <a:pt x="204219" y="540948"/>
                </a:moveTo>
                <a:lnTo>
                  <a:pt x="204876" y="541228"/>
                </a:lnTo>
                <a:lnTo>
                  <a:pt x="204560" y="541064"/>
                </a:lnTo>
                <a:lnTo>
                  <a:pt x="204219" y="540948"/>
                </a:lnTo>
                <a:close/>
              </a:path>
              <a:path w="357504" h="575310">
                <a:moveTo>
                  <a:pt x="204560" y="541064"/>
                </a:moveTo>
                <a:lnTo>
                  <a:pt x="204876" y="541228"/>
                </a:lnTo>
                <a:lnTo>
                  <a:pt x="205040" y="541228"/>
                </a:lnTo>
                <a:lnTo>
                  <a:pt x="204560" y="541064"/>
                </a:lnTo>
                <a:close/>
              </a:path>
              <a:path w="357504" h="575310">
                <a:moveTo>
                  <a:pt x="204335" y="540948"/>
                </a:moveTo>
                <a:lnTo>
                  <a:pt x="204560" y="541064"/>
                </a:lnTo>
                <a:lnTo>
                  <a:pt x="204335" y="540948"/>
                </a:lnTo>
                <a:close/>
              </a:path>
              <a:path w="357504" h="575310">
                <a:moveTo>
                  <a:pt x="14544" y="348030"/>
                </a:moveTo>
                <a:lnTo>
                  <a:pt x="14710" y="348697"/>
                </a:lnTo>
                <a:lnTo>
                  <a:pt x="14651" y="348360"/>
                </a:lnTo>
                <a:lnTo>
                  <a:pt x="14544" y="348030"/>
                </a:lnTo>
                <a:close/>
              </a:path>
              <a:path w="357504" h="575310">
                <a:moveTo>
                  <a:pt x="14651" y="348360"/>
                </a:moveTo>
                <a:lnTo>
                  <a:pt x="14710" y="348697"/>
                </a:lnTo>
                <a:lnTo>
                  <a:pt x="14651" y="348360"/>
                </a:lnTo>
                <a:close/>
              </a:path>
              <a:path w="357504" h="575310">
                <a:moveTo>
                  <a:pt x="14594" y="348030"/>
                </a:moveTo>
                <a:lnTo>
                  <a:pt x="14651" y="348360"/>
                </a:lnTo>
                <a:lnTo>
                  <a:pt x="14594" y="348030"/>
                </a:lnTo>
                <a:close/>
              </a:path>
              <a:path w="357504" h="575310">
                <a:moveTo>
                  <a:pt x="10206" y="322898"/>
                </a:moveTo>
                <a:lnTo>
                  <a:pt x="10215" y="323256"/>
                </a:lnTo>
                <a:lnTo>
                  <a:pt x="10206" y="322898"/>
                </a:lnTo>
                <a:close/>
              </a:path>
              <a:path w="357504" h="575310">
                <a:moveTo>
                  <a:pt x="10198" y="322557"/>
                </a:moveTo>
                <a:lnTo>
                  <a:pt x="10206" y="322898"/>
                </a:lnTo>
                <a:lnTo>
                  <a:pt x="10198" y="322557"/>
                </a:lnTo>
                <a:close/>
              </a:path>
              <a:path w="357504" h="575310">
                <a:moveTo>
                  <a:pt x="308343" y="51540"/>
                </a:moveTo>
                <a:lnTo>
                  <a:pt x="230454" y="51540"/>
                </a:lnTo>
                <a:lnTo>
                  <a:pt x="233511" y="60561"/>
                </a:lnTo>
                <a:lnTo>
                  <a:pt x="221484" y="64635"/>
                </a:lnTo>
                <a:lnTo>
                  <a:pt x="240364" y="120262"/>
                </a:lnTo>
                <a:lnTo>
                  <a:pt x="308343" y="51540"/>
                </a:lnTo>
                <a:close/>
              </a:path>
              <a:path w="357504" h="575310">
                <a:moveTo>
                  <a:pt x="230454" y="51540"/>
                </a:moveTo>
                <a:lnTo>
                  <a:pt x="218424" y="55617"/>
                </a:lnTo>
                <a:lnTo>
                  <a:pt x="221484" y="64635"/>
                </a:lnTo>
                <a:lnTo>
                  <a:pt x="233511" y="60561"/>
                </a:lnTo>
                <a:lnTo>
                  <a:pt x="230454" y="51540"/>
                </a:lnTo>
                <a:close/>
              </a:path>
              <a:path w="357504" h="575310">
                <a:moveTo>
                  <a:pt x="199548" y="0"/>
                </a:moveTo>
                <a:lnTo>
                  <a:pt x="218424" y="55617"/>
                </a:lnTo>
                <a:lnTo>
                  <a:pt x="230454" y="51540"/>
                </a:lnTo>
                <a:lnTo>
                  <a:pt x="308343" y="51540"/>
                </a:lnTo>
                <a:lnTo>
                  <a:pt x="340219" y="19316"/>
                </a:lnTo>
                <a:lnTo>
                  <a:pt x="1995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93485" y="3965923"/>
            <a:ext cx="454659" cy="584200"/>
          </a:xfrm>
          <a:custGeom>
            <a:avLst/>
            <a:gdLst/>
            <a:ahLst/>
            <a:cxnLst/>
            <a:rect l="l" t="t" r="r" b="b"/>
            <a:pathLst>
              <a:path w="454660" h="584200">
                <a:moveTo>
                  <a:pt x="327999" y="58262"/>
                </a:moveTo>
                <a:lnTo>
                  <a:pt x="269579" y="66293"/>
                </a:lnTo>
                <a:lnTo>
                  <a:pt x="228770" y="73660"/>
                </a:lnTo>
                <a:lnTo>
                  <a:pt x="191655" y="82696"/>
                </a:lnTo>
                <a:lnTo>
                  <a:pt x="134363" y="106958"/>
                </a:lnTo>
                <a:lnTo>
                  <a:pt x="89504" y="138543"/>
                </a:lnTo>
                <a:lnTo>
                  <a:pt x="54081" y="175445"/>
                </a:lnTo>
                <a:lnTo>
                  <a:pt x="27955" y="215560"/>
                </a:lnTo>
                <a:lnTo>
                  <a:pt x="10718" y="257526"/>
                </a:lnTo>
                <a:lnTo>
                  <a:pt x="1344" y="303415"/>
                </a:lnTo>
                <a:lnTo>
                  <a:pt x="0" y="327298"/>
                </a:lnTo>
                <a:lnTo>
                  <a:pt x="1168" y="351367"/>
                </a:lnTo>
                <a:lnTo>
                  <a:pt x="11925" y="398706"/>
                </a:lnTo>
                <a:lnTo>
                  <a:pt x="37431" y="444111"/>
                </a:lnTo>
                <a:lnTo>
                  <a:pt x="84297" y="491613"/>
                </a:lnTo>
                <a:lnTo>
                  <a:pt x="138518" y="536401"/>
                </a:lnTo>
                <a:lnTo>
                  <a:pt x="174070" y="564314"/>
                </a:lnTo>
                <a:lnTo>
                  <a:pt x="183521" y="571948"/>
                </a:lnTo>
                <a:lnTo>
                  <a:pt x="191298" y="578530"/>
                </a:lnTo>
                <a:lnTo>
                  <a:pt x="197375" y="584168"/>
                </a:lnTo>
                <a:lnTo>
                  <a:pt x="203854" y="577185"/>
                </a:lnTo>
                <a:lnTo>
                  <a:pt x="197777" y="571546"/>
                </a:lnTo>
                <a:lnTo>
                  <a:pt x="189678" y="564681"/>
                </a:lnTo>
                <a:lnTo>
                  <a:pt x="180055" y="556905"/>
                </a:lnTo>
                <a:lnTo>
                  <a:pt x="144392" y="528902"/>
                </a:lnTo>
                <a:lnTo>
                  <a:pt x="117472" y="507310"/>
                </a:lnTo>
                <a:lnTo>
                  <a:pt x="65463" y="460894"/>
                </a:lnTo>
                <a:lnTo>
                  <a:pt x="36446" y="426849"/>
                </a:lnTo>
                <a:lnTo>
                  <a:pt x="14216" y="372624"/>
                </a:lnTo>
                <a:lnTo>
                  <a:pt x="9513" y="326848"/>
                </a:lnTo>
                <a:lnTo>
                  <a:pt x="10854" y="303961"/>
                </a:lnTo>
                <a:lnTo>
                  <a:pt x="19947" y="259883"/>
                </a:lnTo>
                <a:lnTo>
                  <a:pt x="36582" y="219598"/>
                </a:lnTo>
                <a:lnTo>
                  <a:pt x="61813" y="181009"/>
                </a:lnTo>
                <a:lnTo>
                  <a:pt x="96055" y="145456"/>
                </a:lnTo>
                <a:lnTo>
                  <a:pt x="139462" y="115003"/>
                </a:lnTo>
                <a:lnTo>
                  <a:pt x="178653" y="96826"/>
                </a:lnTo>
                <a:lnTo>
                  <a:pt x="230849" y="82955"/>
                </a:lnTo>
                <a:lnTo>
                  <a:pt x="271269" y="75667"/>
                </a:lnTo>
                <a:lnTo>
                  <a:pt x="313405" y="69651"/>
                </a:lnTo>
                <a:lnTo>
                  <a:pt x="329179" y="67712"/>
                </a:lnTo>
                <a:lnTo>
                  <a:pt x="327999" y="58262"/>
                </a:lnTo>
                <a:close/>
              </a:path>
              <a:path w="454660" h="584200">
                <a:moveTo>
                  <a:pt x="440459" y="56710"/>
                </a:moveTo>
                <a:lnTo>
                  <a:pt x="340613" y="56710"/>
                </a:lnTo>
                <a:lnTo>
                  <a:pt x="341776" y="66164"/>
                </a:lnTo>
                <a:lnTo>
                  <a:pt x="329179" y="67712"/>
                </a:lnTo>
                <a:lnTo>
                  <a:pt x="336459" y="126022"/>
                </a:lnTo>
                <a:lnTo>
                  <a:pt x="440459" y="56710"/>
                </a:lnTo>
                <a:close/>
              </a:path>
              <a:path w="454660" h="584200">
                <a:moveTo>
                  <a:pt x="340613" y="56710"/>
                </a:moveTo>
                <a:lnTo>
                  <a:pt x="327999" y="58262"/>
                </a:lnTo>
                <a:lnTo>
                  <a:pt x="329179" y="67712"/>
                </a:lnTo>
                <a:lnTo>
                  <a:pt x="341776" y="66164"/>
                </a:lnTo>
                <a:lnTo>
                  <a:pt x="340613" y="56710"/>
                </a:lnTo>
                <a:close/>
              </a:path>
              <a:path w="454660" h="584200">
                <a:moveTo>
                  <a:pt x="320725" y="0"/>
                </a:moveTo>
                <a:lnTo>
                  <a:pt x="327999" y="58262"/>
                </a:lnTo>
                <a:lnTo>
                  <a:pt x="340613" y="56710"/>
                </a:lnTo>
                <a:lnTo>
                  <a:pt x="440459" y="56710"/>
                </a:lnTo>
                <a:lnTo>
                  <a:pt x="454614" y="47277"/>
                </a:lnTo>
                <a:lnTo>
                  <a:pt x="320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05725" y="2983609"/>
            <a:ext cx="647065" cy="810895"/>
          </a:xfrm>
          <a:custGeom>
            <a:avLst/>
            <a:gdLst/>
            <a:ahLst/>
            <a:cxnLst/>
            <a:rect l="l" t="t" r="r" b="b"/>
            <a:pathLst>
              <a:path w="647064" h="810895">
                <a:moveTo>
                  <a:pt x="288069" y="57702"/>
                </a:moveTo>
                <a:lnTo>
                  <a:pt x="207900" y="74377"/>
                </a:lnTo>
                <a:lnTo>
                  <a:pt x="163620" y="87444"/>
                </a:lnTo>
                <a:lnTo>
                  <a:pt x="124409" y="103858"/>
                </a:lnTo>
                <a:lnTo>
                  <a:pt x="80330" y="136422"/>
                </a:lnTo>
                <a:lnTo>
                  <a:pt x="47571" y="179649"/>
                </a:lnTo>
                <a:lnTo>
                  <a:pt x="16854" y="248730"/>
                </a:lnTo>
                <a:lnTo>
                  <a:pt x="7214" y="285911"/>
                </a:lnTo>
                <a:lnTo>
                  <a:pt x="0" y="360376"/>
                </a:lnTo>
                <a:lnTo>
                  <a:pt x="2693" y="395464"/>
                </a:lnTo>
                <a:lnTo>
                  <a:pt x="19118" y="465853"/>
                </a:lnTo>
                <a:lnTo>
                  <a:pt x="32881" y="502158"/>
                </a:lnTo>
                <a:lnTo>
                  <a:pt x="50712" y="538121"/>
                </a:lnTo>
                <a:lnTo>
                  <a:pt x="73056" y="573234"/>
                </a:lnTo>
                <a:lnTo>
                  <a:pt x="100182" y="606647"/>
                </a:lnTo>
                <a:lnTo>
                  <a:pt x="132407" y="637612"/>
                </a:lnTo>
                <a:lnTo>
                  <a:pt x="170103" y="665421"/>
                </a:lnTo>
                <a:lnTo>
                  <a:pt x="218274" y="690525"/>
                </a:lnTo>
                <a:lnTo>
                  <a:pt x="278613" y="713836"/>
                </a:lnTo>
                <a:lnTo>
                  <a:pt x="346713" y="735312"/>
                </a:lnTo>
                <a:lnTo>
                  <a:pt x="417963" y="754807"/>
                </a:lnTo>
                <a:lnTo>
                  <a:pt x="605627" y="800125"/>
                </a:lnTo>
                <a:lnTo>
                  <a:pt x="627082" y="805554"/>
                </a:lnTo>
                <a:lnTo>
                  <a:pt x="636192" y="808013"/>
                </a:lnTo>
                <a:lnTo>
                  <a:pt x="644231" y="810329"/>
                </a:lnTo>
                <a:lnTo>
                  <a:pt x="646868" y="801176"/>
                </a:lnTo>
                <a:lnTo>
                  <a:pt x="638829" y="798861"/>
                </a:lnTo>
                <a:lnTo>
                  <a:pt x="629566" y="796358"/>
                </a:lnTo>
                <a:lnTo>
                  <a:pt x="607964" y="790892"/>
                </a:lnTo>
                <a:lnTo>
                  <a:pt x="455653" y="754527"/>
                </a:lnTo>
                <a:lnTo>
                  <a:pt x="420301" y="745573"/>
                </a:lnTo>
                <a:lnTo>
                  <a:pt x="349228" y="726125"/>
                </a:lnTo>
                <a:lnTo>
                  <a:pt x="281590" y="704789"/>
                </a:lnTo>
                <a:lnTo>
                  <a:pt x="221894" y="681714"/>
                </a:lnTo>
                <a:lnTo>
                  <a:pt x="174845" y="657160"/>
                </a:lnTo>
                <a:lnTo>
                  <a:pt x="138319" y="630144"/>
                </a:lnTo>
                <a:lnTo>
                  <a:pt x="107001" y="599997"/>
                </a:lnTo>
                <a:lnTo>
                  <a:pt x="80631" y="567460"/>
                </a:lnTo>
                <a:lnTo>
                  <a:pt x="58889" y="533237"/>
                </a:lnTo>
                <a:lnTo>
                  <a:pt x="41417" y="497930"/>
                </a:lnTo>
                <a:lnTo>
                  <a:pt x="18341" y="427501"/>
                </a:lnTo>
                <a:lnTo>
                  <a:pt x="9497" y="359655"/>
                </a:lnTo>
                <a:lnTo>
                  <a:pt x="11066" y="323877"/>
                </a:lnTo>
                <a:lnTo>
                  <a:pt x="26073" y="251127"/>
                </a:lnTo>
                <a:lnTo>
                  <a:pt x="56028" y="184031"/>
                </a:lnTo>
                <a:lnTo>
                  <a:pt x="87444" y="142754"/>
                </a:lnTo>
                <a:lnTo>
                  <a:pt x="129153" y="112116"/>
                </a:lnTo>
                <a:lnTo>
                  <a:pt x="166992" y="96352"/>
                </a:lnTo>
                <a:lnTo>
                  <a:pt x="210403" y="83567"/>
                </a:lnTo>
                <a:lnTo>
                  <a:pt x="256661" y="73204"/>
                </a:lnTo>
                <a:lnTo>
                  <a:pt x="289825" y="67062"/>
                </a:lnTo>
                <a:lnTo>
                  <a:pt x="288069" y="57702"/>
                </a:lnTo>
                <a:close/>
              </a:path>
              <a:path w="647064" h="810895">
                <a:moveTo>
                  <a:pt x="392168" y="55385"/>
                </a:moveTo>
                <a:lnTo>
                  <a:pt x="300567" y="55385"/>
                </a:lnTo>
                <a:lnTo>
                  <a:pt x="302303" y="64752"/>
                </a:lnTo>
                <a:lnTo>
                  <a:pt x="289825" y="67062"/>
                </a:lnTo>
                <a:lnTo>
                  <a:pt x="300663" y="124821"/>
                </a:lnTo>
                <a:lnTo>
                  <a:pt x="392168" y="55385"/>
                </a:lnTo>
                <a:close/>
              </a:path>
              <a:path w="647064" h="810895">
                <a:moveTo>
                  <a:pt x="300567" y="55385"/>
                </a:moveTo>
                <a:lnTo>
                  <a:pt x="288069" y="57702"/>
                </a:lnTo>
                <a:lnTo>
                  <a:pt x="289825" y="67062"/>
                </a:lnTo>
                <a:lnTo>
                  <a:pt x="302303" y="64752"/>
                </a:lnTo>
                <a:lnTo>
                  <a:pt x="300567" y="55385"/>
                </a:lnTo>
                <a:close/>
              </a:path>
              <a:path w="647064" h="810895">
                <a:moveTo>
                  <a:pt x="277242" y="0"/>
                </a:moveTo>
                <a:lnTo>
                  <a:pt x="288069" y="57702"/>
                </a:lnTo>
                <a:lnTo>
                  <a:pt x="300567" y="55385"/>
                </a:lnTo>
                <a:lnTo>
                  <a:pt x="392168" y="55385"/>
                </a:lnTo>
                <a:lnTo>
                  <a:pt x="413774" y="38990"/>
                </a:lnTo>
                <a:lnTo>
                  <a:pt x="2772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01950" y="3838197"/>
            <a:ext cx="1022350" cy="2403475"/>
          </a:xfrm>
          <a:custGeom>
            <a:avLst/>
            <a:gdLst/>
            <a:ahLst/>
            <a:cxnLst/>
            <a:rect l="l" t="t" r="r" b="b"/>
            <a:pathLst>
              <a:path w="1022350" h="2403475">
                <a:moveTo>
                  <a:pt x="945997" y="58556"/>
                </a:moveTo>
                <a:lnTo>
                  <a:pt x="815052" y="64682"/>
                </a:lnTo>
                <a:lnTo>
                  <a:pt x="753117" y="68944"/>
                </a:lnTo>
                <a:lnTo>
                  <a:pt x="692885" y="74932"/>
                </a:lnTo>
                <a:lnTo>
                  <a:pt x="637255" y="83184"/>
                </a:lnTo>
                <a:lnTo>
                  <a:pt x="589126" y="94258"/>
                </a:lnTo>
                <a:lnTo>
                  <a:pt x="548059" y="108033"/>
                </a:lnTo>
                <a:lnTo>
                  <a:pt x="511108" y="123973"/>
                </a:lnTo>
                <a:lnTo>
                  <a:pt x="477462" y="142016"/>
                </a:lnTo>
                <a:lnTo>
                  <a:pt x="417189" y="184029"/>
                </a:lnTo>
                <a:lnTo>
                  <a:pt x="361344" y="233328"/>
                </a:lnTo>
                <a:lnTo>
                  <a:pt x="333154" y="260563"/>
                </a:lnTo>
                <a:lnTo>
                  <a:pt x="304570" y="289628"/>
                </a:lnTo>
                <a:lnTo>
                  <a:pt x="276377" y="320564"/>
                </a:lnTo>
                <a:lnTo>
                  <a:pt x="248818" y="353296"/>
                </a:lnTo>
                <a:lnTo>
                  <a:pt x="222133" y="387752"/>
                </a:lnTo>
                <a:lnTo>
                  <a:pt x="196566" y="423861"/>
                </a:lnTo>
                <a:lnTo>
                  <a:pt x="172360" y="461547"/>
                </a:lnTo>
                <a:lnTo>
                  <a:pt x="149755" y="500740"/>
                </a:lnTo>
                <a:lnTo>
                  <a:pt x="129018" y="541323"/>
                </a:lnTo>
                <a:lnTo>
                  <a:pt x="109780" y="583439"/>
                </a:lnTo>
                <a:lnTo>
                  <a:pt x="91605" y="627292"/>
                </a:lnTo>
                <a:lnTo>
                  <a:pt x="74662" y="672826"/>
                </a:lnTo>
                <a:lnTo>
                  <a:pt x="59121" y="719988"/>
                </a:lnTo>
                <a:lnTo>
                  <a:pt x="45145" y="768719"/>
                </a:lnTo>
                <a:lnTo>
                  <a:pt x="32909" y="818965"/>
                </a:lnTo>
                <a:lnTo>
                  <a:pt x="22575" y="870671"/>
                </a:lnTo>
                <a:lnTo>
                  <a:pt x="14321" y="923726"/>
                </a:lnTo>
                <a:lnTo>
                  <a:pt x="8105" y="979779"/>
                </a:lnTo>
                <a:lnTo>
                  <a:pt x="3707" y="1039823"/>
                </a:lnTo>
                <a:lnTo>
                  <a:pt x="1057" y="1101609"/>
                </a:lnTo>
                <a:lnTo>
                  <a:pt x="0" y="1164642"/>
                </a:lnTo>
                <a:lnTo>
                  <a:pt x="429" y="1227757"/>
                </a:lnTo>
                <a:lnTo>
                  <a:pt x="2239" y="1289550"/>
                </a:lnTo>
                <a:lnTo>
                  <a:pt x="5313" y="1348755"/>
                </a:lnTo>
                <a:lnTo>
                  <a:pt x="9554" y="1404258"/>
                </a:lnTo>
                <a:lnTo>
                  <a:pt x="15468" y="1456940"/>
                </a:lnTo>
                <a:lnTo>
                  <a:pt x="23375" y="1508424"/>
                </a:lnTo>
                <a:lnTo>
                  <a:pt x="32882" y="1558434"/>
                </a:lnTo>
                <a:lnTo>
                  <a:pt x="43599" y="1606690"/>
                </a:lnTo>
                <a:lnTo>
                  <a:pt x="55130" y="1652916"/>
                </a:lnTo>
                <a:lnTo>
                  <a:pt x="67086" y="1696831"/>
                </a:lnTo>
                <a:lnTo>
                  <a:pt x="79072" y="1738155"/>
                </a:lnTo>
                <a:lnTo>
                  <a:pt x="90707" y="1776632"/>
                </a:lnTo>
                <a:lnTo>
                  <a:pt x="112974" y="1841564"/>
                </a:lnTo>
                <a:lnTo>
                  <a:pt x="135868" y="1893679"/>
                </a:lnTo>
                <a:lnTo>
                  <a:pt x="161692" y="1941482"/>
                </a:lnTo>
                <a:lnTo>
                  <a:pt x="210440" y="2023010"/>
                </a:lnTo>
                <a:lnTo>
                  <a:pt x="248855" y="2085565"/>
                </a:lnTo>
                <a:lnTo>
                  <a:pt x="269971" y="2117502"/>
                </a:lnTo>
                <a:lnTo>
                  <a:pt x="292616" y="2149107"/>
                </a:lnTo>
                <a:lnTo>
                  <a:pt x="316985" y="2179802"/>
                </a:lnTo>
                <a:lnTo>
                  <a:pt x="343274" y="2209003"/>
                </a:lnTo>
                <a:lnTo>
                  <a:pt x="371614" y="2236072"/>
                </a:lnTo>
                <a:lnTo>
                  <a:pt x="404605" y="2261977"/>
                </a:lnTo>
                <a:lnTo>
                  <a:pt x="442981" y="2287542"/>
                </a:lnTo>
                <a:lnTo>
                  <a:pt x="484393" y="2312198"/>
                </a:lnTo>
                <a:lnTo>
                  <a:pt x="526632" y="2335446"/>
                </a:lnTo>
                <a:lnTo>
                  <a:pt x="567408" y="2356732"/>
                </a:lnTo>
                <a:lnTo>
                  <a:pt x="635438" y="2391202"/>
                </a:lnTo>
                <a:lnTo>
                  <a:pt x="647914" y="2397700"/>
                </a:lnTo>
                <a:lnTo>
                  <a:pt x="658117" y="2403270"/>
                </a:lnTo>
                <a:lnTo>
                  <a:pt x="662682" y="2394909"/>
                </a:lnTo>
                <a:lnTo>
                  <a:pt x="652479" y="2389340"/>
                </a:lnTo>
                <a:lnTo>
                  <a:pt x="639838" y="2382755"/>
                </a:lnTo>
                <a:lnTo>
                  <a:pt x="571728" y="2348244"/>
                </a:lnTo>
                <a:lnTo>
                  <a:pt x="531040" y="2327002"/>
                </a:lnTo>
                <a:lnTo>
                  <a:pt x="488985" y="2303853"/>
                </a:lnTo>
                <a:lnTo>
                  <a:pt x="447854" y="2279358"/>
                </a:lnTo>
                <a:lnTo>
                  <a:pt x="410011" y="2254135"/>
                </a:lnTo>
                <a:lnTo>
                  <a:pt x="377685" y="2228732"/>
                </a:lnTo>
                <a:lnTo>
                  <a:pt x="349855" y="2202117"/>
                </a:lnTo>
                <a:lnTo>
                  <a:pt x="324067" y="2173431"/>
                </a:lnTo>
                <a:lnTo>
                  <a:pt x="300078" y="2143186"/>
                </a:lnTo>
                <a:lnTo>
                  <a:pt x="277715" y="2111955"/>
                </a:lnTo>
                <a:lnTo>
                  <a:pt x="237154" y="2048831"/>
                </a:lnTo>
                <a:lnTo>
                  <a:pt x="184581" y="1961526"/>
                </a:lnTo>
                <a:lnTo>
                  <a:pt x="156577" y="1912924"/>
                </a:lnTo>
                <a:lnTo>
                  <a:pt x="132828" y="1864661"/>
                </a:lnTo>
                <a:lnTo>
                  <a:pt x="110860" y="1807981"/>
                </a:lnTo>
                <a:lnTo>
                  <a:pt x="88190" y="1735399"/>
                </a:lnTo>
                <a:lnTo>
                  <a:pt x="76234" y="1694178"/>
                </a:lnTo>
                <a:lnTo>
                  <a:pt x="64321" y="1650414"/>
                </a:lnTo>
                <a:lnTo>
                  <a:pt x="52840" y="1604385"/>
                </a:lnTo>
                <a:lnTo>
                  <a:pt x="42181" y="1556369"/>
                </a:lnTo>
                <a:lnTo>
                  <a:pt x="32732" y="1506645"/>
                </a:lnTo>
                <a:lnTo>
                  <a:pt x="24883" y="1455494"/>
                </a:lnTo>
                <a:lnTo>
                  <a:pt x="19020" y="1403196"/>
                </a:lnTo>
                <a:lnTo>
                  <a:pt x="14815" y="1348089"/>
                </a:lnTo>
                <a:lnTo>
                  <a:pt x="11751" y="1289056"/>
                </a:lnTo>
                <a:lnTo>
                  <a:pt x="9950" y="1227477"/>
                </a:lnTo>
                <a:lnTo>
                  <a:pt x="9525" y="1164578"/>
                </a:lnTo>
                <a:lnTo>
                  <a:pt x="10591" y="1101449"/>
                </a:lnTo>
                <a:lnTo>
                  <a:pt x="13271" y="1039414"/>
                </a:lnTo>
                <a:lnTo>
                  <a:pt x="17604" y="980478"/>
                </a:lnTo>
                <a:lnTo>
                  <a:pt x="23776" y="924877"/>
                </a:lnTo>
                <a:lnTo>
                  <a:pt x="31987" y="872135"/>
                </a:lnTo>
                <a:lnTo>
                  <a:pt x="42249" y="820832"/>
                </a:lnTo>
                <a:lnTo>
                  <a:pt x="54400" y="770973"/>
                </a:lnTo>
                <a:lnTo>
                  <a:pt x="68276" y="722614"/>
                </a:lnTo>
                <a:lnTo>
                  <a:pt x="83708" y="675808"/>
                </a:lnTo>
                <a:lnTo>
                  <a:pt x="100531" y="630614"/>
                </a:lnTo>
                <a:lnTo>
                  <a:pt x="118578" y="587086"/>
                </a:lnTo>
                <a:lnTo>
                  <a:pt x="137681" y="545282"/>
                </a:lnTo>
                <a:lnTo>
                  <a:pt x="158236" y="505075"/>
                </a:lnTo>
                <a:lnTo>
                  <a:pt x="180610" y="466307"/>
                </a:lnTo>
                <a:lnTo>
                  <a:pt x="204580" y="429009"/>
                </a:lnTo>
                <a:lnTo>
                  <a:pt x="229906" y="393258"/>
                </a:lnTo>
                <a:lnTo>
                  <a:pt x="256348" y="359129"/>
                </a:lnTo>
                <a:lnTo>
                  <a:pt x="283663" y="326699"/>
                </a:lnTo>
                <a:lnTo>
                  <a:pt x="311609" y="296045"/>
                </a:lnTo>
                <a:lnTo>
                  <a:pt x="339944" y="267242"/>
                </a:lnTo>
                <a:lnTo>
                  <a:pt x="367962" y="240178"/>
                </a:lnTo>
                <a:lnTo>
                  <a:pt x="423341" y="191301"/>
                </a:lnTo>
                <a:lnTo>
                  <a:pt x="482626" y="150020"/>
                </a:lnTo>
                <a:lnTo>
                  <a:pt x="551828" y="116781"/>
                </a:lnTo>
                <a:lnTo>
                  <a:pt x="591972" y="103347"/>
                </a:lnTo>
                <a:lnTo>
                  <a:pt x="639161" y="92516"/>
                </a:lnTo>
                <a:lnTo>
                  <a:pt x="694142" y="84373"/>
                </a:lnTo>
                <a:lnTo>
                  <a:pt x="753971" y="78431"/>
                </a:lnTo>
                <a:lnTo>
                  <a:pt x="815707" y="74184"/>
                </a:lnTo>
                <a:lnTo>
                  <a:pt x="946532" y="68066"/>
                </a:lnTo>
                <a:lnTo>
                  <a:pt x="945997" y="58556"/>
                </a:lnTo>
                <a:close/>
              </a:path>
              <a:path w="1022350" h="2403475">
                <a:moveTo>
                  <a:pt x="1020751" y="57928"/>
                </a:moveTo>
                <a:lnTo>
                  <a:pt x="958715" y="57928"/>
                </a:lnTo>
                <a:lnTo>
                  <a:pt x="959185" y="67442"/>
                </a:lnTo>
                <a:lnTo>
                  <a:pt x="946532" y="68066"/>
                </a:lnTo>
                <a:lnTo>
                  <a:pt x="949840" y="126799"/>
                </a:lnTo>
                <a:lnTo>
                  <a:pt x="1022350" y="59114"/>
                </a:lnTo>
                <a:lnTo>
                  <a:pt x="1020751" y="57928"/>
                </a:lnTo>
                <a:close/>
              </a:path>
              <a:path w="1022350" h="2403475">
                <a:moveTo>
                  <a:pt x="958715" y="57928"/>
                </a:moveTo>
                <a:lnTo>
                  <a:pt x="945997" y="58556"/>
                </a:lnTo>
                <a:lnTo>
                  <a:pt x="946532" y="68066"/>
                </a:lnTo>
                <a:lnTo>
                  <a:pt x="959185" y="67442"/>
                </a:lnTo>
                <a:lnTo>
                  <a:pt x="958715" y="57928"/>
                </a:lnTo>
                <a:close/>
              </a:path>
              <a:path w="1022350" h="2403475">
                <a:moveTo>
                  <a:pt x="942699" y="0"/>
                </a:moveTo>
                <a:lnTo>
                  <a:pt x="945997" y="58556"/>
                </a:lnTo>
                <a:lnTo>
                  <a:pt x="958715" y="57928"/>
                </a:lnTo>
                <a:lnTo>
                  <a:pt x="1020751" y="57928"/>
                </a:lnTo>
                <a:lnTo>
                  <a:pt x="942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40425" y="5157787"/>
            <a:ext cx="1200785" cy="885825"/>
          </a:xfrm>
          <a:custGeom>
            <a:avLst/>
            <a:gdLst/>
            <a:ahLst/>
            <a:cxnLst/>
            <a:rect l="l" t="t" r="r" b="b"/>
            <a:pathLst>
              <a:path w="1200784" h="885825">
                <a:moveTo>
                  <a:pt x="101799" y="764615"/>
                </a:moveTo>
                <a:lnTo>
                  <a:pt x="0" y="863600"/>
                </a:lnTo>
                <a:lnTo>
                  <a:pt x="140267" y="885649"/>
                </a:lnTo>
                <a:lnTo>
                  <a:pt x="123698" y="833517"/>
                </a:lnTo>
                <a:lnTo>
                  <a:pt x="110373" y="833517"/>
                </a:lnTo>
                <a:lnTo>
                  <a:pt x="107488" y="824439"/>
                </a:lnTo>
                <a:lnTo>
                  <a:pt x="119591" y="820594"/>
                </a:lnTo>
                <a:lnTo>
                  <a:pt x="101799" y="764615"/>
                </a:lnTo>
                <a:close/>
              </a:path>
              <a:path w="1200784" h="885825">
                <a:moveTo>
                  <a:pt x="119591" y="820594"/>
                </a:moveTo>
                <a:lnTo>
                  <a:pt x="107488" y="824439"/>
                </a:lnTo>
                <a:lnTo>
                  <a:pt x="110373" y="833517"/>
                </a:lnTo>
                <a:lnTo>
                  <a:pt x="122476" y="829672"/>
                </a:lnTo>
                <a:lnTo>
                  <a:pt x="119591" y="820594"/>
                </a:lnTo>
                <a:close/>
              </a:path>
              <a:path w="1200784" h="885825">
                <a:moveTo>
                  <a:pt x="122476" y="829672"/>
                </a:moveTo>
                <a:lnTo>
                  <a:pt x="110373" y="833517"/>
                </a:lnTo>
                <a:lnTo>
                  <a:pt x="123698" y="833517"/>
                </a:lnTo>
                <a:lnTo>
                  <a:pt x="122476" y="829672"/>
                </a:lnTo>
                <a:close/>
              </a:path>
              <a:path w="1200784" h="885825">
                <a:moveTo>
                  <a:pt x="1134752" y="120633"/>
                </a:moveTo>
                <a:lnTo>
                  <a:pt x="1121684" y="161290"/>
                </a:lnTo>
                <a:lnTo>
                  <a:pt x="1105767" y="201458"/>
                </a:lnTo>
                <a:lnTo>
                  <a:pt x="1077207" y="251550"/>
                </a:lnTo>
                <a:lnTo>
                  <a:pt x="1051755" y="283866"/>
                </a:lnTo>
                <a:lnTo>
                  <a:pt x="1021262" y="315624"/>
                </a:lnTo>
                <a:lnTo>
                  <a:pt x="983324" y="352397"/>
                </a:lnTo>
                <a:lnTo>
                  <a:pt x="936509" y="396104"/>
                </a:lnTo>
                <a:lnTo>
                  <a:pt x="882249" y="443237"/>
                </a:lnTo>
                <a:lnTo>
                  <a:pt x="822857" y="490883"/>
                </a:lnTo>
                <a:lnTo>
                  <a:pt x="791960" y="513989"/>
                </a:lnTo>
                <a:lnTo>
                  <a:pt x="760585" y="536175"/>
                </a:lnTo>
                <a:lnTo>
                  <a:pt x="699049" y="578208"/>
                </a:lnTo>
                <a:lnTo>
                  <a:pt x="636224" y="618441"/>
                </a:lnTo>
                <a:lnTo>
                  <a:pt x="602249" y="638189"/>
                </a:lnTo>
                <a:lnTo>
                  <a:pt x="565452" y="657857"/>
                </a:lnTo>
                <a:lnTo>
                  <a:pt x="524959" y="677582"/>
                </a:lnTo>
                <a:lnTo>
                  <a:pt x="480040" y="697438"/>
                </a:lnTo>
                <a:lnTo>
                  <a:pt x="426304" y="718576"/>
                </a:lnTo>
                <a:lnTo>
                  <a:pt x="362626" y="741408"/>
                </a:lnTo>
                <a:lnTo>
                  <a:pt x="293081" y="764942"/>
                </a:lnTo>
                <a:lnTo>
                  <a:pt x="119591" y="820594"/>
                </a:lnTo>
                <a:lnTo>
                  <a:pt x="122476" y="829672"/>
                </a:lnTo>
                <a:lnTo>
                  <a:pt x="296031" y="773999"/>
                </a:lnTo>
                <a:lnTo>
                  <a:pt x="365711" y="750420"/>
                </a:lnTo>
                <a:lnTo>
                  <a:pt x="429572" y="727523"/>
                </a:lnTo>
                <a:lnTo>
                  <a:pt x="483622" y="706264"/>
                </a:lnTo>
                <a:lnTo>
                  <a:pt x="528890" y="686258"/>
                </a:lnTo>
                <a:lnTo>
                  <a:pt x="569622" y="666420"/>
                </a:lnTo>
                <a:lnTo>
                  <a:pt x="606738" y="646590"/>
                </a:lnTo>
                <a:lnTo>
                  <a:pt x="641010" y="626676"/>
                </a:lnTo>
                <a:lnTo>
                  <a:pt x="704283" y="586166"/>
                </a:lnTo>
                <a:lnTo>
                  <a:pt x="765977" y="544027"/>
                </a:lnTo>
                <a:lnTo>
                  <a:pt x="797459" y="521766"/>
                </a:lnTo>
                <a:lnTo>
                  <a:pt x="828561" y="498511"/>
                </a:lnTo>
                <a:lnTo>
                  <a:pt x="858931" y="474670"/>
                </a:lnTo>
                <a:lnTo>
                  <a:pt x="916346" y="426671"/>
                </a:lnTo>
                <a:lnTo>
                  <a:pt x="967431" y="380658"/>
                </a:lnTo>
                <a:lnTo>
                  <a:pt x="1027904" y="322450"/>
                </a:lnTo>
                <a:lnTo>
                  <a:pt x="1058740" y="290343"/>
                </a:lnTo>
                <a:lnTo>
                  <a:pt x="1084865" y="257213"/>
                </a:lnTo>
                <a:lnTo>
                  <a:pt x="1108551" y="217509"/>
                </a:lnTo>
                <a:lnTo>
                  <a:pt x="1130589" y="164669"/>
                </a:lnTo>
                <a:lnTo>
                  <a:pt x="1143898" y="123285"/>
                </a:lnTo>
                <a:lnTo>
                  <a:pt x="1134752" y="120633"/>
                </a:lnTo>
                <a:close/>
              </a:path>
              <a:path w="1200784" h="885825">
                <a:moveTo>
                  <a:pt x="1194644" y="108431"/>
                </a:moveTo>
                <a:lnTo>
                  <a:pt x="1138354" y="108431"/>
                </a:lnTo>
                <a:lnTo>
                  <a:pt x="1147489" y="111127"/>
                </a:lnTo>
                <a:lnTo>
                  <a:pt x="1143898" y="123285"/>
                </a:lnTo>
                <a:lnTo>
                  <a:pt x="1200373" y="139659"/>
                </a:lnTo>
                <a:lnTo>
                  <a:pt x="1194644" y="108431"/>
                </a:lnTo>
                <a:close/>
              </a:path>
              <a:path w="1200784" h="885825">
                <a:moveTo>
                  <a:pt x="1138354" y="108431"/>
                </a:moveTo>
                <a:lnTo>
                  <a:pt x="1134752" y="120633"/>
                </a:lnTo>
                <a:lnTo>
                  <a:pt x="1143898" y="123285"/>
                </a:lnTo>
                <a:lnTo>
                  <a:pt x="1147489" y="111127"/>
                </a:lnTo>
                <a:lnTo>
                  <a:pt x="1138354" y="108431"/>
                </a:lnTo>
                <a:close/>
              </a:path>
              <a:path w="1200784" h="885825">
                <a:moveTo>
                  <a:pt x="1174750" y="0"/>
                </a:moveTo>
                <a:lnTo>
                  <a:pt x="1078397" y="104294"/>
                </a:lnTo>
                <a:lnTo>
                  <a:pt x="1134752" y="120633"/>
                </a:lnTo>
                <a:lnTo>
                  <a:pt x="1138354" y="108431"/>
                </a:lnTo>
                <a:lnTo>
                  <a:pt x="1194644" y="108431"/>
                </a:lnTo>
                <a:lnTo>
                  <a:pt x="11747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95962" y="4692296"/>
            <a:ext cx="650240" cy="1585595"/>
          </a:xfrm>
          <a:custGeom>
            <a:avLst/>
            <a:gdLst/>
            <a:ahLst/>
            <a:cxnLst/>
            <a:rect l="l" t="t" r="r" b="b"/>
            <a:pathLst>
              <a:path w="650239" h="1585595">
                <a:moveTo>
                  <a:pt x="124608" y="57096"/>
                </a:moveTo>
                <a:lnTo>
                  <a:pt x="122385" y="66358"/>
                </a:lnTo>
                <a:lnTo>
                  <a:pt x="160360" y="75415"/>
                </a:lnTo>
                <a:lnTo>
                  <a:pt x="208292" y="87533"/>
                </a:lnTo>
                <a:lnTo>
                  <a:pt x="253982" y="100276"/>
                </a:lnTo>
                <a:lnTo>
                  <a:pt x="294797" y="113456"/>
                </a:lnTo>
                <a:lnTo>
                  <a:pt x="341757" y="133625"/>
                </a:lnTo>
                <a:lnTo>
                  <a:pt x="375051" y="154151"/>
                </a:lnTo>
                <a:lnTo>
                  <a:pt x="407121" y="183202"/>
                </a:lnTo>
                <a:lnTo>
                  <a:pt x="433095" y="215632"/>
                </a:lnTo>
                <a:lnTo>
                  <a:pt x="446477" y="233530"/>
                </a:lnTo>
                <a:lnTo>
                  <a:pt x="461538" y="252708"/>
                </a:lnTo>
                <a:lnTo>
                  <a:pt x="512503" y="311523"/>
                </a:lnTo>
                <a:lnTo>
                  <a:pt x="545942" y="355269"/>
                </a:lnTo>
                <a:lnTo>
                  <a:pt x="575336" y="408273"/>
                </a:lnTo>
                <a:lnTo>
                  <a:pt x="593025" y="457536"/>
                </a:lnTo>
                <a:lnTo>
                  <a:pt x="602954" y="497314"/>
                </a:lnTo>
                <a:lnTo>
                  <a:pt x="615495" y="565080"/>
                </a:lnTo>
                <a:lnTo>
                  <a:pt x="622331" y="613280"/>
                </a:lnTo>
                <a:lnTo>
                  <a:pt x="627983" y="661946"/>
                </a:lnTo>
                <a:lnTo>
                  <a:pt x="632484" y="709432"/>
                </a:lnTo>
                <a:lnTo>
                  <a:pt x="635871" y="754114"/>
                </a:lnTo>
                <a:lnTo>
                  <a:pt x="638180" y="794320"/>
                </a:lnTo>
                <a:lnTo>
                  <a:pt x="640456" y="861095"/>
                </a:lnTo>
                <a:lnTo>
                  <a:pt x="640193" y="889847"/>
                </a:lnTo>
                <a:lnTo>
                  <a:pt x="635402" y="944093"/>
                </a:lnTo>
                <a:lnTo>
                  <a:pt x="622928" y="1001315"/>
                </a:lnTo>
                <a:lnTo>
                  <a:pt x="601385" y="1069942"/>
                </a:lnTo>
                <a:lnTo>
                  <a:pt x="588789" y="1108300"/>
                </a:lnTo>
                <a:lnTo>
                  <a:pt x="574662" y="1148186"/>
                </a:lnTo>
                <a:lnTo>
                  <a:pt x="558452" y="1188767"/>
                </a:lnTo>
                <a:lnTo>
                  <a:pt x="539615" y="1229209"/>
                </a:lnTo>
                <a:lnTo>
                  <a:pt x="517611" y="1268683"/>
                </a:lnTo>
                <a:lnTo>
                  <a:pt x="491808" y="1306471"/>
                </a:lnTo>
                <a:lnTo>
                  <a:pt x="461843" y="1341526"/>
                </a:lnTo>
                <a:lnTo>
                  <a:pt x="423759" y="1375698"/>
                </a:lnTo>
                <a:lnTo>
                  <a:pt x="376377" y="1410553"/>
                </a:lnTo>
                <a:lnTo>
                  <a:pt x="323277" y="1445020"/>
                </a:lnTo>
                <a:lnTo>
                  <a:pt x="267901" y="1478154"/>
                </a:lnTo>
                <a:lnTo>
                  <a:pt x="142794" y="1548554"/>
                </a:lnTo>
                <a:lnTo>
                  <a:pt x="123515" y="1559560"/>
                </a:lnTo>
                <a:lnTo>
                  <a:pt x="107132" y="1569285"/>
                </a:lnTo>
                <a:lnTo>
                  <a:pt x="94275" y="1577487"/>
                </a:lnTo>
                <a:lnTo>
                  <a:pt x="99399" y="1585517"/>
                </a:lnTo>
                <a:lnTo>
                  <a:pt x="112255" y="1577315"/>
                </a:lnTo>
                <a:lnTo>
                  <a:pt x="128376" y="1567751"/>
                </a:lnTo>
                <a:lnTo>
                  <a:pt x="147516" y="1556826"/>
                </a:lnTo>
                <a:lnTo>
                  <a:pt x="245169" y="1502188"/>
                </a:lnTo>
                <a:lnTo>
                  <a:pt x="272643" y="1486414"/>
                </a:lnTo>
                <a:lnTo>
                  <a:pt x="328167" y="1453194"/>
                </a:lnTo>
                <a:lnTo>
                  <a:pt x="381655" y="1418482"/>
                </a:lnTo>
                <a:lnTo>
                  <a:pt x="429547" y="1383263"/>
                </a:lnTo>
                <a:lnTo>
                  <a:pt x="468433" y="1348404"/>
                </a:lnTo>
                <a:lnTo>
                  <a:pt x="499225" y="1312449"/>
                </a:lnTo>
                <a:lnTo>
                  <a:pt x="525476" y="1274056"/>
                </a:lnTo>
                <a:lnTo>
                  <a:pt x="547933" y="1233851"/>
                </a:lnTo>
                <a:lnTo>
                  <a:pt x="567085" y="1192791"/>
                </a:lnTo>
                <a:lnTo>
                  <a:pt x="583506" y="1151721"/>
                </a:lnTo>
                <a:lnTo>
                  <a:pt x="597767" y="1111481"/>
                </a:lnTo>
                <a:lnTo>
                  <a:pt x="610435" y="1072914"/>
                </a:lnTo>
                <a:lnTo>
                  <a:pt x="632040" y="1004086"/>
                </a:lnTo>
                <a:lnTo>
                  <a:pt x="644767" y="945830"/>
                </a:lnTo>
                <a:lnTo>
                  <a:pt x="649701" y="890402"/>
                </a:lnTo>
                <a:lnTo>
                  <a:pt x="649980" y="861006"/>
                </a:lnTo>
                <a:lnTo>
                  <a:pt x="649211" y="829293"/>
                </a:lnTo>
                <a:lnTo>
                  <a:pt x="646670" y="774372"/>
                </a:lnTo>
                <a:lnTo>
                  <a:pt x="641981" y="708712"/>
                </a:lnTo>
                <a:lnTo>
                  <a:pt x="637465" y="661047"/>
                </a:lnTo>
                <a:lnTo>
                  <a:pt x="631793" y="612181"/>
                </a:lnTo>
                <a:lnTo>
                  <a:pt x="624926" y="563742"/>
                </a:lnTo>
                <a:lnTo>
                  <a:pt x="616821" y="517356"/>
                </a:lnTo>
                <a:lnTo>
                  <a:pt x="607423" y="474577"/>
                </a:lnTo>
                <a:lnTo>
                  <a:pt x="596689" y="437099"/>
                </a:lnTo>
                <a:lnTo>
                  <a:pt x="569856" y="376048"/>
                </a:lnTo>
                <a:lnTo>
                  <a:pt x="537263" y="326972"/>
                </a:lnTo>
                <a:lnTo>
                  <a:pt x="468737" y="246472"/>
                </a:lnTo>
                <a:lnTo>
                  <a:pt x="453970" y="227650"/>
                </a:lnTo>
                <a:lnTo>
                  <a:pt x="427903" y="193123"/>
                </a:lnTo>
                <a:lnTo>
                  <a:pt x="399161" y="161654"/>
                </a:lnTo>
                <a:lnTo>
                  <a:pt x="359082" y="132334"/>
                </a:lnTo>
                <a:lnTo>
                  <a:pt x="316313" y="111395"/>
                </a:lnTo>
                <a:lnTo>
                  <a:pt x="278216" y="97801"/>
                </a:lnTo>
                <a:lnTo>
                  <a:pt x="234212" y="84683"/>
                </a:lnTo>
                <a:lnTo>
                  <a:pt x="162695" y="66180"/>
                </a:lnTo>
                <a:lnTo>
                  <a:pt x="124608" y="57096"/>
                </a:lnTo>
                <a:close/>
              </a:path>
              <a:path w="650239" h="1585595">
                <a:moveTo>
                  <a:pt x="138313" y="0"/>
                </a:moveTo>
                <a:lnTo>
                  <a:pt x="0" y="32103"/>
                </a:lnTo>
                <a:lnTo>
                  <a:pt x="108671" y="123490"/>
                </a:lnTo>
                <a:lnTo>
                  <a:pt x="122385" y="66358"/>
                </a:lnTo>
                <a:lnTo>
                  <a:pt x="110037" y="63413"/>
                </a:lnTo>
                <a:lnTo>
                  <a:pt x="112247" y="54148"/>
                </a:lnTo>
                <a:lnTo>
                  <a:pt x="125315" y="54148"/>
                </a:lnTo>
                <a:lnTo>
                  <a:pt x="138313" y="0"/>
                </a:lnTo>
                <a:close/>
              </a:path>
              <a:path w="650239" h="1585595">
                <a:moveTo>
                  <a:pt x="112247" y="54148"/>
                </a:moveTo>
                <a:lnTo>
                  <a:pt x="110037" y="63413"/>
                </a:lnTo>
                <a:lnTo>
                  <a:pt x="122385" y="66358"/>
                </a:lnTo>
                <a:lnTo>
                  <a:pt x="124608" y="57096"/>
                </a:lnTo>
                <a:lnTo>
                  <a:pt x="112247" y="54148"/>
                </a:lnTo>
                <a:close/>
              </a:path>
              <a:path w="650239" h="1585595">
                <a:moveTo>
                  <a:pt x="125315" y="54148"/>
                </a:moveTo>
                <a:lnTo>
                  <a:pt x="112247" y="54148"/>
                </a:lnTo>
                <a:lnTo>
                  <a:pt x="124608" y="57096"/>
                </a:lnTo>
                <a:lnTo>
                  <a:pt x="125315" y="54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64162" y="3805730"/>
            <a:ext cx="928369" cy="1447165"/>
          </a:xfrm>
          <a:custGeom>
            <a:avLst/>
            <a:gdLst/>
            <a:ahLst/>
            <a:cxnLst/>
            <a:rect l="l" t="t" r="r" b="b"/>
            <a:pathLst>
              <a:path w="928370" h="1447164">
                <a:moveTo>
                  <a:pt x="127005" y="59141"/>
                </a:moveTo>
                <a:lnTo>
                  <a:pt x="126383" y="68644"/>
                </a:lnTo>
                <a:lnTo>
                  <a:pt x="143920" y="70521"/>
                </a:lnTo>
                <a:lnTo>
                  <a:pt x="172087" y="75610"/>
                </a:lnTo>
                <a:lnTo>
                  <a:pt x="278058" y="97880"/>
                </a:lnTo>
                <a:lnTo>
                  <a:pt x="317922" y="107114"/>
                </a:lnTo>
                <a:lnTo>
                  <a:pt x="357753" y="117154"/>
                </a:lnTo>
                <a:lnTo>
                  <a:pt x="396158" y="127939"/>
                </a:lnTo>
                <a:lnTo>
                  <a:pt x="448104" y="145383"/>
                </a:lnTo>
                <a:lnTo>
                  <a:pt x="490310" y="163631"/>
                </a:lnTo>
                <a:lnTo>
                  <a:pt x="535777" y="187943"/>
                </a:lnTo>
                <a:lnTo>
                  <a:pt x="575462" y="216345"/>
                </a:lnTo>
                <a:lnTo>
                  <a:pt x="616393" y="253784"/>
                </a:lnTo>
                <a:lnTo>
                  <a:pt x="694161" y="334430"/>
                </a:lnTo>
                <a:lnTo>
                  <a:pt x="724127" y="366797"/>
                </a:lnTo>
                <a:lnTo>
                  <a:pt x="754317" y="401349"/>
                </a:lnTo>
                <a:lnTo>
                  <a:pt x="783582" y="437774"/>
                </a:lnTo>
                <a:lnTo>
                  <a:pt x="810769" y="475757"/>
                </a:lnTo>
                <a:lnTo>
                  <a:pt x="834788" y="515089"/>
                </a:lnTo>
                <a:lnTo>
                  <a:pt x="854409" y="555296"/>
                </a:lnTo>
                <a:lnTo>
                  <a:pt x="870478" y="598355"/>
                </a:lnTo>
                <a:lnTo>
                  <a:pt x="884439" y="645422"/>
                </a:lnTo>
                <a:lnTo>
                  <a:pt x="896151" y="695049"/>
                </a:lnTo>
                <a:lnTo>
                  <a:pt x="905513" y="745878"/>
                </a:lnTo>
                <a:lnTo>
                  <a:pt x="912431" y="796556"/>
                </a:lnTo>
                <a:lnTo>
                  <a:pt x="916809" y="845724"/>
                </a:lnTo>
                <a:lnTo>
                  <a:pt x="918557" y="892159"/>
                </a:lnTo>
                <a:lnTo>
                  <a:pt x="918418" y="913747"/>
                </a:lnTo>
                <a:lnTo>
                  <a:pt x="915842" y="953456"/>
                </a:lnTo>
                <a:lnTo>
                  <a:pt x="904420" y="1007938"/>
                </a:lnTo>
                <a:lnTo>
                  <a:pt x="878611" y="1073657"/>
                </a:lnTo>
                <a:lnTo>
                  <a:pt x="846998" y="1132635"/>
                </a:lnTo>
                <a:lnTo>
                  <a:pt x="831166" y="1160073"/>
                </a:lnTo>
                <a:lnTo>
                  <a:pt x="816561" y="1186254"/>
                </a:lnTo>
                <a:lnTo>
                  <a:pt x="790373" y="1232576"/>
                </a:lnTo>
                <a:lnTo>
                  <a:pt x="764595" y="1271339"/>
                </a:lnTo>
                <a:lnTo>
                  <a:pt x="736525" y="1305312"/>
                </a:lnTo>
                <a:lnTo>
                  <a:pt x="703418" y="1337261"/>
                </a:lnTo>
                <a:lnTo>
                  <a:pt x="659745" y="1368327"/>
                </a:lnTo>
                <a:lnTo>
                  <a:pt x="608243" y="1397019"/>
                </a:lnTo>
                <a:lnTo>
                  <a:pt x="540726" y="1430695"/>
                </a:lnTo>
                <a:lnTo>
                  <a:pt x="532762" y="1434826"/>
                </a:lnTo>
                <a:lnTo>
                  <a:pt x="526336" y="1438375"/>
                </a:lnTo>
                <a:lnTo>
                  <a:pt x="530938" y="1446714"/>
                </a:lnTo>
                <a:lnTo>
                  <a:pt x="537366" y="1443165"/>
                </a:lnTo>
                <a:lnTo>
                  <a:pt x="545111" y="1439151"/>
                </a:lnTo>
                <a:lnTo>
                  <a:pt x="587278" y="1418297"/>
                </a:lnTo>
                <a:lnTo>
                  <a:pt x="638750" y="1391523"/>
                </a:lnTo>
                <a:lnTo>
                  <a:pt x="688512" y="1360886"/>
                </a:lnTo>
                <a:lnTo>
                  <a:pt x="727195" y="1328403"/>
                </a:lnTo>
                <a:lnTo>
                  <a:pt x="758184" y="1295024"/>
                </a:lnTo>
                <a:lnTo>
                  <a:pt x="785406" y="1258190"/>
                </a:lnTo>
                <a:lnTo>
                  <a:pt x="811474" y="1215336"/>
                </a:lnTo>
                <a:lnTo>
                  <a:pt x="824913" y="1190834"/>
                </a:lnTo>
                <a:lnTo>
                  <a:pt x="839485" y="1164714"/>
                </a:lnTo>
                <a:lnTo>
                  <a:pt x="871410" y="1108552"/>
                </a:lnTo>
                <a:lnTo>
                  <a:pt x="901385" y="1045574"/>
                </a:lnTo>
                <a:lnTo>
                  <a:pt x="922276" y="974309"/>
                </a:lnTo>
                <a:lnTo>
                  <a:pt x="927079" y="934976"/>
                </a:lnTo>
                <a:lnTo>
                  <a:pt x="928080" y="892097"/>
                </a:lnTo>
                <a:lnTo>
                  <a:pt x="926327" y="845366"/>
                </a:lnTo>
                <a:lnTo>
                  <a:pt x="921918" y="795712"/>
                </a:lnTo>
                <a:lnTo>
                  <a:pt x="914951" y="744592"/>
                </a:lnTo>
                <a:lnTo>
                  <a:pt x="905518" y="693324"/>
                </a:lnTo>
                <a:lnTo>
                  <a:pt x="893709" y="643235"/>
                </a:lnTo>
                <a:lnTo>
                  <a:pt x="879609" y="595649"/>
                </a:lnTo>
                <a:lnTo>
                  <a:pt x="863265" y="551793"/>
                </a:lnTo>
                <a:lnTo>
                  <a:pt x="843236" y="510689"/>
                </a:lnTo>
                <a:lnTo>
                  <a:pt x="818898" y="470795"/>
                </a:lnTo>
                <a:lnTo>
                  <a:pt x="791329" y="432231"/>
                </a:lnTo>
                <a:lnTo>
                  <a:pt x="761744" y="395384"/>
                </a:lnTo>
                <a:lnTo>
                  <a:pt x="731300" y="360531"/>
                </a:lnTo>
                <a:lnTo>
                  <a:pt x="701151" y="327959"/>
                </a:lnTo>
                <a:lnTo>
                  <a:pt x="646370" y="270842"/>
                </a:lnTo>
                <a:lnTo>
                  <a:pt x="601930" y="226750"/>
                </a:lnTo>
                <a:lnTo>
                  <a:pt x="561701" y="193771"/>
                </a:lnTo>
                <a:lnTo>
                  <a:pt x="518952" y="167322"/>
                </a:lnTo>
                <a:lnTo>
                  <a:pt x="467084" y="142797"/>
                </a:lnTo>
                <a:lnTo>
                  <a:pt x="399079" y="118873"/>
                </a:lnTo>
                <a:lnTo>
                  <a:pt x="360329" y="107984"/>
                </a:lnTo>
                <a:lnTo>
                  <a:pt x="320252" y="97877"/>
                </a:lnTo>
                <a:lnTo>
                  <a:pt x="280207" y="88601"/>
                </a:lnTo>
                <a:lnTo>
                  <a:pt x="173988" y="66277"/>
                </a:lnTo>
                <a:lnTo>
                  <a:pt x="145613" y="61147"/>
                </a:lnTo>
                <a:lnTo>
                  <a:pt x="127005" y="59141"/>
                </a:lnTo>
                <a:close/>
              </a:path>
              <a:path w="928370" h="1447164">
                <a:moveTo>
                  <a:pt x="130877" y="0"/>
                </a:moveTo>
                <a:lnTo>
                  <a:pt x="0" y="55069"/>
                </a:lnTo>
                <a:lnTo>
                  <a:pt x="122581" y="126729"/>
                </a:lnTo>
                <a:lnTo>
                  <a:pt x="126383" y="68644"/>
                </a:lnTo>
                <a:lnTo>
                  <a:pt x="113548" y="67270"/>
                </a:lnTo>
                <a:lnTo>
                  <a:pt x="114565" y="57800"/>
                </a:lnTo>
                <a:lnTo>
                  <a:pt x="127093" y="57800"/>
                </a:lnTo>
                <a:lnTo>
                  <a:pt x="130877" y="0"/>
                </a:lnTo>
                <a:close/>
              </a:path>
              <a:path w="928370" h="1447164">
                <a:moveTo>
                  <a:pt x="114565" y="57800"/>
                </a:moveTo>
                <a:lnTo>
                  <a:pt x="113548" y="67270"/>
                </a:lnTo>
                <a:lnTo>
                  <a:pt x="126383" y="68644"/>
                </a:lnTo>
                <a:lnTo>
                  <a:pt x="127005" y="59141"/>
                </a:lnTo>
                <a:lnTo>
                  <a:pt x="114565" y="57800"/>
                </a:lnTo>
                <a:close/>
              </a:path>
              <a:path w="928370" h="1447164">
                <a:moveTo>
                  <a:pt x="127093" y="57800"/>
                </a:moveTo>
                <a:lnTo>
                  <a:pt x="114565" y="57800"/>
                </a:lnTo>
                <a:lnTo>
                  <a:pt x="127005" y="59141"/>
                </a:lnTo>
                <a:lnTo>
                  <a:pt x="127093" y="57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40425" y="4868862"/>
            <a:ext cx="1079500" cy="676910"/>
          </a:xfrm>
          <a:custGeom>
            <a:avLst/>
            <a:gdLst/>
            <a:ahLst/>
            <a:cxnLst/>
            <a:rect l="l" t="t" r="r" b="b"/>
            <a:pathLst>
              <a:path w="1079500" h="676910">
                <a:moveTo>
                  <a:pt x="106513" y="553805"/>
                </a:moveTo>
                <a:lnTo>
                  <a:pt x="0" y="647700"/>
                </a:lnTo>
                <a:lnTo>
                  <a:pt x="139023" y="676573"/>
                </a:lnTo>
                <a:lnTo>
                  <a:pt x="124851" y="623054"/>
                </a:lnTo>
                <a:lnTo>
                  <a:pt x="111673" y="623054"/>
                </a:lnTo>
                <a:lnTo>
                  <a:pt x="109308" y="613827"/>
                </a:lnTo>
                <a:lnTo>
                  <a:pt x="121575" y="610683"/>
                </a:lnTo>
                <a:lnTo>
                  <a:pt x="106513" y="553805"/>
                </a:lnTo>
                <a:close/>
              </a:path>
              <a:path w="1079500" h="676910">
                <a:moveTo>
                  <a:pt x="121575" y="610683"/>
                </a:moveTo>
                <a:lnTo>
                  <a:pt x="109308" y="613827"/>
                </a:lnTo>
                <a:lnTo>
                  <a:pt x="111673" y="623054"/>
                </a:lnTo>
                <a:lnTo>
                  <a:pt x="124013" y="619890"/>
                </a:lnTo>
                <a:lnTo>
                  <a:pt x="121575" y="610683"/>
                </a:lnTo>
                <a:close/>
              </a:path>
              <a:path w="1079500" h="676910">
                <a:moveTo>
                  <a:pt x="124013" y="619890"/>
                </a:moveTo>
                <a:lnTo>
                  <a:pt x="111673" y="623054"/>
                </a:lnTo>
                <a:lnTo>
                  <a:pt x="124851" y="623054"/>
                </a:lnTo>
                <a:lnTo>
                  <a:pt x="124013" y="619890"/>
                </a:lnTo>
                <a:close/>
              </a:path>
              <a:path w="1079500" h="676910">
                <a:moveTo>
                  <a:pt x="985982" y="86054"/>
                </a:moveTo>
                <a:lnTo>
                  <a:pt x="980158" y="91901"/>
                </a:lnTo>
                <a:lnTo>
                  <a:pt x="889327" y="184939"/>
                </a:lnTo>
                <a:lnTo>
                  <a:pt x="856615" y="217698"/>
                </a:lnTo>
                <a:lnTo>
                  <a:pt x="788692" y="283303"/>
                </a:lnTo>
                <a:lnTo>
                  <a:pt x="753957" y="315225"/>
                </a:lnTo>
                <a:lnTo>
                  <a:pt x="718983" y="345981"/>
                </a:lnTo>
                <a:lnTo>
                  <a:pt x="683987" y="375130"/>
                </a:lnTo>
                <a:lnTo>
                  <a:pt x="649187" y="402231"/>
                </a:lnTo>
                <a:lnTo>
                  <a:pt x="614804" y="426847"/>
                </a:lnTo>
                <a:lnTo>
                  <a:pt x="581054" y="448538"/>
                </a:lnTo>
                <a:lnTo>
                  <a:pt x="546234" y="468054"/>
                </a:lnTo>
                <a:lnTo>
                  <a:pt x="508881" y="486417"/>
                </a:lnTo>
                <a:lnTo>
                  <a:pt x="469494" y="503660"/>
                </a:lnTo>
                <a:lnTo>
                  <a:pt x="428632" y="519797"/>
                </a:lnTo>
                <a:lnTo>
                  <a:pt x="344168" y="549008"/>
                </a:lnTo>
                <a:lnTo>
                  <a:pt x="259523" y="574333"/>
                </a:lnTo>
                <a:lnTo>
                  <a:pt x="218399" y="585631"/>
                </a:lnTo>
                <a:lnTo>
                  <a:pt x="121575" y="610683"/>
                </a:lnTo>
                <a:lnTo>
                  <a:pt x="124013" y="619890"/>
                </a:lnTo>
                <a:lnTo>
                  <a:pt x="220823" y="594841"/>
                </a:lnTo>
                <a:lnTo>
                  <a:pt x="262046" y="583518"/>
                </a:lnTo>
                <a:lnTo>
                  <a:pt x="346899" y="558133"/>
                </a:lnTo>
                <a:lnTo>
                  <a:pt x="431745" y="528798"/>
                </a:lnTo>
                <a:lnTo>
                  <a:pt x="472992" y="512519"/>
                </a:lnTo>
                <a:lnTo>
                  <a:pt x="512700" y="495143"/>
                </a:lnTo>
                <a:lnTo>
                  <a:pt x="550435" y="476603"/>
                </a:lnTo>
                <a:lnTo>
                  <a:pt x="585710" y="456848"/>
                </a:lnTo>
                <a:lnTo>
                  <a:pt x="619953" y="434860"/>
                </a:lnTo>
                <a:lnTo>
                  <a:pt x="654730" y="409977"/>
                </a:lnTo>
                <a:lnTo>
                  <a:pt x="689839" y="382645"/>
                </a:lnTo>
                <a:lnTo>
                  <a:pt x="725079" y="353300"/>
                </a:lnTo>
                <a:lnTo>
                  <a:pt x="760247" y="322378"/>
                </a:lnTo>
                <a:lnTo>
                  <a:pt x="795138" y="290316"/>
                </a:lnTo>
                <a:lnTo>
                  <a:pt x="863231" y="224548"/>
                </a:lnTo>
                <a:lnTo>
                  <a:pt x="896067" y="191670"/>
                </a:lnTo>
                <a:lnTo>
                  <a:pt x="986990" y="98536"/>
                </a:lnTo>
                <a:lnTo>
                  <a:pt x="992684" y="92820"/>
                </a:lnTo>
                <a:lnTo>
                  <a:pt x="985982" y="86054"/>
                </a:lnTo>
                <a:close/>
              </a:path>
              <a:path w="1079500" h="676910">
                <a:moveTo>
                  <a:pt x="1053401" y="77078"/>
                </a:moveTo>
                <a:lnTo>
                  <a:pt x="994923" y="77078"/>
                </a:lnTo>
                <a:lnTo>
                  <a:pt x="1001670" y="83800"/>
                </a:lnTo>
                <a:lnTo>
                  <a:pt x="992684" y="92820"/>
                </a:lnTo>
                <a:lnTo>
                  <a:pt x="1033962" y="134490"/>
                </a:lnTo>
                <a:lnTo>
                  <a:pt x="1053401" y="77078"/>
                </a:lnTo>
                <a:close/>
              </a:path>
              <a:path w="1079500" h="676910">
                <a:moveTo>
                  <a:pt x="994923" y="77078"/>
                </a:moveTo>
                <a:lnTo>
                  <a:pt x="985982" y="86054"/>
                </a:lnTo>
                <a:lnTo>
                  <a:pt x="992684" y="92820"/>
                </a:lnTo>
                <a:lnTo>
                  <a:pt x="1001670" y="83800"/>
                </a:lnTo>
                <a:lnTo>
                  <a:pt x="994923" y="77078"/>
                </a:lnTo>
                <a:close/>
              </a:path>
              <a:path w="1079500" h="676910">
                <a:moveTo>
                  <a:pt x="1079500" y="0"/>
                </a:moveTo>
                <a:lnTo>
                  <a:pt x="944585" y="44264"/>
                </a:lnTo>
                <a:lnTo>
                  <a:pt x="985982" y="86054"/>
                </a:lnTo>
                <a:lnTo>
                  <a:pt x="994923" y="77078"/>
                </a:lnTo>
                <a:lnTo>
                  <a:pt x="1053401" y="77078"/>
                </a:lnTo>
                <a:lnTo>
                  <a:pt x="1079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91200" y="4005262"/>
            <a:ext cx="1228725" cy="550545"/>
          </a:xfrm>
          <a:custGeom>
            <a:avLst/>
            <a:gdLst/>
            <a:ahLst/>
            <a:cxnLst/>
            <a:rect l="l" t="t" r="r" b="b"/>
            <a:pathLst>
              <a:path w="1228725" h="550545">
                <a:moveTo>
                  <a:pt x="124984" y="423157"/>
                </a:moveTo>
                <a:lnTo>
                  <a:pt x="0" y="490537"/>
                </a:lnTo>
                <a:lnTo>
                  <a:pt x="128894" y="550097"/>
                </a:lnTo>
                <a:lnTo>
                  <a:pt x="127098" y="491779"/>
                </a:lnTo>
                <a:lnTo>
                  <a:pt x="114381" y="491779"/>
                </a:lnTo>
                <a:lnTo>
                  <a:pt x="114110" y="482258"/>
                </a:lnTo>
                <a:lnTo>
                  <a:pt x="126793" y="481897"/>
                </a:lnTo>
                <a:lnTo>
                  <a:pt x="124984" y="423157"/>
                </a:lnTo>
                <a:close/>
              </a:path>
              <a:path w="1228725" h="550545">
                <a:moveTo>
                  <a:pt x="126793" y="481897"/>
                </a:moveTo>
                <a:lnTo>
                  <a:pt x="114110" y="482258"/>
                </a:lnTo>
                <a:lnTo>
                  <a:pt x="114381" y="491779"/>
                </a:lnTo>
                <a:lnTo>
                  <a:pt x="127087" y="491418"/>
                </a:lnTo>
                <a:lnTo>
                  <a:pt x="126793" y="481897"/>
                </a:lnTo>
                <a:close/>
              </a:path>
              <a:path w="1228725" h="550545">
                <a:moveTo>
                  <a:pt x="127087" y="491418"/>
                </a:moveTo>
                <a:lnTo>
                  <a:pt x="114381" y="491779"/>
                </a:lnTo>
                <a:lnTo>
                  <a:pt x="127098" y="491779"/>
                </a:lnTo>
                <a:lnTo>
                  <a:pt x="127087" y="491418"/>
                </a:lnTo>
                <a:close/>
              </a:path>
              <a:path w="1228725" h="550545">
                <a:moveTo>
                  <a:pt x="1146028" y="96488"/>
                </a:moveTo>
                <a:lnTo>
                  <a:pt x="1129891" y="117812"/>
                </a:lnTo>
                <a:lnTo>
                  <a:pt x="1107460" y="147935"/>
                </a:lnTo>
                <a:lnTo>
                  <a:pt x="1083777" y="178908"/>
                </a:lnTo>
                <a:lnTo>
                  <a:pt x="1058793" y="210249"/>
                </a:lnTo>
                <a:lnTo>
                  <a:pt x="1032460" y="241472"/>
                </a:lnTo>
                <a:lnTo>
                  <a:pt x="1004730" y="272093"/>
                </a:lnTo>
                <a:lnTo>
                  <a:pt x="975558" y="301627"/>
                </a:lnTo>
                <a:lnTo>
                  <a:pt x="944900" y="329590"/>
                </a:lnTo>
                <a:lnTo>
                  <a:pt x="912713" y="355502"/>
                </a:lnTo>
                <a:lnTo>
                  <a:pt x="878954" y="378884"/>
                </a:lnTo>
                <a:lnTo>
                  <a:pt x="843575" y="399263"/>
                </a:lnTo>
                <a:lnTo>
                  <a:pt x="806403" y="416214"/>
                </a:lnTo>
                <a:lnTo>
                  <a:pt x="765418" y="430095"/>
                </a:lnTo>
                <a:lnTo>
                  <a:pt x="719032" y="441799"/>
                </a:lnTo>
                <a:lnTo>
                  <a:pt x="668030" y="451533"/>
                </a:lnTo>
                <a:lnTo>
                  <a:pt x="613394" y="459461"/>
                </a:lnTo>
                <a:lnTo>
                  <a:pt x="556027" y="465780"/>
                </a:lnTo>
                <a:lnTo>
                  <a:pt x="496825" y="470684"/>
                </a:lnTo>
                <a:lnTo>
                  <a:pt x="436680" y="474374"/>
                </a:lnTo>
                <a:lnTo>
                  <a:pt x="376485" y="477046"/>
                </a:lnTo>
                <a:lnTo>
                  <a:pt x="317130" y="478901"/>
                </a:lnTo>
                <a:lnTo>
                  <a:pt x="128755" y="481841"/>
                </a:lnTo>
                <a:lnTo>
                  <a:pt x="126793" y="481897"/>
                </a:lnTo>
                <a:lnTo>
                  <a:pt x="127087" y="491418"/>
                </a:lnTo>
                <a:lnTo>
                  <a:pt x="129025" y="491363"/>
                </a:lnTo>
                <a:lnTo>
                  <a:pt x="317334" y="488424"/>
                </a:lnTo>
                <a:lnTo>
                  <a:pt x="376783" y="486566"/>
                </a:lnTo>
                <a:lnTo>
                  <a:pt x="437103" y="483889"/>
                </a:lnTo>
                <a:lnTo>
                  <a:pt x="497408" y="480192"/>
                </a:lnTo>
                <a:lnTo>
                  <a:pt x="556813" y="475272"/>
                </a:lnTo>
                <a:lnTo>
                  <a:pt x="614437" y="468928"/>
                </a:lnTo>
                <a:lnTo>
                  <a:pt x="669396" y="460959"/>
                </a:lnTo>
                <a:lnTo>
                  <a:pt x="720817" y="451156"/>
                </a:lnTo>
                <a:lnTo>
                  <a:pt x="767906" y="439289"/>
                </a:lnTo>
                <a:lnTo>
                  <a:pt x="809671" y="425161"/>
                </a:lnTo>
                <a:lnTo>
                  <a:pt x="847524" y="407931"/>
                </a:lnTo>
                <a:lnTo>
                  <a:pt x="883704" y="387140"/>
                </a:lnTo>
                <a:lnTo>
                  <a:pt x="918133" y="363334"/>
                </a:lnTo>
                <a:lnTo>
                  <a:pt x="950871" y="337011"/>
                </a:lnTo>
                <a:lnTo>
                  <a:pt x="981975" y="308665"/>
                </a:lnTo>
                <a:lnTo>
                  <a:pt x="1011505" y="278787"/>
                </a:lnTo>
                <a:lnTo>
                  <a:pt x="1039520" y="247867"/>
                </a:lnTo>
                <a:lnTo>
                  <a:pt x="1066074" y="216391"/>
                </a:lnTo>
                <a:lnTo>
                  <a:pt x="1091225" y="184847"/>
                </a:lnTo>
                <a:lnTo>
                  <a:pt x="1115026" y="153720"/>
                </a:lnTo>
                <a:lnTo>
                  <a:pt x="1137531" y="123502"/>
                </a:lnTo>
                <a:lnTo>
                  <a:pt x="1153475" y="102433"/>
                </a:lnTo>
                <a:lnTo>
                  <a:pt x="1146028" y="96488"/>
                </a:lnTo>
                <a:close/>
              </a:path>
              <a:path w="1228725" h="550545">
                <a:moveTo>
                  <a:pt x="1210295" y="86456"/>
                </a:moveTo>
                <a:lnTo>
                  <a:pt x="1153621" y="86456"/>
                </a:lnTo>
                <a:lnTo>
                  <a:pt x="1161215" y="92204"/>
                </a:lnTo>
                <a:lnTo>
                  <a:pt x="1153475" y="102433"/>
                </a:lnTo>
                <a:lnTo>
                  <a:pt x="1199122" y="138870"/>
                </a:lnTo>
                <a:lnTo>
                  <a:pt x="1210295" y="86456"/>
                </a:lnTo>
                <a:close/>
              </a:path>
              <a:path w="1228725" h="550545">
                <a:moveTo>
                  <a:pt x="1153621" y="86456"/>
                </a:moveTo>
                <a:lnTo>
                  <a:pt x="1146028" y="96488"/>
                </a:lnTo>
                <a:lnTo>
                  <a:pt x="1153475" y="102433"/>
                </a:lnTo>
                <a:lnTo>
                  <a:pt x="1161215" y="92204"/>
                </a:lnTo>
                <a:lnTo>
                  <a:pt x="1153621" y="86456"/>
                </a:lnTo>
                <a:close/>
              </a:path>
              <a:path w="1228725" h="550545">
                <a:moveTo>
                  <a:pt x="1228725" y="0"/>
                </a:moveTo>
                <a:lnTo>
                  <a:pt x="1099866" y="59640"/>
                </a:lnTo>
                <a:lnTo>
                  <a:pt x="1146028" y="96488"/>
                </a:lnTo>
                <a:lnTo>
                  <a:pt x="1153621" y="86456"/>
                </a:lnTo>
                <a:lnTo>
                  <a:pt x="1210295" y="86456"/>
                </a:lnTo>
                <a:lnTo>
                  <a:pt x="1228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64162" y="3654510"/>
            <a:ext cx="1656080" cy="245745"/>
          </a:xfrm>
          <a:custGeom>
            <a:avLst/>
            <a:gdLst/>
            <a:ahLst/>
            <a:cxnLst/>
            <a:rect l="l" t="t" r="r" b="b"/>
            <a:pathLst>
              <a:path w="1656079" h="245745">
                <a:moveTo>
                  <a:pt x="1530032" y="187767"/>
                </a:moveTo>
                <a:lnTo>
                  <a:pt x="1519317" y="245583"/>
                </a:lnTo>
                <a:lnTo>
                  <a:pt x="1655762" y="206289"/>
                </a:lnTo>
                <a:lnTo>
                  <a:pt x="1634381" y="190140"/>
                </a:lnTo>
                <a:lnTo>
                  <a:pt x="1542484" y="190140"/>
                </a:lnTo>
                <a:lnTo>
                  <a:pt x="1530032" y="187767"/>
                </a:lnTo>
                <a:close/>
              </a:path>
              <a:path w="1656079" h="245745">
                <a:moveTo>
                  <a:pt x="1531768" y="178401"/>
                </a:moveTo>
                <a:lnTo>
                  <a:pt x="1530032" y="187767"/>
                </a:lnTo>
                <a:lnTo>
                  <a:pt x="1542484" y="190140"/>
                </a:lnTo>
                <a:lnTo>
                  <a:pt x="1544267" y="180783"/>
                </a:lnTo>
                <a:lnTo>
                  <a:pt x="1531768" y="178401"/>
                </a:lnTo>
                <a:close/>
              </a:path>
              <a:path w="1656079" h="245745">
                <a:moveTo>
                  <a:pt x="1542459" y="120710"/>
                </a:moveTo>
                <a:lnTo>
                  <a:pt x="1531768" y="178401"/>
                </a:lnTo>
                <a:lnTo>
                  <a:pt x="1544267" y="180783"/>
                </a:lnTo>
                <a:lnTo>
                  <a:pt x="1542484" y="190140"/>
                </a:lnTo>
                <a:lnTo>
                  <a:pt x="1634381" y="190140"/>
                </a:lnTo>
                <a:lnTo>
                  <a:pt x="1542459" y="120710"/>
                </a:lnTo>
                <a:close/>
              </a:path>
              <a:path w="1656079" h="245745">
                <a:moveTo>
                  <a:pt x="127052" y="58695"/>
                </a:moveTo>
                <a:lnTo>
                  <a:pt x="126927" y="68219"/>
                </a:lnTo>
                <a:lnTo>
                  <a:pt x="557290" y="73578"/>
                </a:lnTo>
                <a:lnTo>
                  <a:pt x="692233" y="77431"/>
                </a:lnTo>
                <a:lnTo>
                  <a:pt x="819509" y="83092"/>
                </a:lnTo>
                <a:lnTo>
                  <a:pt x="878137" y="86730"/>
                </a:lnTo>
                <a:lnTo>
                  <a:pt x="932281" y="90976"/>
                </a:lnTo>
                <a:lnTo>
                  <a:pt x="1036308" y="102129"/>
                </a:lnTo>
                <a:lnTo>
                  <a:pt x="1140301" y="116569"/>
                </a:lnTo>
                <a:lnTo>
                  <a:pt x="1242366" y="133207"/>
                </a:lnTo>
                <a:lnTo>
                  <a:pt x="1292038" y="142005"/>
                </a:lnTo>
                <a:lnTo>
                  <a:pt x="1530032" y="187767"/>
                </a:lnTo>
                <a:lnTo>
                  <a:pt x="1531768" y="178401"/>
                </a:lnTo>
                <a:lnTo>
                  <a:pt x="1293699" y="132626"/>
                </a:lnTo>
                <a:lnTo>
                  <a:pt x="1243897" y="123807"/>
                </a:lnTo>
                <a:lnTo>
                  <a:pt x="1141611" y="107135"/>
                </a:lnTo>
                <a:lnTo>
                  <a:pt x="1037324" y="92659"/>
                </a:lnTo>
                <a:lnTo>
                  <a:pt x="933071" y="81484"/>
                </a:lnTo>
                <a:lnTo>
                  <a:pt x="878728" y="77224"/>
                </a:lnTo>
                <a:lnTo>
                  <a:pt x="819929" y="73576"/>
                </a:lnTo>
                <a:lnTo>
                  <a:pt x="692536" y="67911"/>
                </a:lnTo>
                <a:lnTo>
                  <a:pt x="421206" y="61579"/>
                </a:lnTo>
                <a:lnTo>
                  <a:pt x="127052" y="58695"/>
                </a:lnTo>
                <a:close/>
              </a:path>
              <a:path w="1656079" h="245745">
                <a:moveTo>
                  <a:pt x="127822" y="0"/>
                </a:moveTo>
                <a:lnTo>
                  <a:pt x="0" y="61827"/>
                </a:lnTo>
                <a:lnTo>
                  <a:pt x="126156" y="126988"/>
                </a:lnTo>
                <a:lnTo>
                  <a:pt x="126927" y="68219"/>
                </a:lnTo>
                <a:lnTo>
                  <a:pt x="114241" y="68089"/>
                </a:lnTo>
                <a:lnTo>
                  <a:pt x="114339" y="58566"/>
                </a:lnTo>
                <a:lnTo>
                  <a:pt x="127054" y="58566"/>
                </a:lnTo>
                <a:lnTo>
                  <a:pt x="127822" y="0"/>
                </a:lnTo>
                <a:close/>
              </a:path>
              <a:path w="1656079" h="245745">
                <a:moveTo>
                  <a:pt x="114339" y="58566"/>
                </a:moveTo>
                <a:lnTo>
                  <a:pt x="114241" y="68089"/>
                </a:lnTo>
                <a:lnTo>
                  <a:pt x="126927" y="68219"/>
                </a:lnTo>
                <a:lnTo>
                  <a:pt x="127052" y="58695"/>
                </a:lnTo>
                <a:lnTo>
                  <a:pt x="114339" y="58566"/>
                </a:lnTo>
                <a:close/>
              </a:path>
              <a:path w="1656079" h="245745">
                <a:moveTo>
                  <a:pt x="127054" y="58566"/>
                </a:moveTo>
                <a:lnTo>
                  <a:pt x="114339" y="58566"/>
                </a:lnTo>
                <a:lnTo>
                  <a:pt x="127052" y="58695"/>
                </a:lnTo>
                <a:lnTo>
                  <a:pt x="127054" y="58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605" y="1214628"/>
            <a:ext cx="7543800" cy="446976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622935" indent="-610235">
              <a:lnSpc>
                <a:spcPct val="100000"/>
              </a:lnSpc>
              <a:spcBef>
                <a:spcPts val="1250"/>
              </a:spcBef>
              <a:buSzPct val="96875"/>
              <a:buAutoNum type="arabicPlain"/>
              <a:tabLst>
                <a:tab pos="622935" algn="l"/>
              </a:tabLst>
            </a:pPr>
            <a:r>
              <a:rPr sz="3200" dirty="0">
                <a:latin typeface="宋体"/>
                <a:cs typeface="宋体"/>
              </a:rPr>
              <a:t>首先进行需求确定</a:t>
            </a:r>
            <a:endParaRPr sz="3200">
              <a:latin typeface="宋体"/>
              <a:cs typeface="宋体"/>
            </a:endParaRPr>
          </a:p>
          <a:p>
            <a:pPr marL="622935" indent="-610235">
              <a:lnSpc>
                <a:spcPct val="100000"/>
              </a:lnSpc>
              <a:spcBef>
                <a:spcPts val="1150"/>
              </a:spcBef>
              <a:buSzPct val="96875"/>
              <a:buAutoNum type="arabicPlain"/>
              <a:tabLst>
                <a:tab pos="622935" algn="l"/>
              </a:tabLst>
            </a:pPr>
            <a:r>
              <a:rPr sz="3200" dirty="0">
                <a:latin typeface="宋体"/>
                <a:cs typeface="宋体"/>
              </a:rPr>
              <a:t>建立类图的过程可随时切换到其他活动</a:t>
            </a:r>
            <a:endParaRPr sz="3200">
              <a:latin typeface="宋体"/>
              <a:cs typeface="宋体"/>
            </a:endParaRPr>
          </a:p>
          <a:p>
            <a:pPr marL="622935" indent="-610235">
              <a:lnSpc>
                <a:spcPct val="100000"/>
              </a:lnSpc>
              <a:spcBef>
                <a:spcPts val="1155"/>
              </a:spcBef>
              <a:buSzPct val="96875"/>
              <a:buAutoNum type="arabicPlain"/>
              <a:tabLst>
                <a:tab pos="622935" algn="l"/>
              </a:tabLst>
            </a:pPr>
            <a:r>
              <a:rPr sz="3200" dirty="0">
                <a:latin typeface="宋体"/>
                <a:cs typeface="宋体"/>
              </a:rPr>
              <a:t>行为建模与类图交错进行</a:t>
            </a:r>
            <a:endParaRPr sz="3200">
              <a:latin typeface="宋体"/>
              <a:cs typeface="宋体"/>
            </a:endParaRPr>
          </a:p>
          <a:p>
            <a:pPr marL="622935" indent="-610235">
              <a:lnSpc>
                <a:spcPct val="100000"/>
              </a:lnSpc>
              <a:spcBef>
                <a:spcPts val="1175"/>
              </a:spcBef>
              <a:buSzPct val="96875"/>
              <a:buAutoNum type="arabicPlain"/>
              <a:tabLst>
                <a:tab pos="622935" algn="l"/>
              </a:tabLst>
            </a:pPr>
            <a:r>
              <a:rPr sz="3200" dirty="0">
                <a:latin typeface="宋体"/>
                <a:cs typeface="宋体"/>
              </a:rPr>
              <a:t>详细说明分散在各活动中</a:t>
            </a:r>
            <a:endParaRPr sz="3200">
              <a:latin typeface="宋体"/>
              <a:cs typeface="宋体"/>
            </a:endParaRPr>
          </a:p>
          <a:p>
            <a:pPr marL="622935" indent="-610235">
              <a:lnSpc>
                <a:spcPct val="100000"/>
              </a:lnSpc>
              <a:spcBef>
                <a:spcPts val="1150"/>
              </a:spcBef>
              <a:buSzPct val="96875"/>
              <a:buAutoNum type="arabicPlain"/>
              <a:tabLst>
                <a:tab pos="622935" algn="l"/>
              </a:tabLst>
            </a:pPr>
            <a:r>
              <a:rPr sz="3200" dirty="0">
                <a:latin typeface="宋体"/>
                <a:cs typeface="宋体"/>
              </a:rPr>
              <a:t>对详细说明要审查和补充</a:t>
            </a:r>
            <a:endParaRPr sz="3200">
              <a:latin typeface="宋体"/>
              <a:cs typeface="宋体"/>
            </a:endParaRPr>
          </a:p>
          <a:p>
            <a:pPr marL="622935" indent="-610235">
              <a:lnSpc>
                <a:spcPct val="100000"/>
              </a:lnSpc>
              <a:spcBef>
                <a:spcPts val="1155"/>
              </a:spcBef>
              <a:buSzPct val="96875"/>
              <a:buAutoNum type="arabicPlain"/>
              <a:tabLst>
                <a:tab pos="622935" algn="l"/>
              </a:tabLst>
            </a:pPr>
            <a:r>
              <a:rPr sz="3200" dirty="0">
                <a:latin typeface="宋体"/>
                <a:cs typeface="宋体"/>
              </a:rPr>
              <a:t>原型可以反复地进行</a:t>
            </a:r>
            <a:endParaRPr sz="3200">
              <a:latin typeface="宋体"/>
              <a:cs typeface="宋体"/>
            </a:endParaRPr>
          </a:p>
          <a:p>
            <a:pPr marL="622935" indent="-610235">
              <a:lnSpc>
                <a:spcPct val="100000"/>
              </a:lnSpc>
              <a:spcBef>
                <a:spcPts val="1175"/>
              </a:spcBef>
              <a:buSzPct val="96875"/>
              <a:buAutoNum type="arabicPlain"/>
              <a:tabLst>
                <a:tab pos="622935" algn="l"/>
              </a:tabLst>
            </a:pPr>
            <a:r>
              <a:rPr sz="3200" dirty="0">
                <a:latin typeface="宋体"/>
                <a:cs typeface="宋体"/>
              </a:rPr>
              <a:t>规模较小系统可以省略包图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5669" y="198627"/>
            <a:ext cx="3581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建模过程的建议</a:t>
            </a:r>
            <a:endParaRPr sz="4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7768" y="473963"/>
            <a:ext cx="67481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  <a:r>
              <a:rPr dirty="0">
                <a:latin typeface="Calibri"/>
                <a:cs typeface="Calibri"/>
              </a:rPr>
              <a:t>(</a:t>
            </a:r>
            <a:r>
              <a:rPr spc="-10" dirty="0">
                <a:latin typeface="Calibri"/>
                <a:cs typeface="Calibri"/>
              </a:rPr>
              <a:t>2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4394200" cy="331660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1.</a:t>
            </a:r>
            <a:r>
              <a:rPr sz="3200" spc="-5" dirty="0">
                <a:latin typeface="Calibri"/>
                <a:cs typeface="Calibri"/>
              </a:rPr>
              <a:t> UML</a:t>
            </a:r>
            <a:r>
              <a:rPr sz="3200" dirty="0">
                <a:latin typeface="宋体"/>
                <a:cs typeface="宋体"/>
              </a:rPr>
              <a:t>组成要素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1.1.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宋体"/>
                <a:cs typeface="宋体"/>
              </a:rPr>
              <a:t>基本构造块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1.2. </a:t>
            </a:r>
            <a:r>
              <a:rPr sz="2800" dirty="0">
                <a:latin typeface="宋体"/>
                <a:cs typeface="宋体"/>
              </a:rPr>
              <a:t>规则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1.3. </a:t>
            </a:r>
            <a:r>
              <a:rPr sz="2800" dirty="0">
                <a:latin typeface="宋体"/>
                <a:cs typeface="宋体"/>
              </a:rPr>
              <a:t>公共机制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2.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UML</a:t>
            </a:r>
            <a:r>
              <a:rPr sz="3200" dirty="0">
                <a:latin typeface="宋体"/>
                <a:cs typeface="宋体"/>
              </a:rPr>
              <a:t>模型和建模过程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3. </a:t>
            </a: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用例图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743" y="175259"/>
            <a:ext cx="37484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Use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Case</a:t>
            </a:r>
            <a:r>
              <a:rPr dirty="0"/>
              <a:t>用例图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045" y="1370367"/>
            <a:ext cx="8046084" cy="4291965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8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作用：</a:t>
            </a:r>
            <a:endParaRPr sz="3200">
              <a:latin typeface="宋体"/>
              <a:cs typeface="宋体"/>
            </a:endParaRPr>
          </a:p>
          <a:p>
            <a:pPr marL="1212850" marR="190500" lvl="1" indent="-457200">
              <a:lnSpc>
                <a:spcPct val="125000"/>
              </a:lnSpc>
              <a:spcBef>
                <a:spcPts val="715"/>
              </a:spcBef>
              <a:buClr>
                <a:srgbClr val="C00000"/>
              </a:buClr>
              <a:buSzPct val="78571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Case</a:t>
            </a:r>
            <a:r>
              <a:rPr sz="2800" dirty="0">
                <a:latin typeface="宋体"/>
                <a:cs typeface="宋体"/>
              </a:rPr>
              <a:t>用于对系统的功能及与系统进行交 互的外部事物建模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639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目的：</a:t>
            </a:r>
            <a:endParaRPr sz="3200">
              <a:latin typeface="宋体"/>
              <a:cs typeface="宋体"/>
            </a:endParaRPr>
          </a:p>
          <a:p>
            <a:pPr marL="1212850" marR="5080" lvl="1" indent="-457200">
              <a:lnSpc>
                <a:spcPct val="125200"/>
              </a:lnSpc>
              <a:spcBef>
                <a:spcPts val="825"/>
              </a:spcBef>
              <a:buClr>
                <a:srgbClr val="C00000"/>
              </a:buClr>
              <a:buSzPct val="78571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800" dirty="0">
                <a:latin typeface="宋体"/>
                <a:cs typeface="宋体"/>
              </a:rPr>
              <a:t>通过寻找与系统交互的外部事物，说明他 们与系统如何交互，</a:t>
            </a:r>
            <a:r>
              <a:rPr sz="4125" b="1" spc="127" baseline="1010" dirty="0">
                <a:solidFill>
                  <a:srgbClr val="C00000"/>
                </a:solidFill>
                <a:latin typeface="宋体"/>
                <a:cs typeface="宋体"/>
              </a:rPr>
              <a:t>可以使用户和开发者， </a:t>
            </a:r>
            <a:r>
              <a:rPr sz="2750" b="1" spc="85" dirty="0">
                <a:solidFill>
                  <a:srgbClr val="C00000"/>
                </a:solidFill>
                <a:latin typeface="宋体"/>
                <a:cs typeface="宋体"/>
              </a:rPr>
              <a:t>对系统的理解达成共识</a:t>
            </a:r>
            <a:endParaRPr sz="27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0112" y="1628775"/>
            <a:ext cx="287655" cy="297180"/>
          </a:xfrm>
          <a:custGeom>
            <a:avLst/>
            <a:gdLst/>
            <a:ahLst/>
            <a:cxnLst/>
            <a:rect l="l" t="t" r="r" b="b"/>
            <a:pathLst>
              <a:path w="287655" h="297180">
                <a:moveTo>
                  <a:pt x="0" y="148431"/>
                </a:moveTo>
                <a:lnTo>
                  <a:pt x="7324" y="101515"/>
                </a:lnTo>
                <a:lnTo>
                  <a:pt x="27719" y="60769"/>
                </a:lnTo>
                <a:lnTo>
                  <a:pt x="58819" y="28638"/>
                </a:lnTo>
                <a:lnTo>
                  <a:pt x="98258" y="7567"/>
                </a:lnTo>
                <a:lnTo>
                  <a:pt x="143668" y="0"/>
                </a:lnTo>
                <a:lnTo>
                  <a:pt x="189078" y="7567"/>
                </a:lnTo>
                <a:lnTo>
                  <a:pt x="228517" y="28638"/>
                </a:lnTo>
                <a:lnTo>
                  <a:pt x="259617" y="60769"/>
                </a:lnTo>
                <a:lnTo>
                  <a:pt x="280012" y="101515"/>
                </a:lnTo>
                <a:lnTo>
                  <a:pt x="287337" y="148431"/>
                </a:lnTo>
                <a:lnTo>
                  <a:pt x="280012" y="195347"/>
                </a:lnTo>
                <a:lnTo>
                  <a:pt x="259617" y="236093"/>
                </a:lnTo>
                <a:lnTo>
                  <a:pt x="228517" y="268224"/>
                </a:lnTo>
                <a:lnTo>
                  <a:pt x="189078" y="289295"/>
                </a:lnTo>
                <a:lnTo>
                  <a:pt x="143668" y="296863"/>
                </a:lnTo>
                <a:lnTo>
                  <a:pt x="98258" y="289295"/>
                </a:lnTo>
                <a:lnTo>
                  <a:pt x="58819" y="268224"/>
                </a:lnTo>
                <a:lnTo>
                  <a:pt x="27719" y="236093"/>
                </a:lnTo>
                <a:lnTo>
                  <a:pt x="7324" y="195347"/>
                </a:lnTo>
                <a:lnTo>
                  <a:pt x="0" y="1484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0112" y="20447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2987" y="1916112"/>
            <a:ext cx="0" cy="225425"/>
          </a:xfrm>
          <a:custGeom>
            <a:avLst/>
            <a:gdLst/>
            <a:ahLst/>
            <a:cxnLst/>
            <a:rect l="l" t="t" r="r" b="b"/>
            <a:pathLst>
              <a:path h="225425">
                <a:moveTo>
                  <a:pt x="0" y="0"/>
                </a:moveTo>
                <a:lnTo>
                  <a:pt x="1" y="2254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8050" y="2112962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15240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2512" y="21209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0"/>
                </a:moveTo>
                <a:lnTo>
                  <a:pt x="15240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1187" y="2622232"/>
            <a:ext cx="1065213" cy="377825"/>
          </a:xfrm>
          <a:custGeom>
            <a:avLst/>
            <a:gdLst/>
            <a:ahLst/>
            <a:cxnLst/>
            <a:rect l="l" t="t" r="r" b="b"/>
            <a:pathLst>
              <a:path w="1079500" h="377825">
                <a:moveTo>
                  <a:pt x="0" y="188912"/>
                </a:moveTo>
                <a:lnTo>
                  <a:pt x="16484" y="142397"/>
                </a:lnTo>
                <a:lnTo>
                  <a:pt x="63240" y="100103"/>
                </a:lnTo>
                <a:lnTo>
                  <a:pt x="96705" y="80982"/>
                </a:lnTo>
                <a:lnTo>
                  <a:pt x="136220" y="63448"/>
                </a:lnTo>
                <a:lnTo>
                  <a:pt x="181280" y="47677"/>
                </a:lnTo>
                <a:lnTo>
                  <a:pt x="231379" y="33846"/>
                </a:lnTo>
                <a:lnTo>
                  <a:pt x="286010" y="22134"/>
                </a:lnTo>
                <a:lnTo>
                  <a:pt x="344669" y="12715"/>
                </a:lnTo>
                <a:lnTo>
                  <a:pt x="406849" y="5769"/>
                </a:lnTo>
                <a:lnTo>
                  <a:pt x="472044" y="1471"/>
                </a:lnTo>
                <a:lnTo>
                  <a:pt x="539750" y="0"/>
                </a:lnTo>
                <a:lnTo>
                  <a:pt x="607455" y="1471"/>
                </a:lnTo>
                <a:lnTo>
                  <a:pt x="672650" y="5769"/>
                </a:lnTo>
                <a:lnTo>
                  <a:pt x="734830" y="12715"/>
                </a:lnTo>
                <a:lnTo>
                  <a:pt x="793489" y="22134"/>
                </a:lnTo>
                <a:lnTo>
                  <a:pt x="848120" y="33846"/>
                </a:lnTo>
                <a:lnTo>
                  <a:pt x="898219" y="47677"/>
                </a:lnTo>
                <a:lnTo>
                  <a:pt x="943279" y="63448"/>
                </a:lnTo>
                <a:lnTo>
                  <a:pt x="982794" y="80982"/>
                </a:lnTo>
                <a:lnTo>
                  <a:pt x="1016259" y="100103"/>
                </a:lnTo>
                <a:lnTo>
                  <a:pt x="1063015" y="142397"/>
                </a:lnTo>
                <a:lnTo>
                  <a:pt x="1079500" y="188912"/>
                </a:lnTo>
                <a:lnTo>
                  <a:pt x="1075294" y="212609"/>
                </a:lnTo>
                <a:lnTo>
                  <a:pt x="1043168" y="257190"/>
                </a:lnTo>
                <a:lnTo>
                  <a:pt x="982794" y="296842"/>
                </a:lnTo>
                <a:lnTo>
                  <a:pt x="943279" y="314376"/>
                </a:lnTo>
                <a:lnTo>
                  <a:pt x="898219" y="330147"/>
                </a:lnTo>
                <a:lnTo>
                  <a:pt x="848120" y="343978"/>
                </a:lnTo>
                <a:lnTo>
                  <a:pt x="793489" y="355690"/>
                </a:lnTo>
                <a:lnTo>
                  <a:pt x="734830" y="365109"/>
                </a:lnTo>
                <a:lnTo>
                  <a:pt x="672650" y="372055"/>
                </a:lnTo>
                <a:lnTo>
                  <a:pt x="607455" y="376353"/>
                </a:lnTo>
                <a:lnTo>
                  <a:pt x="539750" y="377825"/>
                </a:lnTo>
                <a:lnTo>
                  <a:pt x="472044" y="376353"/>
                </a:lnTo>
                <a:lnTo>
                  <a:pt x="406849" y="372055"/>
                </a:lnTo>
                <a:lnTo>
                  <a:pt x="344669" y="365109"/>
                </a:lnTo>
                <a:lnTo>
                  <a:pt x="286010" y="355690"/>
                </a:lnTo>
                <a:lnTo>
                  <a:pt x="231379" y="343978"/>
                </a:lnTo>
                <a:lnTo>
                  <a:pt x="181280" y="330147"/>
                </a:lnTo>
                <a:lnTo>
                  <a:pt x="136220" y="314376"/>
                </a:lnTo>
                <a:lnTo>
                  <a:pt x="96705" y="296842"/>
                </a:lnTo>
                <a:lnTo>
                  <a:pt x="63240" y="277721"/>
                </a:lnTo>
                <a:lnTo>
                  <a:pt x="16484" y="235427"/>
                </a:lnTo>
                <a:lnTo>
                  <a:pt x="0" y="1889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7050" y="3848100"/>
            <a:ext cx="1323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《</a:t>
            </a:r>
            <a:r>
              <a:rPr sz="2000" spc="5" dirty="0">
                <a:latin typeface="Tahoma"/>
                <a:cs typeface="Tahoma"/>
              </a:rPr>
              <a:t>i</a:t>
            </a:r>
            <a:r>
              <a:rPr sz="2000" spc="-5" dirty="0">
                <a:latin typeface="Tahoma"/>
                <a:cs typeface="Tahoma"/>
              </a:rPr>
              <a:t>n</a:t>
            </a:r>
            <a:r>
              <a:rPr sz="2000" dirty="0">
                <a:latin typeface="Tahoma"/>
                <a:cs typeface="Tahoma"/>
              </a:rPr>
              <a:t>c</a:t>
            </a:r>
            <a:r>
              <a:rPr sz="2000" spc="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u</a:t>
            </a:r>
            <a:r>
              <a:rPr sz="2000" spc="-10" dirty="0">
                <a:latin typeface="Tahoma"/>
                <a:cs typeface="Tahoma"/>
              </a:rPr>
              <a:t>d</a:t>
            </a:r>
            <a:r>
              <a:rPr sz="2000" spc="-5" dirty="0">
                <a:latin typeface="Tahoma"/>
                <a:cs typeface="Tahoma"/>
              </a:rPr>
              <a:t>e</a:t>
            </a:r>
            <a:r>
              <a:rPr sz="2000" dirty="0">
                <a:latin typeface="宋体"/>
                <a:cs typeface="宋体"/>
              </a:rPr>
              <a:t>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8487" y="4567428"/>
            <a:ext cx="1292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《</a:t>
            </a:r>
            <a:r>
              <a:rPr sz="2000" spc="-5" dirty="0">
                <a:latin typeface="Tahoma"/>
                <a:cs typeface="Tahoma"/>
              </a:rPr>
              <a:t>ex</a:t>
            </a:r>
            <a:r>
              <a:rPr sz="2000" spc="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end</a:t>
            </a:r>
            <a:r>
              <a:rPr sz="2000" dirty="0">
                <a:latin typeface="宋体"/>
                <a:cs typeface="宋体"/>
              </a:rPr>
              <a:t>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458364" y="86868"/>
            <a:ext cx="380872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Use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case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/>
              <a:t>图元素</a:t>
            </a:r>
          </a:p>
        </p:txBody>
      </p:sp>
      <p:sp>
        <p:nvSpPr>
          <p:cNvPr id="11" name="object 11"/>
          <p:cNvSpPr/>
          <p:nvPr/>
        </p:nvSpPr>
        <p:spPr>
          <a:xfrm>
            <a:off x="684212" y="3429000"/>
            <a:ext cx="1152525" cy="0"/>
          </a:xfrm>
          <a:custGeom>
            <a:avLst/>
            <a:gdLst/>
            <a:ahLst/>
            <a:cxnLst/>
            <a:rect l="l" t="t" r="r" b="b"/>
            <a:pathLst>
              <a:path w="1152525">
                <a:moveTo>
                  <a:pt x="0" y="0"/>
                </a:moveTo>
                <a:lnTo>
                  <a:pt x="1152525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1187" y="4122158"/>
            <a:ext cx="1297305" cy="137795"/>
          </a:xfrm>
          <a:custGeom>
            <a:avLst/>
            <a:gdLst/>
            <a:ahLst/>
            <a:cxnLst/>
            <a:rect l="l" t="t" r="r" b="b"/>
            <a:pathLst>
              <a:path w="1297305" h="137795">
                <a:moveTo>
                  <a:pt x="38100" y="64079"/>
                </a:moveTo>
                <a:lnTo>
                  <a:pt x="0" y="64079"/>
                </a:lnTo>
                <a:lnTo>
                  <a:pt x="0" y="73604"/>
                </a:lnTo>
                <a:lnTo>
                  <a:pt x="38100" y="73604"/>
                </a:lnTo>
                <a:lnTo>
                  <a:pt x="38100" y="64079"/>
                </a:lnTo>
                <a:close/>
              </a:path>
              <a:path w="1297305" h="137795">
                <a:moveTo>
                  <a:pt x="104775" y="64079"/>
                </a:moveTo>
                <a:lnTo>
                  <a:pt x="66675" y="64079"/>
                </a:lnTo>
                <a:lnTo>
                  <a:pt x="66675" y="73604"/>
                </a:lnTo>
                <a:lnTo>
                  <a:pt x="104775" y="73604"/>
                </a:lnTo>
                <a:lnTo>
                  <a:pt x="104775" y="64079"/>
                </a:lnTo>
                <a:close/>
              </a:path>
              <a:path w="1297305" h="137795">
                <a:moveTo>
                  <a:pt x="171450" y="64079"/>
                </a:moveTo>
                <a:lnTo>
                  <a:pt x="133350" y="64079"/>
                </a:lnTo>
                <a:lnTo>
                  <a:pt x="133350" y="73604"/>
                </a:lnTo>
                <a:lnTo>
                  <a:pt x="171450" y="73604"/>
                </a:lnTo>
                <a:lnTo>
                  <a:pt x="171450" y="64079"/>
                </a:lnTo>
                <a:close/>
              </a:path>
              <a:path w="1297305" h="137795">
                <a:moveTo>
                  <a:pt x="238125" y="64079"/>
                </a:moveTo>
                <a:lnTo>
                  <a:pt x="200025" y="64079"/>
                </a:lnTo>
                <a:lnTo>
                  <a:pt x="200025" y="73604"/>
                </a:lnTo>
                <a:lnTo>
                  <a:pt x="238125" y="73604"/>
                </a:lnTo>
                <a:lnTo>
                  <a:pt x="238125" y="64079"/>
                </a:lnTo>
                <a:close/>
              </a:path>
              <a:path w="1297305" h="137795">
                <a:moveTo>
                  <a:pt x="304800" y="64079"/>
                </a:moveTo>
                <a:lnTo>
                  <a:pt x="266700" y="64079"/>
                </a:lnTo>
                <a:lnTo>
                  <a:pt x="266700" y="73604"/>
                </a:lnTo>
                <a:lnTo>
                  <a:pt x="304800" y="73604"/>
                </a:lnTo>
                <a:lnTo>
                  <a:pt x="304800" y="64079"/>
                </a:lnTo>
                <a:close/>
              </a:path>
              <a:path w="1297305" h="137795">
                <a:moveTo>
                  <a:pt x="371475" y="64079"/>
                </a:moveTo>
                <a:lnTo>
                  <a:pt x="333375" y="64079"/>
                </a:lnTo>
                <a:lnTo>
                  <a:pt x="333375" y="73604"/>
                </a:lnTo>
                <a:lnTo>
                  <a:pt x="371475" y="73604"/>
                </a:lnTo>
                <a:lnTo>
                  <a:pt x="371475" y="64079"/>
                </a:lnTo>
                <a:close/>
              </a:path>
              <a:path w="1297305" h="137795">
                <a:moveTo>
                  <a:pt x="438150" y="64079"/>
                </a:moveTo>
                <a:lnTo>
                  <a:pt x="400050" y="64079"/>
                </a:lnTo>
                <a:lnTo>
                  <a:pt x="400050" y="73604"/>
                </a:lnTo>
                <a:lnTo>
                  <a:pt x="438150" y="73604"/>
                </a:lnTo>
                <a:lnTo>
                  <a:pt x="438150" y="64079"/>
                </a:lnTo>
                <a:close/>
              </a:path>
              <a:path w="1297305" h="137795">
                <a:moveTo>
                  <a:pt x="504825" y="64079"/>
                </a:moveTo>
                <a:lnTo>
                  <a:pt x="466725" y="64079"/>
                </a:lnTo>
                <a:lnTo>
                  <a:pt x="466725" y="73604"/>
                </a:lnTo>
                <a:lnTo>
                  <a:pt x="504825" y="73604"/>
                </a:lnTo>
                <a:lnTo>
                  <a:pt x="504825" y="64079"/>
                </a:lnTo>
                <a:close/>
              </a:path>
              <a:path w="1297305" h="137795">
                <a:moveTo>
                  <a:pt x="571500" y="64079"/>
                </a:moveTo>
                <a:lnTo>
                  <a:pt x="533400" y="64079"/>
                </a:lnTo>
                <a:lnTo>
                  <a:pt x="533400" y="73604"/>
                </a:lnTo>
                <a:lnTo>
                  <a:pt x="571500" y="73604"/>
                </a:lnTo>
                <a:lnTo>
                  <a:pt x="571500" y="64079"/>
                </a:lnTo>
                <a:close/>
              </a:path>
              <a:path w="1297305" h="137795">
                <a:moveTo>
                  <a:pt x="638175" y="64079"/>
                </a:moveTo>
                <a:lnTo>
                  <a:pt x="600075" y="64079"/>
                </a:lnTo>
                <a:lnTo>
                  <a:pt x="600075" y="73604"/>
                </a:lnTo>
                <a:lnTo>
                  <a:pt x="638175" y="73604"/>
                </a:lnTo>
                <a:lnTo>
                  <a:pt x="638175" y="64079"/>
                </a:lnTo>
                <a:close/>
              </a:path>
              <a:path w="1297305" h="137795">
                <a:moveTo>
                  <a:pt x="704849" y="64079"/>
                </a:moveTo>
                <a:lnTo>
                  <a:pt x="666749" y="64079"/>
                </a:lnTo>
                <a:lnTo>
                  <a:pt x="666749" y="73604"/>
                </a:lnTo>
                <a:lnTo>
                  <a:pt x="704849" y="73604"/>
                </a:lnTo>
                <a:lnTo>
                  <a:pt x="704849" y="64079"/>
                </a:lnTo>
                <a:close/>
              </a:path>
              <a:path w="1297305" h="137795">
                <a:moveTo>
                  <a:pt x="771524" y="64079"/>
                </a:moveTo>
                <a:lnTo>
                  <a:pt x="733424" y="64079"/>
                </a:lnTo>
                <a:lnTo>
                  <a:pt x="733424" y="73604"/>
                </a:lnTo>
                <a:lnTo>
                  <a:pt x="771524" y="73604"/>
                </a:lnTo>
                <a:lnTo>
                  <a:pt x="771524" y="64079"/>
                </a:lnTo>
                <a:close/>
              </a:path>
              <a:path w="1297305" h="137795">
                <a:moveTo>
                  <a:pt x="838199" y="64079"/>
                </a:moveTo>
                <a:lnTo>
                  <a:pt x="800099" y="64079"/>
                </a:lnTo>
                <a:lnTo>
                  <a:pt x="800099" y="73604"/>
                </a:lnTo>
                <a:lnTo>
                  <a:pt x="838199" y="73604"/>
                </a:lnTo>
                <a:lnTo>
                  <a:pt x="838199" y="64079"/>
                </a:lnTo>
                <a:close/>
              </a:path>
              <a:path w="1297305" h="137795">
                <a:moveTo>
                  <a:pt x="904874" y="64079"/>
                </a:moveTo>
                <a:lnTo>
                  <a:pt x="866774" y="64079"/>
                </a:lnTo>
                <a:lnTo>
                  <a:pt x="866774" y="73604"/>
                </a:lnTo>
                <a:lnTo>
                  <a:pt x="904874" y="73604"/>
                </a:lnTo>
                <a:lnTo>
                  <a:pt x="904874" y="64079"/>
                </a:lnTo>
                <a:close/>
              </a:path>
              <a:path w="1297305" h="137795">
                <a:moveTo>
                  <a:pt x="933449" y="64079"/>
                </a:moveTo>
                <a:lnTo>
                  <a:pt x="933449" y="73604"/>
                </a:lnTo>
                <a:lnTo>
                  <a:pt x="971549" y="73605"/>
                </a:lnTo>
                <a:lnTo>
                  <a:pt x="971549" y="64080"/>
                </a:lnTo>
                <a:lnTo>
                  <a:pt x="933449" y="64079"/>
                </a:lnTo>
                <a:close/>
              </a:path>
              <a:path w="1297305" h="137795">
                <a:moveTo>
                  <a:pt x="1038224" y="64080"/>
                </a:moveTo>
                <a:lnTo>
                  <a:pt x="1000124" y="64080"/>
                </a:lnTo>
                <a:lnTo>
                  <a:pt x="1000124" y="73605"/>
                </a:lnTo>
                <a:lnTo>
                  <a:pt x="1038224" y="73605"/>
                </a:lnTo>
                <a:lnTo>
                  <a:pt x="1038224" y="64080"/>
                </a:lnTo>
                <a:close/>
              </a:path>
              <a:path w="1297305" h="137795">
                <a:moveTo>
                  <a:pt x="1104899" y="64080"/>
                </a:moveTo>
                <a:lnTo>
                  <a:pt x="1066799" y="64080"/>
                </a:lnTo>
                <a:lnTo>
                  <a:pt x="1066799" y="73605"/>
                </a:lnTo>
                <a:lnTo>
                  <a:pt x="1104899" y="73605"/>
                </a:lnTo>
                <a:lnTo>
                  <a:pt x="1104899" y="64080"/>
                </a:lnTo>
                <a:close/>
              </a:path>
              <a:path w="1297305" h="137795">
                <a:moveTo>
                  <a:pt x="1171574" y="64080"/>
                </a:moveTo>
                <a:lnTo>
                  <a:pt x="1133474" y="64080"/>
                </a:lnTo>
                <a:lnTo>
                  <a:pt x="1133474" y="73605"/>
                </a:lnTo>
                <a:lnTo>
                  <a:pt x="1171574" y="73605"/>
                </a:lnTo>
                <a:lnTo>
                  <a:pt x="1171574" y="64080"/>
                </a:lnTo>
                <a:close/>
              </a:path>
              <a:path w="1297305" h="137795">
                <a:moveTo>
                  <a:pt x="1282117" y="68842"/>
                </a:moveTo>
                <a:lnTo>
                  <a:pt x="1208287" y="130368"/>
                </a:lnTo>
                <a:lnTo>
                  <a:pt x="1208014" y="133370"/>
                </a:lnTo>
                <a:lnTo>
                  <a:pt x="1211382" y="137411"/>
                </a:lnTo>
                <a:lnTo>
                  <a:pt x="1214386" y="137684"/>
                </a:lnTo>
                <a:lnTo>
                  <a:pt x="1291282" y="73605"/>
                </a:lnTo>
                <a:lnTo>
                  <a:pt x="1289558" y="73605"/>
                </a:lnTo>
                <a:lnTo>
                  <a:pt x="1289558" y="72501"/>
                </a:lnTo>
                <a:lnTo>
                  <a:pt x="1286508" y="72501"/>
                </a:lnTo>
                <a:lnTo>
                  <a:pt x="1282117" y="68842"/>
                </a:lnTo>
                <a:close/>
              </a:path>
              <a:path w="1297305" h="137795">
                <a:moveTo>
                  <a:pt x="1238249" y="64080"/>
                </a:moveTo>
                <a:lnTo>
                  <a:pt x="1200149" y="64080"/>
                </a:lnTo>
                <a:lnTo>
                  <a:pt x="1200149" y="73605"/>
                </a:lnTo>
                <a:lnTo>
                  <a:pt x="1238249" y="73605"/>
                </a:lnTo>
                <a:lnTo>
                  <a:pt x="1238249" y="64080"/>
                </a:lnTo>
                <a:close/>
              </a:path>
              <a:path w="1297305" h="137795">
                <a:moveTo>
                  <a:pt x="1276402" y="64080"/>
                </a:moveTo>
                <a:lnTo>
                  <a:pt x="1266824" y="64080"/>
                </a:lnTo>
                <a:lnTo>
                  <a:pt x="1266824" y="73605"/>
                </a:lnTo>
                <a:lnTo>
                  <a:pt x="1276402" y="73605"/>
                </a:lnTo>
                <a:lnTo>
                  <a:pt x="1282117" y="68842"/>
                </a:lnTo>
                <a:lnTo>
                  <a:pt x="1276402" y="64080"/>
                </a:lnTo>
                <a:close/>
              </a:path>
              <a:path w="1297305" h="137795">
                <a:moveTo>
                  <a:pt x="1291282" y="64080"/>
                </a:moveTo>
                <a:lnTo>
                  <a:pt x="1289558" y="64080"/>
                </a:lnTo>
                <a:lnTo>
                  <a:pt x="1289558" y="73605"/>
                </a:lnTo>
                <a:lnTo>
                  <a:pt x="1291282" y="73605"/>
                </a:lnTo>
                <a:lnTo>
                  <a:pt x="1296997" y="68842"/>
                </a:lnTo>
                <a:lnTo>
                  <a:pt x="1291282" y="64080"/>
                </a:lnTo>
                <a:close/>
              </a:path>
              <a:path w="1297305" h="137795">
                <a:moveTo>
                  <a:pt x="1286508" y="65184"/>
                </a:moveTo>
                <a:lnTo>
                  <a:pt x="1282117" y="68842"/>
                </a:lnTo>
                <a:lnTo>
                  <a:pt x="1286508" y="72501"/>
                </a:lnTo>
                <a:lnTo>
                  <a:pt x="1286508" y="65184"/>
                </a:lnTo>
                <a:close/>
              </a:path>
              <a:path w="1297305" h="137795">
                <a:moveTo>
                  <a:pt x="1289558" y="65184"/>
                </a:moveTo>
                <a:lnTo>
                  <a:pt x="1286508" y="65184"/>
                </a:lnTo>
                <a:lnTo>
                  <a:pt x="1286508" y="72501"/>
                </a:lnTo>
                <a:lnTo>
                  <a:pt x="1289558" y="72501"/>
                </a:lnTo>
                <a:lnTo>
                  <a:pt x="1289558" y="65184"/>
                </a:lnTo>
                <a:close/>
              </a:path>
              <a:path w="1297305" h="137795">
                <a:moveTo>
                  <a:pt x="1214386" y="0"/>
                </a:moveTo>
                <a:lnTo>
                  <a:pt x="1211382" y="273"/>
                </a:lnTo>
                <a:lnTo>
                  <a:pt x="1208014" y="4314"/>
                </a:lnTo>
                <a:lnTo>
                  <a:pt x="1208287" y="7317"/>
                </a:lnTo>
                <a:lnTo>
                  <a:pt x="1282117" y="68842"/>
                </a:lnTo>
                <a:lnTo>
                  <a:pt x="1286508" y="65184"/>
                </a:lnTo>
                <a:lnTo>
                  <a:pt x="1289558" y="65184"/>
                </a:lnTo>
                <a:lnTo>
                  <a:pt x="1289558" y="64080"/>
                </a:lnTo>
                <a:lnTo>
                  <a:pt x="1291282" y="64080"/>
                </a:lnTo>
                <a:lnTo>
                  <a:pt x="12143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1178" y="4827008"/>
            <a:ext cx="1296035" cy="137795"/>
          </a:xfrm>
          <a:custGeom>
            <a:avLst/>
            <a:gdLst/>
            <a:ahLst/>
            <a:cxnLst/>
            <a:rect l="l" t="t" r="r" b="b"/>
            <a:pathLst>
              <a:path w="1296035" h="137795">
                <a:moveTo>
                  <a:pt x="1295409" y="64079"/>
                </a:moveTo>
                <a:lnTo>
                  <a:pt x="1257309" y="64079"/>
                </a:lnTo>
                <a:lnTo>
                  <a:pt x="1257309" y="73604"/>
                </a:lnTo>
                <a:lnTo>
                  <a:pt x="1295409" y="73604"/>
                </a:lnTo>
                <a:lnTo>
                  <a:pt x="1295409" y="64079"/>
                </a:lnTo>
                <a:close/>
              </a:path>
              <a:path w="1296035" h="137795">
                <a:moveTo>
                  <a:pt x="1228734" y="64079"/>
                </a:moveTo>
                <a:lnTo>
                  <a:pt x="1190634" y="64079"/>
                </a:lnTo>
                <a:lnTo>
                  <a:pt x="1190634" y="73604"/>
                </a:lnTo>
                <a:lnTo>
                  <a:pt x="1228734" y="73604"/>
                </a:lnTo>
                <a:lnTo>
                  <a:pt x="1228734" y="64079"/>
                </a:lnTo>
                <a:close/>
              </a:path>
              <a:path w="1296035" h="137795">
                <a:moveTo>
                  <a:pt x="1162059" y="64079"/>
                </a:moveTo>
                <a:lnTo>
                  <a:pt x="1123959" y="64079"/>
                </a:lnTo>
                <a:lnTo>
                  <a:pt x="1123959" y="73604"/>
                </a:lnTo>
                <a:lnTo>
                  <a:pt x="1162059" y="73604"/>
                </a:lnTo>
                <a:lnTo>
                  <a:pt x="1162059" y="64079"/>
                </a:lnTo>
                <a:close/>
              </a:path>
              <a:path w="1296035" h="137795">
                <a:moveTo>
                  <a:pt x="1095384" y="64079"/>
                </a:moveTo>
                <a:lnTo>
                  <a:pt x="1057284" y="64079"/>
                </a:lnTo>
                <a:lnTo>
                  <a:pt x="1057284" y="73604"/>
                </a:lnTo>
                <a:lnTo>
                  <a:pt x="1095384" y="73604"/>
                </a:lnTo>
                <a:lnTo>
                  <a:pt x="1095384" y="64079"/>
                </a:lnTo>
                <a:close/>
              </a:path>
              <a:path w="1296035" h="137795">
                <a:moveTo>
                  <a:pt x="1028709" y="64079"/>
                </a:moveTo>
                <a:lnTo>
                  <a:pt x="990609" y="64079"/>
                </a:lnTo>
                <a:lnTo>
                  <a:pt x="990609" y="73604"/>
                </a:lnTo>
                <a:lnTo>
                  <a:pt x="1028709" y="73604"/>
                </a:lnTo>
                <a:lnTo>
                  <a:pt x="1028709" y="64079"/>
                </a:lnTo>
                <a:close/>
              </a:path>
              <a:path w="1296035" h="137795">
                <a:moveTo>
                  <a:pt x="962034" y="64079"/>
                </a:moveTo>
                <a:lnTo>
                  <a:pt x="923934" y="64079"/>
                </a:lnTo>
                <a:lnTo>
                  <a:pt x="923934" y="73604"/>
                </a:lnTo>
                <a:lnTo>
                  <a:pt x="962034" y="73604"/>
                </a:lnTo>
                <a:lnTo>
                  <a:pt x="962034" y="64079"/>
                </a:lnTo>
                <a:close/>
              </a:path>
              <a:path w="1296035" h="137795">
                <a:moveTo>
                  <a:pt x="895359" y="64079"/>
                </a:moveTo>
                <a:lnTo>
                  <a:pt x="857259" y="64079"/>
                </a:lnTo>
                <a:lnTo>
                  <a:pt x="857259" y="73604"/>
                </a:lnTo>
                <a:lnTo>
                  <a:pt x="895359" y="73604"/>
                </a:lnTo>
                <a:lnTo>
                  <a:pt x="895359" y="64079"/>
                </a:lnTo>
                <a:close/>
              </a:path>
              <a:path w="1296035" h="137795">
                <a:moveTo>
                  <a:pt x="828684" y="64079"/>
                </a:moveTo>
                <a:lnTo>
                  <a:pt x="790584" y="64079"/>
                </a:lnTo>
                <a:lnTo>
                  <a:pt x="790584" y="73604"/>
                </a:lnTo>
                <a:lnTo>
                  <a:pt x="828684" y="73604"/>
                </a:lnTo>
                <a:lnTo>
                  <a:pt x="828684" y="64079"/>
                </a:lnTo>
                <a:close/>
              </a:path>
              <a:path w="1296035" h="137795">
                <a:moveTo>
                  <a:pt x="762009" y="64079"/>
                </a:moveTo>
                <a:lnTo>
                  <a:pt x="723909" y="64079"/>
                </a:lnTo>
                <a:lnTo>
                  <a:pt x="723909" y="73604"/>
                </a:lnTo>
                <a:lnTo>
                  <a:pt x="762009" y="73604"/>
                </a:lnTo>
                <a:lnTo>
                  <a:pt x="762009" y="64079"/>
                </a:lnTo>
                <a:close/>
              </a:path>
              <a:path w="1296035" h="137795">
                <a:moveTo>
                  <a:pt x="695334" y="64079"/>
                </a:moveTo>
                <a:lnTo>
                  <a:pt x="657234" y="64079"/>
                </a:lnTo>
                <a:lnTo>
                  <a:pt x="657234" y="73604"/>
                </a:lnTo>
                <a:lnTo>
                  <a:pt x="695334" y="73604"/>
                </a:lnTo>
                <a:lnTo>
                  <a:pt x="695334" y="64079"/>
                </a:lnTo>
                <a:close/>
              </a:path>
              <a:path w="1296035" h="137795">
                <a:moveTo>
                  <a:pt x="628659" y="64079"/>
                </a:moveTo>
                <a:lnTo>
                  <a:pt x="590559" y="64079"/>
                </a:lnTo>
                <a:lnTo>
                  <a:pt x="590559" y="73604"/>
                </a:lnTo>
                <a:lnTo>
                  <a:pt x="628659" y="73604"/>
                </a:lnTo>
                <a:lnTo>
                  <a:pt x="628659" y="64079"/>
                </a:lnTo>
                <a:close/>
              </a:path>
              <a:path w="1296035" h="137795">
                <a:moveTo>
                  <a:pt x="561984" y="64079"/>
                </a:moveTo>
                <a:lnTo>
                  <a:pt x="523884" y="64079"/>
                </a:lnTo>
                <a:lnTo>
                  <a:pt x="523884" y="73604"/>
                </a:lnTo>
                <a:lnTo>
                  <a:pt x="561984" y="73604"/>
                </a:lnTo>
                <a:lnTo>
                  <a:pt x="561984" y="64079"/>
                </a:lnTo>
                <a:close/>
              </a:path>
              <a:path w="1296035" h="137795">
                <a:moveTo>
                  <a:pt x="495309" y="64079"/>
                </a:moveTo>
                <a:lnTo>
                  <a:pt x="457209" y="64079"/>
                </a:lnTo>
                <a:lnTo>
                  <a:pt x="457209" y="73604"/>
                </a:lnTo>
                <a:lnTo>
                  <a:pt x="495309" y="73604"/>
                </a:lnTo>
                <a:lnTo>
                  <a:pt x="495309" y="64079"/>
                </a:lnTo>
                <a:close/>
              </a:path>
              <a:path w="1296035" h="137795">
                <a:moveTo>
                  <a:pt x="428634" y="64079"/>
                </a:moveTo>
                <a:lnTo>
                  <a:pt x="390534" y="64079"/>
                </a:lnTo>
                <a:lnTo>
                  <a:pt x="390534" y="73604"/>
                </a:lnTo>
                <a:lnTo>
                  <a:pt x="428634" y="73604"/>
                </a:lnTo>
                <a:lnTo>
                  <a:pt x="428634" y="64079"/>
                </a:lnTo>
                <a:close/>
              </a:path>
              <a:path w="1296035" h="137795">
                <a:moveTo>
                  <a:pt x="361959" y="64079"/>
                </a:moveTo>
                <a:lnTo>
                  <a:pt x="323859" y="64080"/>
                </a:lnTo>
                <a:lnTo>
                  <a:pt x="323859" y="73605"/>
                </a:lnTo>
                <a:lnTo>
                  <a:pt x="361959" y="73604"/>
                </a:lnTo>
                <a:lnTo>
                  <a:pt x="361959" y="64079"/>
                </a:lnTo>
                <a:close/>
              </a:path>
              <a:path w="1296035" h="137795">
                <a:moveTo>
                  <a:pt x="295284" y="64080"/>
                </a:moveTo>
                <a:lnTo>
                  <a:pt x="257184" y="64080"/>
                </a:lnTo>
                <a:lnTo>
                  <a:pt x="257184" y="73605"/>
                </a:lnTo>
                <a:lnTo>
                  <a:pt x="295284" y="73605"/>
                </a:lnTo>
                <a:lnTo>
                  <a:pt x="295284" y="64080"/>
                </a:lnTo>
                <a:close/>
              </a:path>
              <a:path w="1296035" h="137795">
                <a:moveTo>
                  <a:pt x="228609" y="64080"/>
                </a:moveTo>
                <a:lnTo>
                  <a:pt x="190509" y="64080"/>
                </a:lnTo>
                <a:lnTo>
                  <a:pt x="190509" y="73605"/>
                </a:lnTo>
                <a:lnTo>
                  <a:pt x="228609" y="73605"/>
                </a:lnTo>
                <a:lnTo>
                  <a:pt x="228609" y="64080"/>
                </a:lnTo>
                <a:close/>
              </a:path>
              <a:path w="1296035" h="137795">
                <a:moveTo>
                  <a:pt x="161934" y="64080"/>
                </a:moveTo>
                <a:lnTo>
                  <a:pt x="123834" y="64080"/>
                </a:lnTo>
                <a:lnTo>
                  <a:pt x="123834" y="73605"/>
                </a:lnTo>
                <a:lnTo>
                  <a:pt x="161934" y="73605"/>
                </a:lnTo>
                <a:lnTo>
                  <a:pt x="161934" y="64080"/>
                </a:lnTo>
                <a:close/>
              </a:path>
              <a:path w="1296035" h="137795">
                <a:moveTo>
                  <a:pt x="82610" y="0"/>
                </a:moveTo>
                <a:lnTo>
                  <a:pt x="0" y="68842"/>
                </a:lnTo>
                <a:lnTo>
                  <a:pt x="82610" y="137684"/>
                </a:lnTo>
                <a:lnTo>
                  <a:pt x="85614" y="137411"/>
                </a:lnTo>
                <a:lnTo>
                  <a:pt x="88981" y="133370"/>
                </a:lnTo>
                <a:lnTo>
                  <a:pt x="88708" y="130368"/>
                </a:lnTo>
                <a:lnTo>
                  <a:pt x="20593" y="73605"/>
                </a:lnTo>
                <a:lnTo>
                  <a:pt x="7438" y="73605"/>
                </a:lnTo>
                <a:lnTo>
                  <a:pt x="7438" y="64080"/>
                </a:lnTo>
                <a:lnTo>
                  <a:pt x="20593" y="64080"/>
                </a:lnTo>
                <a:lnTo>
                  <a:pt x="88708" y="7317"/>
                </a:lnTo>
                <a:lnTo>
                  <a:pt x="88981" y="4314"/>
                </a:lnTo>
                <a:lnTo>
                  <a:pt x="85614" y="273"/>
                </a:lnTo>
                <a:lnTo>
                  <a:pt x="82610" y="0"/>
                </a:lnTo>
                <a:close/>
              </a:path>
              <a:path w="1296035" h="137795">
                <a:moveTo>
                  <a:pt x="20593" y="64080"/>
                </a:moveTo>
                <a:lnTo>
                  <a:pt x="7438" y="64080"/>
                </a:lnTo>
                <a:lnTo>
                  <a:pt x="7438" y="73605"/>
                </a:lnTo>
                <a:lnTo>
                  <a:pt x="20593" y="73605"/>
                </a:lnTo>
                <a:lnTo>
                  <a:pt x="19269" y="72501"/>
                </a:lnTo>
                <a:lnTo>
                  <a:pt x="10488" y="72501"/>
                </a:lnTo>
                <a:lnTo>
                  <a:pt x="10488" y="65184"/>
                </a:lnTo>
                <a:lnTo>
                  <a:pt x="19269" y="65184"/>
                </a:lnTo>
                <a:lnTo>
                  <a:pt x="20593" y="64080"/>
                </a:lnTo>
                <a:close/>
              </a:path>
              <a:path w="1296035" h="137795">
                <a:moveTo>
                  <a:pt x="28584" y="64080"/>
                </a:moveTo>
                <a:lnTo>
                  <a:pt x="20593" y="64080"/>
                </a:lnTo>
                <a:lnTo>
                  <a:pt x="14878" y="68842"/>
                </a:lnTo>
                <a:lnTo>
                  <a:pt x="20593" y="73605"/>
                </a:lnTo>
                <a:lnTo>
                  <a:pt x="28584" y="73605"/>
                </a:lnTo>
                <a:lnTo>
                  <a:pt x="28584" y="64080"/>
                </a:lnTo>
                <a:close/>
              </a:path>
              <a:path w="1296035" h="137795">
                <a:moveTo>
                  <a:pt x="95259" y="64080"/>
                </a:moveTo>
                <a:lnTo>
                  <a:pt x="57159" y="64080"/>
                </a:lnTo>
                <a:lnTo>
                  <a:pt x="57159" y="73605"/>
                </a:lnTo>
                <a:lnTo>
                  <a:pt x="95259" y="73605"/>
                </a:lnTo>
                <a:lnTo>
                  <a:pt x="95259" y="64080"/>
                </a:lnTo>
                <a:close/>
              </a:path>
              <a:path w="1296035" h="137795">
                <a:moveTo>
                  <a:pt x="10488" y="65184"/>
                </a:moveTo>
                <a:lnTo>
                  <a:pt x="10488" y="72501"/>
                </a:lnTo>
                <a:lnTo>
                  <a:pt x="14878" y="68842"/>
                </a:lnTo>
                <a:lnTo>
                  <a:pt x="10488" y="65184"/>
                </a:lnTo>
                <a:close/>
              </a:path>
              <a:path w="1296035" h="137795">
                <a:moveTo>
                  <a:pt x="14878" y="68842"/>
                </a:moveTo>
                <a:lnTo>
                  <a:pt x="10488" y="72501"/>
                </a:lnTo>
                <a:lnTo>
                  <a:pt x="19269" y="72501"/>
                </a:lnTo>
                <a:lnTo>
                  <a:pt x="14878" y="68842"/>
                </a:lnTo>
                <a:close/>
              </a:path>
              <a:path w="1296035" h="137795">
                <a:moveTo>
                  <a:pt x="19269" y="65184"/>
                </a:moveTo>
                <a:lnTo>
                  <a:pt x="10488" y="65184"/>
                </a:lnTo>
                <a:lnTo>
                  <a:pt x="14878" y="68842"/>
                </a:lnTo>
                <a:lnTo>
                  <a:pt x="19269" y="65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55324" y="1722627"/>
            <a:ext cx="6781800" cy="2034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参与者：使用系统相关功能的角色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2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用例：与参与者有交互的一个功能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参与者与用例的</a:t>
            </a:r>
            <a:r>
              <a:rPr sz="2800" dirty="0">
                <a:solidFill>
                  <a:srgbClr val="009E5E"/>
                </a:solidFill>
                <a:latin typeface="宋体"/>
                <a:cs typeface="宋体"/>
              </a:rPr>
              <a:t>关系</a:t>
            </a:r>
            <a:r>
              <a:rPr sz="2800" dirty="0">
                <a:latin typeface="宋体"/>
                <a:cs typeface="宋体"/>
              </a:rPr>
              <a:t>：表示双向，没有箭头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55324" y="4020820"/>
            <a:ext cx="6781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用例之间的关系：表示包含其中</a:t>
            </a:r>
            <a:r>
              <a:rPr sz="2800" dirty="0">
                <a:solidFill>
                  <a:srgbClr val="009E5E"/>
                </a:solidFill>
                <a:latin typeface="宋体"/>
                <a:cs typeface="宋体"/>
              </a:rPr>
              <a:t>必须的</a:t>
            </a:r>
            <a:r>
              <a:rPr sz="2800" dirty="0">
                <a:latin typeface="宋体"/>
                <a:cs typeface="宋体"/>
              </a:rPr>
              <a:t>功能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55324" y="4731003"/>
            <a:ext cx="6070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用例之间的关系：表示扩展</a:t>
            </a:r>
            <a:r>
              <a:rPr sz="2800" dirty="0">
                <a:solidFill>
                  <a:srgbClr val="009E5E"/>
                </a:solidFill>
                <a:latin typeface="宋体"/>
                <a:cs typeface="宋体"/>
              </a:rPr>
              <a:t>可选的</a:t>
            </a:r>
            <a:r>
              <a:rPr sz="2800" dirty="0">
                <a:latin typeface="宋体"/>
                <a:cs typeface="宋体"/>
              </a:rPr>
              <a:t>功能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2987" y="5335587"/>
            <a:ext cx="244475" cy="215900"/>
          </a:xfrm>
          <a:custGeom>
            <a:avLst/>
            <a:gdLst/>
            <a:ahLst/>
            <a:cxnLst/>
            <a:rect l="l" t="t" r="r" b="b"/>
            <a:pathLst>
              <a:path w="244475" h="215900">
                <a:moveTo>
                  <a:pt x="0" y="215900"/>
                </a:moveTo>
                <a:lnTo>
                  <a:pt x="122237" y="0"/>
                </a:lnTo>
                <a:lnTo>
                  <a:pt x="244475" y="215900"/>
                </a:lnTo>
                <a:lnTo>
                  <a:pt x="0" y="215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62050" y="5553075"/>
            <a:ext cx="1905" cy="323850"/>
          </a:xfrm>
          <a:custGeom>
            <a:avLst/>
            <a:gdLst/>
            <a:ahLst/>
            <a:cxnLst/>
            <a:rect l="l" t="t" r="r" b="b"/>
            <a:pathLst>
              <a:path w="1905" h="323850">
                <a:moveTo>
                  <a:pt x="0" y="0"/>
                </a:moveTo>
                <a:lnTo>
                  <a:pt x="1588" y="3238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55324" y="5386323"/>
            <a:ext cx="6426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参与者之间或用例之间的关系：表示</a:t>
            </a:r>
            <a:r>
              <a:rPr sz="2800" dirty="0">
                <a:solidFill>
                  <a:srgbClr val="009E5E"/>
                </a:solidFill>
                <a:latin typeface="宋体"/>
                <a:cs typeface="宋体"/>
              </a:rPr>
              <a:t>继承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0162" y="5342635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捕获分配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06812" y="2852737"/>
            <a:ext cx="1338580" cy="488950"/>
          </a:xfrm>
          <a:custGeom>
            <a:avLst/>
            <a:gdLst/>
            <a:ahLst/>
            <a:cxnLst/>
            <a:rect l="l" t="t" r="r" b="b"/>
            <a:pathLst>
              <a:path w="1338579" h="488950">
                <a:moveTo>
                  <a:pt x="0" y="244475"/>
                </a:moveTo>
                <a:lnTo>
                  <a:pt x="13594" y="195204"/>
                </a:lnTo>
                <a:lnTo>
                  <a:pt x="52583" y="149314"/>
                </a:lnTo>
                <a:lnTo>
                  <a:pt x="114277" y="107786"/>
                </a:lnTo>
                <a:lnTo>
                  <a:pt x="152797" y="88966"/>
                </a:lnTo>
                <a:lnTo>
                  <a:pt x="195983" y="71605"/>
                </a:lnTo>
                <a:lnTo>
                  <a:pt x="243501" y="55826"/>
                </a:lnTo>
                <a:lnTo>
                  <a:pt x="295013" y="41752"/>
                </a:lnTo>
                <a:lnTo>
                  <a:pt x="350183" y="29506"/>
                </a:lnTo>
                <a:lnTo>
                  <a:pt x="408675" y="19212"/>
                </a:lnTo>
                <a:lnTo>
                  <a:pt x="470151" y="10991"/>
                </a:lnTo>
                <a:lnTo>
                  <a:pt x="534277" y="4966"/>
                </a:lnTo>
                <a:lnTo>
                  <a:pt x="600716" y="1262"/>
                </a:lnTo>
                <a:lnTo>
                  <a:pt x="669131" y="0"/>
                </a:lnTo>
                <a:lnTo>
                  <a:pt x="737545" y="1262"/>
                </a:lnTo>
                <a:lnTo>
                  <a:pt x="803984" y="4966"/>
                </a:lnTo>
                <a:lnTo>
                  <a:pt x="868110" y="10991"/>
                </a:lnTo>
                <a:lnTo>
                  <a:pt x="929587" y="19212"/>
                </a:lnTo>
                <a:lnTo>
                  <a:pt x="988078" y="29506"/>
                </a:lnTo>
                <a:lnTo>
                  <a:pt x="1043248" y="41752"/>
                </a:lnTo>
                <a:lnTo>
                  <a:pt x="1094760" y="55826"/>
                </a:lnTo>
                <a:lnTo>
                  <a:pt x="1142278" y="71605"/>
                </a:lnTo>
                <a:lnTo>
                  <a:pt x="1185465" y="88966"/>
                </a:lnTo>
                <a:lnTo>
                  <a:pt x="1223984" y="107786"/>
                </a:lnTo>
                <a:lnTo>
                  <a:pt x="1257501" y="127943"/>
                </a:lnTo>
                <a:lnTo>
                  <a:pt x="1308179" y="171775"/>
                </a:lnTo>
                <a:lnTo>
                  <a:pt x="1334807" y="219478"/>
                </a:lnTo>
                <a:lnTo>
                  <a:pt x="1338262" y="244475"/>
                </a:lnTo>
                <a:lnTo>
                  <a:pt x="1334807" y="269471"/>
                </a:lnTo>
                <a:lnTo>
                  <a:pt x="1308179" y="317174"/>
                </a:lnTo>
                <a:lnTo>
                  <a:pt x="1257501" y="361006"/>
                </a:lnTo>
                <a:lnTo>
                  <a:pt x="1223984" y="381163"/>
                </a:lnTo>
                <a:lnTo>
                  <a:pt x="1185465" y="399983"/>
                </a:lnTo>
                <a:lnTo>
                  <a:pt x="1142278" y="417344"/>
                </a:lnTo>
                <a:lnTo>
                  <a:pt x="1094760" y="433123"/>
                </a:lnTo>
                <a:lnTo>
                  <a:pt x="1043248" y="447197"/>
                </a:lnTo>
                <a:lnTo>
                  <a:pt x="988078" y="459443"/>
                </a:lnTo>
                <a:lnTo>
                  <a:pt x="929587" y="469737"/>
                </a:lnTo>
                <a:lnTo>
                  <a:pt x="868110" y="477958"/>
                </a:lnTo>
                <a:lnTo>
                  <a:pt x="803984" y="483983"/>
                </a:lnTo>
                <a:lnTo>
                  <a:pt x="737545" y="487687"/>
                </a:lnTo>
                <a:lnTo>
                  <a:pt x="669131" y="488950"/>
                </a:lnTo>
                <a:lnTo>
                  <a:pt x="600716" y="487687"/>
                </a:lnTo>
                <a:lnTo>
                  <a:pt x="534277" y="483983"/>
                </a:lnTo>
                <a:lnTo>
                  <a:pt x="470151" y="477958"/>
                </a:lnTo>
                <a:lnTo>
                  <a:pt x="408675" y="469737"/>
                </a:lnTo>
                <a:lnTo>
                  <a:pt x="350183" y="459443"/>
                </a:lnTo>
                <a:lnTo>
                  <a:pt x="295013" y="447197"/>
                </a:lnTo>
                <a:lnTo>
                  <a:pt x="243501" y="433123"/>
                </a:lnTo>
                <a:lnTo>
                  <a:pt x="195983" y="417344"/>
                </a:lnTo>
                <a:lnTo>
                  <a:pt x="152797" y="399983"/>
                </a:lnTo>
                <a:lnTo>
                  <a:pt x="114277" y="381163"/>
                </a:lnTo>
                <a:lnTo>
                  <a:pt x="80760" y="361006"/>
                </a:lnTo>
                <a:lnTo>
                  <a:pt x="30082" y="317174"/>
                </a:lnTo>
                <a:lnTo>
                  <a:pt x="3454" y="269471"/>
                </a:lnTo>
                <a:lnTo>
                  <a:pt x="0" y="2444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67137" y="3254755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风险分析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68712" y="3892550"/>
            <a:ext cx="1406525" cy="446405"/>
          </a:xfrm>
          <a:custGeom>
            <a:avLst/>
            <a:gdLst/>
            <a:ahLst/>
            <a:cxnLst/>
            <a:rect l="l" t="t" r="r" b="b"/>
            <a:pathLst>
              <a:path w="1406525" h="446404">
                <a:moveTo>
                  <a:pt x="0" y="223044"/>
                </a:moveTo>
                <a:lnTo>
                  <a:pt x="12680" y="180660"/>
                </a:lnTo>
                <a:lnTo>
                  <a:pt x="49151" y="140961"/>
                </a:lnTo>
                <a:lnTo>
                  <a:pt x="107054" y="104695"/>
                </a:lnTo>
                <a:lnTo>
                  <a:pt x="143306" y="88082"/>
                </a:lnTo>
                <a:lnTo>
                  <a:pt x="184032" y="72608"/>
                </a:lnTo>
                <a:lnTo>
                  <a:pt x="228937" y="58366"/>
                </a:lnTo>
                <a:lnTo>
                  <a:pt x="277726" y="45450"/>
                </a:lnTo>
                <a:lnTo>
                  <a:pt x="330105" y="33953"/>
                </a:lnTo>
                <a:lnTo>
                  <a:pt x="385780" y="23967"/>
                </a:lnTo>
                <a:lnTo>
                  <a:pt x="444454" y="15588"/>
                </a:lnTo>
                <a:lnTo>
                  <a:pt x="505835" y="8908"/>
                </a:lnTo>
                <a:lnTo>
                  <a:pt x="569626" y="4021"/>
                </a:lnTo>
                <a:lnTo>
                  <a:pt x="635533" y="1021"/>
                </a:lnTo>
                <a:lnTo>
                  <a:pt x="703262" y="0"/>
                </a:lnTo>
                <a:lnTo>
                  <a:pt x="770991" y="1021"/>
                </a:lnTo>
                <a:lnTo>
                  <a:pt x="836898" y="4021"/>
                </a:lnTo>
                <a:lnTo>
                  <a:pt x="900690" y="8908"/>
                </a:lnTo>
                <a:lnTo>
                  <a:pt x="962070" y="15588"/>
                </a:lnTo>
                <a:lnTo>
                  <a:pt x="1020744" y="23967"/>
                </a:lnTo>
                <a:lnTo>
                  <a:pt x="1076419" y="33953"/>
                </a:lnTo>
                <a:lnTo>
                  <a:pt x="1128798" y="45450"/>
                </a:lnTo>
                <a:lnTo>
                  <a:pt x="1177587" y="58366"/>
                </a:lnTo>
                <a:lnTo>
                  <a:pt x="1222492" y="72608"/>
                </a:lnTo>
                <a:lnTo>
                  <a:pt x="1263218" y="88082"/>
                </a:lnTo>
                <a:lnTo>
                  <a:pt x="1299470" y="104695"/>
                </a:lnTo>
                <a:lnTo>
                  <a:pt x="1357373" y="140961"/>
                </a:lnTo>
                <a:lnTo>
                  <a:pt x="1393844" y="180660"/>
                </a:lnTo>
                <a:lnTo>
                  <a:pt x="1406525" y="223044"/>
                </a:lnTo>
                <a:lnTo>
                  <a:pt x="1403305" y="244524"/>
                </a:lnTo>
                <a:lnTo>
                  <a:pt x="1378435" y="285659"/>
                </a:lnTo>
                <a:lnTo>
                  <a:pt x="1330953" y="323735"/>
                </a:lnTo>
                <a:lnTo>
                  <a:pt x="1263218" y="358005"/>
                </a:lnTo>
                <a:lnTo>
                  <a:pt x="1222492" y="373479"/>
                </a:lnTo>
                <a:lnTo>
                  <a:pt x="1177587" y="387721"/>
                </a:lnTo>
                <a:lnTo>
                  <a:pt x="1128798" y="400637"/>
                </a:lnTo>
                <a:lnTo>
                  <a:pt x="1076419" y="412134"/>
                </a:lnTo>
                <a:lnTo>
                  <a:pt x="1020744" y="422120"/>
                </a:lnTo>
                <a:lnTo>
                  <a:pt x="962070" y="430499"/>
                </a:lnTo>
                <a:lnTo>
                  <a:pt x="900690" y="437179"/>
                </a:lnTo>
                <a:lnTo>
                  <a:pt x="836898" y="442066"/>
                </a:lnTo>
                <a:lnTo>
                  <a:pt x="770991" y="445066"/>
                </a:lnTo>
                <a:lnTo>
                  <a:pt x="703262" y="446088"/>
                </a:lnTo>
                <a:lnTo>
                  <a:pt x="635533" y="445066"/>
                </a:lnTo>
                <a:lnTo>
                  <a:pt x="569626" y="442066"/>
                </a:lnTo>
                <a:lnTo>
                  <a:pt x="505835" y="437179"/>
                </a:lnTo>
                <a:lnTo>
                  <a:pt x="444454" y="430499"/>
                </a:lnTo>
                <a:lnTo>
                  <a:pt x="385780" y="422120"/>
                </a:lnTo>
                <a:lnTo>
                  <a:pt x="330105" y="412134"/>
                </a:lnTo>
                <a:lnTo>
                  <a:pt x="277726" y="400637"/>
                </a:lnTo>
                <a:lnTo>
                  <a:pt x="228937" y="387721"/>
                </a:lnTo>
                <a:lnTo>
                  <a:pt x="184032" y="373479"/>
                </a:lnTo>
                <a:lnTo>
                  <a:pt x="143306" y="358005"/>
                </a:lnTo>
                <a:lnTo>
                  <a:pt x="107054" y="341392"/>
                </a:lnTo>
                <a:lnTo>
                  <a:pt x="49151" y="305126"/>
                </a:lnTo>
                <a:lnTo>
                  <a:pt x="12680" y="265427"/>
                </a:lnTo>
                <a:lnTo>
                  <a:pt x="0" y="22304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65550" y="426364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价格分配</a:t>
            </a:r>
          </a:p>
        </p:txBody>
      </p:sp>
      <p:sp>
        <p:nvSpPr>
          <p:cNvPr id="7" name="object 7"/>
          <p:cNvSpPr/>
          <p:nvPr/>
        </p:nvSpPr>
        <p:spPr>
          <a:xfrm>
            <a:off x="3708400" y="4935537"/>
            <a:ext cx="1367155" cy="460375"/>
          </a:xfrm>
          <a:custGeom>
            <a:avLst/>
            <a:gdLst/>
            <a:ahLst/>
            <a:cxnLst/>
            <a:rect l="l" t="t" r="r" b="b"/>
            <a:pathLst>
              <a:path w="1367154" h="460375">
                <a:moveTo>
                  <a:pt x="0" y="230187"/>
                </a:moveTo>
                <a:lnTo>
                  <a:pt x="13884" y="183796"/>
                </a:lnTo>
                <a:lnTo>
                  <a:pt x="53706" y="140588"/>
                </a:lnTo>
                <a:lnTo>
                  <a:pt x="116717" y="101487"/>
                </a:lnTo>
                <a:lnTo>
                  <a:pt x="156059" y="83766"/>
                </a:lnTo>
                <a:lnTo>
                  <a:pt x="200168" y="67420"/>
                </a:lnTo>
                <a:lnTo>
                  <a:pt x="248701" y="52563"/>
                </a:lnTo>
                <a:lnTo>
                  <a:pt x="301312" y="39312"/>
                </a:lnTo>
                <a:lnTo>
                  <a:pt x="357660" y="27782"/>
                </a:lnTo>
                <a:lnTo>
                  <a:pt x="417401" y="18089"/>
                </a:lnTo>
                <a:lnTo>
                  <a:pt x="480191" y="10348"/>
                </a:lnTo>
                <a:lnTo>
                  <a:pt x="545686" y="4676"/>
                </a:lnTo>
                <a:lnTo>
                  <a:pt x="613543" y="1188"/>
                </a:lnTo>
                <a:lnTo>
                  <a:pt x="683419" y="0"/>
                </a:lnTo>
                <a:lnTo>
                  <a:pt x="753294" y="1188"/>
                </a:lnTo>
                <a:lnTo>
                  <a:pt x="821151" y="4676"/>
                </a:lnTo>
                <a:lnTo>
                  <a:pt x="886646" y="10348"/>
                </a:lnTo>
                <a:lnTo>
                  <a:pt x="949436" y="18089"/>
                </a:lnTo>
                <a:lnTo>
                  <a:pt x="1009177" y="27782"/>
                </a:lnTo>
                <a:lnTo>
                  <a:pt x="1065525" y="39312"/>
                </a:lnTo>
                <a:lnTo>
                  <a:pt x="1118137" y="52563"/>
                </a:lnTo>
                <a:lnTo>
                  <a:pt x="1166669" y="67420"/>
                </a:lnTo>
                <a:lnTo>
                  <a:pt x="1210778" y="83766"/>
                </a:lnTo>
                <a:lnTo>
                  <a:pt x="1250120" y="101487"/>
                </a:lnTo>
                <a:lnTo>
                  <a:pt x="1284353" y="120466"/>
                </a:lnTo>
                <a:lnTo>
                  <a:pt x="1336112" y="161736"/>
                </a:lnTo>
                <a:lnTo>
                  <a:pt x="1363309" y="206652"/>
                </a:lnTo>
                <a:lnTo>
                  <a:pt x="1366838" y="230187"/>
                </a:lnTo>
                <a:lnTo>
                  <a:pt x="1363309" y="253722"/>
                </a:lnTo>
                <a:lnTo>
                  <a:pt x="1336112" y="298638"/>
                </a:lnTo>
                <a:lnTo>
                  <a:pt x="1284353" y="339908"/>
                </a:lnTo>
                <a:lnTo>
                  <a:pt x="1250120" y="358887"/>
                </a:lnTo>
                <a:lnTo>
                  <a:pt x="1210778" y="376608"/>
                </a:lnTo>
                <a:lnTo>
                  <a:pt x="1166669" y="392954"/>
                </a:lnTo>
                <a:lnTo>
                  <a:pt x="1118137" y="407811"/>
                </a:lnTo>
                <a:lnTo>
                  <a:pt x="1065525" y="421062"/>
                </a:lnTo>
                <a:lnTo>
                  <a:pt x="1009177" y="432592"/>
                </a:lnTo>
                <a:lnTo>
                  <a:pt x="949436" y="442285"/>
                </a:lnTo>
                <a:lnTo>
                  <a:pt x="886646" y="450026"/>
                </a:lnTo>
                <a:lnTo>
                  <a:pt x="821151" y="455698"/>
                </a:lnTo>
                <a:lnTo>
                  <a:pt x="753294" y="459186"/>
                </a:lnTo>
                <a:lnTo>
                  <a:pt x="683419" y="460375"/>
                </a:lnTo>
                <a:lnTo>
                  <a:pt x="613543" y="459186"/>
                </a:lnTo>
                <a:lnTo>
                  <a:pt x="545686" y="455698"/>
                </a:lnTo>
                <a:lnTo>
                  <a:pt x="480191" y="450026"/>
                </a:lnTo>
                <a:lnTo>
                  <a:pt x="417401" y="442285"/>
                </a:lnTo>
                <a:lnTo>
                  <a:pt x="357660" y="432592"/>
                </a:lnTo>
                <a:lnTo>
                  <a:pt x="301312" y="421062"/>
                </a:lnTo>
                <a:lnTo>
                  <a:pt x="248701" y="407811"/>
                </a:lnTo>
                <a:lnTo>
                  <a:pt x="200168" y="392954"/>
                </a:lnTo>
                <a:lnTo>
                  <a:pt x="156059" y="376608"/>
                </a:lnTo>
                <a:lnTo>
                  <a:pt x="116717" y="358887"/>
                </a:lnTo>
                <a:lnTo>
                  <a:pt x="82484" y="339908"/>
                </a:lnTo>
                <a:lnTo>
                  <a:pt x="30725" y="298638"/>
                </a:lnTo>
                <a:lnTo>
                  <a:pt x="3528" y="253722"/>
                </a:lnTo>
                <a:lnTo>
                  <a:pt x="0" y="23018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9725" y="3532187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80" h="184150">
                <a:moveTo>
                  <a:pt x="0" y="0"/>
                </a:moveTo>
                <a:lnTo>
                  <a:pt x="4763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31912" y="3603625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>
                <a:moveTo>
                  <a:pt x="0" y="0"/>
                </a:moveTo>
                <a:lnTo>
                  <a:pt x="5762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74787" y="3675062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80" h="288925">
                <a:moveTo>
                  <a:pt x="144462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17662" y="3675062"/>
            <a:ext cx="146050" cy="288925"/>
          </a:xfrm>
          <a:custGeom>
            <a:avLst/>
            <a:gdLst/>
            <a:ahLst/>
            <a:cxnLst/>
            <a:rect l="l" t="t" r="r" b="b"/>
            <a:pathLst>
              <a:path w="146050" h="288925">
                <a:moveTo>
                  <a:pt x="0" y="0"/>
                </a:moveTo>
                <a:lnTo>
                  <a:pt x="14605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4750" y="3833876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交易者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61175" y="5415788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销售人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38387" y="3140075"/>
            <a:ext cx="1386205" cy="647700"/>
          </a:xfrm>
          <a:custGeom>
            <a:avLst/>
            <a:gdLst/>
            <a:ahLst/>
            <a:cxnLst/>
            <a:rect l="l" t="t" r="r" b="b"/>
            <a:pathLst>
              <a:path w="1386204" h="647700">
                <a:moveTo>
                  <a:pt x="0" y="647700"/>
                </a:moveTo>
                <a:lnTo>
                  <a:pt x="138588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75237" y="5151437"/>
            <a:ext cx="1945005" cy="8255"/>
          </a:xfrm>
          <a:custGeom>
            <a:avLst/>
            <a:gdLst/>
            <a:ahLst/>
            <a:cxnLst/>
            <a:rect l="l" t="t" r="r" b="b"/>
            <a:pathLst>
              <a:path w="1945004" h="8254">
                <a:moveTo>
                  <a:pt x="0" y="0"/>
                </a:moveTo>
                <a:lnTo>
                  <a:pt x="1944687" y="793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55875" y="4000499"/>
            <a:ext cx="1152525" cy="71755"/>
          </a:xfrm>
          <a:custGeom>
            <a:avLst/>
            <a:gdLst/>
            <a:ahLst/>
            <a:cxnLst/>
            <a:rect l="l" t="t" r="r" b="b"/>
            <a:pathLst>
              <a:path w="1152525" h="71754">
                <a:moveTo>
                  <a:pt x="0" y="71438"/>
                </a:moveTo>
                <a:lnTo>
                  <a:pt x="11525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82850" y="4287837"/>
            <a:ext cx="1225550" cy="792480"/>
          </a:xfrm>
          <a:custGeom>
            <a:avLst/>
            <a:gdLst/>
            <a:ahLst/>
            <a:cxnLst/>
            <a:rect l="l" t="t" r="r" b="b"/>
            <a:pathLst>
              <a:path w="1225550" h="792479">
                <a:moveTo>
                  <a:pt x="1225550" y="79216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34237" y="4683125"/>
            <a:ext cx="287655" cy="295275"/>
          </a:xfrm>
          <a:custGeom>
            <a:avLst/>
            <a:gdLst/>
            <a:ahLst/>
            <a:cxnLst/>
            <a:rect l="l" t="t" r="r" b="b"/>
            <a:pathLst>
              <a:path w="287654" h="295275">
                <a:moveTo>
                  <a:pt x="0" y="147637"/>
                </a:moveTo>
                <a:lnTo>
                  <a:pt x="7324" y="100972"/>
                </a:lnTo>
                <a:lnTo>
                  <a:pt x="27719" y="60444"/>
                </a:lnTo>
                <a:lnTo>
                  <a:pt x="58819" y="28485"/>
                </a:lnTo>
                <a:lnTo>
                  <a:pt x="98258" y="7526"/>
                </a:lnTo>
                <a:lnTo>
                  <a:pt x="143668" y="0"/>
                </a:lnTo>
                <a:lnTo>
                  <a:pt x="189078" y="7526"/>
                </a:lnTo>
                <a:lnTo>
                  <a:pt x="228517" y="28485"/>
                </a:lnTo>
                <a:lnTo>
                  <a:pt x="259617" y="60444"/>
                </a:lnTo>
                <a:lnTo>
                  <a:pt x="280012" y="100972"/>
                </a:lnTo>
                <a:lnTo>
                  <a:pt x="287337" y="147637"/>
                </a:lnTo>
                <a:lnTo>
                  <a:pt x="280012" y="194302"/>
                </a:lnTo>
                <a:lnTo>
                  <a:pt x="259617" y="234830"/>
                </a:lnTo>
                <a:lnTo>
                  <a:pt x="228517" y="266789"/>
                </a:lnTo>
                <a:lnTo>
                  <a:pt x="189078" y="287748"/>
                </a:lnTo>
                <a:lnTo>
                  <a:pt x="143668" y="295275"/>
                </a:lnTo>
                <a:lnTo>
                  <a:pt x="98258" y="287748"/>
                </a:lnTo>
                <a:lnTo>
                  <a:pt x="58819" y="266789"/>
                </a:lnTo>
                <a:lnTo>
                  <a:pt x="27719" y="234830"/>
                </a:lnTo>
                <a:lnTo>
                  <a:pt x="7324" y="194302"/>
                </a:lnTo>
                <a:lnTo>
                  <a:pt x="0" y="1476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69175" y="5008562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79" h="184150">
                <a:moveTo>
                  <a:pt x="0" y="0"/>
                </a:moveTo>
                <a:lnTo>
                  <a:pt x="4763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91362" y="5080000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>
                <a:moveTo>
                  <a:pt x="0" y="0"/>
                </a:moveTo>
                <a:lnTo>
                  <a:pt x="5762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234238" y="5151437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79" h="288925">
                <a:moveTo>
                  <a:pt x="144462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77112" y="5151437"/>
            <a:ext cx="146050" cy="288925"/>
          </a:xfrm>
          <a:custGeom>
            <a:avLst/>
            <a:gdLst/>
            <a:ahLst/>
            <a:cxnLst/>
            <a:rect l="l" t="t" r="r" b="b"/>
            <a:pathLst>
              <a:path w="146050" h="288925">
                <a:moveTo>
                  <a:pt x="0" y="0"/>
                </a:moveTo>
                <a:lnTo>
                  <a:pt x="14605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74787" y="3208337"/>
            <a:ext cx="287655" cy="295275"/>
          </a:xfrm>
          <a:custGeom>
            <a:avLst/>
            <a:gdLst/>
            <a:ahLst/>
            <a:cxnLst/>
            <a:rect l="l" t="t" r="r" b="b"/>
            <a:pathLst>
              <a:path w="287655" h="295275">
                <a:moveTo>
                  <a:pt x="0" y="147637"/>
                </a:moveTo>
                <a:lnTo>
                  <a:pt x="7324" y="100972"/>
                </a:lnTo>
                <a:lnTo>
                  <a:pt x="27719" y="60444"/>
                </a:lnTo>
                <a:lnTo>
                  <a:pt x="58819" y="28485"/>
                </a:lnTo>
                <a:lnTo>
                  <a:pt x="98258" y="7526"/>
                </a:lnTo>
                <a:lnTo>
                  <a:pt x="143668" y="0"/>
                </a:lnTo>
                <a:lnTo>
                  <a:pt x="189078" y="7526"/>
                </a:lnTo>
                <a:lnTo>
                  <a:pt x="228517" y="28485"/>
                </a:lnTo>
                <a:lnTo>
                  <a:pt x="259617" y="60444"/>
                </a:lnTo>
                <a:lnTo>
                  <a:pt x="280012" y="100972"/>
                </a:lnTo>
                <a:lnTo>
                  <a:pt x="287337" y="147637"/>
                </a:lnTo>
                <a:lnTo>
                  <a:pt x="280012" y="194302"/>
                </a:lnTo>
                <a:lnTo>
                  <a:pt x="259617" y="234830"/>
                </a:lnTo>
                <a:lnTo>
                  <a:pt x="228517" y="266789"/>
                </a:lnTo>
                <a:lnTo>
                  <a:pt x="189078" y="287748"/>
                </a:lnTo>
                <a:lnTo>
                  <a:pt x="143668" y="295275"/>
                </a:lnTo>
                <a:lnTo>
                  <a:pt x="98258" y="287748"/>
                </a:lnTo>
                <a:lnTo>
                  <a:pt x="58819" y="266789"/>
                </a:lnTo>
                <a:lnTo>
                  <a:pt x="27719" y="234830"/>
                </a:lnTo>
                <a:lnTo>
                  <a:pt x="7324" y="194302"/>
                </a:lnTo>
                <a:lnTo>
                  <a:pt x="0" y="1476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75237" y="4071937"/>
            <a:ext cx="1945005" cy="863600"/>
          </a:xfrm>
          <a:custGeom>
            <a:avLst/>
            <a:gdLst/>
            <a:ahLst/>
            <a:cxnLst/>
            <a:rect l="l" t="t" r="r" b="b"/>
            <a:pathLst>
              <a:path w="1945004" h="863600">
                <a:moveTo>
                  <a:pt x="0" y="0"/>
                </a:moveTo>
                <a:lnTo>
                  <a:pt x="1944687" y="863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43662" y="3279775"/>
            <a:ext cx="1367155" cy="460375"/>
          </a:xfrm>
          <a:custGeom>
            <a:avLst/>
            <a:gdLst/>
            <a:ahLst/>
            <a:cxnLst/>
            <a:rect l="l" t="t" r="r" b="b"/>
            <a:pathLst>
              <a:path w="1367154" h="460375">
                <a:moveTo>
                  <a:pt x="0" y="230187"/>
                </a:moveTo>
                <a:lnTo>
                  <a:pt x="13884" y="183796"/>
                </a:lnTo>
                <a:lnTo>
                  <a:pt x="53706" y="140588"/>
                </a:lnTo>
                <a:lnTo>
                  <a:pt x="116717" y="101487"/>
                </a:lnTo>
                <a:lnTo>
                  <a:pt x="156059" y="83766"/>
                </a:lnTo>
                <a:lnTo>
                  <a:pt x="200168" y="67420"/>
                </a:lnTo>
                <a:lnTo>
                  <a:pt x="248700" y="52563"/>
                </a:lnTo>
                <a:lnTo>
                  <a:pt x="301312" y="39312"/>
                </a:lnTo>
                <a:lnTo>
                  <a:pt x="357660" y="27782"/>
                </a:lnTo>
                <a:lnTo>
                  <a:pt x="417401" y="18089"/>
                </a:lnTo>
                <a:lnTo>
                  <a:pt x="480190" y="10348"/>
                </a:lnTo>
                <a:lnTo>
                  <a:pt x="545685" y="4676"/>
                </a:lnTo>
                <a:lnTo>
                  <a:pt x="613542" y="1188"/>
                </a:lnTo>
                <a:lnTo>
                  <a:pt x="683418" y="0"/>
                </a:lnTo>
                <a:lnTo>
                  <a:pt x="753294" y="1188"/>
                </a:lnTo>
                <a:lnTo>
                  <a:pt x="821151" y="4676"/>
                </a:lnTo>
                <a:lnTo>
                  <a:pt x="886646" y="10348"/>
                </a:lnTo>
                <a:lnTo>
                  <a:pt x="949435" y="18089"/>
                </a:lnTo>
                <a:lnTo>
                  <a:pt x="1009176" y="27782"/>
                </a:lnTo>
                <a:lnTo>
                  <a:pt x="1065524" y="39312"/>
                </a:lnTo>
                <a:lnTo>
                  <a:pt x="1118136" y="52563"/>
                </a:lnTo>
                <a:lnTo>
                  <a:pt x="1166668" y="67420"/>
                </a:lnTo>
                <a:lnTo>
                  <a:pt x="1210777" y="83766"/>
                </a:lnTo>
                <a:lnTo>
                  <a:pt x="1250119" y="101487"/>
                </a:lnTo>
                <a:lnTo>
                  <a:pt x="1284352" y="120466"/>
                </a:lnTo>
                <a:lnTo>
                  <a:pt x="1336111" y="161736"/>
                </a:lnTo>
                <a:lnTo>
                  <a:pt x="1363308" y="206652"/>
                </a:lnTo>
                <a:lnTo>
                  <a:pt x="1366837" y="230187"/>
                </a:lnTo>
                <a:lnTo>
                  <a:pt x="1363308" y="253722"/>
                </a:lnTo>
                <a:lnTo>
                  <a:pt x="1336111" y="298638"/>
                </a:lnTo>
                <a:lnTo>
                  <a:pt x="1284352" y="339908"/>
                </a:lnTo>
                <a:lnTo>
                  <a:pt x="1250119" y="358887"/>
                </a:lnTo>
                <a:lnTo>
                  <a:pt x="1210777" y="376608"/>
                </a:lnTo>
                <a:lnTo>
                  <a:pt x="1166668" y="392954"/>
                </a:lnTo>
                <a:lnTo>
                  <a:pt x="1118136" y="407811"/>
                </a:lnTo>
                <a:lnTo>
                  <a:pt x="1065524" y="421062"/>
                </a:lnTo>
                <a:lnTo>
                  <a:pt x="1009176" y="432592"/>
                </a:lnTo>
                <a:lnTo>
                  <a:pt x="949435" y="442285"/>
                </a:lnTo>
                <a:lnTo>
                  <a:pt x="886646" y="450026"/>
                </a:lnTo>
                <a:lnTo>
                  <a:pt x="821151" y="455698"/>
                </a:lnTo>
                <a:lnTo>
                  <a:pt x="753294" y="459186"/>
                </a:lnTo>
                <a:lnTo>
                  <a:pt x="683418" y="460375"/>
                </a:lnTo>
                <a:lnTo>
                  <a:pt x="613542" y="459186"/>
                </a:lnTo>
                <a:lnTo>
                  <a:pt x="545685" y="455698"/>
                </a:lnTo>
                <a:lnTo>
                  <a:pt x="480190" y="450026"/>
                </a:lnTo>
                <a:lnTo>
                  <a:pt x="417401" y="442285"/>
                </a:lnTo>
                <a:lnTo>
                  <a:pt x="357660" y="432592"/>
                </a:lnTo>
                <a:lnTo>
                  <a:pt x="301312" y="421062"/>
                </a:lnTo>
                <a:lnTo>
                  <a:pt x="248700" y="407811"/>
                </a:lnTo>
                <a:lnTo>
                  <a:pt x="200168" y="392954"/>
                </a:lnTo>
                <a:lnTo>
                  <a:pt x="156059" y="376608"/>
                </a:lnTo>
                <a:lnTo>
                  <a:pt x="116717" y="358887"/>
                </a:lnTo>
                <a:lnTo>
                  <a:pt x="82484" y="339908"/>
                </a:lnTo>
                <a:lnTo>
                  <a:pt x="30725" y="298638"/>
                </a:lnTo>
                <a:lnTo>
                  <a:pt x="3528" y="253722"/>
                </a:lnTo>
                <a:lnTo>
                  <a:pt x="0" y="23018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862762" y="3687571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评估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75610" y="3064032"/>
            <a:ext cx="1368425" cy="410845"/>
          </a:xfrm>
          <a:custGeom>
            <a:avLst/>
            <a:gdLst/>
            <a:ahLst/>
            <a:cxnLst/>
            <a:rect l="l" t="t" r="r" b="b"/>
            <a:pathLst>
              <a:path w="1368425" h="410845">
                <a:moveTo>
                  <a:pt x="2428" y="0"/>
                </a:moveTo>
                <a:lnTo>
                  <a:pt x="0" y="9210"/>
                </a:lnTo>
                <a:lnTo>
                  <a:pt x="36841" y="18923"/>
                </a:lnTo>
                <a:lnTo>
                  <a:pt x="39269" y="9712"/>
                </a:lnTo>
                <a:lnTo>
                  <a:pt x="2428" y="0"/>
                </a:lnTo>
                <a:close/>
              </a:path>
              <a:path w="1368425" h="410845">
                <a:moveTo>
                  <a:pt x="66899" y="16997"/>
                </a:moveTo>
                <a:lnTo>
                  <a:pt x="64471" y="26208"/>
                </a:lnTo>
                <a:lnTo>
                  <a:pt x="101312" y="35921"/>
                </a:lnTo>
                <a:lnTo>
                  <a:pt x="103741" y="26710"/>
                </a:lnTo>
                <a:lnTo>
                  <a:pt x="66899" y="16997"/>
                </a:lnTo>
                <a:close/>
              </a:path>
              <a:path w="1368425" h="410845">
                <a:moveTo>
                  <a:pt x="131372" y="33995"/>
                </a:moveTo>
                <a:lnTo>
                  <a:pt x="128944" y="43206"/>
                </a:lnTo>
                <a:lnTo>
                  <a:pt x="165784" y="52919"/>
                </a:lnTo>
                <a:lnTo>
                  <a:pt x="168212" y="43708"/>
                </a:lnTo>
                <a:lnTo>
                  <a:pt x="131372" y="33995"/>
                </a:lnTo>
                <a:close/>
              </a:path>
              <a:path w="1368425" h="410845">
                <a:moveTo>
                  <a:pt x="195844" y="50994"/>
                </a:moveTo>
                <a:lnTo>
                  <a:pt x="193415" y="60204"/>
                </a:lnTo>
                <a:lnTo>
                  <a:pt x="230257" y="69917"/>
                </a:lnTo>
                <a:lnTo>
                  <a:pt x="232685" y="60707"/>
                </a:lnTo>
                <a:lnTo>
                  <a:pt x="195844" y="50994"/>
                </a:lnTo>
                <a:close/>
              </a:path>
              <a:path w="1368425" h="410845">
                <a:moveTo>
                  <a:pt x="260315" y="67991"/>
                </a:moveTo>
                <a:lnTo>
                  <a:pt x="257887" y="77202"/>
                </a:lnTo>
                <a:lnTo>
                  <a:pt x="294728" y="86914"/>
                </a:lnTo>
                <a:lnTo>
                  <a:pt x="297157" y="77704"/>
                </a:lnTo>
                <a:lnTo>
                  <a:pt x="260315" y="67991"/>
                </a:lnTo>
                <a:close/>
              </a:path>
              <a:path w="1368425" h="410845">
                <a:moveTo>
                  <a:pt x="324787" y="84989"/>
                </a:moveTo>
                <a:lnTo>
                  <a:pt x="322359" y="94199"/>
                </a:lnTo>
                <a:lnTo>
                  <a:pt x="359200" y="103912"/>
                </a:lnTo>
                <a:lnTo>
                  <a:pt x="361628" y="94702"/>
                </a:lnTo>
                <a:lnTo>
                  <a:pt x="324787" y="84989"/>
                </a:lnTo>
                <a:close/>
              </a:path>
              <a:path w="1368425" h="410845">
                <a:moveTo>
                  <a:pt x="389260" y="101987"/>
                </a:moveTo>
                <a:lnTo>
                  <a:pt x="386831" y="111197"/>
                </a:lnTo>
                <a:lnTo>
                  <a:pt x="423672" y="120910"/>
                </a:lnTo>
                <a:lnTo>
                  <a:pt x="426100" y="111700"/>
                </a:lnTo>
                <a:lnTo>
                  <a:pt x="389260" y="101987"/>
                </a:lnTo>
                <a:close/>
              </a:path>
              <a:path w="1368425" h="410845">
                <a:moveTo>
                  <a:pt x="453731" y="118985"/>
                </a:moveTo>
                <a:lnTo>
                  <a:pt x="451303" y="128195"/>
                </a:lnTo>
                <a:lnTo>
                  <a:pt x="488144" y="137908"/>
                </a:lnTo>
                <a:lnTo>
                  <a:pt x="490573" y="128697"/>
                </a:lnTo>
                <a:lnTo>
                  <a:pt x="453731" y="118985"/>
                </a:lnTo>
                <a:close/>
              </a:path>
              <a:path w="1368425" h="410845">
                <a:moveTo>
                  <a:pt x="518203" y="135982"/>
                </a:moveTo>
                <a:lnTo>
                  <a:pt x="515774" y="145192"/>
                </a:lnTo>
                <a:lnTo>
                  <a:pt x="552616" y="154905"/>
                </a:lnTo>
                <a:lnTo>
                  <a:pt x="555044" y="145695"/>
                </a:lnTo>
                <a:lnTo>
                  <a:pt x="518203" y="135982"/>
                </a:lnTo>
                <a:close/>
              </a:path>
              <a:path w="1368425" h="410845">
                <a:moveTo>
                  <a:pt x="582676" y="152980"/>
                </a:moveTo>
                <a:lnTo>
                  <a:pt x="580247" y="162190"/>
                </a:lnTo>
                <a:lnTo>
                  <a:pt x="617087" y="171903"/>
                </a:lnTo>
                <a:lnTo>
                  <a:pt x="619516" y="162693"/>
                </a:lnTo>
                <a:lnTo>
                  <a:pt x="582676" y="152980"/>
                </a:lnTo>
                <a:close/>
              </a:path>
              <a:path w="1368425" h="410845">
                <a:moveTo>
                  <a:pt x="647147" y="169978"/>
                </a:moveTo>
                <a:lnTo>
                  <a:pt x="644719" y="179188"/>
                </a:lnTo>
                <a:lnTo>
                  <a:pt x="681560" y="188901"/>
                </a:lnTo>
                <a:lnTo>
                  <a:pt x="683988" y="179691"/>
                </a:lnTo>
                <a:lnTo>
                  <a:pt x="647147" y="169978"/>
                </a:lnTo>
                <a:close/>
              </a:path>
              <a:path w="1368425" h="410845">
                <a:moveTo>
                  <a:pt x="711619" y="186975"/>
                </a:moveTo>
                <a:lnTo>
                  <a:pt x="709190" y="196185"/>
                </a:lnTo>
                <a:lnTo>
                  <a:pt x="746032" y="205898"/>
                </a:lnTo>
                <a:lnTo>
                  <a:pt x="748460" y="196688"/>
                </a:lnTo>
                <a:lnTo>
                  <a:pt x="711619" y="186975"/>
                </a:lnTo>
                <a:close/>
              </a:path>
              <a:path w="1368425" h="410845">
                <a:moveTo>
                  <a:pt x="776091" y="203973"/>
                </a:moveTo>
                <a:lnTo>
                  <a:pt x="773663" y="213184"/>
                </a:lnTo>
                <a:lnTo>
                  <a:pt x="810503" y="222897"/>
                </a:lnTo>
                <a:lnTo>
                  <a:pt x="812932" y="213686"/>
                </a:lnTo>
                <a:lnTo>
                  <a:pt x="776091" y="203973"/>
                </a:lnTo>
                <a:close/>
              </a:path>
              <a:path w="1368425" h="410845">
                <a:moveTo>
                  <a:pt x="840563" y="220971"/>
                </a:moveTo>
                <a:lnTo>
                  <a:pt x="838135" y="230182"/>
                </a:lnTo>
                <a:lnTo>
                  <a:pt x="874976" y="239895"/>
                </a:lnTo>
                <a:lnTo>
                  <a:pt x="877404" y="230684"/>
                </a:lnTo>
                <a:lnTo>
                  <a:pt x="840563" y="220971"/>
                </a:lnTo>
                <a:close/>
              </a:path>
              <a:path w="1368425" h="410845">
                <a:moveTo>
                  <a:pt x="905035" y="237970"/>
                </a:moveTo>
                <a:lnTo>
                  <a:pt x="902606" y="247180"/>
                </a:lnTo>
                <a:lnTo>
                  <a:pt x="939448" y="256893"/>
                </a:lnTo>
                <a:lnTo>
                  <a:pt x="941876" y="247683"/>
                </a:lnTo>
                <a:lnTo>
                  <a:pt x="905035" y="237970"/>
                </a:lnTo>
                <a:close/>
              </a:path>
              <a:path w="1368425" h="410845">
                <a:moveTo>
                  <a:pt x="969506" y="254967"/>
                </a:moveTo>
                <a:lnTo>
                  <a:pt x="967078" y="264177"/>
                </a:lnTo>
                <a:lnTo>
                  <a:pt x="1003919" y="273890"/>
                </a:lnTo>
                <a:lnTo>
                  <a:pt x="1006348" y="264680"/>
                </a:lnTo>
                <a:lnTo>
                  <a:pt x="969506" y="254967"/>
                </a:lnTo>
                <a:close/>
              </a:path>
              <a:path w="1368425" h="410845">
                <a:moveTo>
                  <a:pt x="1033979" y="271965"/>
                </a:moveTo>
                <a:lnTo>
                  <a:pt x="1031551" y="281175"/>
                </a:lnTo>
                <a:lnTo>
                  <a:pt x="1068392" y="290888"/>
                </a:lnTo>
                <a:lnTo>
                  <a:pt x="1070820" y="281678"/>
                </a:lnTo>
                <a:lnTo>
                  <a:pt x="1033979" y="271965"/>
                </a:lnTo>
                <a:close/>
              </a:path>
              <a:path w="1368425" h="410845">
                <a:moveTo>
                  <a:pt x="1098450" y="288963"/>
                </a:moveTo>
                <a:lnTo>
                  <a:pt x="1096022" y="298173"/>
                </a:lnTo>
                <a:lnTo>
                  <a:pt x="1132864" y="307886"/>
                </a:lnTo>
                <a:lnTo>
                  <a:pt x="1135292" y="298676"/>
                </a:lnTo>
                <a:lnTo>
                  <a:pt x="1098450" y="288963"/>
                </a:lnTo>
                <a:close/>
              </a:path>
              <a:path w="1368425" h="410845">
                <a:moveTo>
                  <a:pt x="1162922" y="305960"/>
                </a:moveTo>
                <a:lnTo>
                  <a:pt x="1160494" y="315170"/>
                </a:lnTo>
                <a:lnTo>
                  <a:pt x="1197335" y="324883"/>
                </a:lnTo>
                <a:lnTo>
                  <a:pt x="1199763" y="315673"/>
                </a:lnTo>
                <a:lnTo>
                  <a:pt x="1162922" y="305960"/>
                </a:lnTo>
                <a:close/>
              </a:path>
              <a:path w="1368425" h="410845">
                <a:moveTo>
                  <a:pt x="1227395" y="322958"/>
                </a:moveTo>
                <a:lnTo>
                  <a:pt x="1224967" y="332168"/>
                </a:lnTo>
                <a:lnTo>
                  <a:pt x="1261807" y="341881"/>
                </a:lnTo>
                <a:lnTo>
                  <a:pt x="1264235" y="332671"/>
                </a:lnTo>
                <a:lnTo>
                  <a:pt x="1227395" y="322958"/>
                </a:lnTo>
                <a:close/>
              </a:path>
              <a:path w="1368425" h="410845">
                <a:moveTo>
                  <a:pt x="1353675" y="361176"/>
                </a:moveTo>
                <a:lnTo>
                  <a:pt x="1266598" y="401847"/>
                </a:lnTo>
                <a:lnTo>
                  <a:pt x="1265568" y="404681"/>
                </a:lnTo>
                <a:lnTo>
                  <a:pt x="1267795" y="409448"/>
                </a:lnTo>
                <a:lnTo>
                  <a:pt x="1270629" y="410476"/>
                </a:lnTo>
                <a:lnTo>
                  <a:pt x="1362253" y="367682"/>
                </a:lnTo>
                <a:lnTo>
                  <a:pt x="1359672" y="367682"/>
                </a:lnTo>
                <a:lnTo>
                  <a:pt x="1353910" y="366163"/>
                </a:lnTo>
                <a:lnTo>
                  <a:pt x="1354805" y="362766"/>
                </a:lnTo>
                <a:lnTo>
                  <a:pt x="1353675" y="361176"/>
                </a:lnTo>
                <a:close/>
              </a:path>
              <a:path w="1368425" h="410845">
                <a:moveTo>
                  <a:pt x="1354805" y="362766"/>
                </a:moveTo>
                <a:lnTo>
                  <a:pt x="1353910" y="366163"/>
                </a:lnTo>
                <a:lnTo>
                  <a:pt x="1359672" y="367682"/>
                </a:lnTo>
                <a:lnTo>
                  <a:pt x="1360159" y="365833"/>
                </a:lnTo>
                <a:lnTo>
                  <a:pt x="1356987" y="365833"/>
                </a:lnTo>
                <a:lnTo>
                  <a:pt x="1354805" y="362766"/>
                </a:lnTo>
                <a:close/>
              </a:path>
              <a:path w="1368425" h="410845">
                <a:moveTo>
                  <a:pt x="1362359" y="356953"/>
                </a:moveTo>
                <a:lnTo>
                  <a:pt x="1356338" y="356953"/>
                </a:lnTo>
                <a:lnTo>
                  <a:pt x="1362100" y="358472"/>
                </a:lnTo>
                <a:lnTo>
                  <a:pt x="1359672" y="367682"/>
                </a:lnTo>
                <a:lnTo>
                  <a:pt x="1362253" y="367682"/>
                </a:lnTo>
                <a:lnTo>
                  <a:pt x="1368061" y="364970"/>
                </a:lnTo>
                <a:lnTo>
                  <a:pt x="1362359" y="356953"/>
                </a:lnTo>
                <a:close/>
              </a:path>
              <a:path w="1368425" h="410845">
                <a:moveTo>
                  <a:pt x="1358853" y="358758"/>
                </a:moveTo>
                <a:lnTo>
                  <a:pt x="1355442" y="360351"/>
                </a:lnTo>
                <a:lnTo>
                  <a:pt x="1354805" y="362766"/>
                </a:lnTo>
                <a:lnTo>
                  <a:pt x="1356987" y="365833"/>
                </a:lnTo>
                <a:lnTo>
                  <a:pt x="1358853" y="358758"/>
                </a:lnTo>
                <a:close/>
              </a:path>
              <a:path w="1368425" h="410845">
                <a:moveTo>
                  <a:pt x="1362025" y="358758"/>
                </a:moveTo>
                <a:lnTo>
                  <a:pt x="1358853" y="358758"/>
                </a:lnTo>
                <a:lnTo>
                  <a:pt x="1356987" y="365833"/>
                </a:lnTo>
                <a:lnTo>
                  <a:pt x="1360159" y="365833"/>
                </a:lnTo>
                <a:lnTo>
                  <a:pt x="1362025" y="358758"/>
                </a:lnTo>
                <a:close/>
              </a:path>
              <a:path w="1368425" h="410845">
                <a:moveTo>
                  <a:pt x="1355442" y="360351"/>
                </a:moveTo>
                <a:lnTo>
                  <a:pt x="1353675" y="361176"/>
                </a:lnTo>
                <a:lnTo>
                  <a:pt x="1354805" y="362766"/>
                </a:lnTo>
                <a:lnTo>
                  <a:pt x="1355442" y="360351"/>
                </a:lnTo>
                <a:close/>
              </a:path>
              <a:path w="1368425" h="410845">
                <a:moveTo>
                  <a:pt x="1302757" y="276839"/>
                </a:moveTo>
                <a:lnTo>
                  <a:pt x="1298470" y="279888"/>
                </a:lnTo>
                <a:lnTo>
                  <a:pt x="1297969" y="282862"/>
                </a:lnTo>
                <a:lnTo>
                  <a:pt x="1353675" y="361176"/>
                </a:lnTo>
                <a:lnTo>
                  <a:pt x="1355442" y="360351"/>
                </a:lnTo>
                <a:lnTo>
                  <a:pt x="1356338" y="356953"/>
                </a:lnTo>
                <a:lnTo>
                  <a:pt x="1362359" y="356953"/>
                </a:lnTo>
                <a:lnTo>
                  <a:pt x="1305730" y="277341"/>
                </a:lnTo>
                <a:lnTo>
                  <a:pt x="1302757" y="276839"/>
                </a:lnTo>
                <a:close/>
              </a:path>
              <a:path w="1368425" h="410845">
                <a:moveTo>
                  <a:pt x="1356338" y="356953"/>
                </a:moveTo>
                <a:lnTo>
                  <a:pt x="1355442" y="360351"/>
                </a:lnTo>
                <a:lnTo>
                  <a:pt x="1358853" y="358758"/>
                </a:lnTo>
                <a:lnTo>
                  <a:pt x="1362025" y="358758"/>
                </a:lnTo>
                <a:lnTo>
                  <a:pt x="1362100" y="358472"/>
                </a:lnTo>
                <a:lnTo>
                  <a:pt x="1356338" y="356953"/>
                </a:lnTo>
                <a:close/>
              </a:path>
              <a:path w="1368425" h="410845">
                <a:moveTo>
                  <a:pt x="1291866" y="339956"/>
                </a:moveTo>
                <a:lnTo>
                  <a:pt x="1289438" y="349166"/>
                </a:lnTo>
                <a:lnTo>
                  <a:pt x="1326280" y="358879"/>
                </a:lnTo>
                <a:lnTo>
                  <a:pt x="1328708" y="349669"/>
                </a:lnTo>
                <a:lnTo>
                  <a:pt x="1291866" y="339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02427" y="3531349"/>
            <a:ext cx="1441450" cy="480059"/>
          </a:xfrm>
          <a:custGeom>
            <a:avLst/>
            <a:gdLst/>
            <a:ahLst/>
            <a:cxnLst/>
            <a:rect l="l" t="t" r="r" b="b"/>
            <a:pathLst>
              <a:path w="1441450" h="480060">
                <a:moveTo>
                  <a:pt x="36483" y="459959"/>
                </a:moveTo>
                <a:lnTo>
                  <a:pt x="0" y="470940"/>
                </a:lnTo>
                <a:lnTo>
                  <a:pt x="2745" y="480061"/>
                </a:lnTo>
                <a:lnTo>
                  <a:pt x="39229" y="469079"/>
                </a:lnTo>
                <a:lnTo>
                  <a:pt x="36483" y="459959"/>
                </a:lnTo>
                <a:close/>
              </a:path>
              <a:path w="1441450" h="480060">
                <a:moveTo>
                  <a:pt x="100328" y="440742"/>
                </a:moveTo>
                <a:lnTo>
                  <a:pt x="63845" y="451723"/>
                </a:lnTo>
                <a:lnTo>
                  <a:pt x="66591" y="460843"/>
                </a:lnTo>
                <a:lnTo>
                  <a:pt x="103074" y="449863"/>
                </a:lnTo>
                <a:lnTo>
                  <a:pt x="100328" y="440742"/>
                </a:lnTo>
                <a:close/>
              </a:path>
              <a:path w="1441450" h="480060">
                <a:moveTo>
                  <a:pt x="164174" y="421525"/>
                </a:moveTo>
                <a:lnTo>
                  <a:pt x="127690" y="432506"/>
                </a:lnTo>
                <a:lnTo>
                  <a:pt x="130436" y="441627"/>
                </a:lnTo>
                <a:lnTo>
                  <a:pt x="166919" y="430645"/>
                </a:lnTo>
                <a:lnTo>
                  <a:pt x="164174" y="421525"/>
                </a:lnTo>
                <a:close/>
              </a:path>
              <a:path w="1441450" h="480060">
                <a:moveTo>
                  <a:pt x="228019" y="402308"/>
                </a:moveTo>
                <a:lnTo>
                  <a:pt x="191536" y="413289"/>
                </a:lnTo>
                <a:lnTo>
                  <a:pt x="194282" y="422409"/>
                </a:lnTo>
                <a:lnTo>
                  <a:pt x="230765" y="411429"/>
                </a:lnTo>
                <a:lnTo>
                  <a:pt x="228019" y="402308"/>
                </a:lnTo>
                <a:close/>
              </a:path>
              <a:path w="1441450" h="480060">
                <a:moveTo>
                  <a:pt x="291865" y="383091"/>
                </a:moveTo>
                <a:lnTo>
                  <a:pt x="255383" y="394072"/>
                </a:lnTo>
                <a:lnTo>
                  <a:pt x="258127" y="403193"/>
                </a:lnTo>
                <a:lnTo>
                  <a:pt x="294610" y="392211"/>
                </a:lnTo>
                <a:lnTo>
                  <a:pt x="291865" y="383091"/>
                </a:lnTo>
                <a:close/>
              </a:path>
              <a:path w="1441450" h="480060">
                <a:moveTo>
                  <a:pt x="355711" y="363874"/>
                </a:moveTo>
                <a:lnTo>
                  <a:pt x="319228" y="374855"/>
                </a:lnTo>
                <a:lnTo>
                  <a:pt x="321972" y="383975"/>
                </a:lnTo>
                <a:lnTo>
                  <a:pt x="358456" y="372995"/>
                </a:lnTo>
                <a:lnTo>
                  <a:pt x="355711" y="363874"/>
                </a:lnTo>
                <a:close/>
              </a:path>
              <a:path w="1441450" h="480060">
                <a:moveTo>
                  <a:pt x="419557" y="344657"/>
                </a:moveTo>
                <a:lnTo>
                  <a:pt x="383073" y="355638"/>
                </a:lnTo>
                <a:lnTo>
                  <a:pt x="385818" y="364759"/>
                </a:lnTo>
                <a:lnTo>
                  <a:pt x="422301" y="353777"/>
                </a:lnTo>
                <a:lnTo>
                  <a:pt x="419557" y="344657"/>
                </a:lnTo>
                <a:close/>
              </a:path>
              <a:path w="1441450" h="480060">
                <a:moveTo>
                  <a:pt x="483402" y="325440"/>
                </a:moveTo>
                <a:lnTo>
                  <a:pt x="446919" y="336421"/>
                </a:lnTo>
                <a:lnTo>
                  <a:pt x="449665" y="345541"/>
                </a:lnTo>
                <a:lnTo>
                  <a:pt x="486148" y="334561"/>
                </a:lnTo>
                <a:lnTo>
                  <a:pt x="483402" y="325440"/>
                </a:lnTo>
                <a:close/>
              </a:path>
              <a:path w="1441450" h="480060">
                <a:moveTo>
                  <a:pt x="547248" y="306223"/>
                </a:moveTo>
                <a:lnTo>
                  <a:pt x="510764" y="317204"/>
                </a:lnTo>
                <a:lnTo>
                  <a:pt x="513510" y="326325"/>
                </a:lnTo>
                <a:lnTo>
                  <a:pt x="549993" y="315343"/>
                </a:lnTo>
                <a:lnTo>
                  <a:pt x="547248" y="306223"/>
                </a:lnTo>
                <a:close/>
              </a:path>
              <a:path w="1441450" h="480060">
                <a:moveTo>
                  <a:pt x="611093" y="287006"/>
                </a:moveTo>
                <a:lnTo>
                  <a:pt x="574610" y="297987"/>
                </a:lnTo>
                <a:lnTo>
                  <a:pt x="577355" y="307107"/>
                </a:lnTo>
                <a:lnTo>
                  <a:pt x="613839" y="296127"/>
                </a:lnTo>
                <a:lnTo>
                  <a:pt x="611093" y="287006"/>
                </a:lnTo>
                <a:close/>
              </a:path>
              <a:path w="1441450" h="480060">
                <a:moveTo>
                  <a:pt x="674938" y="267789"/>
                </a:moveTo>
                <a:lnTo>
                  <a:pt x="638455" y="278770"/>
                </a:lnTo>
                <a:lnTo>
                  <a:pt x="641201" y="287891"/>
                </a:lnTo>
                <a:lnTo>
                  <a:pt x="677684" y="276909"/>
                </a:lnTo>
                <a:lnTo>
                  <a:pt x="674938" y="267789"/>
                </a:lnTo>
                <a:close/>
              </a:path>
              <a:path w="1441450" h="480060">
                <a:moveTo>
                  <a:pt x="738784" y="248572"/>
                </a:moveTo>
                <a:lnTo>
                  <a:pt x="702301" y="259553"/>
                </a:lnTo>
                <a:lnTo>
                  <a:pt x="705046" y="268673"/>
                </a:lnTo>
                <a:lnTo>
                  <a:pt x="741530" y="257693"/>
                </a:lnTo>
                <a:lnTo>
                  <a:pt x="738784" y="248572"/>
                </a:lnTo>
                <a:close/>
              </a:path>
              <a:path w="1441450" h="480060">
                <a:moveTo>
                  <a:pt x="802631" y="229355"/>
                </a:moveTo>
                <a:lnTo>
                  <a:pt x="766147" y="240336"/>
                </a:lnTo>
                <a:lnTo>
                  <a:pt x="768892" y="249457"/>
                </a:lnTo>
                <a:lnTo>
                  <a:pt x="805375" y="238475"/>
                </a:lnTo>
                <a:lnTo>
                  <a:pt x="802631" y="229355"/>
                </a:lnTo>
                <a:close/>
              </a:path>
              <a:path w="1441450" h="480060">
                <a:moveTo>
                  <a:pt x="866476" y="210138"/>
                </a:moveTo>
                <a:lnTo>
                  <a:pt x="829993" y="221119"/>
                </a:lnTo>
                <a:lnTo>
                  <a:pt x="832737" y="230239"/>
                </a:lnTo>
                <a:lnTo>
                  <a:pt x="869221" y="219259"/>
                </a:lnTo>
                <a:lnTo>
                  <a:pt x="866476" y="210138"/>
                </a:lnTo>
                <a:close/>
              </a:path>
              <a:path w="1441450" h="480060">
                <a:moveTo>
                  <a:pt x="930321" y="190921"/>
                </a:moveTo>
                <a:lnTo>
                  <a:pt x="893838" y="201902"/>
                </a:lnTo>
                <a:lnTo>
                  <a:pt x="896583" y="211023"/>
                </a:lnTo>
                <a:lnTo>
                  <a:pt x="933066" y="200041"/>
                </a:lnTo>
                <a:lnTo>
                  <a:pt x="930321" y="190921"/>
                </a:lnTo>
                <a:close/>
              </a:path>
              <a:path w="1441450" h="480060">
                <a:moveTo>
                  <a:pt x="994167" y="171703"/>
                </a:moveTo>
                <a:lnTo>
                  <a:pt x="957684" y="182685"/>
                </a:lnTo>
                <a:lnTo>
                  <a:pt x="960429" y="191805"/>
                </a:lnTo>
                <a:lnTo>
                  <a:pt x="996913" y="180825"/>
                </a:lnTo>
                <a:lnTo>
                  <a:pt x="994167" y="171703"/>
                </a:lnTo>
                <a:close/>
              </a:path>
              <a:path w="1441450" h="480060">
                <a:moveTo>
                  <a:pt x="1058012" y="152487"/>
                </a:moveTo>
                <a:lnTo>
                  <a:pt x="1021529" y="163468"/>
                </a:lnTo>
                <a:lnTo>
                  <a:pt x="1024275" y="172589"/>
                </a:lnTo>
                <a:lnTo>
                  <a:pt x="1060758" y="161607"/>
                </a:lnTo>
                <a:lnTo>
                  <a:pt x="1058012" y="152487"/>
                </a:lnTo>
                <a:close/>
              </a:path>
              <a:path w="1441450" h="480060">
                <a:moveTo>
                  <a:pt x="1121858" y="133269"/>
                </a:moveTo>
                <a:lnTo>
                  <a:pt x="1085375" y="144251"/>
                </a:lnTo>
                <a:lnTo>
                  <a:pt x="1088120" y="153371"/>
                </a:lnTo>
                <a:lnTo>
                  <a:pt x="1124604" y="142391"/>
                </a:lnTo>
                <a:lnTo>
                  <a:pt x="1121858" y="133269"/>
                </a:lnTo>
                <a:close/>
              </a:path>
              <a:path w="1441450" h="480060">
                <a:moveTo>
                  <a:pt x="1185703" y="114053"/>
                </a:moveTo>
                <a:lnTo>
                  <a:pt x="1149220" y="125034"/>
                </a:lnTo>
                <a:lnTo>
                  <a:pt x="1151966" y="134155"/>
                </a:lnTo>
                <a:lnTo>
                  <a:pt x="1188449" y="123173"/>
                </a:lnTo>
                <a:lnTo>
                  <a:pt x="1185703" y="114053"/>
                </a:lnTo>
                <a:close/>
              </a:path>
              <a:path w="1441450" h="480060">
                <a:moveTo>
                  <a:pt x="1249550" y="94835"/>
                </a:moveTo>
                <a:lnTo>
                  <a:pt x="1213067" y="105817"/>
                </a:lnTo>
                <a:lnTo>
                  <a:pt x="1215811" y="114937"/>
                </a:lnTo>
                <a:lnTo>
                  <a:pt x="1252294" y="103957"/>
                </a:lnTo>
                <a:lnTo>
                  <a:pt x="1249550" y="94835"/>
                </a:lnTo>
                <a:close/>
              </a:path>
              <a:path w="1441450" h="480060">
                <a:moveTo>
                  <a:pt x="1313395" y="75619"/>
                </a:moveTo>
                <a:lnTo>
                  <a:pt x="1276912" y="86600"/>
                </a:lnTo>
                <a:lnTo>
                  <a:pt x="1279657" y="95721"/>
                </a:lnTo>
                <a:lnTo>
                  <a:pt x="1316140" y="84739"/>
                </a:lnTo>
                <a:lnTo>
                  <a:pt x="1313395" y="75619"/>
                </a:lnTo>
                <a:close/>
              </a:path>
              <a:path w="1441450" h="480060">
                <a:moveTo>
                  <a:pt x="1435560" y="39691"/>
                </a:moveTo>
                <a:lnTo>
                  <a:pt x="1432758" y="39691"/>
                </a:lnTo>
                <a:lnTo>
                  <a:pt x="1435503" y="48812"/>
                </a:lnTo>
                <a:lnTo>
                  <a:pt x="1422897" y="52607"/>
                </a:lnTo>
                <a:lnTo>
                  <a:pt x="1374033" y="126592"/>
                </a:lnTo>
                <a:lnTo>
                  <a:pt x="1374637" y="129547"/>
                </a:lnTo>
                <a:lnTo>
                  <a:pt x="1379026" y="132445"/>
                </a:lnTo>
                <a:lnTo>
                  <a:pt x="1381980" y="131842"/>
                </a:lnTo>
                <a:lnTo>
                  <a:pt x="1441245" y="42110"/>
                </a:lnTo>
                <a:lnTo>
                  <a:pt x="1435560" y="39691"/>
                </a:lnTo>
                <a:close/>
              </a:path>
              <a:path w="1441450" h="480060">
                <a:moveTo>
                  <a:pt x="1377241" y="56401"/>
                </a:moveTo>
                <a:lnTo>
                  <a:pt x="1340758" y="67383"/>
                </a:lnTo>
                <a:lnTo>
                  <a:pt x="1343502" y="76503"/>
                </a:lnTo>
                <a:lnTo>
                  <a:pt x="1379985" y="65523"/>
                </a:lnTo>
                <a:lnTo>
                  <a:pt x="1377241" y="56401"/>
                </a:lnTo>
                <a:close/>
              </a:path>
              <a:path w="1441450" h="480060">
                <a:moveTo>
                  <a:pt x="1420152" y="43485"/>
                </a:moveTo>
                <a:lnTo>
                  <a:pt x="1404603" y="48166"/>
                </a:lnTo>
                <a:lnTo>
                  <a:pt x="1407349" y="57287"/>
                </a:lnTo>
                <a:lnTo>
                  <a:pt x="1422897" y="52607"/>
                </a:lnTo>
                <a:lnTo>
                  <a:pt x="1426997" y="46399"/>
                </a:lnTo>
                <a:lnTo>
                  <a:pt x="1420152" y="43485"/>
                </a:lnTo>
                <a:close/>
              </a:path>
              <a:path w="1441450" h="480060">
                <a:moveTo>
                  <a:pt x="1426997" y="46399"/>
                </a:moveTo>
                <a:lnTo>
                  <a:pt x="1422897" y="52607"/>
                </a:lnTo>
                <a:lnTo>
                  <a:pt x="1435503" y="48812"/>
                </a:lnTo>
                <a:lnTo>
                  <a:pt x="1435451" y="48637"/>
                </a:lnTo>
                <a:lnTo>
                  <a:pt x="1432256" y="48637"/>
                </a:lnTo>
                <a:lnTo>
                  <a:pt x="1426997" y="46399"/>
                </a:lnTo>
                <a:close/>
              </a:path>
              <a:path w="1441450" h="480060">
                <a:moveTo>
                  <a:pt x="1430146" y="41630"/>
                </a:moveTo>
                <a:lnTo>
                  <a:pt x="1426997" y="46399"/>
                </a:lnTo>
                <a:lnTo>
                  <a:pt x="1432256" y="48637"/>
                </a:lnTo>
                <a:lnTo>
                  <a:pt x="1430146" y="41630"/>
                </a:lnTo>
                <a:close/>
              </a:path>
              <a:path w="1441450" h="480060">
                <a:moveTo>
                  <a:pt x="1433341" y="41630"/>
                </a:moveTo>
                <a:lnTo>
                  <a:pt x="1430146" y="41630"/>
                </a:lnTo>
                <a:lnTo>
                  <a:pt x="1432256" y="48637"/>
                </a:lnTo>
                <a:lnTo>
                  <a:pt x="1435451" y="48637"/>
                </a:lnTo>
                <a:lnTo>
                  <a:pt x="1433341" y="41630"/>
                </a:lnTo>
                <a:close/>
              </a:path>
              <a:path w="1441450" h="480060">
                <a:moveTo>
                  <a:pt x="1432758" y="39691"/>
                </a:moveTo>
                <a:lnTo>
                  <a:pt x="1420152" y="43485"/>
                </a:lnTo>
                <a:lnTo>
                  <a:pt x="1426997" y="46399"/>
                </a:lnTo>
                <a:lnTo>
                  <a:pt x="1430146" y="41630"/>
                </a:lnTo>
                <a:lnTo>
                  <a:pt x="1433341" y="41630"/>
                </a:lnTo>
                <a:lnTo>
                  <a:pt x="1432758" y="39691"/>
                </a:lnTo>
                <a:close/>
              </a:path>
              <a:path w="1441450" h="480060">
                <a:moveTo>
                  <a:pt x="1342298" y="0"/>
                </a:moveTo>
                <a:lnTo>
                  <a:pt x="1339500" y="1126"/>
                </a:lnTo>
                <a:lnTo>
                  <a:pt x="1337440" y="5966"/>
                </a:lnTo>
                <a:lnTo>
                  <a:pt x="1338567" y="8764"/>
                </a:lnTo>
                <a:lnTo>
                  <a:pt x="1420152" y="43485"/>
                </a:lnTo>
                <a:lnTo>
                  <a:pt x="1432758" y="39691"/>
                </a:lnTo>
                <a:lnTo>
                  <a:pt x="1435560" y="39691"/>
                </a:lnTo>
                <a:lnTo>
                  <a:pt x="13422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71465" y="2905252"/>
            <a:ext cx="1130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宋体"/>
                <a:cs typeface="宋体"/>
              </a:rPr>
              <a:t>《</a:t>
            </a:r>
            <a:r>
              <a:rPr sz="1600" spc="-5" dirty="0">
                <a:latin typeface="Arial"/>
                <a:cs typeface="Arial"/>
              </a:rPr>
              <a:t>include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dirty="0">
                <a:latin typeface="宋体"/>
                <a:cs typeface="宋体"/>
              </a:rPr>
              <a:t>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69877" y="3840988"/>
            <a:ext cx="1130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宋体"/>
                <a:cs typeface="宋体"/>
              </a:rPr>
              <a:t>《</a:t>
            </a:r>
            <a:r>
              <a:rPr sz="1600" spc="-5" dirty="0">
                <a:latin typeface="Arial"/>
                <a:cs typeface="Arial"/>
              </a:rPr>
              <a:t>include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dirty="0">
                <a:latin typeface="宋体"/>
                <a:cs typeface="宋体"/>
              </a:rPr>
              <a:t>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45689" y="4968748"/>
            <a:ext cx="10414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宋体"/>
                <a:cs typeface="宋体"/>
              </a:rPr>
              <a:t>《</a:t>
            </a:r>
            <a:r>
              <a:rPr sz="1600" spc="-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x</a:t>
            </a:r>
            <a:r>
              <a:rPr sz="1600" spc="5" dirty="0">
                <a:latin typeface="Arial"/>
                <a:cs typeface="Arial"/>
              </a:rPr>
              <a:t>t</a:t>
            </a:r>
            <a:r>
              <a:rPr sz="1600" spc="-5" dirty="0">
                <a:latin typeface="Arial"/>
                <a:cs typeface="Arial"/>
              </a:rPr>
              <a:t>end</a:t>
            </a:r>
            <a:r>
              <a:rPr sz="1600" dirty="0">
                <a:latin typeface="宋体"/>
                <a:cs typeface="宋体"/>
              </a:rPr>
              <a:t>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410630" y="5103462"/>
            <a:ext cx="1296670" cy="274955"/>
          </a:xfrm>
          <a:custGeom>
            <a:avLst/>
            <a:gdLst/>
            <a:ahLst/>
            <a:cxnLst/>
            <a:rect l="l" t="t" r="r" b="b"/>
            <a:pathLst>
              <a:path w="1296670" h="274954">
                <a:moveTo>
                  <a:pt x="37581" y="259264"/>
                </a:moveTo>
                <a:lnTo>
                  <a:pt x="0" y="265527"/>
                </a:lnTo>
                <a:lnTo>
                  <a:pt x="1565" y="274923"/>
                </a:lnTo>
                <a:lnTo>
                  <a:pt x="39147" y="268659"/>
                </a:lnTo>
                <a:lnTo>
                  <a:pt x="37581" y="259264"/>
                </a:lnTo>
                <a:close/>
              </a:path>
              <a:path w="1296670" h="274954">
                <a:moveTo>
                  <a:pt x="103348" y="248302"/>
                </a:moveTo>
                <a:lnTo>
                  <a:pt x="65768" y="254566"/>
                </a:lnTo>
                <a:lnTo>
                  <a:pt x="67334" y="263961"/>
                </a:lnTo>
                <a:lnTo>
                  <a:pt x="104914" y="257698"/>
                </a:lnTo>
                <a:lnTo>
                  <a:pt x="103348" y="248302"/>
                </a:lnTo>
                <a:close/>
              </a:path>
              <a:path w="1296670" h="274954">
                <a:moveTo>
                  <a:pt x="169117" y="237341"/>
                </a:moveTo>
                <a:lnTo>
                  <a:pt x="131535" y="243605"/>
                </a:lnTo>
                <a:lnTo>
                  <a:pt x="133101" y="253000"/>
                </a:lnTo>
                <a:lnTo>
                  <a:pt x="170682" y="246736"/>
                </a:lnTo>
                <a:lnTo>
                  <a:pt x="169117" y="237341"/>
                </a:lnTo>
                <a:close/>
              </a:path>
              <a:path w="1296670" h="274954">
                <a:moveTo>
                  <a:pt x="234885" y="226381"/>
                </a:moveTo>
                <a:lnTo>
                  <a:pt x="197303" y="232643"/>
                </a:lnTo>
                <a:lnTo>
                  <a:pt x="198869" y="242039"/>
                </a:lnTo>
                <a:lnTo>
                  <a:pt x="236451" y="235775"/>
                </a:lnTo>
                <a:lnTo>
                  <a:pt x="234885" y="226381"/>
                </a:lnTo>
                <a:close/>
              </a:path>
              <a:path w="1296670" h="274954">
                <a:moveTo>
                  <a:pt x="300652" y="215419"/>
                </a:moveTo>
                <a:lnTo>
                  <a:pt x="263071" y="221683"/>
                </a:lnTo>
                <a:lnTo>
                  <a:pt x="264637" y="231077"/>
                </a:lnTo>
                <a:lnTo>
                  <a:pt x="302218" y="224815"/>
                </a:lnTo>
                <a:lnTo>
                  <a:pt x="300652" y="215419"/>
                </a:lnTo>
                <a:close/>
              </a:path>
              <a:path w="1296670" h="274954">
                <a:moveTo>
                  <a:pt x="366420" y="204458"/>
                </a:moveTo>
                <a:lnTo>
                  <a:pt x="328838" y="210722"/>
                </a:lnTo>
                <a:lnTo>
                  <a:pt x="330404" y="220117"/>
                </a:lnTo>
                <a:lnTo>
                  <a:pt x="367986" y="213854"/>
                </a:lnTo>
                <a:lnTo>
                  <a:pt x="366420" y="204458"/>
                </a:lnTo>
                <a:close/>
              </a:path>
              <a:path w="1296670" h="274954">
                <a:moveTo>
                  <a:pt x="432188" y="193497"/>
                </a:moveTo>
                <a:lnTo>
                  <a:pt x="394606" y="199760"/>
                </a:lnTo>
                <a:lnTo>
                  <a:pt x="396172" y="209156"/>
                </a:lnTo>
                <a:lnTo>
                  <a:pt x="433754" y="202892"/>
                </a:lnTo>
                <a:lnTo>
                  <a:pt x="432188" y="193497"/>
                </a:lnTo>
                <a:close/>
              </a:path>
              <a:path w="1296670" h="274954">
                <a:moveTo>
                  <a:pt x="497955" y="182535"/>
                </a:moveTo>
                <a:lnTo>
                  <a:pt x="460375" y="188799"/>
                </a:lnTo>
                <a:lnTo>
                  <a:pt x="461940" y="198194"/>
                </a:lnTo>
                <a:lnTo>
                  <a:pt x="499521" y="191931"/>
                </a:lnTo>
                <a:lnTo>
                  <a:pt x="497955" y="182535"/>
                </a:lnTo>
                <a:close/>
              </a:path>
              <a:path w="1296670" h="274954">
                <a:moveTo>
                  <a:pt x="563723" y="171574"/>
                </a:moveTo>
                <a:lnTo>
                  <a:pt x="526141" y="177838"/>
                </a:lnTo>
                <a:lnTo>
                  <a:pt x="527707" y="187233"/>
                </a:lnTo>
                <a:lnTo>
                  <a:pt x="565289" y="180969"/>
                </a:lnTo>
                <a:lnTo>
                  <a:pt x="563723" y="171574"/>
                </a:lnTo>
                <a:close/>
              </a:path>
              <a:path w="1296670" h="274954">
                <a:moveTo>
                  <a:pt x="629492" y="160613"/>
                </a:moveTo>
                <a:lnTo>
                  <a:pt x="591910" y="166876"/>
                </a:lnTo>
                <a:lnTo>
                  <a:pt x="593476" y="176272"/>
                </a:lnTo>
                <a:lnTo>
                  <a:pt x="631057" y="170008"/>
                </a:lnTo>
                <a:lnTo>
                  <a:pt x="629492" y="160613"/>
                </a:lnTo>
                <a:close/>
              </a:path>
              <a:path w="1296670" h="274954">
                <a:moveTo>
                  <a:pt x="695258" y="149651"/>
                </a:moveTo>
                <a:lnTo>
                  <a:pt x="657678" y="155915"/>
                </a:lnTo>
                <a:lnTo>
                  <a:pt x="659244" y="165310"/>
                </a:lnTo>
                <a:lnTo>
                  <a:pt x="696824" y="159047"/>
                </a:lnTo>
                <a:lnTo>
                  <a:pt x="695258" y="149651"/>
                </a:lnTo>
                <a:close/>
              </a:path>
              <a:path w="1296670" h="274954">
                <a:moveTo>
                  <a:pt x="761027" y="138690"/>
                </a:moveTo>
                <a:lnTo>
                  <a:pt x="723445" y="144953"/>
                </a:lnTo>
                <a:lnTo>
                  <a:pt x="725011" y="154349"/>
                </a:lnTo>
                <a:lnTo>
                  <a:pt x="762593" y="148085"/>
                </a:lnTo>
                <a:lnTo>
                  <a:pt x="761027" y="138690"/>
                </a:lnTo>
                <a:close/>
              </a:path>
              <a:path w="1296670" h="274954">
                <a:moveTo>
                  <a:pt x="826795" y="127728"/>
                </a:moveTo>
                <a:lnTo>
                  <a:pt x="789213" y="133992"/>
                </a:lnTo>
                <a:lnTo>
                  <a:pt x="790779" y="143388"/>
                </a:lnTo>
                <a:lnTo>
                  <a:pt x="828361" y="137124"/>
                </a:lnTo>
                <a:lnTo>
                  <a:pt x="826795" y="127728"/>
                </a:lnTo>
                <a:close/>
              </a:path>
              <a:path w="1296670" h="274954">
                <a:moveTo>
                  <a:pt x="892563" y="116767"/>
                </a:moveTo>
                <a:lnTo>
                  <a:pt x="854981" y="123031"/>
                </a:lnTo>
                <a:lnTo>
                  <a:pt x="856547" y="132426"/>
                </a:lnTo>
                <a:lnTo>
                  <a:pt x="894128" y="126163"/>
                </a:lnTo>
                <a:lnTo>
                  <a:pt x="892563" y="116767"/>
                </a:lnTo>
                <a:close/>
              </a:path>
              <a:path w="1296670" h="274954">
                <a:moveTo>
                  <a:pt x="958330" y="105806"/>
                </a:moveTo>
                <a:lnTo>
                  <a:pt x="920748" y="112069"/>
                </a:lnTo>
                <a:lnTo>
                  <a:pt x="922314" y="121465"/>
                </a:lnTo>
                <a:lnTo>
                  <a:pt x="959896" y="115201"/>
                </a:lnTo>
                <a:lnTo>
                  <a:pt x="958330" y="105806"/>
                </a:lnTo>
                <a:close/>
              </a:path>
              <a:path w="1296670" h="274954">
                <a:moveTo>
                  <a:pt x="1024098" y="94844"/>
                </a:moveTo>
                <a:lnTo>
                  <a:pt x="986516" y="101108"/>
                </a:lnTo>
                <a:lnTo>
                  <a:pt x="988082" y="110503"/>
                </a:lnTo>
                <a:lnTo>
                  <a:pt x="1025664" y="104240"/>
                </a:lnTo>
                <a:lnTo>
                  <a:pt x="1024098" y="94844"/>
                </a:lnTo>
                <a:close/>
              </a:path>
              <a:path w="1296670" h="274954">
                <a:moveTo>
                  <a:pt x="1089865" y="83883"/>
                </a:moveTo>
                <a:lnTo>
                  <a:pt x="1052285" y="90147"/>
                </a:lnTo>
                <a:lnTo>
                  <a:pt x="1053851" y="99542"/>
                </a:lnTo>
                <a:lnTo>
                  <a:pt x="1091432" y="93278"/>
                </a:lnTo>
                <a:lnTo>
                  <a:pt x="1089865" y="83883"/>
                </a:lnTo>
                <a:close/>
              </a:path>
              <a:path w="1296670" h="274954">
                <a:moveTo>
                  <a:pt x="1155633" y="72922"/>
                </a:moveTo>
                <a:lnTo>
                  <a:pt x="1118052" y="79185"/>
                </a:lnTo>
                <a:lnTo>
                  <a:pt x="1119618" y="88581"/>
                </a:lnTo>
                <a:lnTo>
                  <a:pt x="1157199" y="82317"/>
                </a:lnTo>
                <a:lnTo>
                  <a:pt x="1155633" y="72922"/>
                </a:lnTo>
                <a:close/>
              </a:path>
              <a:path w="1296670" h="274954">
                <a:moveTo>
                  <a:pt x="1290512" y="50999"/>
                </a:moveTo>
                <a:lnTo>
                  <a:pt x="1287170" y="50999"/>
                </a:lnTo>
                <a:lnTo>
                  <a:pt x="1288736" y="60394"/>
                </a:lnTo>
                <a:lnTo>
                  <a:pt x="1276661" y="62407"/>
                </a:lnTo>
                <a:lnTo>
                  <a:pt x="1218805" y="129595"/>
                </a:lnTo>
                <a:lnTo>
                  <a:pt x="1219029" y="132603"/>
                </a:lnTo>
                <a:lnTo>
                  <a:pt x="1223016" y="136036"/>
                </a:lnTo>
                <a:lnTo>
                  <a:pt x="1226022" y="135811"/>
                </a:lnTo>
                <a:lnTo>
                  <a:pt x="1296192" y="54324"/>
                </a:lnTo>
                <a:lnTo>
                  <a:pt x="1290512" y="50999"/>
                </a:lnTo>
                <a:close/>
              </a:path>
              <a:path w="1296670" h="274954">
                <a:moveTo>
                  <a:pt x="1221402" y="61960"/>
                </a:moveTo>
                <a:lnTo>
                  <a:pt x="1183820" y="68224"/>
                </a:lnTo>
                <a:lnTo>
                  <a:pt x="1185386" y="77619"/>
                </a:lnTo>
                <a:lnTo>
                  <a:pt x="1222968" y="71356"/>
                </a:lnTo>
                <a:lnTo>
                  <a:pt x="1221402" y="61960"/>
                </a:lnTo>
                <a:close/>
              </a:path>
              <a:path w="1296670" h="274954">
                <a:moveTo>
                  <a:pt x="1275096" y="53011"/>
                </a:moveTo>
                <a:lnTo>
                  <a:pt x="1249588" y="57263"/>
                </a:lnTo>
                <a:lnTo>
                  <a:pt x="1251154" y="66658"/>
                </a:lnTo>
                <a:lnTo>
                  <a:pt x="1276661" y="62407"/>
                </a:lnTo>
                <a:lnTo>
                  <a:pt x="1281516" y="56769"/>
                </a:lnTo>
                <a:lnTo>
                  <a:pt x="1275096" y="53011"/>
                </a:lnTo>
                <a:close/>
              </a:path>
              <a:path w="1296670" h="274954">
                <a:moveTo>
                  <a:pt x="1281516" y="56769"/>
                </a:moveTo>
                <a:lnTo>
                  <a:pt x="1276661" y="62407"/>
                </a:lnTo>
                <a:lnTo>
                  <a:pt x="1288736" y="60394"/>
                </a:lnTo>
                <a:lnTo>
                  <a:pt x="1288613" y="59656"/>
                </a:lnTo>
                <a:lnTo>
                  <a:pt x="1286449" y="59656"/>
                </a:lnTo>
                <a:lnTo>
                  <a:pt x="1281516" y="56769"/>
                </a:lnTo>
                <a:close/>
              </a:path>
              <a:path w="1296670" h="274954">
                <a:moveTo>
                  <a:pt x="1285245" y="52439"/>
                </a:moveTo>
                <a:lnTo>
                  <a:pt x="1281516" y="56769"/>
                </a:lnTo>
                <a:lnTo>
                  <a:pt x="1286449" y="59656"/>
                </a:lnTo>
                <a:lnTo>
                  <a:pt x="1285245" y="52439"/>
                </a:lnTo>
                <a:close/>
              </a:path>
              <a:path w="1296670" h="274954">
                <a:moveTo>
                  <a:pt x="1287410" y="52439"/>
                </a:moveTo>
                <a:lnTo>
                  <a:pt x="1285245" y="52439"/>
                </a:lnTo>
                <a:lnTo>
                  <a:pt x="1286449" y="59656"/>
                </a:lnTo>
                <a:lnTo>
                  <a:pt x="1288613" y="59656"/>
                </a:lnTo>
                <a:lnTo>
                  <a:pt x="1287410" y="52439"/>
                </a:lnTo>
                <a:close/>
              </a:path>
              <a:path w="1296670" h="274954">
                <a:moveTo>
                  <a:pt x="1287170" y="50999"/>
                </a:moveTo>
                <a:lnTo>
                  <a:pt x="1275096" y="53011"/>
                </a:lnTo>
                <a:lnTo>
                  <a:pt x="1281516" y="56769"/>
                </a:lnTo>
                <a:lnTo>
                  <a:pt x="1285245" y="52439"/>
                </a:lnTo>
                <a:lnTo>
                  <a:pt x="1287410" y="52439"/>
                </a:lnTo>
                <a:lnTo>
                  <a:pt x="1287170" y="50999"/>
                </a:lnTo>
                <a:close/>
              </a:path>
              <a:path w="1296670" h="274954">
                <a:moveTo>
                  <a:pt x="1203387" y="0"/>
                </a:moveTo>
                <a:lnTo>
                  <a:pt x="1200470" y="762"/>
                </a:lnTo>
                <a:lnTo>
                  <a:pt x="1197813" y="5302"/>
                </a:lnTo>
                <a:lnTo>
                  <a:pt x="1198576" y="8219"/>
                </a:lnTo>
                <a:lnTo>
                  <a:pt x="1275096" y="53011"/>
                </a:lnTo>
                <a:lnTo>
                  <a:pt x="1287170" y="50999"/>
                </a:lnTo>
                <a:lnTo>
                  <a:pt x="1290512" y="50999"/>
                </a:lnTo>
                <a:lnTo>
                  <a:pt x="1203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42987" y="5151437"/>
            <a:ext cx="1367155" cy="460375"/>
          </a:xfrm>
          <a:custGeom>
            <a:avLst/>
            <a:gdLst/>
            <a:ahLst/>
            <a:cxnLst/>
            <a:rect l="l" t="t" r="r" b="b"/>
            <a:pathLst>
              <a:path w="1367155" h="460375">
                <a:moveTo>
                  <a:pt x="0" y="230187"/>
                </a:moveTo>
                <a:lnTo>
                  <a:pt x="13884" y="183796"/>
                </a:lnTo>
                <a:lnTo>
                  <a:pt x="53706" y="140588"/>
                </a:lnTo>
                <a:lnTo>
                  <a:pt x="116717" y="101487"/>
                </a:lnTo>
                <a:lnTo>
                  <a:pt x="156059" y="83766"/>
                </a:lnTo>
                <a:lnTo>
                  <a:pt x="200168" y="67420"/>
                </a:lnTo>
                <a:lnTo>
                  <a:pt x="248700" y="52563"/>
                </a:lnTo>
                <a:lnTo>
                  <a:pt x="301312" y="39312"/>
                </a:lnTo>
                <a:lnTo>
                  <a:pt x="357660" y="27782"/>
                </a:lnTo>
                <a:lnTo>
                  <a:pt x="417401" y="18089"/>
                </a:lnTo>
                <a:lnTo>
                  <a:pt x="480190" y="10348"/>
                </a:lnTo>
                <a:lnTo>
                  <a:pt x="545685" y="4676"/>
                </a:lnTo>
                <a:lnTo>
                  <a:pt x="613542" y="1188"/>
                </a:lnTo>
                <a:lnTo>
                  <a:pt x="683418" y="0"/>
                </a:lnTo>
                <a:lnTo>
                  <a:pt x="753294" y="1188"/>
                </a:lnTo>
                <a:lnTo>
                  <a:pt x="821151" y="4676"/>
                </a:lnTo>
                <a:lnTo>
                  <a:pt x="886646" y="10348"/>
                </a:lnTo>
                <a:lnTo>
                  <a:pt x="949435" y="18089"/>
                </a:lnTo>
                <a:lnTo>
                  <a:pt x="1009176" y="27782"/>
                </a:lnTo>
                <a:lnTo>
                  <a:pt x="1065524" y="39312"/>
                </a:lnTo>
                <a:lnTo>
                  <a:pt x="1118136" y="52563"/>
                </a:lnTo>
                <a:lnTo>
                  <a:pt x="1166668" y="67420"/>
                </a:lnTo>
                <a:lnTo>
                  <a:pt x="1210777" y="83766"/>
                </a:lnTo>
                <a:lnTo>
                  <a:pt x="1250119" y="101487"/>
                </a:lnTo>
                <a:lnTo>
                  <a:pt x="1284352" y="120466"/>
                </a:lnTo>
                <a:lnTo>
                  <a:pt x="1336111" y="161736"/>
                </a:lnTo>
                <a:lnTo>
                  <a:pt x="1363308" y="206652"/>
                </a:lnTo>
                <a:lnTo>
                  <a:pt x="1366837" y="230187"/>
                </a:lnTo>
                <a:lnTo>
                  <a:pt x="1363308" y="253722"/>
                </a:lnTo>
                <a:lnTo>
                  <a:pt x="1336111" y="298638"/>
                </a:lnTo>
                <a:lnTo>
                  <a:pt x="1284352" y="339908"/>
                </a:lnTo>
                <a:lnTo>
                  <a:pt x="1250119" y="358887"/>
                </a:lnTo>
                <a:lnTo>
                  <a:pt x="1210777" y="376608"/>
                </a:lnTo>
                <a:lnTo>
                  <a:pt x="1166668" y="392954"/>
                </a:lnTo>
                <a:lnTo>
                  <a:pt x="1118136" y="407811"/>
                </a:lnTo>
                <a:lnTo>
                  <a:pt x="1065524" y="421062"/>
                </a:lnTo>
                <a:lnTo>
                  <a:pt x="1009176" y="432592"/>
                </a:lnTo>
                <a:lnTo>
                  <a:pt x="949435" y="442285"/>
                </a:lnTo>
                <a:lnTo>
                  <a:pt x="886646" y="450026"/>
                </a:lnTo>
                <a:lnTo>
                  <a:pt x="821151" y="455698"/>
                </a:lnTo>
                <a:lnTo>
                  <a:pt x="753294" y="459186"/>
                </a:lnTo>
                <a:lnTo>
                  <a:pt x="683418" y="460375"/>
                </a:lnTo>
                <a:lnTo>
                  <a:pt x="613542" y="459186"/>
                </a:lnTo>
                <a:lnTo>
                  <a:pt x="545685" y="455698"/>
                </a:lnTo>
                <a:lnTo>
                  <a:pt x="480190" y="450026"/>
                </a:lnTo>
                <a:lnTo>
                  <a:pt x="417401" y="442285"/>
                </a:lnTo>
                <a:lnTo>
                  <a:pt x="357660" y="432592"/>
                </a:lnTo>
                <a:lnTo>
                  <a:pt x="301312" y="421062"/>
                </a:lnTo>
                <a:lnTo>
                  <a:pt x="248700" y="407811"/>
                </a:lnTo>
                <a:lnTo>
                  <a:pt x="200168" y="392954"/>
                </a:lnTo>
                <a:lnTo>
                  <a:pt x="156059" y="376608"/>
                </a:lnTo>
                <a:lnTo>
                  <a:pt x="116717" y="358887"/>
                </a:lnTo>
                <a:lnTo>
                  <a:pt x="82484" y="339908"/>
                </a:lnTo>
                <a:lnTo>
                  <a:pt x="30725" y="298638"/>
                </a:lnTo>
                <a:lnTo>
                  <a:pt x="3528" y="253722"/>
                </a:lnTo>
                <a:lnTo>
                  <a:pt x="0" y="23018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101725" y="555904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超越权限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63675" y="1628775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80" h="184150">
                <a:moveTo>
                  <a:pt x="0" y="0"/>
                </a:moveTo>
                <a:lnTo>
                  <a:pt x="4763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85862" y="1700212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>
                <a:moveTo>
                  <a:pt x="0" y="0"/>
                </a:moveTo>
                <a:lnTo>
                  <a:pt x="5762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28737" y="1771650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80" h="288925">
                <a:moveTo>
                  <a:pt x="144462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71612" y="1771650"/>
            <a:ext cx="146050" cy="288925"/>
          </a:xfrm>
          <a:custGeom>
            <a:avLst/>
            <a:gdLst/>
            <a:ahLst/>
            <a:cxnLst/>
            <a:rect l="l" t="t" r="r" b="b"/>
            <a:pathLst>
              <a:path w="146050" h="288925">
                <a:moveTo>
                  <a:pt x="0" y="0"/>
                </a:moveTo>
                <a:lnTo>
                  <a:pt x="14605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9775" y="1962403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交易管理者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28737" y="1304925"/>
            <a:ext cx="287655" cy="295275"/>
          </a:xfrm>
          <a:custGeom>
            <a:avLst/>
            <a:gdLst/>
            <a:ahLst/>
            <a:cxnLst/>
            <a:rect l="l" t="t" r="r" b="b"/>
            <a:pathLst>
              <a:path w="287655" h="295275">
                <a:moveTo>
                  <a:pt x="0" y="147637"/>
                </a:moveTo>
                <a:lnTo>
                  <a:pt x="7324" y="100972"/>
                </a:lnTo>
                <a:lnTo>
                  <a:pt x="27719" y="60444"/>
                </a:lnTo>
                <a:lnTo>
                  <a:pt x="58819" y="28485"/>
                </a:lnTo>
                <a:lnTo>
                  <a:pt x="98258" y="7526"/>
                </a:lnTo>
                <a:lnTo>
                  <a:pt x="143668" y="0"/>
                </a:lnTo>
                <a:lnTo>
                  <a:pt x="189078" y="7526"/>
                </a:lnTo>
                <a:lnTo>
                  <a:pt x="228517" y="28485"/>
                </a:lnTo>
                <a:lnTo>
                  <a:pt x="259617" y="60444"/>
                </a:lnTo>
                <a:lnTo>
                  <a:pt x="280012" y="100972"/>
                </a:lnTo>
                <a:lnTo>
                  <a:pt x="287337" y="147637"/>
                </a:lnTo>
                <a:lnTo>
                  <a:pt x="280012" y="194302"/>
                </a:lnTo>
                <a:lnTo>
                  <a:pt x="259617" y="234830"/>
                </a:lnTo>
                <a:lnTo>
                  <a:pt x="228517" y="266789"/>
                </a:lnTo>
                <a:lnTo>
                  <a:pt x="189078" y="287748"/>
                </a:lnTo>
                <a:lnTo>
                  <a:pt x="143668" y="295275"/>
                </a:lnTo>
                <a:lnTo>
                  <a:pt x="98258" y="287748"/>
                </a:lnTo>
                <a:lnTo>
                  <a:pt x="58819" y="266789"/>
                </a:lnTo>
                <a:lnTo>
                  <a:pt x="27719" y="234830"/>
                </a:lnTo>
                <a:lnTo>
                  <a:pt x="7324" y="194302"/>
                </a:lnTo>
                <a:lnTo>
                  <a:pt x="0" y="1476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658100" y="1485900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79" h="184150">
                <a:moveTo>
                  <a:pt x="0" y="0"/>
                </a:moveTo>
                <a:lnTo>
                  <a:pt x="4763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380287" y="1557337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>
                <a:moveTo>
                  <a:pt x="0" y="0"/>
                </a:moveTo>
                <a:lnTo>
                  <a:pt x="5762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523163" y="1628775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79" h="288925">
                <a:moveTo>
                  <a:pt x="144462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666037" y="1628775"/>
            <a:ext cx="146050" cy="288925"/>
          </a:xfrm>
          <a:custGeom>
            <a:avLst/>
            <a:gdLst/>
            <a:ahLst/>
            <a:cxnLst/>
            <a:rect l="l" t="t" r="r" b="b"/>
            <a:pathLst>
              <a:path w="146050" h="288925">
                <a:moveTo>
                  <a:pt x="0" y="0"/>
                </a:moveTo>
                <a:lnTo>
                  <a:pt x="14605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862762" y="1889252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帐务系统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523162" y="1162050"/>
            <a:ext cx="287655" cy="295275"/>
          </a:xfrm>
          <a:custGeom>
            <a:avLst/>
            <a:gdLst/>
            <a:ahLst/>
            <a:cxnLst/>
            <a:rect l="l" t="t" r="r" b="b"/>
            <a:pathLst>
              <a:path w="287654" h="295275">
                <a:moveTo>
                  <a:pt x="0" y="147637"/>
                </a:moveTo>
                <a:lnTo>
                  <a:pt x="7324" y="100972"/>
                </a:lnTo>
                <a:lnTo>
                  <a:pt x="27719" y="60444"/>
                </a:lnTo>
                <a:lnTo>
                  <a:pt x="58819" y="28485"/>
                </a:lnTo>
                <a:lnTo>
                  <a:pt x="98258" y="7526"/>
                </a:lnTo>
                <a:lnTo>
                  <a:pt x="143668" y="0"/>
                </a:lnTo>
                <a:lnTo>
                  <a:pt x="189078" y="7526"/>
                </a:lnTo>
                <a:lnTo>
                  <a:pt x="228517" y="28485"/>
                </a:lnTo>
                <a:lnTo>
                  <a:pt x="259617" y="60444"/>
                </a:lnTo>
                <a:lnTo>
                  <a:pt x="280012" y="100972"/>
                </a:lnTo>
                <a:lnTo>
                  <a:pt x="287337" y="147637"/>
                </a:lnTo>
                <a:lnTo>
                  <a:pt x="280012" y="194302"/>
                </a:lnTo>
                <a:lnTo>
                  <a:pt x="259617" y="234830"/>
                </a:lnTo>
                <a:lnTo>
                  <a:pt x="228517" y="266789"/>
                </a:lnTo>
                <a:lnTo>
                  <a:pt x="189078" y="287748"/>
                </a:lnTo>
                <a:lnTo>
                  <a:pt x="143668" y="295275"/>
                </a:lnTo>
                <a:lnTo>
                  <a:pt x="98258" y="287748"/>
                </a:lnTo>
                <a:lnTo>
                  <a:pt x="58819" y="266789"/>
                </a:lnTo>
                <a:lnTo>
                  <a:pt x="27719" y="234830"/>
                </a:lnTo>
                <a:lnTo>
                  <a:pt x="7324" y="194302"/>
                </a:lnTo>
                <a:lnTo>
                  <a:pt x="0" y="1476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06587" y="1557337"/>
            <a:ext cx="863600" cy="0"/>
          </a:xfrm>
          <a:custGeom>
            <a:avLst/>
            <a:gdLst/>
            <a:ahLst/>
            <a:cxnLst/>
            <a:rect l="l" t="t" r="r" b="b"/>
            <a:pathLst>
              <a:path w="863600">
                <a:moveTo>
                  <a:pt x="0" y="0"/>
                </a:moveTo>
                <a:lnTo>
                  <a:pt x="863600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770187" y="1268412"/>
            <a:ext cx="1338580" cy="488950"/>
          </a:xfrm>
          <a:custGeom>
            <a:avLst/>
            <a:gdLst/>
            <a:ahLst/>
            <a:cxnLst/>
            <a:rect l="l" t="t" r="r" b="b"/>
            <a:pathLst>
              <a:path w="1338579" h="488950">
                <a:moveTo>
                  <a:pt x="0" y="244475"/>
                </a:moveTo>
                <a:lnTo>
                  <a:pt x="13594" y="195204"/>
                </a:lnTo>
                <a:lnTo>
                  <a:pt x="52583" y="149314"/>
                </a:lnTo>
                <a:lnTo>
                  <a:pt x="114277" y="107786"/>
                </a:lnTo>
                <a:lnTo>
                  <a:pt x="152797" y="88966"/>
                </a:lnTo>
                <a:lnTo>
                  <a:pt x="195983" y="71605"/>
                </a:lnTo>
                <a:lnTo>
                  <a:pt x="243501" y="55826"/>
                </a:lnTo>
                <a:lnTo>
                  <a:pt x="295013" y="41752"/>
                </a:lnTo>
                <a:lnTo>
                  <a:pt x="350183" y="29506"/>
                </a:lnTo>
                <a:lnTo>
                  <a:pt x="408675" y="19212"/>
                </a:lnTo>
                <a:lnTo>
                  <a:pt x="470151" y="10991"/>
                </a:lnTo>
                <a:lnTo>
                  <a:pt x="534277" y="4966"/>
                </a:lnTo>
                <a:lnTo>
                  <a:pt x="600716" y="1262"/>
                </a:lnTo>
                <a:lnTo>
                  <a:pt x="669131" y="0"/>
                </a:lnTo>
                <a:lnTo>
                  <a:pt x="737545" y="1262"/>
                </a:lnTo>
                <a:lnTo>
                  <a:pt x="803984" y="4966"/>
                </a:lnTo>
                <a:lnTo>
                  <a:pt x="868110" y="10991"/>
                </a:lnTo>
                <a:lnTo>
                  <a:pt x="929587" y="19212"/>
                </a:lnTo>
                <a:lnTo>
                  <a:pt x="988078" y="29506"/>
                </a:lnTo>
                <a:lnTo>
                  <a:pt x="1043248" y="41752"/>
                </a:lnTo>
                <a:lnTo>
                  <a:pt x="1094760" y="55826"/>
                </a:lnTo>
                <a:lnTo>
                  <a:pt x="1142278" y="71605"/>
                </a:lnTo>
                <a:lnTo>
                  <a:pt x="1185465" y="88966"/>
                </a:lnTo>
                <a:lnTo>
                  <a:pt x="1223984" y="107786"/>
                </a:lnTo>
                <a:lnTo>
                  <a:pt x="1257501" y="127943"/>
                </a:lnTo>
                <a:lnTo>
                  <a:pt x="1308179" y="171775"/>
                </a:lnTo>
                <a:lnTo>
                  <a:pt x="1334807" y="219478"/>
                </a:lnTo>
                <a:lnTo>
                  <a:pt x="1338262" y="244475"/>
                </a:lnTo>
                <a:lnTo>
                  <a:pt x="1334807" y="269471"/>
                </a:lnTo>
                <a:lnTo>
                  <a:pt x="1308179" y="317174"/>
                </a:lnTo>
                <a:lnTo>
                  <a:pt x="1257501" y="361006"/>
                </a:lnTo>
                <a:lnTo>
                  <a:pt x="1223984" y="381163"/>
                </a:lnTo>
                <a:lnTo>
                  <a:pt x="1185465" y="399983"/>
                </a:lnTo>
                <a:lnTo>
                  <a:pt x="1142278" y="417344"/>
                </a:lnTo>
                <a:lnTo>
                  <a:pt x="1094760" y="433123"/>
                </a:lnTo>
                <a:lnTo>
                  <a:pt x="1043248" y="447197"/>
                </a:lnTo>
                <a:lnTo>
                  <a:pt x="988078" y="459443"/>
                </a:lnTo>
                <a:lnTo>
                  <a:pt x="929587" y="469737"/>
                </a:lnTo>
                <a:lnTo>
                  <a:pt x="868110" y="477958"/>
                </a:lnTo>
                <a:lnTo>
                  <a:pt x="803984" y="483983"/>
                </a:lnTo>
                <a:lnTo>
                  <a:pt x="737545" y="487687"/>
                </a:lnTo>
                <a:lnTo>
                  <a:pt x="669131" y="488950"/>
                </a:lnTo>
                <a:lnTo>
                  <a:pt x="600716" y="487687"/>
                </a:lnTo>
                <a:lnTo>
                  <a:pt x="534277" y="483983"/>
                </a:lnTo>
                <a:lnTo>
                  <a:pt x="470151" y="477958"/>
                </a:lnTo>
                <a:lnTo>
                  <a:pt x="408675" y="469737"/>
                </a:lnTo>
                <a:lnTo>
                  <a:pt x="350183" y="459443"/>
                </a:lnTo>
                <a:lnTo>
                  <a:pt x="295013" y="447197"/>
                </a:lnTo>
                <a:lnTo>
                  <a:pt x="243501" y="433123"/>
                </a:lnTo>
                <a:lnTo>
                  <a:pt x="195983" y="417344"/>
                </a:lnTo>
                <a:lnTo>
                  <a:pt x="152797" y="399983"/>
                </a:lnTo>
                <a:lnTo>
                  <a:pt x="114277" y="381163"/>
                </a:lnTo>
                <a:lnTo>
                  <a:pt x="80760" y="361006"/>
                </a:lnTo>
                <a:lnTo>
                  <a:pt x="30082" y="317174"/>
                </a:lnTo>
                <a:lnTo>
                  <a:pt x="3454" y="269471"/>
                </a:lnTo>
                <a:lnTo>
                  <a:pt x="0" y="2444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003800" y="1123950"/>
            <a:ext cx="1338580" cy="488950"/>
          </a:xfrm>
          <a:custGeom>
            <a:avLst/>
            <a:gdLst/>
            <a:ahLst/>
            <a:cxnLst/>
            <a:rect l="l" t="t" r="r" b="b"/>
            <a:pathLst>
              <a:path w="1338579" h="488950">
                <a:moveTo>
                  <a:pt x="0" y="244475"/>
                </a:moveTo>
                <a:lnTo>
                  <a:pt x="13594" y="195204"/>
                </a:lnTo>
                <a:lnTo>
                  <a:pt x="52583" y="149314"/>
                </a:lnTo>
                <a:lnTo>
                  <a:pt x="114277" y="107786"/>
                </a:lnTo>
                <a:lnTo>
                  <a:pt x="152797" y="88966"/>
                </a:lnTo>
                <a:lnTo>
                  <a:pt x="195984" y="71605"/>
                </a:lnTo>
                <a:lnTo>
                  <a:pt x="243501" y="55826"/>
                </a:lnTo>
                <a:lnTo>
                  <a:pt x="295013" y="41752"/>
                </a:lnTo>
                <a:lnTo>
                  <a:pt x="350183" y="29506"/>
                </a:lnTo>
                <a:lnTo>
                  <a:pt x="408675" y="19212"/>
                </a:lnTo>
                <a:lnTo>
                  <a:pt x="470152" y="10991"/>
                </a:lnTo>
                <a:lnTo>
                  <a:pt x="534278" y="4966"/>
                </a:lnTo>
                <a:lnTo>
                  <a:pt x="600716" y="1262"/>
                </a:lnTo>
                <a:lnTo>
                  <a:pt x="669131" y="0"/>
                </a:lnTo>
                <a:lnTo>
                  <a:pt x="737546" y="1262"/>
                </a:lnTo>
                <a:lnTo>
                  <a:pt x="803984" y="4966"/>
                </a:lnTo>
                <a:lnTo>
                  <a:pt x="868110" y="10991"/>
                </a:lnTo>
                <a:lnTo>
                  <a:pt x="929587" y="19212"/>
                </a:lnTo>
                <a:lnTo>
                  <a:pt x="988079" y="29506"/>
                </a:lnTo>
                <a:lnTo>
                  <a:pt x="1043249" y="41752"/>
                </a:lnTo>
                <a:lnTo>
                  <a:pt x="1094761" y="55826"/>
                </a:lnTo>
                <a:lnTo>
                  <a:pt x="1142279" y="71605"/>
                </a:lnTo>
                <a:lnTo>
                  <a:pt x="1185466" y="88966"/>
                </a:lnTo>
                <a:lnTo>
                  <a:pt x="1223985" y="107786"/>
                </a:lnTo>
                <a:lnTo>
                  <a:pt x="1257502" y="127943"/>
                </a:lnTo>
                <a:lnTo>
                  <a:pt x="1308180" y="171775"/>
                </a:lnTo>
                <a:lnTo>
                  <a:pt x="1334808" y="219478"/>
                </a:lnTo>
                <a:lnTo>
                  <a:pt x="1338263" y="244475"/>
                </a:lnTo>
                <a:lnTo>
                  <a:pt x="1334808" y="269471"/>
                </a:lnTo>
                <a:lnTo>
                  <a:pt x="1308180" y="317174"/>
                </a:lnTo>
                <a:lnTo>
                  <a:pt x="1257502" y="361006"/>
                </a:lnTo>
                <a:lnTo>
                  <a:pt x="1223985" y="381163"/>
                </a:lnTo>
                <a:lnTo>
                  <a:pt x="1185466" y="399983"/>
                </a:lnTo>
                <a:lnTo>
                  <a:pt x="1142279" y="417344"/>
                </a:lnTo>
                <a:lnTo>
                  <a:pt x="1094761" y="433123"/>
                </a:lnTo>
                <a:lnTo>
                  <a:pt x="1043249" y="447197"/>
                </a:lnTo>
                <a:lnTo>
                  <a:pt x="988079" y="459443"/>
                </a:lnTo>
                <a:lnTo>
                  <a:pt x="929587" y="469737"/>
                </a:lnTo>
                <a:lnTo>
                  <a:pt x="868110" y="477958"/>
                </a:lnTo>
                <a:lnTo>
                  <a:pt x="803984" y="483983"/>
                </a:lnTo>
                <a:lnTo>
                  <a:pt x="737546" y="487687"/>
                </a:lnTo>
                <a:lnTo>
                  <a:pt x="669131" y="488950"/>
                </a:lnTo>
                <a:lnTo>
                  <a:pt x="600716" y="487687"/>
                </a:lnTo>
                <a:lnTo>
                  <a:pt x="534278" y="483983"/>
                </a:lnTo>
                <a:lnTo>
                  <a:pt x="470152" y="477958"/>
                </a:lnTo>
                <a:lnTo>
                  <a:pt x="408675" y="469737"/>
                </a:lnTo>
                <a:lnTo>
                  <a:pt x="350183" y="459443"/>
                </a:lnTo>
                <a:lnTo>
                  <a:pt x="295013" y="447197"/>
                </a:lnTo>
                <a:lnTo>
                  <a:pt x="243501" y="433123"/>
                </a:lnTo>
                <a:lnTo>
                  <a:pt x="195984" y="417344"/>
                </a:lnTo>
                <a:lnTo>
                  <a:pt x="152797" y="399983"/>
                </a:lnTo>
                <a:lnTo>
                  <a:pt x="114277" y="381163"/>
                </a:lnTo>
                <a:lnTo>
                  <a:pt x="80760" y="361006"/>
                </a:lnTo>
                <a:lnTo>
                  <a:pt x="30082" y="317174"/>
                </a:lnTo>
                <a:lnTo>
                  <a:pt x="3454" y="269471"/>
                </a:lnTo>
                <a:lnTo>
                  <a:pt x="0" y="2444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370637" y="1341437"/>
            <a:ext cx="1008380" cy="0"/>
          </a:xfrm>
          <a:custGeom>
            <a:avLst/>
            <a:gdLst/>
            <a:ahLst/>
            <a:cxnLst/>
            <a:rect l="l" t="t" r="r" b="b"/>
            <a:pathLst>
              <a:path w="1008379">
                <a:moveTo>
                  <a:pt x="0" y="0"/>
                </a:moveTo>
                <a:lnTo>
                  <a:pt x="10080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830512" y="1675891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设置权限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5062537" y="1599691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修改帐号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3066414" y="114300"/>
            <a:ext cx="31896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Use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Case</a:t>
            </a:r>
            <a:r>
              <a:rPr dirty="0"/>
              <a:t>示例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78" y="908811"/>
            <a:ext cx="7169150" cy="434467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568325" indent="-555625">
              <a:lnSpc>
                <a:spcPct val="100000"/>
              </a:lnSpc>
              <a:spcBef>
                <a:spcPts val="154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567690" algn="l"/>
                <a:tab pos="568325" algn="l"/>
              </a:tabLst>
            </a:pPr>
            <a:r>
              <a:rPr sz="2800" dirty="0">
                <a:latin typeface="宋体"/>
                <a:cs typeface="宋体"/>
              </a:rPr>
              <a:t>目标</a:t>
            </a:r>
          </a:p>
          <a:p>
            <a:pPr marL="755650" lvl="1" indent="-457834">
              <a:lnSpc>
                <a:spcPct val="100000"/>
              </a:lnSpc>
              <a:spcBef>
                <a:spcPts val="1440"/>
              </a:spcBef>
              <a:buClr>
                <a:srgbClr val="C00000"/>
              </a:buClr>
              <a:buSzPct val="78571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从系统边界入手，对未知空间描述</a:t>
            </a:r>
          </a:p>
          <a:p>
            <a:pPr marL="755650" lvl="1" indent="-457834">
              <a:lnSpc>
                <a:spcPct val="100000"/>
              </a:lnSpc>
              <a:spcBef>
                <a:spcPts val="1560"/>
              </a:spcBef>
              <a:buClr>
                <a:srgbClr val="C00000"/>
              </a:buClr>
              <a:buSzPct val="78571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系统边界</a:t>
            </a:r>
            <a:r>
              <a:rPr sz="2800" spc="5" dirty="0">
                <a:latin typeface="Calibri"/>
                <a:cs typeface="Calibri"/>
              </a:rPr>
              <a:t>---</a:t>
            </a:r>
            <a:r>
              <a:rPr sz="2800" dirty="0">
                <a:latin typeface="宋体"/>
                <a:cs typeface="宋体"/>
              </a:rPr>
              <a:t>系统与外界事物的分界</a:t>
            </a:r>
          </a:p>
          <a:p>
            <a:pPr marL="755650" lvl="1" indent="-457834">
              <a:lnSpc>
                <a:spcPct val="100000"/>
              </a:lnSpc>
              <a:spcBef>
                <a:spcPts val="1535"/>
              </a:spcBef>
              <a:buClr>
                <a:srgbClr val="C00000"/>
              </a:buClr>
              <a:buSzPct val="78571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未知空间</a:t>
            </a:r>
            <a:r>
              <a:rPr sz="2800" spc="5" dirty="0">
                <a:latin typeface="Calibri"/>
                <a:cs typeface="Calibri"/>
              </a:rPr>
              <a:t>---</a:t>
            </a:r>
            <a:r>
              <a:rPr sz="2800" dirty="0">
                <a:latin typeface="宋体"/>
                <a:cs typeface="宋体"/>
              </a:rPr>
              <a:t>待建造的未来系统</a:t>
            </a: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dirty="0">
                <a:latin typeface="宋体"/>
                <a:cs typeface="宋体"/>
              </a:rPr>
              <a:t>建立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case</a:t>
            </a:r>
            <a:r>
              <a:rPr sz="2800" dirty="0">
                <a:latin typeface="宋体"/>
                <a:cs typeface="宋体"/>
              </a:rPr>
              <a:t>的切入点</a:t>
            </a:r>
          </a:p>
          <a:p>
            <a:pPr marL="755650" lvl="1" indent="-457834">
              <a:lnSpc>
                <a:spcPct val="100000"/>
              </a:lnSpc>
              <a:spcBef>
                <a:spcPts val="1535"/>
              </a:spcBef>
              <a:buClr>
                <a:srgbClr val="C00000"/>
              </a:buClr>
              <a:buSzPct val="78571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与未来系统</a:t>
            </a:r>
            <a:r>
              <a:rPr sz="2800" dirty="0">
                <a:solidFill>
                  <a:srgbClr val="009E5E"/>
                </a:solidFill>
                <a:latin typeface="宋体"/>
                <a:cs typeface="宋体"/>
              </a:rPr>
              <a:t>进行交互</a:t>
            </a:r>
            <a:r>
              <a:rPr sz="2800" dirty="0">
                <a:latin typeface="宋体"/>
                <a:cs typeface="宋体"/>
              </a:rPr>
              <a:t>的事物</a:t>
            </a:r>
          </a:p>
          <a:p>
            <a:pPr marL="755650" lvl="1" indent="-457834">
              <a:lnSpc>
                <a:spcPct val="100000"/>
              </a:lnSpc>
              <a:spcBef>
                <a:spcPts val="1535"/>
              </a:spcBef>
              <a:buClr>
                <a:srgbClr val="C00000"/>
              </a:buClr>
              <a:buSzPct val="78571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包括：人员、设备、系统，以及操作功能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8975" y="114300"/>
            <a:ext cx="31896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Use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Case</a:t>
            </a:r>
            <a:r>
              <a:rPr dirty="0"/>
              <a:t>目的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621" y="1395476"/>
            <a:ext cx="7645400" cy="73279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345"/>
              </a:spcBef>
            </a:pPr>
            <a:r>
              <a:rPr sz="2400" dirty="0">
                <a:latin typeface="宋体"/>
                <a:cs typeface="宋体"/>
              </a:rPr>
              <a:t>使用一组密切相关功能的角色。当用这组功能与系统交互 来完成某项事务时，该参与者就扮演了这个的角色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74975" y="3775964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收款员角色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187" y="2517592"/>
            <a:ext cx="3672204" cy="2133600"/>
          </a:xfrm>
          <a:custGeom>
            <a:avLst/>
            <a:gdLst/>
            <a:ahLst/>
            <a:cxnLst/>
            <a:rect l="l" t="t" r="r" b="b"/>
            <a:pathLst>
              <a:path w="3672204" h="2133600">
                <a:moveTo>
                  <a:pt x="0" y="0"/>
                </a:moveTo>
                <a:lnTo>
                  <a:pt x="3671887" y="0"/>
                </a:lnTo>
                <a:lnTo>
                  <a:pt x="3671887" y="2133600"/>
                </a:lnTo>
                <a:lnTo>
                  <a:pt x="0" y="2133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2952" y="2518664"/>
            <a:ext cx="2212340" cy="17341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800" dirty="0">
                <a:latin typeface="宋体"/>
                <a:cs typeface="宋体"/>
              </a:rPr>
              <a:t>例：</a:t>
            </a:r>
            <a:endParaRPr sz="1800">
              <a:latin typeface="宋体"/>
              <a:cs typeface="宋体"/>
            </a:endParaRPr>
          </a:p>
          <a:p>
            <a:pPr marL="65405">
              <a:lnSpc>
                <a:spcPct val="100000"/>
              </a:lnSpc>
              <a:spcBef>
                <a:spcPts val="910"/>
              </a:spcBef>
            </a:pPr>
            <a:r>
              <a:rPr sz="2400" dirty="0">
                <a:latin typeface="宋体"/>
                <a:cs typeface="宋体"/>
              </a:rPr>
              <a:t>检查商品</a:t>
            </a:r>
            <a:endParaRPr sz="2400">
              <a:latin typeface="宋体"/>
              <a:cs typeface="宋体"/>
            </a:endParaRPr>
          </a:p>
          <a:p>
            <a:pPr marL="65405" marR="5080">
              <a:lnSpc>
                <a:spcPct val="118300"/>
              </a:lnSpc>
            </a:pPr>
            <a:r>
              <a:rPr sz="2400" dirty="0">
                <a:latin typeface="宋体"/>
                <a:cs typeface="宋体"/>
              </a:rPr>
              <a:t>验证顾客信用卡 收银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927" y="4845811"/>
            <a:ext cx="5969000" cy="12477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34"/>
              </a:spcBef>
              <a:buClr>
                <a:srgbClr val="00663C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参与者可以向系统提出服务请求</a:t>
            </a:r>
            <a:endParaRPr sz="24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335"/>
              </a:spcBef>
              <a:buClr>
                <a:srgbClr val="00663C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参与者也必须接受系统的要求并做出响应</a:t>
            </a:r>
            <a:endParaRPr sz="24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315"/>
              </a:spcBef>
              <a:buClr>
                <a:srgbClr val="00663C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模型中的参与者属于</a:t>
            </a:r>
            <a:r>
              <a:rPr sz="2400" dirty="0">
                <a:solidFill>
                  <a:srgbClr val="009E5E"/>
                </a:solidFill>
                <a:latin typeface="宋体"/>
                <a:cs typeface="宋体"/>
              </a:rPr>
              <a:t>系统之外</a:t>
            </a:r>
            <a:r>
              <a:rPr sz="2400" dirty="0">
                <a:latin typeface="宋体"/>
                <a:cs typeface="宋体"/>
              </a:rPr>
              <a:t>的事物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08812" y="3586988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售票员角色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75200" y="2992628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查询机票信息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75200" y="3361436"/>
            <a:ext cx="1854200" cy="89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输入旅客信息 出票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00562" y="2517592"/>
            <a:ext cx="3888104" cy="2133600"/>
          </a:xfrm>
          <a:custGeom>
            <a:avLst/>
            <a:gdLst/>
            <a:ahLst/>
            <a:cxnLst/>
            <a:rect l="l" t="t" r="r" b="b"/>
            <a:pathLst>
              <a:path w="3888104" h="2133600">
                <a:moveTo>
                  <a:pt x="0" y="0"/>
                </a:moveTo>
                <a:lnTo>
                  <a:pt x="3887787" y="0"/>
                </a:lnTo>
                <a:lnTo>
                  <a:pt x="3887787" y="2133600"/>
                </a:lnTo>
                <a:lnTo>
                  <a:pt x="0" y="2133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49152" y="2578100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例：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48050" y="3193867"/>
            <a:ext cx="244475" cy="215900"/>
          </a:xfrm>
          <a:custGeom>
            <a:avLst/>
            <a:gdLst/>
            <a:ahLst/>
            <a:cxnLst/>
            <a:rect l="l" t="t" r="r" b="b"/>
            <a:pathLst>
              <a:path w="244475" h="215900">
                <a:moveTo>
                  <a:pt x="0" y="107950"/>
                </a:moveTo>
                <a:lnTo>
                  <a:pt x="9606" y="65930"/>
                </a:lnTo>
                <a:lnTo>
                  <a:pt x="35802" y="31617"/>
                </a:lnTo>
                <a:lnTo>
                  <a:pt x="74657" y="8483"/>
                </a:lnTo>
                <a:lnTo>
                  <a:pt x="122237" y="0"/>
                </a:lnTo>
                <a:lnTo>
                  <a:pt x="169817" y="8483"/>
                </a:lnTo>
                <a:lnTo>
                  <a:pt x="208672" y="31617"/>
                </a:lnTo>
                <a:lnTo>
                  <a:pt x="234868" y="65930"/>
                </a:lnTo>
                <a:lnTo>
                  <a:pt x="244475" y="107950"/>
                </a:lnTo>
                <a:lnTo>
                  <a:pt x="234868" y="149968"/>
                </a:lnTo>
                <a:lnTo>
                  <a:pt x="208672" y="184282"/>
                </a:lnTo>
                <a:lnTo>
                  <a:pt x="169817" y="207416"/>
                </a:lnTo>
                <a:lnTo>
                  <a:pt x="122237" y="215900"/>
                </a:lnTo>
                <a:lnTo>
                  <a:pt x="74657" y="207416"/>
                </a:lnTo>
                <a:lnTo>
                  <a:pt x="35802" y="184282"/>
                </a:lnTo>
                <a:lnTo>
                  <a:pt x="9606" y="149968"/>
                </a:lnTo>
                <a:lnTo>
                  <a:pt x="0" y="1079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95687" y="3439929"/>
            <a:ext cx="1905" cy="107950"/>
          </a:xfrm>
          <a:custGeom>
            <a:avLst/>
            <a:gdLst/>
            <a:ahLst/>
            <a:cxnLst/>
            <a:rect l="l" t="t" r="r" b="b"/>
            <a:pathLst>
              <a:path w="1904" h="107950">
                <a:moveTo>
                  <a:pt x="0" y="0"/>
                </a:moveTo>
                <a:lnTo>
                  <a:pt x="1587" y="1079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48037" y="3525654"/>
            <a:ext cx="490855" cy="1905"/>
          </a:xfrm>
          <a:custGeom>
            <a:avLst/>
            <a:gdLst/>
            <a:ahLst/>
            <a:cxnLst/>
            <a:rect l="l" t="t" r="r" b="b"/>
            <a:pathLst>
              <a:path w="490854" h="1904">
                <a:moveTo>
                  <a:pt x="0" y="0"/>
                </a:moveTo>
                <a:lnTo>
                  <a:pt x="490537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82974" y="3508192"/>
            <a:ext cx="122555" cy="215900"/>
          </a:xfrm>
          <a:custGeom>
            <a:avLst/>
            <a:gdLst/>
            <a:ahLst/>
            <a:cxnLst/>
            <a:rect l="l" t="t" r="r" b="b"/>
            <a:pathLst>
              <a:path w="122554" h="215900">
                <a:moveTo>
                  <a:pt x="122238" y="0"/>
                </a:moveTo>
                <a:lnTo>
                  <a:pt x="0" y="21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63937" y="3525654"/>
            <a:ext cx="180975" cy="198755"/>
          </a:xfrm>
          <a:custGeom>
            <a:avLst/>
            <a:gdLst/>
            <a:ahLst/>
            <a:cxnLst/>
            <a:rect l="l" t="t" r="r" b="b"/>
            <a:pathLst>
              <a:path w="180975" h="198754">
                <a:moveTo>
                  <a:pt x="0" y="0"/>
                </a:moveTo>
                <a:lnTo>
                  <a:pt x="180975" y="19843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19962" y="3093854"/>
            <a:ext cx="244475" cy="215900"/>
          </a:xfrm>
          <a:custGeom>
            <a:avLst/>
            <a:gdLst/>
            <a:ahLst/>
            <a:cxnLst/>
            <a:rect l="l" t="t" r="r" b="b"/>
            <a:pathLst>
              <a:path w="244475" h="215900">
                <a:moveTo>
                  <a:pt x="0" y="107950"/>
                </a:moveTo>
                <a:lnTo>
                  <a:pt x="9606" y="65930"/>
                </a:lnTo>
                <a:lnTo>
                  <a:pt x="35802" y="31617"/>
                </a:lnTo>
                <a:lnTo>
                  <a:pt x="74657" y="8483"/>
                </a:lnTo>
                <a:lnTo>
                  <a:pt x="122237" y="0"/>
                </a:lnTo>
                <a:lnTo>
                  <a:pt x="169817" y="8483"/>
                </a:lnTo>
                <a:lnTo>
                  <a:pt x="208672" y="31617"/>
                </a:lnTo>
                <a:lnTo>
                  <a:pt x="234868" y="65930"/>
                </a:lnTo>
                <a:lnTo>
                  <a:pt x="244475" y="107950"/>
                </a:lnTo>
                <a:lnTo>
                  <a:pt x="234868" y="149968"/>
                </a:lnTo>
                <a:lnTo>
                  <a:pt x="208672" y="184282"/>
                </a:lnTo>
                <a:lnTo>
                  <a:pt x="169817" y="207416"/>
                </a:lnTo>
                <a:lnTo>
                  <a:pt x="122237" y="215900"/>
                </a:lnTo>
                <a:lnTo>
                  <a:pt x="74657" y="207416"/>
                </a:lnTo>
                <a:lnTo>
                  <a:pt x="35802" y="184282"/>
                </a:lnTo>
                <a:lnTo>
                  <a:pt x="9606" y="149968"/>
                </a:lnTo>
                <a:lnTo>
                  <a:pt x="0" y="1079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66012" y="3309754"/>
            <a:ext cx="0" cy="73025"/>
          </a:xfrm>
          <a:custGeom>
            <a:avLst/>
            <a:gdLst/>
            <a:ahLst/>
            <a:cxnLst/>
            <a:rect l="l" t="t" r="r" b="b"/>
            <a:pathLst>
              <a:path h="73025">
                <a:moveTo>
                  <a:pt x="0" y="0"/>
                </a:moveTo>
                <a:lnTo>
                  <a:pt x="1" y="730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37412" y="3382779"/>
            <a:ext cx="490855" cy="1905"/>
          </a:xfrm>
          <a:custGeom>
            <a:avLst/>
            <a:gdLst/>
            <a:ahLst/>
            <a:cxnLst/>
            <a:rect l="l" t="t" r="r" b="b"/>
            <a:pathLst>
              <a:path w="490854" h="1904">
                <a:moveTo>
                  <a:pt x="0" y="0"/>
                </a:moveTo>
                <a:lnTo>
                  <a:pt x="490537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08849" y="3382779"/>
            <a:ext cx="122555" cy="215900"/>
          </a:xfrm>
          <a:custGeom>
            <a:avLst/>
            <a:gdLst/>
            <a:ahLst/>
            <a:cxnLst/>
            <a:rect l="l" t="t" r="r" b="b"/>
            <a:pathLst>
              <a:path w="122554" h="215900">
                <a:moveTo>
                  <a:pt x="122238" y="0"/>
                </a:moveTo>
                <a:lnTo>
                  <a:pt x="0" y="21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66012" y="3381192"/>
            <a:ext cx="122555" cy="215900"/>
          </a:xfrm>
          <a:custGeom>
            <a:avLst/>
            <a:gdLst/>
            <a:ahLst/>
            <a:cxnLst/>
            <a:rect l="l" t="t" r="r" b="b"/>
            <a:pathLst>
              <a:path w="122554" h="215900">
                <a:moveTo>
                  <a:pt x="0" y="0"/>
                </a:moveTo>
                <a:lnTo>
                  <a:pt x="122237" y="21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26790" y="248412"/>
            <a:ext cx="1701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参与者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4042" y="2697797"/>
            <a:ext cx="244475" cy="215900"/>
          </a:xfrm>
          <a:custGeom>
            <a:avLst/>
            <a:gdLst/>
            <a:ahLst/>
            <a:cxnLst/>
            <a:rect l="l" t="t" r="r" b="b"/>
            <a:pathLst>
              <a:path w="244475" h="215900">
                <a:moveTo>
                  <a:pt x="0" y="107950"/>
                </a:moveTo>
                <a:lnTo>
                  <a:pt x="9606" y="65930"/>
                </a:lnTo>
                <a:lnTo>
                  <a:pt x="35802" y="31617"/>
                </a:lnTo>
                <a:lnTo>
                  <a:pt x="74657" y="8483"/>
                </a:lnTo>
                <a:lnTo>
                  <a:pt x="122237" y="0"/>
                </a:lnTo>
                <a:lnTo>
                  <a:pt x="169817" y="8483"/>
                </a:lnTo>
                <a:lnTo>
                  <a:pt x="208672" y="31617"/>
                </a:lnTo>
                <a:lnTo>
                  <a:pt x="234868" y="65930"/>
                </a:lnTo>
                <a:lnTo>
                  <a:pt x="244475" y="107950"/>
                </a:lnTo>
                <a:lnTo>
                  <a:pt x="234868" y="149968"/>
                </a:lnTo>
                <a:lnTo>
                  <a:pt x="208672" y="184282"/>
                </a:lnTo>
                <a:lnTo>
                  <a:pt x="169817" y="207416"/>
                </a:lnTo>
                <a:lnTo>
                  <a:pt x="122237" y="215900"/>
                </a:lnTo>
                <a:lnTo>
                  <a:pt x="74657" y="207416"/>
                </a:lnTo>
                <a:lnTo>
                  <a:pt x="35802" y="184282"/>
                </a:lnTo>
                <a:lnTo>
                  <a:pt x="9606" y="149968"/>
                </a:lnTo>
                <a:lnTo>
                  <a:pt x="0" y="1079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51679" y="2910522"/>
            <a:ext cx="1905" cy="107950"/>
          </a:xfrm>
          <a:custGeom>
            <a:avLst/>
            <a:gdLst/>
            <a:ahLst/>
            <a:cxnLst/>
            <a:rect l="l" t="t" r="r" b="b"/>
            <a:pathLst>
              <a:path w="1904" h="107950">
                <a:moveTo>
                  <a:pt x="0" y="0"/>
                </a:moveTo>
                <a:lnTo>
                  <a:pt x="1588" y="1079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05617" y="2996247"/>
            <a:ext cx="490855" cy="1905"/>
          </a:xfrm>
          <a:custGeom>
            <a:avLst/>
            <a:gdLst/>
            <a:ahLst/>
            <a:cxnLst/>
            <a:rect l="l" t="t" r="r" b="b"/>
            <a:pathLst>
              <a:path w="490854" h="1905">
                <a:moveTo>
                  <a:pt x="0" y="0"/>
                </a:moveTo>
                <a:lnTo>
                  <a:pt x="490537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38967" y="2978785"/>
            <a:ext cx="122555" cy="215900"/>
          </a:xfrm>
          <a:custGeom>
            <a:avLst/>
            <a:gdLst/>
            <a:ahLst/>
            <a:cxnLst/>
            <a:rect l="l" t="t" r="r" b="b"/>
            <a:pathLst>
              <a:path w="122554" h="215900">
                <a:moveTo>
                  <a:pt x="122237" y="0"/>
                </a:moveTo>
                <a:lnTo>
                  <a:pt x="0" y="21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80254" y="2978785"/>
            <a:ext cx="122555" cy="215900"/>
          </a:xfrm>
          <a:custGeom>
            <a:avLst/>
            <a:gdLst/>
            <a:ahLst/>
            <a:cxnLst/>
            <a:rect l="l" t="t" r="r" b="b"/>
            <a:pathLst>
              <a:path w="122554" h="215900">
                <a:moveTo>
                  <a:pt x="0" y="0"/>
                </a:moveTo>
                <a:lnTo>
                  <a:pt x="122238" y="21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49854" y="2346960"/>
            <a:ext cx="3745229" cy="3240405"/>
          </a:xfrm>
          <a:custGeom>
            <a:avLst/>
            <a:gdLst/>
            <a:ahLst/>
            <a:cxnLst/>
            <a:rect l="l" t="t" r="r" b="b"/>
            <a:pathLst>
              <a:path w="3745229" h="3240404">
                <a:moveTo>
                  <a:pt x="0" y="0"/>
                </a:moveTo>
                <a:lnTo>
                  <a:pt x="3744913" y="0"/>
                </a:lnTo>
                <a:lnTo>
                  <a:pt x="3744913" y="3240088"/>
                </a:lnTo>
                <a:lnTo>
                  <a:pt x="0" y="324008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6576" y="1155699"/>
            <a:ext cx="7848600" cy="247015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98200"/>
              </a:lnSpc>
              <a:spcBef>
                <a:spcPts val="160"/>
              </a:spcBef>
            </a:pPr>
            <a:r>
              <a:rPr sz="2800" dirty="0">
                <a:latin typeface="宋体"/>
                <a:cs typeface="宋体"/>
              </a:rPr>
              <a:t>某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参与者</a:t>
            </a:r>
            <a:r>
              <a:rPr sz="2800" dirty="0">
                <a:latin typeface="宋体"/>
                <a:cs typeface="宋体"/>
              </a:rPr>
              <a:t>具有其他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参与者</a:t>
            </a:r>
            <a:r>
              <a:rPr sz="2800" dirty="0">
                <a:latin typeface="宋体"/>
                <a:cs typeface="宋体"/>
              </a:rPr>
              <a:t>的共同性质，则该参与者 与其他参与者构成泛化关系，其共性可以被其他参 与者继承。</a:t>
            </a:r>
            <a:endParaRPr sz="2800">
              <a:latin typeface="宋体"/>
              <a:cs typeface="宋体"/>
            </a:endParaRPr>
          </a:p>
          <a:p>
            <a:pPr marL="2402205">
              <a:lnSpc>
                <a:spcPts val="2425"/>
              </a:lnSpc>
            </a:pPr>
            <a:r>
              <a:rPr sz="2350" b="1" spc="85" dirty="0">
                <a:latin typeface="宋体"/>
                <a:cs typeface="宋体"/>
              </a:rPr>
              <a:t>例：</a:t>
            </a:r>
            <a:endParaRPr sz="23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50">
              <a:latin typeface="宋体"/>
              <a:cs typeface="宋体"/>
            </a:endParaRPr>
          </a:p>
          <a:p>
            <a:pPr marL="426720" algn="ctr">
              <a:lnSpc>
                <a:spcPct val="100000"/>
              </a:lnSpc>
            </a:pPr>
            <a:r>
              <a:rPr sz="2350" b="1" spc="85" dirty="0">
                <a:latin typeface="宋体"/>
                <a:cs typeface="宋体"/>
              </a:rPr>
              <a:t>网站访问者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68979" y="4477384"/>
            <a:ext cx="244475" cy="215900"/>
          </a:xfrm>
          <a:custGeom>
            <a:avLst/>
            <a:gdLst/>
            <a:ahLst/>
            <a:cxnLst/>
            <a:rect l="l" t="t" r="r" b="b"/>
            <a:pathLst>
              <a:path w="244475" h="215900">
                <a:moveTo>
                  <a:pt x="0" y="107950"/>
                </a:moveTo>
                <a:lnTo>
                  <a:pt x="9606" y="65930"/>
                </a:lnTo>
                <a:lnTo>
                  <a:pt x="35802" y="31617"/>
                </a:lnTo>
                <a:lnTo>
                  <a:pt x="74657" y="8483"/>
                </a:lnTo>
                <a:lnTo>
                  <a:pt x="122237" y="0"/>
                </a:lnTo>
                <a:lnTo>
                  <a:pt x="169817" y="8483"/>
                </a:lnTo>
                <a:lnTo>
                  <a:pt x="208672" y="31617"/>
                </a:lnTo>
                <a:lnTo>
                  <a:pt x="234868" y="65930"/>
                </a:lnTo>
                <a:lnTo>
                  <a:pt x="244475" y="107950"/>
                </a:lnTo>
                <a:lnTo>
                  <a:pt x="234868" y="149968"/>
                </a:lnTo>
                <a:lnTo>
                  <a:pt x="208672" y="184282"/>
                </a:lnTo>
                <a:lnTo>
                  <a:pt x="169817" y="207416"/>
                </a:lnTo>
                <a:lnTo>
                  <a:pt x="122237" y="215900"/>
                </a:lnTo>
                <a:lnTo>
                  <a:pt x="74657" y="207416"/>
                </a:lnTo>
                <a:lnTo>
                  <a:pt x="35802" y="184282"/>
                </a:lnTo>
                <a:lnTo>
                  <a:pt x="9606" y="149968"/>
                </a:lnTo>
                <a:lnTo>
                  <a:pt x="0" y="1079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16617" y="4723447"/>
            <a:ext cx="1905" cy="107950"/>
          </a:xfrm>
          <a:custGeom>
            <a:avLst/>
            <a:gdLst/>
            <a:ahLst/>
            <a:cxnLst/>
            <a:rect l="l" t="t" r="r" b="b"/>
            <a:pathLst>
              <a:path w="1904" h="107950">
                <a:moveTo>
                  <a:pt x="0" y="0"/>
                </a:moveTo>
                <a:lnTo>
                  <a:pt x="1587" y="1079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8967" y="4809172"/>
            <a:ext cx="490855" cy="1905"/>
          </a:xfrm>
          <a:custGeom>
            <a:avLst/>
            <a:gdLst/>
            <a:ahLst/>
            <a:cxnLst/>
            <a:rect l="l" t="t" r="r" b="b"/>
            <a:pathLst>
              <a:path w="490854" h="1904">
                <a:moveTo>
                  <a:pt x="0" y="0"/>
                </a:moveTo>
                <a:lnTo>
                  <a:pt x="490537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03904" y="4791709"/>
            <a:ext cx="122555" cy="215900"/>
          </a:xfrm>
          <a:custGeom>
            <a:avLst/>
            <a:gdLst/>
            <a:ahLst/>
            <a:cxnLst/>
            <a:rect l="l" t="t" r="r" b="b"/>
            <a:pathLst>
              <a:path w="122554" h="215900">
                <a:moveTo>
                  <a:pt x="122238" y="0"/>
                </a:moveTo>
                <a:lnTo>
                  <a:pt x="0" y="21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43604" y="4791709"/>
            <a:ext cx="122555" cy="215900"/>
          </a:xfrm>
          <a:custGeom>
            <a:avLst/>
            <a:gdLst/>
            <a:ahLst/>
            <a:cxnLst/>
            <a:rect l="l" t="t" r="r" b="b"/>
            <a:pathLst>
              <a:path w="122554" h="215900">
                <a:moveTo>
                  <a:pt x="0" y="0"/>
                </a:moveTo>
                <a:lnTo>
                  <a:pt x="122238" y="21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73717" y="5018742"/>
            <a:ext cx="6350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客户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99404" y="4477384"/>
            <a:ext cx="244475" cy="215900"/>
          </a:xfrm>
          <a:custGeom>
            <a:avLst/>
            <a:gdLst/>
            <a:ahLst/>
            <a:cxnLst/>
            <a:rect l="l" t="t" r="r" b="b"/>
            <a:pathLst>
              <a:path w="244475" h="215900">
                <a:moveTo>
                  <a:pt x="0" y="107950"/>
                </a:moveTo>
                <a:lnTo>
                  <a:pt x="9606" y="65930"/>
                </a:lnTo>
                <a:lnTo>
                  <a:pt x="35802" y="31617"/>
                </a:lnTo>
                <a:lnTo>
                  <a:pt x="74657" y="8483"/>
                </a:lnTo>
                <a:lnTo>
                  <a:pt x="122237" y="0"/>
                </a:lnTo>
                <a:lnTo>
                  <a:pt x="169817" y="8483"/>
                </a:lnTo>
                <a:lnTo>
                  <a:pt x="208672" y="31617"/>
                </a:lnTo>
                <a:lnTo>
                  <a:pt x="234868" y="65930"/>
                </a:lnTo>
                <a:lnTo>
                  <a:pt x="244475" y="107950"/>
                </a:lnTo>
                <a:lnTo>
                  <a:pt x="234868" y="149968"/>
                </a:lnTo>
                <a:lnTo>
                  <a:pt x="208672" y="184282"/>
                </a:lnTo>
                <a:lnTo>
                  <a:pt x="169817" y="207416"/>
                </a:lnTo>
                <a:lnTo>
                  <a:pt x="122237" y="215900"/>
                </a:lnTo>
                <a:lnTo>
                  <a:pt x="74657" y="207416"/>
                </a:lnTo>
                <a:lnTo>
                  <a:pt x="35802" y="184282"/>
                </a:lnTo>
                <a:lnTo>
                  <a:pt x="9606" y="149968"/>
                </a:lnTo>
                <a:lnTo>
                  <a:pt x="0" y="1079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47042" y="4723447"/>
            <a:ext cx="1905" cy="107950"/>
          </a:xfrm>
          <a:custGeom>
            <a:avLst/>
            <a:gdLst/>
            <a:ahLst/>
            <a:cxnLst/>
            <a:rect l="l" t="t" r="r" b="b"/>
            <a:pathLst>
              <a:path w="1904" h="107950">
                <a:moveTo>
                  <a:pt x="0" y="0"/>
                </a:moveTo>
                <a:lnTo>
                  <a:pt x="1587" y="1079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43829" y="4793297"/>
            <a:ext cx="490855" cy="1905"/>
          </a:xfrm>
          <a:custGeom>
            <a:avLst/>
            <a:gdLst/>
            <a:ahLst/>
            <a:cxnLst/>
            <a:rect l="l" t="t" r="r" b="b"/>
            <a:pathLst>
              <a:path w="490854" h="1904">
                <a:moveTo>
                  <a:pt x="0" y="0"/>
                </a:moveTo>
                <a:lnTo>
                  <a:pt x="490538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34329" y="4791709"/>
            <a:ext cx="122555" cy="215900"/>
          </a:xfrm>
          <a:custGeom>
            <a:avLst/>
            <a:gdLst/>
            <a:ahLst/>
            <a:cxnLst/>
            <a:rect l="l" t="t" r="r" b="b"/>
            <a:pathLst>
              <a:path w="122554" h="215900">
                <a:moveTo>
                  <a:pt x="122238" y="0"/>
                </a:moveTo>
                <a:lnTo>
                  <a:pt x="0" y="21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53392" y="4791709"/>
            <a:ext cx="122555" cy="215900"/>
          </a:xfrm>
          <a:custGeom>
            <a:avLst/>
            <a:gdLst/>
            <a:ahLst/>
            <a:cxnLst/>
            <a:rect l="l" t="t" r="r" b="b"/>
            <a:pathLst>
              <a:path w="122554" h="215900">
                <a:moveTo>
                  <a:pt x="0" y="0"/>
                </a:moveTo>
                <a:lnTo>
                  <a:pt x="122237" y="21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83467" y="5061414"/>
            <a:ext cx="12573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网站职员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51667" y="3642359"/>
            <a:ext cx="244475" cy="215900"/>
          </a:xfrm>
          <a:custGeom>
            <a:avLst/>
            <a:gdLst/>
            <a:ahLst/>
            <a:cxnLst/>
            <a:rect l="l" t="t" r="r" b="b"/>
            <a:pathLst>
              <a:path w="244475" h="215900">
                <a:moveTo>
                  <a:pt x="0" y="215900"/>
                </a:moveTo>
                <a:lnTo>
                  <a:pt x="122237" y="0"/>
                </a:lnTo>
                <a:lnTo>
                  <a:pt x="244475" y="215900"/>
                </a:lnTo>
                <a:lnTo>
                  <a:pt x="0" y="215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96129" y="3859847"/>
            <a:ext cx="1905" cy="323850"/>
          </a:xfrm>
          <a:custGeom>
            <a:avLst/>
            <a:gdLst/>
            <a:ahLst/>
            <a:cxnLst/>
            <a:rect l="l" t="t" r="r" b="b"/>
            <a:pathLst>
              <a:path w="1904" h="323850">
                <a:moveTo>
                  <a:pt x="0" y="0"/>
                </a:moveTo>
                <a:lnTo>
                  <a:pt x="1588" y="3238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89642" y="4174172"/>
            <a:ext cx="2084705" cy="1905"/>
          </a:xfrm>
          <a:custGeom>
            <a:avLst/>
            <a:gdLst/>
            <a:ahLst/>
            <a:cxnLst/>
            <a:rect l="l" t="t" r="r" b="b"/>
            <a:pathLst>
              <a:path w="2084704" h="1904">
                <a:moveTo>
                  <a:pt x="0" y="0"/>
                </a:moveTo>
                <a:lnTo>
                  <a:pt x="2084387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92817" y="4147184"/>
            <a:ext cx="1905" cy="323850"/>
          </a:xfrm>
          <a:custGeom>
            <a:avLst/>
            <a:gdLst/>
            <a:ahLst/>
            <a:cxnLst/>
            <a:rect l="l" t="t" r="r" b="b"/>
            <a:pathLst>
              <a:path w="1904" h="323850">
                <a:moveTo>
                  <a:pt x="0" y="0"/>
                </a:moveTo>
                <a:lnTo>
                  <a:pt x="1587" y="3238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47042" y="4147184"/>
            <a:ext cx="1905" cy="323850"/>
          </a:xfrm>
          <a:custGeom>
            <a:avLst/>
            <a:gdLst/>
            <a:ahLst/>
            <a:cxnLst/>
            <a:rect l="l" t="t" r="r" b="b"/>
            <a:pathLst>
              <a:path w="1904" h="323850">
                <a:moveTo>
                  <a:pt x="0" y="0"/>
                </a:moveTo>
                <a:lnTo>
                  <a:pt x="1587" y="3238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02747" y="5727700"/>
            <a:ext cx="84074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宋体"/>
                <a:cs typeface="宋体"/>
              </a:rPr>
              <a:t>表示：客户和网站职员都是网站访问者，即都有网站访问者的性质。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540000" y="248412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参与者泛化关系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2119" y="994155"/>
            <a:ext cx="7861300" cy="509143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800" dirty="0">
                <a:latin typeface="宋体"/>
                <a:cs typeface="宋体"/>
              </a:rPr>
              <a:t>从系统的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人员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设备</a:t>
            </a:r>
            <a:r>
              <a:rPr sz="2800" dirty="0">
                <a:latin typeface="宋体"/>
                <a:cs typeface="宋体"/>
              </a:rPr>
              <a:t>和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外部</a:t>
            </a:r>
            <a:r>
              <a:rPr sz="2800" dirty="0">
                <a:latin typeface="宋体"/>
                <a:cs typeface="宋体"/>
              </a:rPr>
              <a:t>系统三个方面考虑。</a:t>
            </a:r>
            <a:endParaRPr sz="2800">
              <a:latin typeface="宋体"/>
              <a:cs typeface="宋体"/>
            </a:endParaRPr>
          </a:p>
          <a:p>
            <a:pPr marL="12700" marR="5080" algn="just">
              <a:lnSpc>
                <a:spcPct val="98200"/>
              </a:lnSpc>
              <a:spcBef>
                <a:spcPts val="1885"/>
              </a:spcBef>
            </a:pPr>
            <a:r>
              <a:rPr sz="4125" b="1" spc="127" baseline="1010" dirty="0">
                <a:solidFill>
                  <a:srgbClr val="00663C"/>
                </a:solidFill>
                <a:latin typeface="宋体"/>
                <a:cs typeface="宋体"/>
              </a:rPr>
              <a:t>注</a:t>
            </a:r>
            <a:r>
              <a:rPr sz="4125" b="1" spc="120" baseline="1010" dirty="0">
                <a:solidFill>
                  <a:srgbClr val="00663C"/>
                </a:solidFill>
                <a:latin typeface="宋体"/>
                <a:cs typeface="宋体"/>
              </a:rPr>
              <a:t>意</a:t>
            </a:r>
            <a:r>
              <a:rPr sz="2800" dirty="0">
                <a:solidFill>
                  <a:srgbClr val="00663C"/>
                </a:solidFill>
                <a:latin typeface="宋体"/>
                <a:cs typeface="宋体"/>
              </a:rPr>
              <a:t>：</a:t>
            </a:r>
            <a:r>
              <a:rPr sz="2800" dirty="0">
                <a:latin typeface="宋体"/>
                <a:cs typeface="宋体"/>
              </a:rPr>
              <a:t>设备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不包括</a:t>
            </a:r>
            <a:r>
              <a:rPr sz="2800" dirty="0">
                <a:latin typeface="宋体"/>
                <a:cs typeface="宋体"/>
              </a:rPr>
              <a:t>显示器、键盘、鼠标这类标准接 口设备，而是指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计算机系统之外的系统使用设备</a:t>
            </a:r>
            <a:r>
              <a:rPr sz="2800" dirty="0">
                <a:latin typeface="宋体"/>
                <a:cs typeface="宋体"/>
              </a:rPr>
              <a:t>， 例如：传感器、受控马达等。</a:t>
            </a:r>
            <a:endParaRPr sz="2800">
              <a:latin typeface="宋体"/>
              <a:cs typeface="宋体"/>
            </a:endParaRPr>
          </a:p>
          <a:p>
            <a:pPr marL="57150">
              <a:lnSpc>
                <a:spcPct val="100000"/>
              </a:lnSpc>
              <a:spcBef>
                <a:spcPts val="2355"/>
              </a:spcBef>
            </a:pPr>
            <a:r>
              <a:rPr sz="2800" dirty="0">
                <a:latin typeface="宋体"/>
                <a:cs typeface="宋体"/>
              </a:rPr>
              <a:t>识别参与者的指导性策略：</a:t>
            </a:r>
            <a:endParaRPr sz="2800">
              <a:latin typeface="宋体"/>
              <a:cs typeface="宋体"/>
            </a:endParaRPr>
          </a:p>
          <a:p>
            <a:pPr marL="625475" indent="-213360">
              <a:lnSpc>
                <a:spcPct val="100000"/>
              </a:lnSpc>
              <a:spcBef>
                <a:spcPts val="1750"/>
              </a:spcBef>
              <a:buFont typeface="Times New Roman"/>
              <a:buChar char="•"/>
              <a:tabLst>
                <a:tab pos="626110" algn="l"/>
              </a:tabLst>
            </a:pPr>
            <a:r>
              <a:rPr sz="2800" dirty="0">
                <a:latin typeface="宋体"/>
                <a:cs typeface="宋体"/>
              </a:rPr>
              <a:t>谁是系统的操作者？</a:t>
            </a:r>
            <a:endParaRPr sz="2800">
              <a:latin typeface="宋体"/>
              <a:cs typeface="宋体"/>
            </a:endParaRPr>
          </a:p>
          <a:p>
            <a:pPr marL="625475" indent="-213360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626110" algn="l"/>
              </a:tabLst>
            </a:pPr>
            <a:r>
              <a:rPr sz="2800" dirty="0">
                <a:latin typeface="宋体"/>
                <a:cs typeface="宋体"/>
              </a:rPr>
              <a:t>怎样使用系统？</a:t>
            </a:r>
            <a:endParaRPr sz="2800">
              <a:latin typeface="宋体"/>
              <a:cs typeface="宋体"/>
            </a:endParaRPr>
          </a:p>
          <a:p>
            <a:pPr marL="625475" indent="-213360">
              <a:lnSpc>
                <a:spcPct val="100000"/>
              </a:lnSpc>
              <a:spcBef>
                <a:spcPts val="625"/>
              </a:spcBef>
              <a:buFont typeface="Times New Roman"/>
              <a:buChar char="•"/>
              <a:tabLst>
                <a:tab pos="626110" algn="l"/>
              </a:tabLst>
            </a:pPr>
            <a:r>
              <a:rPr sz="2800" dirty="0">
                <a:latin typeface="宋体"/>
                <a:cs typeface="宋体"/>
              </a:rPr>
              <a:t>系统的责任有哪些？</a:t>
            </a:r>
            <a:endParaRPr sz="2800">
              <a:latin typeface="宋体"/>
              <a:cs typeface="宋体"/>
            </a:endParaRPr>
          </a:p>
          <a:p>
            <a:pPr marL="625475" indent="-213360">
              <a:lnSpc>
                <a:spcPct val="100000"/>
              </a:lnSpc>
              <a:spcBef>
                <a:spcPts val="740"/>
              </a:spcBef>
              <a:buFont typeface="Times New Roman"/>
              <a:buChar char="•"/>
              <a:tabLst>
                <a:tab pos="626110" algn="l"/>
              </a:tabLst>
            </a:pPr>
            <a:r>
              <a:rPr sz="2800" dirty="0">
                <a:latin typeface="宋体"/>
                <a:cs typeface="宋体"/>
              </a:rPr>
              <a:t>哪些参与者具有共同的行为？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8029" y="248412"/>
            <a:ext cx="2819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识别参与者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4276" y="89915"/>
            <a:ext cx="32581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用例（</a:t>
            </a:r>
            <a:r>
              <a:rPr spc="-35" dirty="0">
                <a:latin typeface="Calibri"/>
                <a:cs typeface="Calibri"/>
              </a:rPr>
              <a:t>c</a:t>
            </a:r>
            <a:r>
              <a:rPr spc="5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dirty="0"/>
              <a:t>）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389" y="1396491"/>
            <a:ext cx="7493000" cy="407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一个用例描述系统的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一项功能</a:t>
            </a:r>
            <a:r>
              <a:rPr sz="2800" dirty="0">
                <a:latin typeface="宋体"/>
                <a:cs typeface="宋体"/>
              </a:rPr>
              <a:t>，该项功能可被描 述为参与者可视的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一组操作</a:t>
            </a:r>
            <a:r>
              <a:rPr sz="2800" dirty="0">
                <a:latin typeface="宋体"/>
                <a:cs typeface="宋体"/>
              </a:rPr>
              <a:t>，其中的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每个操作</a:t>
            </a:r>
            <a:r>
              <a:rPr sz="2800" dirty="0">
                <a:latin typeface="宋体"/>
                <a:cs typeface="宋体"/>
              </a:rPr>
              <a:t>表 示参与者与系统的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一个交互过程。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sz="2800" dirty="0">
                <a:latin typeface="宋体"/>
                <a:cs typeface="宋体"/>
              </a:rPr>
              <a:t>用例要点：</a:t>
            </a:r>
            <a:endParaRPr sz="2800">
              <a:latin typeface="宋体"/>
              <a:cs typeface="宋体"/>
            </a:endParaRPr>
          </a:p>
          <a:p>
            <a:pPr marL="225425" indent="-212725">
              <a:lnSpc>
                <a:spcPct val="100000"/>
              </a:lnSpc>
              <a:spcBef>
                <a:spcPts val="650"/>
              </a:spcBef>
              <a:buSzPct val="75000"/>
              <a:buFont typeface="Wingdings"/>
              <a:buChar char=""/>
              <a:tabLst>
                <a:tab pos="225425" algn="l"/>
              </a:tabLst>
            </a:pPr>
            <a:r>
              <a:rPr sz="2800" dirty="0">
                <a:latin typeface="宋体"/>
                <a:cs typeface="宋体"/>
              </a:rPr>
              <a:t>用例描述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系统外部可见</a:t>
            </a:r>
            <a:r>
              <a:rPr sz="2800" dirty="0">
                <a:latin typeface="宋体"/>
                <a:cs typeface="宋体"/>
              </a:rPr>
              <a:t>的功能需求</a:t>
            </a:r>
            <a:endParaRPr sz="2800">
              <a:latin typeface="宋体"/>
              <a:cs typeface="宋体"/>
            </a:endParaRPr>
          </a:p>
          <a:p>
            <a:pPr marL="225425" indent="-212725">
              <a:lnSpc>
                <a:spcPct val="100000"/>
              </a:lnSpc>
              <a:spcBef>
                <a:spcPts val="745"/>
              </a:spcBef>
              <a:buSzPct val="75000"/>
              <a:buFont typeface="Wingdings"/>
              <a:buChar char=""/>
              <a:tabLst>
                <a:tab pos="225425" algn="l"/>
              </a:tabLst>
            </a:pPr>
            <a:r>
              <a:rPr sz="2800" dirty="0">
                <a:latin typeface="宋体"/>
                <a:cs typeface="宋体"/>
              </a:rPr>
              <a:t>只描述做什么，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不描述怎么做</a:t>
            </a:r>
            <a:endParaRPr sz="2800">
              <a:latin typeface="宋体"/>
              <a:cs typeface="宋体"/>
            </a:endParaRPr>
          </a:p>
          <a:p>
            <a:pPr marL="225425" indent="-212725">
              <a:lnSpc>
                <a:spcPct val="100000"/>
              </a:lnSpc>
              <a:spcBef>
                <a:spcPts val="625"/>
              </a:spcBef>
              <a:buSzPct val="75000"/>
              <a:buFont typeface="Wingdings"/>
              <a:buChar char=""/>
              <a:tabLst>
                <a:tab pos="225425" algn="l"/>
              </a:tabLst>
            </a:pPr>
            <a:r>
              <a:rPr sz="2800" dirty="0">
                <a:latin typeface="宋体"/>
                <a:cs typeface="宋体"/>
              </a:rPr>
              <a:t>多数是由参与者发起的动作</a:t>
            </a:r>
            <a:endParaRPr sz="2800">
              <a:latin typeface="宋体"/>
              <a:cs typeface="宋体"/>
            </a:endParaRPr>
          </a:p>
          <a:p>
            <a:pPr marL="225425" indent="-212725">
              <a:lnSpc>
                <a:spcPct val="100000"/>
              </a:lnSpc>
              <a:spcBef>
                <a:spcPts val="645"/>
              </a:spcBef>
              <a:buSzPct val="75000"/>
              <a:buFont typeface="Wingdings"/>
              <a:buChar char=""/>
              <a:tabLst>
                <a:tab pos="225425" algn="l"/>
              </a:tabLst>
            </a:pPr>
            <a:r>
              <a:rPr sz="2800" dirty="0">
                <a:latin typeface="宋体"/>
                <a:cs typeface="宋体"/>
              </a:rPr>
              <a:t>也允许系统发起的动作，例如：异常情况处理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7355" y="294132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识别用例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263" y="1268476"/>
            <a:ext cx="7150100" cy="4053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6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识别用例的基本方法是</a:t>
            </a:r>
            <a:r>
              <a:rPr sz="4125" b="1" spc="127" baseline="1010" dirty="0">
                <a:solidFill>
                  <a:srgbClr val="C00000"/>
                </a:solidFill>
                <a:latin typeface="宋体"/>
                <a:cs typeface="宋体"/>
              </a:rPr>
              <a:t>交</a:t>
            </a:r>
            <a:r>
              <a:rPr sz="4125" b="1" spc="120" baseline="1010" dirty="0">
                <a:solidFill>
                  <a:srgbClr val="C00000"/>
                </a:solidFill>
                <a:latin typeface="宋体"/>
                <a:cs typeface="宋体"/>
              </a:rPr>
              <a:t>互</a:t>
            </a:r>
            <a:r>
              <a:rPr sz="2800" dirty="0">
                <a:latin typeface="宋体"/>
                <a:cs typeface="宋体"/>
              </a:rPr>
              <a:t>，把自己当作外部 参与者，与目标系统进行交互。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2400" dirty="0">
                <a:latin typeface="宋体"/>
                <a:cs typeface="宋体"/>
              </a:rPr>
              <a:t>考虑：</a:t>
            </a:r>
            <a:endParaRPr sz="2400">
              <a:latin typeface="宋体"/>
              <a:cs typeface="宋体"/>
            </a:endParaRPr>
          </a:p>
          <a:p>
            <a:pPr marL="269875" indent="-257175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400" dirty="0">
                <a:latin typeface="宋体"/>
                <a:cs typeface="宋体"/>
              </a:rPr>
              <a:t>我和系统交互的目的是什么？</a:t>
            </a:r>
            <a:endParaRPr sz="2400">
              <a:latin typeface="宋体"/>
              <a:cs typeface="宋体"/>
            </a:endParaRPr>
          </a:p>
          <a:p>
            <a:pPr marL="269875" indent="-257175">
              <a:lnSpc>
                <a:spcPct val="100000"/>
              </a:lnSpc>
              <a:spcBef>
                <a:spcPts val="1515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400" dirty="0">
                <a:latin typeface="宋体"/>
                <a:cs typeface="宋体"/>
              </a:rPr>
              <a:t>我需要向系统输入什么信息？</a:t>
            </a:r>
            <a:endParaRPr sz="2400">
              <a:latin typeface="宋体"/>
              <a:cs typeface="宋体"/>
            </a:endParaRPr>
          </a:p>
          <a:p>
            <a:pPr marL="269875" indent="-257175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400" dirty="0">
                <a:latin typeface="宋体"/>
                <a:cs typeface="宋体"/>
              </a:rPr>
              <a:t>希望由系统进行什么处理？</a:t>
            </a:r>
            <a:endParaRPr sz="2400">
              <a:latin typeface="宋体"/>
              <a:cs typeface="宋体"/>
            </a:endParaRPr>
          </a:p>
          <a:p>
            <a:pPr marL="269875" indent="-25717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400" dirty="0">
                <a:latin typeface="宋体"/>
                <a:cs typeface="宋体"/>
              </a:rPr>
              <a:t>我要从它得到何种结果？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331" y="3551907"/>
            <a:ext cx="94615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成绩统计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7481" y="2677131"/>
            <a:ext cx="141287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打开成绩文件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6393" y="3545811"/>
            <a:ext cx="94615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自动求和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727" y="2226774"/>
            <a:ext cx="6350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例：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312" y="3500437"/>
            <a:ext cx="1260475" cy="360680"/>
          </a:xfrm>
          <a:custGeom>
            <a:avLst/>
            <a:gdLst/>
            <a:ahLst/>
            <a:cxnLst/>
            <a:rect l="l" t="t" r="r" b="b"/>
            <a:pathLst>
              <a:path w="1260475" h="360679">
                <a:moveTo>
                  <a:pt x="0" y="180181"/>
                </a:moveTo>
                <a:lnTo>
                  <a:pt x="14536" y="141527"/>
                </a:lnTo>
                <a:lnTo>
                  <a:pt x="56094" y="105763"/>
                </a:lnTo>
                <a:lnTo>
                  <a:pt x="121599" y="73768"/>
                </a:lnTo>
                <a:lnTo>
                  <a:pt x="162370" y="59458"/>
                </a:lnTo>
                <a:lnTo>
                  <a:pt x="207974" y="46420"/>
                </a:lnTo>
                <a:lnTo>
                  <a:pt x="258027" y="34764"/>
                </a:lnTo>
                <a:lnTo>
                  <a:pt x="312144" y="24599"/>
                </a:lnTo>
                <a:lnTo>
                  <a:pt x="369941" y="16037"/>
                </a:lnTo>
                <a:lnTo>
                  <a:pt x="431033" y="9185"/>
                </a:lnTo>
                <a:lnTo>
                  <a:pt x="495036" y="4155"/>
                </a:lnTo>
                <a:lnTo>
                  <a:pt x="561566" y="1057"/>
                </a:lnTo>
                <a:lnTo>
                  <a:pt x="630237" y="0"/>
                </a:lnTo>
                <a:lnTo>
                  <a:pt x="698908" y="1057"/>
                </a:lnTo>
                <a:lnTo>
                  <a:pt x="765438" y="4155"/>
                </a:lnTo>
                <a:lnTo>
                  <a:pt x="829441" y="9185"/>
                </a:lnTo>
                <a:lnTo>
                  <a:pt x="890533" y="16037"/>
                </a:lnTo>
                <a:lnTo>
                  <a:pt x="948330" y="24599"/>
                </a:lnTo>
                <a:lnTo>
                  <a:pt x="1002447" y="34764"/>
                </a:lnTo>
                <a:lnTo>
                  <a:pt x="1052500" y="46420"/>
                </a:lnTo>
                <a:lnTo>
                  <a:pt x="1098104" y="59458"/>
                </a:lnTo>
                <a:lnTo>
                  <a:pt x="1138875" y="73768"/>
                </a:lnTo>
                <a:lnTo>
                  <a:pt x="1174429" y="89240"/>
                </a:lnTo>
                <a:lnTo>
                  <a:pt x="1228345" y="123229"/>
                </a:lnTo>
                <a:lnTo>
                  <a:pt x="1256776" y="160548"/>
                </a:lnTo>
                <a:lnTo>
                  <a:pt x="1260475" y="180181"/>
                </a:lnTo>
                <a:lnTo>
                  <a:pt x="1256776" y="199813"/>
                </a:lnTo>
                <a:lnTo>
                  <a:pt x="1228345" y="237132"/>
                </a:lnTo>
                <a:lnTo>
                  <a:pt x="1174429" y="271121"/>
                </a:lnTo>
                <a:lnTo>
                  <a:pt x="1138875" y="286593"/>
                </a:lnTo>
                <a:lnTo>
                  <a:pt x="1098104" y="300903"/>
                </a:lnTo>
                <a:lnTo>
                  <a:pt x="1052500" y="313941"/>
                </a:lnTo>
                <a:lnTo>
                  <a:pt x="1002447" y="325597"/>
                </a:lnTo>
                <a:lnTo>
                  <a:pt x="948330" y="335762"/>
                </a:lnTo>
                <a:lnTo>
                  <a:pt x="890533" y="344324"/>
                </a:lnTo>
                <a:lnTo>
                  <a:pt x="829441" y="351176"/>
                </a:lnTo>
                <a:lnTo>
                  <a:pt x="765438" y="356206"/>
                </a:lnTo>
                <a:lnTo>
                  <a:pt x="698908" y="359304"/>
                </a:lnTo>
                <a:lnTo>
                  <a:pt x="630237" y="360362"/>
                </a:lnTo>
                <a:lnTo>
                  <a:pt x="561566" y="359304"/>
                </a:lnTo>
                <a:lnTo>
                  <a:pt x="495036" y="356206"/>
                </a:lnTo>
                <a:lnTo>
                  <a:pt x="431033" y="351176"/>
                </a:lnTo>
                <a:lnTo>
                  <a:pt x="369941" y="344324"/>
                </a:lnTo>
                <a:lnTo>
                  <a:pt x="312144" y="335762"/>
                </a:lnTo>
                <a:lnTo>
                  <a:pt x="258027" y="325597"/>
                </a:lnTo>
                <a:lnTo>
                  <a:pt x="207974" y="313941"/>
                </a:lnTo>
                <a:lnTo>
                  <a:pt x="162370" y="300903"/>
                </a:lnTo>
                <a:lnTo>
                  <a:pt x="121599" y="286593"/>
                </a:lnTo>
                <a:lnTo>
                  <a:pt x="86045" y="271121"/>
                </a:lnTo>
                <a:lnTo>
                  <a:pt x="32129" y="237132"/>
                </a:lnTo>
                <a:lnTo>
                  <a:pt x="3698" y="199813"/>
                </a:lnTo>
                <a:lnTo>
                  <a:pt x="0" y="1801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40012" y="2554287"/>
            <a:ext cx="1567180" cy="548005"/>
          </a:xfrm>
          <a:custGeom>
            <a:avLst/>
            <a:gdLst/>
            <a:ahLst/>
            <a:cxnLst/>
            <a:rect l="l" t="t" r="r" b="b"/>
            <a:pathLst>
              <a:path w="1567179" h="548005">
                <a:moveTo>
                  <a:pt x="0" y="273843"/>
                </a:moveTo>
                <a:lnTo>
                  <a:pt x="11345" y="227145"/>
                </a:lnTo>
                <a:lnTo>
                  <a:pt x="44129" y="183008"/>
                </a:lnTo>
                <a:lnTo>
                  <a:pt x="96468" y="142089"/>
                </a:lnTo>
                <a:lnTo>
                  <a:pt x="166483" y="105048"/>
                </a:lnTo>
                <a:lnTo>
                  <a:pt x="207530" y="88186"/>
                </a:lnTo>
                <a:lnTo>
                  <a:pt x="252291" y="72541"/>
                </a:lnTo>
                <a:lnTo>
                  <a:pt x="300530" y="58193"/>
                </a:lnTo>
                <a:lnTo>
                  <a:pt x="352012" y="45225"/>
                </a:lnTo>
                <a:lnTo>
                  <a:pt x="406501" y="33720"/>
                </a:lnTo>
                <a:lnTo>
                  <a:pt x="463763" y="23759"/>
                </a:lnTo>
                <a:lnTo>
                  <a:pt x="523562" y="15425"/>
                </a:lnTo>
                <a:lnTo>
                  <a:pt x="585664" y="8799"/>
                </a:lnTo>
                <a:lnTo>
                  <a:pt x="649833" y="3965"/>
                </a:lnTo>
                <a:lnTo>
                  <a:pt x="715834" y="1005"/>
                </a:lnTo>
                <a:lnTo>
                  <a:pt x="783431" y="0"/>
                </a:lnTo>
                <a:lnTo>
                  <a:pt x="851029" y="1005"/>
                </a:lnTo>
                <a:lnTo>
                  <a:pt x="917029" y="3965"/>
                </a:lnTo>
                <a:lnTo>
                  <a:pt x="981198" y="8799"/>
                </a:lnTo>
                <a:lnTo>
                  <a:pt x="1043300" y="15425"/>
                </a:lnTo>
                <a:lnTo>
                  <a:pt x="1103099" y="23759"/>
                </a:lnTo>
                <a:lnTo>
                  <a:pt x="1160361" y="33720"/>
                </a:lnTo>
                <a:lnTo>
                  <a:pt x="1214851" y="45225"/>
                </a:lnTo>
                <a:lnTo>
                  <a:pt x="1266332" y="58193"/>
                </a:lnTo>
                <a:lnTo>
                  <a:pt x="1314571" y="72541"/>
                </a:lnTo>
                <a:lnTo>
                  <a:pt x="1359332" y="88186"/>
                </a:lnTo>
                <a:lnTo>
                  <a:pt x="1400379" y="105048"/>
                </a:lnTo>
                <a:lnTo>
                  <a:pt x="1437478" y="123043"/>
                </a:lnTo>
                <a:lnTo>
                  <a:pt x="1498890" y="162105"/>
                </a:lnTo>
                <a:lnTo>
                  <a:pt x="1541687" y="204715"/>
                </a:lnTo>
                <a:lnTo>
                  <a:pt x="1563987" y="250215"/>
                </a:lnTo>
                <a:lnTo>
                  <a:pt x="1566863" y="273843"/>
                </a:lnTo>
                <a:lnTo>
                  <a:pt x="1563987" y="297471"/>
                </a:lnTo>
                <a:lnTo>
                  <a:pt x="1541687" y="342971"/>
                </a:lnTo>
                <a:lnTo>
                  <a:pt x="1498890" y="385581"/>
                </a:lnTo>
                <a:lnTo>
                  <a:pt x="1437478" y="424643"/>
                </a:lnTo>
                <a:lnTo>
                  <a:pt x="1400379" y="442638"/>
                </a:lnTo>
                <a:lnTo>
                  <a:pt x="1359332" y="459500"/>
                </a:lnTo>
                <a:lnTo>
                  <a:pt x="1314571" y="475145"/>
                </a:lnTo>
                <a:lnTo>
                  <a:pt x="1266332" y="489493"/>
                </a:lnTo>
                <a:lnTo>
                  <a:pt x="1214851" y="502461"/>
                </a:lnTo>
                <a:lnTo>
                  <a:pt x="1160361" y="513966"/>
                </a:lnTo>
                <a:lnTo>
                  <a:pt x="1103099" y="523927"/>
                </a:lnTo>
                <a:lnTo>
                  <a:pt x="1043300" y="532261"/>
                </a:lnTo>
                <a:lnTo>
                  <a:pt x="981198" y="538887"/>
                </a:lnTo>
                <a:lnTo>
                  <a:pt x="917029" y="543721"/>
                </a:lnTo>
                <a:lnTo>
                  <a:pt x="851029" y="546681"/>
                </a:lnTo>
                <a:lnTo>
                  <a:pt x="783431" y="547687"/>
                </a:lnTo>
                <a:lnTo>
                  <a:pt x="715834" y="546681"/>
                </a:lnTo>
                <a:lnTo>
                  <a:pt x="649833" y="543721"/>
                </a:lnTo>
                <a:lnTo>
                  <a:pt x="585664" y="538887"/>
                </a:lnTo>
                <a:lnTo>
                  <a:pt x="523562" y="532261"/>
                </a:lnTo>
                <a:lnTo>
                  <a:pt x="463763" y="523927"/>
                </a:lnTo>
                <a:lnTo>
                  <a:pt x="406501" y="513966"/>
                </a:lnTo>
                <a:lnTo>
                  <a:pt x="352012" y="502461"/>
                </a:lnTo>
                <a:lnTo>
                  <a:pt x="300530" y="489493"/>
                </a:lnTo>
                <a:lnTo>
                  <a:pt x="252291" y="475145"/>
                </a:lnTo>
                <a:lnTo>
                  <a:pt x="207530" y="459500"/>
                </a:lnTo>
                <a:lnTo>
                  <a:pt x="166483" y="442638"/>
                </a:lnTo>
                <a:lnTo>
                  <a:pt x="129384" y="424643"/>
                </a:lnTo>
                <a:lnTo>
                  <a:pt x="67972" y="385581"/>
                </a:lnTo>
                <a:lnTo>
                  <a:pt x="25175" y="342971"/>
                </a:lnTo>
                <a:lnTo>
                  <a:pt x="2875" y="297471"/>
                </a:lnTo>
                <a:lnTo>
                  <a:pt x="0" y="2738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27312" y="3573462"/>
            <a:ext cx="1440180" cy="244475"/>
          </a:xfrm>
          <a:custGeom>
            <a:avLst/>
            <a:gdLst/>
            <a:ahLst/>
            <a:cxnLst/>
            <a:rect l="l" t="t" r="r" b="b"/>
            <a:pathLst>
              <a:path w="1440179" h="244475">
                <a:moveTo>
                  <a:pt x="0" y="122237"/>
                </a:moveTo>
                <a:lnTo>
                  <a:pt x="32366" y="85887"/>
                </a:lnTo>
                <a:lnTo>
                  <a:pt x="86891" y="63971"/>
                </a:lnTo>
                <a:lnTo>
                  <a:pt x="164397" y="44483"/>
                </a:lnTo>
                <a:lnTo>
                  <a:pt x="210862" y="35802"/>
                </a:lnTo>
                <a:lnTo>
                  <a:pt x="261988" y="27913"/>
                </a:lnTo>
                <a:lnTo>
                  <a:pt x="317410" y="20876"/>
                </a:lnTo>
                <a:lnTo>
                  <a:pt x="376769" y="14753"/>
                </a:lnTo>
                <a:lnTo>
                  <a:pt x="439701" y="9606"/>
                </a:lnTo>
                <a:lnTo>
                  <a:pt x="505845" y="5495"/>
                </a:lnTo>
                <a:lnTo>
                  <a:pt x="574839" y="2483"/>
                </a:lnTo>
                <a:lnTo>
                  <a:pt x="646322" y="631"/>
                </a:lnTo>
                <a:lnTo>
                  <a:pt x="719931" y="0"/>
                </a:lnTo>
                <a:lnTo>
                  <a:pt x="793539" y="631"/>
                </a:lnTo>
                <a:lnTo>
                  <a:pt x="865022" y="2483"/>
                </a:lnTo>
                <a:lnTo>
                  <a:pt x="934016" y="5495"/>
                </a:lnTo>
                <a:lnTo>
                  <a:pt x="1000160" y="9606"/>
                </a:lnTo>
                <a:lnTo>
                  <a:pt x="1063092" y="14753"/>
                </a:lnTo>
                <a:lnTo>
                  <a:pt x="1122451" y="20876"/>
                </a:lnTo>
                <a:lnTo>
                  <a:pt x="1177874" y="27913"/>
                </a:lnTo>
                <a:lnTo>
                  <a:pt x="1228999" y="35802"/>
                </a:lnTo>
                <a:lnTo>
                  <a:pt x="1275464" y="44483"/>
                </a:lnTo>
                <a:lnTo>
                  <a:pt x="1316909" y="53893"/>
                </a:lnTo>
                <a:lnTo>
                  <a:pt x="1383286" y="74657"/>
                </a:lnTo>
                <a:lnTo>
                  <a:pt x="1425235" y="97602"/>
                </a:lnTo>
                <a:lnTo>
                  <a:pt x="1439862" y="122237"/>
                </a:lnTo>
                <a:lnTo>
                  <a:pt x="1436145" y="134735"/>
                </a:lnTo>
                <a:lnTo>
                  <a:pt x="1383286" y="169817"/>
                </a:lnTo>
                <a:lnTo>
                  <a:pt x="1316909" y="190581"/>
                </a:lnTo>
                <a:lnTo>
                  <a:pt x="1275464" y="199991"/>
                </a:lnTo>
                <a:lnTo>
                  <a:pt x="1228999" y="208672"/>
                </a:lnTo>
                <a:lnTo>
                  <a:pt x="1177874" y="216561"/>
                </a:lnTo>
                <a:lnTo>
                  <a:pt x="1122451" y="223598"/>
                </a:lnTo>
                <a:lnTo>
                  <a:pt x="1063092" y="229721"/>
                </a:lnTo>
                <a:lnTo>
                  <a:pt x="1000160" y="234868"/>
                </a:lnTo>
                <a:lnTo>
                  <a:pt x="934016" y="238979"/>
                </a:lnTo>
                <a:lnTo>
                  <a:pt x="865022" y="241991"/>
                </a:lnTo>
                <a:lnTo>
                  <a:pt x="793539" y="243843"/>
                </a:lnTo>
                <a:lnTo>
                  <a:pt x="719931" y="244475"/>
                </a:lnTo>
                <a:lnTo>
                  <a:pt x="646322" y="243843"/>
                </a:lnTo>
                <a:lnTo>
                  <a:pt x="574839" y="241991"/>
                </a:lnTo>
                <a:lnTo>
                  <a:pt x="505845" y="238979"/>
                </a:lnTo>
                <a:lnTo>
                  <a:pt x="439701" y="234868"/>
                </a:lnTo>
                <a:lnTo>
                  <a:pt x="376769" y="229721"/>
                </a:lnTo>
                <a:lnTo>
                  <a:pt x="317410" y="223598"/>
                </a:lnTo>
                <a:lnTo>
                  <a:pt x="261988" y="216561"/>
                </a:lnTo>
                <a:lnTo>
                  <a:pt x="210862" y="208672"/>
                </a:lnTo>
                <a:lnTo>
                  <a:pt x="164397" y="199991"/>
                </a:lnTo>
                <a:lnTo>
                  <a:pt x="122952" y="190581"/>
                </a:lnTo>
                <a:lnTo>
                  <a:pt x="56575" y="169817"/>
                </a:lnTo>
                <a:lnTo>
                  <a:pt x="14626" y="146872"/>
                </a:lnTo>
                <a:lnTo>
                  <a:pt x="0" y="1222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66987" y="4187823"/>
            <a:ext cx="1573530" cy="431800"/>
          </a:xfrm>
          <a:custGeom>
            <a:avLst/>
            <a:gdLst/>
            <a:ahLst/>
            <a:cxnLst/>
            <a:rect l="l" t="t" r="r" b="b"/>
            <a:pathLst>
              <a:path w="1573529" h="431800">
                <a:moveTo>
                  <a:pt x="0" y="215896"/>
                </a:moveTo>
                <a:lnTo>
                  <a:pt x="12673" y="177088"/>
                </a:lnTo>
                <a:lnTo>
                  <a:pt x="49212" y="140563"/>
                </a:lnTo>
                <a:lnTo>
                  <a:pt x="107394" y="106929"/>
                </a:lnTo>
                <a:lnTo>
                  <a:pt x="143908" y="91387"/>
                </a:lnTo>
                <a:lnTo>
                  <a:pt x="184999" y="76797"/>
                </a:lnTo>
                <a:lnTo>
                  <a:pt x="230391" y="63234"/>
                </a:lnTo>
                <a:lnTo>
                  <a:pt x="279805" y="50776"/>
                </a:lnTo>
                <a:lnTo>
                  <a:pt x="332964" y="39497"/>
                </a:lnTo>
                <a:lnTo>
                  <a:pt x="389590" y="29476"/>
                </a:lnTo>
                <a:lnTo>
                  <a:pt x="449406" y="20787"/>
                </a:lnTo>
                <a:lnTo>
                  <a:pt x="512133" y="13507"/>
                </a:lnTo>
                <a:lnTo>
                  <a:pt x="577494" y="7712"/>
                </a:lnTo>
                <a:lnTo>
                  <a:pt x="645212" y="3478"/>
                </a:lnTo>
                <a:lnTo>
                  <a:pt x="715008" y="882"/>
                </a:lnTo>
                <a:lnTo>
                  <a:pt x="786606" y="0"/>
                </a:lnTo>
                <a:lnTo>
                  <a:pt x="858203" y="882"/>
                </a:lnTo>
                <a:lnTo>
                  <a:pt x="927999" y="3478"/>
                </a:lnTo>
                <a:lnTo>
                  <a:pt x="995716" y="7712"/>
                </a:lnTo>
                <a:lnTo>
                  <a:pt x="1061078" y="13507"/>
                </a:lnTo>
                <a:lnTo>
                  <a:pt x="1123805" y="20787"/>
                </a:lnTo>
                <a:lnTo>
                  <a:pt x="1183620" y="29476"/>
                </a:lnTo>
                <a:lnTo>
                  <a:pt x="1240247" y="39497"/>
                </a:lnTo>
                <a:lnTo>
                  <a:pt x="1293406" y="50776"/>
                </a:lnTo>
                <a:lnTo>
                  <a:pt x="1342820" y="63234"/>
                </a:lnTo>
                <a:lnTo>
                  <a:pt x="1388211" y="76797"/>
                </a:lnTo>
                <a:lnTo>
                  <a:pt x="1429303" y="91387"/>
                </a:lnTo>
                <a:lnTo>
                  <a:pt x="1465817" y="106929"/>
                </a:lnTo>
                <a:lnTo>
                  <a:pt x="1523999" y="140563"/>
                </a:lnTo>
                <a:lnTo>
                  <a:pt x="1560538" y="177088"/>
                </a:lnTo>
                <a:lnTo>
                  <a:pt x="1573212" y="215896"/>
                </a:lnTo>
                <a:lnTo>
                  <a:pt x="1569997" y="235547"/>
                </a:lnTo>
                <a:lnTo>
                  <a:pt x="1545113" y="273290"/>
                </a:lnTo>
                <a:lnTo>
                  <a:pt x="1497475" y="308446"/>
                </a:lnTo>
                <a:lnTo>
                  <a:pt x="1429303" y="340405"/>
                </a:lnTo>
                <a:lnTo>
                  <a:pt x="1388211" y="354995"/>
                </a:lnTo>
                <a:lnTo>
                  <a:pt x="1342820" y="368558"/>
                </a:lnTo>
                <a:lnTo>
                  <a:pt x="1293406" y="381016"/>
                </a:lnTo>
                <a:lnTo>
                  <a:pt x="1240247" y="392295"/>
                </a:lnTo>
                <a:lnTo>
                  <a:pt x="1183620" y="402316"/>
                </a:lnTo>
                <a:lnTo>
                  <a:pt x="1123805" y="411005"/>
                </a:lnTo>
                <a:lnTo>
                  <a:pt x="1061078" y="418285"/>
                </a:lnTo>
                <a:lnTo>
                  <a:pt x="995716" y="424080"/>
                </a:lnTo>
                <a:lnTo>
                  <a:pt x="927999" y="428314"/>
                </a:lnTo>
                <a:lnTo>
                  <a:pt x="858203" y="430910"/>
                </a:lnTo>
                <a:lnTo>
                  <a:pt x="786606" y="431793"/>
                </a:lnTo>
                <a:lnTo>
                  <a:pt x="715008" y="430910"/>
                </a:lnTo>
                <a:lnTo>
                  <a:pt x="645212" y="428314"/>
                </a:lnTo>
                <a:lnTo>
                  <a:pt x="577494" y="424080"/>
                </a:lnTo>
                <a:lnTo>
                  <a:pt x="512133" y="418285"/>
                </a:lnTo>
                <a:lnTo>
                  <a:pt x="449406" y="411005"/>
                </a:lnTo>
                <a:lnTo>
                  <a:pt x="389590" y="402316"/>
                </a:lnTo>
                <a:lnTo>
                  <a:pt x="332964" y="392295"/>
                </a:lnTo>
                <a:lnTo>
                  <a:pt x="279805" y="381016"/>
                </a:lnTo>
                <a:lnTo>
                  <a:pt x="230391" y="368558"/>
                </a:lnTo>
                <a:lnTo>
                  <a:pt x="184999" y="354995"/>
                </a:lnTo>
                <a:lnTo>
                  <a:pt x="143908" y="340405"/>
                </a:lnTo>
                <a:lnTo>
                  <a:pt x="107394" y="324863"/>
                </a:lnTo>
                <a:lnTo>
                  <a:pt x="49212" y="291229"/>
                </a:lnTo>
                <a:lnTo>
                  <a:pt x="12673" y="254704"/>
                </a:lnTo>
                <a:lnTo>
                  <a:pt x="0" y="21589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3850" y="2060575"/>
            <a:ext cx="3888104" cy="3456304"/>
          </a:xfrm>
          <a:custGeom>
            <a:avLst/>
            <a:gdLst/>
            <a:ahLst/>
            <a:cxnLst/>
            <a:rect l="l" t="t" r="r" b="b"/>
            <a:pathLst>
              <a:path w="3888104" h="3456304">
                <a:moveTo>
                  <a:pt x="0" y="0"/>
                </a:moveTo>
                <a:lnTo>
                  <a:pt x="3887788" y="0"/>
                </a:lnTo>
                <a:lnTo>
                  <a:pt x="3887788" y="3455988"/>
                </a:lnTo>
                <a:lnTo>
                  <a:pt x="0" y="345598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39975" y="2276475"/>
            <a:ext cx="1656080" cy="2809875"/>
          </a:xfrm>
          <a:custGeom>
            <a:avLst/>
            <a:gdLst/>
            <a:ahLst/>
            <a:cxnLst/>
            <a:rect l="l" t="t" r="r" b="b"/>
            <a:pathLst>
              <a:path w="1656079" h="2809875">
                <a:moveTo>
                  <a:pt x="0" y="0"/>
                </a:moveTo>
                <a:lnTo>
                  <a:pt x="1655763" y="2809875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95512" y="2349500"/>
            <a:ext cx="1584325" cy="2736850"/>
          </a:xfrm>
          <a:custGeom>
            <a:avLst/>
            <a:gdLst/>
            <a:ahLst/>
            <a:cxnLst/>
            <a:rect l="l" t="t" r="r" b="b"/>
            <a:pathLst>
              <a:path w="1584325" h="2736850">
                <a:moveTo>
                  <a:pt x="1584325" y="0"/>
                </a:moveTo>
                <a:lnTo>
                  <a:pt x="0" y="273685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125492" y="2415003"/>
            <a:ext cx="94615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班级查询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63440" y="2159718"/>
            <a:ext cx="6350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例：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54550" y="3209925"/>
            <a:ext cx="1273175" cy="285750"/>
          </a:xfrm>
          <a:custGeom>
            <a:avLst/>
            <a:gdLst/>
            <a:ahLst/>
            <a:cxnLst/>
            <a:rect l="l" t="t" r="r" b="b"/>
            <a:pathLst>
              <a:path w="1273175" h="285750">
                <a:moveTo>
                  <a:pt x="0" y="142875"/>
                </a:moveTo>
                <a:lnTo>
                  <a:pt x="37112" y="94689"/>
                </a:lnTo>
                <a:lnTo>
                  <a:pt x="99109" y="66281"/>
                </a:lnTo>
                <a:lnTo>
                  <a:pt x="139851" y="53513"/>
                </a:lnTo>
                <a:lnTo>
                  <a:pt x="186452" y="41847"/>
                </a:lnTo>
                <a:lnTo>
                  <a:pt x="238434" y="31388"/>
                </a:lnTo>
                <a:lnTo>
                  <a:pt x="295320" y="22243"/>
                </a:lnTo>
                <a:lnTo>
                  <a:pt x="356632" y="14521"/>
                </a:lnTo>
                <a:lnTo>
                  <a:pt x="421892" y="8329"/>
                </a:lnTo>
                <a:lnTo>
                  <a:pt x="490623" y="3773"/>
                </a:lnTo>
                <a:lnTo>
                  <a:pt x="562347" y="961"/>
                </a:lnTo>
                <a:lnTo>
                  <a:pt x="636587" y="0"/>
                </a:lnTo>
                <a:lnTo>
                  <a:pt x="710827" y="961"/>
                </a:lnTo>
                <a:lnTo>
                  <a:pt x="782551" y="3773"/>
                </a:lnTo>
                <a:lnTo>
                  <a:pt x="851282" y="8329"/>
                </a:lnTo>
                <a:lnTo>
                  <a:pt x="916542" y="14521"/>
                </a:lnTo>
                <a:lnTo>
                  <a:pt x="977854" y="22243"/>
                </a:lnTo>
                <a:lnTo>
                  <a:pt x="1034740" y="31388"/>
                </a:lnTo>
                <a:lnTo>
                  <a:pt x="1086722" y="41847"/>
                </a:lnTo>
                <a:lnTo>
                  <a:pt x="1133323" y="53513"/>
                </a:lnTo>
                <a:lnTo>
                  <a:pt x="1174066" y="66281"/>
                </a:lnTo>
                <a:lnTo>
                  <a:pt x="1236062" y="94689"/>
                </a:lnTo>
                <a:lnTo>
                  <a:pt x="1268892" y="126212"/>
                </a:lnTo>
                <a:lnTo>
                  <a:pt x="1273175" y="142875"/>
                </a:lnTo>
                <a:lnTo>
                  <a:pt x="1268892" y="159537"/>
                </a:lnTo>
                <a:lnTo>
                  <a:pt x="1236062" y="191060"/>
                </a:lnTo>
                <a:lnTo>
                  <a:pt x="1174066" y="219468"/>
                </a:lnTo>
                <a:lnTo>
                  <a:pt x="1133323" y="232236"/>
                </a:lnTo>
                <a:lnTo>
                  <a:pt x="1086722" y="243902"/>
                </a:lnTo>
                <a:lnTo>
                  <a:pt x="1034740" y="254361"/>
                </a:lnTo>
                <a:lnTo>
                  <a:pt x="977854" y="263506"/>
                </a:lnTo>
                <a:lnTo>
                  <a:pt x="916542" y="271228"/>
                </a:lnTo>
                <a:lnTo>
                  <a:pt x="851282" y="277420"/>
                </a:lnTo>
                <a:lnTo>
                  <a:pt x="782551" y="281976"/>
                </a:lnTo>
                <a:lnTo>
                  <a:pt x="710827" y="284788"/>
                </a:lnTo>
                <a:lnTo>
                  <a:pt x="636587" y="285750"/>
                </a:lnTo>
                <a:lnTo>
                  <a:pt x="562347" y="284788"/>
                </a:lnTo>
                <a:lnTo>
                  <a:pt x="490623" y="281976"/>
                </a:lnTo>
                <a:lnTo>
                  <a:pt x="421892" y="277420"/>
                </a:lnTo>
                <a:lnTo>
                  <a:pt x="356632" y="271228"/>
                </a:lnTo>
                <a:lnTo>
                  <a:pt x="295320" y="263506"/>
                </a:lnTo>
                <a:lnTo>
                  <a:pt x="238434" y="254361"/>
                </a:lnTo>
                <a:lnTo>
                  <a:pt x="186452" y="243902"/>
                </a:lnTo>
                <a:lnTo>
                  <a:pt x="139851" y="232236"/>
                </a:lnTo>
                <a:lnTo>
                  <a:pt x="99109" y="219468"/>
                </a:lnTo>
                <a:lnTo>
                  <a:pt x="37112" y="191060"/>
                </a:lnTo>
                <a:lnTo>
                  <a:pt x="4282" y="159537"/>
                </a:lnTo>
                <a:lnTo>
                  <a:pt x="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81825" y="2420937"/>
            <a:ext cx="1273175" cy="285750"/>
          </a:xfrm>
          <a:custGeom>
            <a:avLst/>
            <a:gdLst/>
            <a:ahLst/>
            <a:cxnLst/>
            <a:rect l="l" t="t" r="r" b="b"/>
            <a:pathLst>
              <a:path w="1273175" h="285750">
                <a:moveTo>
                  <a:pt x="0" y="142875"/>
                </a:moveTo>
                <a:lnTo>
                  <a:pt x="37112" y="94689"/>
                </a:lnTo>
                <a:lnTo>
                  <a:pt x="99109" y="66281"/>
                </a:lnTo>
                <a:lnTo>
                  <a:pt x="139851" y="53513"/>
                </a:lnTo>
                <a:lnTo>
                  <a:pt x="186452" y="41847"/>
                </a:lnTo>
                <a:lnTo>
                  <a:pt x="238434" y="31388"/>
                </a:lnTo>
                <a:lnTo>
                  <a:pt x="295320" y="22243"/>
                </a:lnTo>
                <a:lnTo>
                  <a:pt x="356632" y="14521"/>
                </a:lnTo>
                <a:lnTo>
                  <a:pt x="421892" y="8329"/>
                </a:lnTo>
                <a:lnTo>
                  <a:pt x="490623" y="3773"/>
                </a:lnTo>
                <a:lnTo>
                  <a:pt x="562347" y="961"/>
                </a:lnTo>
                <a:lnTo>
                  <a:pt x="636587" y="0"/>
                </a:lnTo>
                <a:lnTo>
                  <a:pt x="710827" y="961"/>
                </a:lnTo>
                <a:lnTo>
                  <a:pt x="782551" y="3773"/>
                </a:lnTo>
                <a:lnTo>
                  <a:pt x="851282" y="8329"/>
                </a:lnTo>
                <a:lnTo>
                  <a:pt x="916542" y="14521"/>
                </a:lnTo>
                <a:lnTo>
                  <a:pt x="977854" y="22243"/>
                </a:lnTo>
                <a:lnTo>
                  <a:pt x="1034740" y="31388"/>
                </a:lnTo>
                <a:lnTo>
                  <a:pt x="1086722" y="41847"/>
                </a:lnTo>
                <a:lnTo>
                  <a:pt x="1133323" y="53513"/>
                </a:lnTo>
                <a:lnTo>
                  <a:pt x="1174066" y="66281"/>
                </a:lnTo>
                <a:lnTo>
                  <a:pt x="1236062" y="94689"/>
                </a:lnTo>
                <a:lnTo>
                  <a:pt x="1268892" y="126212"/>
                </a:lnTo>
                <a:lnTo>
                  <a:pt x="1273175" y="142875"/>
                </a:lnTo>
                <a:lnTo>
                  <a:pt x="1268892" y="159537"/>
                </a:lnTo>
                <a:lnTo>
                  <a:pt x="1236062" y="191060"/>
                </a:lnTo>
                <a:lnTo>
                  <a:pt x="1174066" y="219468"/>
                </a:lnTo>
                <a:lnTo>
                  <a:pt x="1133323" y="232236"/>
                </a:lnTo>
                <a:lnTo>
                  <a:pt x="1086722" y="243902"/>
                </a:lnTo>
                <a:lnTo>
                  <a:pt x="1034740" y="254361"/>
                </a:lnTo>
                <a:lnTo>
                  <a:pt x="977854" y="263506"/>
                </a:lnTo>
                <a:lnTo>
                  <a:pt x="916542" y="271228"/>
                </a:lnTo>
                <a:lnTo>
                  <a:pt x="851282" y="277420"/>
                </a:lnTo>
                <a:lnTo>
                  <a:pt x="782551" y="281976"/>
                </a:lnTo>
                <a:lnTo>
                  <a:pt x="710827" y="284788"/>
                </a:lnTo>
                <a:lnTo>
                  <a:pt x="636587" y="285750"/>
                </a:lnTo>
                <a:lnTo>
                  <a:pt x="562347" y="284788"/>
                </a:lnTo>
                <a:lnTo>
                  <a:pt x="490623" y="281976"/>
                </a:lnTo>
                <a:lnTo>
                  <a:pt x="421892" y="277420"/>
                </a:lnTo>
                <a:lnTo>
                  <a:pt x="356632" y="271228"/>
                </a:lnTo>
                <a:lnTo>
                  <a:pt x="295320" y="263506"/>
                </a:lnTo>
                <a:lnTo>
                  <a:pt x="238434" y="254361"/>
                </a:lnTo>
                <a:lnTo>
                  <a:pt x="186452" y="243902"/>
                </a:lnTo>
                <a:lnTo>
                  <a:pt x="139851" y="232236"/>
                </a:lnTo>
                <a:lnTo>
                  <a:pt x="99109" y="219468"/>
                </a:lnTo>
                <a:lnTo>
                  <a:pt x="37112" y="191060"/>
                </a:lnTo>
                <a:lnTo>
                  <a:pt x="4282" y="159537"/>
                </a:lnTo>
                <a:lnTo>
                  <a:pt x="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31037" y="3209925"/>
            <a:ext cx="1273175" cy="285750"/>
          </a:xfrm>
          <a:custGeom>
            <a:avLst/>
            <a:gdLst/>
            <a:ahLst/>
            <a:cxnLst/>
            <a:rect l="l" t="t" r="r" b="b"/>
            <a:pathLst>
              <a:path w="1273175" h="285750">
                <a:moveTo>
                  <a:pt x="0" y="142875"/>
                </a:moveTo>
                <a:lnTo>
                  <a:pt x="37112" y="94689"/>
                </a:lnTo>
                <a:lnTo>
                  <a:pt x="99109" y="66281"/>
                </a:lnTo>
                <a:lnTo>
                  <a:pt x="139851" y="53513"/>
                </a:lnTo>
                <a:lnTo>
                  <a:pt x="186452" y="41847"/>
                </a:lnTo>
                <a:lnTo>
                  <a:pt x="238434" y="31388"/>
                </a:lnTo>
                <a:lnTo>
                  <a:pt x="295320" y="22243"/>
                </a:lnTo>
                <a:lnTo>
                  <a:pt x="356632" y="14521"/>
                </a:lnTo>
                <a:lnTo>
                  <a:pt x="421892" y="8329"/>
                </a:lnTo>
                <a:lnTo>
                  <a:pt x="490623" y="3773"/>
                </a:lnTo>
                <a:lnTo>
                  <a:pt x="562347" y="961"/>
                </a:lnTo>
                <a:lnTo>
                  <a:pt x="636587" y="0"/>
                </a:lnTo>
                <a:lnTo>
                  <a:pt x="710827" y="961"/>
                </a:lnTo>
                <a:lnTo>
                  <a:pt x="782551" y="3773"/>
                </a:lnTo>
                <a:lnTo>
                  <a:pt x="851282" y="8329"/>
                </a:lnTo>
                <a:lnTo>
                  <a:pt x="916542" y="14521"/>
                </a:lnTo>
                <a:lnTo>
                  <a:pt x="977854" y="22243"/>
                </a:lnTo>
                <a:lnTo>
                  <a:pt x="1034740" y="31388"/>
                </a:lnTo>
                <a:lnTo>
                  <a:pt x="1086722" y="41847"/>
                </a:lnTo>
                <a:lnTo>
                  <a:pt x="1133323" y="53513"/>
                </a:lnTo>
                <a:lnTo>
                  <a:pt x="1174066" y="66281"/>
                </a:lnTo>
                <a:lnTo>
                  <a:pt x="1236062" y="94689"/>
                </a:lnTo>
                <a:lnTo>
                  <a:pt x="1268892" y="126212"/>
                </a:lnTo>
                <a:lnTo>
                  <a:pt x="1273175" y="142875"/>
                </a:lnTo>
                <a:lnTo>
                  <a:pt x="1268892" y="159537"/>
                </a:lnTo>
                <a:lnTo>
                  <a:pt x="1236062" y="191060"/>
                </a:lnTo>
                <a:lnTo>
                  <a:pt x="1174066" y="219468"/>
                </a:lnTo>
                <a:lnTo>
                  <a:pt x="1133323" y="232236"/>
                </a:lnTo>
                <a:lnTo>
                  <a:pt x="1086722" y="243902"/>
                </a:lnTo>
                <a:lnTo>
                  <a:pt x="1034740" y="254361"/>
                </a:lnTo>
                <a:lnTo>
                  <a:pt x="977854" y="263506"/>
                </a:lnTo>
                <a:lnTo>
                  <a:pt x="916542" y="271228"/>
                </a:lnTo>
                <a:lnTo>
                  <a:pt x="851282" y="277420"/>
                </a:lnTo>
                <a:lnTo>
                  <a:pt x="782551" y="281976"/>
                </a:lnTo>
                <a:lnTo>
                  <a:pt x="710827" y="284788"/>
                </a:lnTo>
                <a:lnTo>
                  <a:pt x="636587" y="285750"/>
                </a:lnTo>
                <a:lnTo>
                  <a:pt x="562347" y="284788"/>
                </a:lnTo>
                <a:lnTo>
                  <a:pt x="490623" y="281976"/>
                </a:lnTo>
                <a:lnTo>
                  <a:pt x="421892" y="277420"/>
                </a:lnTo>
                <a:lnTo>
                  <a:pt x="356632" y="271228"/>
                </a:lnTo>
                <a:lnTo>
                  <a:pt x="295320" y="263506"/>
                </a:lnTo>
                <a:lnTo>
                  <a:pt x="238434" y="254361"/>
                </a:lnTo>
                <a:lnTo>
                  <a:pt x="186452" y="243902"/>
                </a:lnTo>
                <a:lnTo>
                  <a:pt x="139851" y="232236"/>
                </a:lnTo>
                <a:lnTo>
                  <a:pt x="99109" y="219468"/>
                </a:lnTo>
                <a:lnTo>
                  <a:pt x="37112" y="191060"/>
                </a:lnTo>
                <a:lnTo>
                  <a:pt x="4282" y="159537"/>
                </a:lnTo>
                <a:lnTo>
                  <a:pt x="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54850" y="3892551"/>
            <a:ext cx="1838325" cy="496570"/>
          </a:xfrm>
          <a:custGeom>
            <a:avLst/>
            <a:gdLst/>
            <a:ahLst/>
            <a:cxnLst/>
            <a:rect l="l" t="t" r="r" b="b"/>
            <a:pathLst>
              <a:path w="1838325" h="496570">
                <a:moveTo>
                  <a:pt x="0" y="248285"/>
                </a:moveTo>
                <a:lnTo>
                  <a:pt x="10925" y="209886"/>
                </a:lnTo>
                <a:lnTo>
                  <a:pt x="42611" y="173343"/>
                </a:lnTo>
                <a:lnTo>
                  <a:pt x="93424" y="139095"/>
                </a:lnTo>
                <a:lnTo>
                  <a:pt x="161729" y="107585"/>
                </a:lnTo>
                <a:lnTo>
                  <a:pt x="201929" y="92995"/>
                </a:lnTo>
                <a:lnTo>
                  <a:pt x="245890" y="79255"/>
                </a:lnTo>
                <a:lnTo>
                  <a:pt x="293406" y="66420"/>
                </a:lnTo>
                <a:lnTo>
                  <a:pt x="344273" y="54545"/>
                </a:lnTo>
                <a:lnTo>
                  <a:pt x="398287" y="43686"/>
                </a:lnTo>
                <a:lnTo>
                  <a:pt x="455243" y="33898"/>
                </a:lnTo>
                <a:lnTo>
                  <a:pt x="514938" y="25235"/>
                </a:lnTo>
                <a:lnTo>
                  <a:pt x="577166" y="17754"/>
                </a:lnTo>
                <a:lnTo>
                  <a:pt x="641724" y="11510"/>
                </a:lnTo>
                <a:lnTo>
                  <a:pt x="708406" y="6557"/>
                </a:lnTo>
                <a:lnTo>
                  <a:pt x="777010" y="2951"/>
                </a:lnTo>
                <a:lnTo>
                  <a:pt x="847330" y="746"/>
                </a:lnTo>
                <a:lnTo>
                  <a:pt x="919162" y="0"/>
                </a:lnTo>
                <a:lnTo>
                  <a:pt x="990994" y="746"/>
                </a:lnTo>
                <a:lnTo>
                  <a:pt x="1061314" y="2951"/>
                </a:lnTo>
                <a:lnTo>
                  <a:pt x="1129918" y="6557"/>
                </a:lnTo>
                <a:lnTo>
                  <a:pt x="1196600" y="11510"/>
                </a:lnTo>
                <a:lnTo>
                  <a:pt x="1261158" y="17754"/>
                </a:lnTo>
                <a:lnTo>
                  <a:pt x="1323386" y="25235"/>
                </a:lnTo>
                <a:lnTo>
                  <a:pt x="1383081" y="33898"/>
                </a:lnTo>
                <a:lnTo>
                  <a:pt x="1440037" y="43686"/>
                </a:lnTo>
                <a:lnTo>
                  <a:pt x="1494051" y="54545"/>
                </a:lnTo>
                <a:lnTo>
                  <a:pt x="1544918" y="66420"/>
                </a:lnTo>
                <a:lnTo>
                  <a:pt x="1592434" y="79255"/>
                </a:lnTo>
                <a:lnTo>
                  <a:pt x="1636395" y="92995"/>
                </a:lnTo>
                <a:lnTo>
                  <a:pt x="1676595" y="107585"/>
                </a:lnTo>
                <a:lnTo>
                  <a:pt x="1712832" y="122970"/>
                </a:lnTo>
                <a:lnTo>
                  <a:pt x="1772595" y="155904"/>
                </a:lnTo>
                <a:lnTo>
                  <a:pt x="1814049" y="191355"/>
                </a:lnTo>
                <a:lnTo>
                  <a:pt x="1835559" y="228881"/>
                </a:lnTo>
                <a:lnTo>
                  <a:pt x="1838325" y="248285"/>
                </a:lnTo>
                <a:lnTo>
                  <a:pt x="1835559" y="267688"/>
                </a:lnTo>
                <a:lnTo>
                  <a:pt x="1814049" y="305214"/>
                </a:lnTo>
                <a:lnTo>
                  <a:pt x="1772595" y="340665"/>
                </a:lnTo>
                <a:lnTo>
                  <a:pt x="1712832" y="373599"/>
                </a:lnTo>
                <a:lnTo>
                  <a:pt x="1676595" y="388984"/>
                </a:lnTo>
                <a:lnTo>
                  <a:pt x="1636395" y="403574"/>
                </a:lnTo>
                <a:lnTo>
                  <a:pt x="1592434" y="417314"/>
                </a:lnTo>
                <a:lnTo>
                  <a:pt x="1544918" y="430149"/>
                </a:lnTo>
                <a:lnTo>
                  <a:pt x="1494051" y="442024"/>
                </a:lnTo>
                <a:lnTo>
                  <a:pt x="1440037" y="452883"/>
                </a:lnTo>
                <a:lnTo>
                  <a:pt x="1383081" y="462671"/>
                </a:lnTo>
                <a:lnTo>
                  <a:pt x="1323386" y="471334"/>
                </a:lnTo>
                <a:lnTo>
                  <a:pt x="1261158" y="478815"/>
                </a:lnTo>
                <a:lnTo>
                  <a:pt x="1196600" y="485059"/>
                </a:lnTo>
                <a:lnTo>
                  <a:pt x="1129918" y="490012"/>
                </a:lnTo>
                <a:lnTo>
                  <a:pt x="1061314" y="493618"/>
                </a:lnTo>
                <a:lnTo>
                  <a:pt x="990994" y="495823"/>
                </a:lnTo>
                <a:lnTo>
                  <a:pt x="919162" y="496570"/>
                </a:lnTo>
                <a:lnTo>
                  <a:pt x="847330" y="495823"/>
                </a:lnTo>
                <a:lnTo>
                  <a:pt x="777010" y="493618"/>
                </a:lnTo>
                <a:lnTo>
                  <a:pt x="708406" y="490012"/>
                </a:lnTo>
                <a:lnTo>
                  <a:pt x="641724" y="485059"/>
                </a:lnTo>
                <a:lnTo>
                  <a:pt x="577166" y="478815"/>
                </a:lnTo>
                <a:lnTo>
                  <a:pt x="514938" y="471334"/>
                </a:lnTo>
                <a:lnTo>
                  <a:pt x="455243" y="462671"/>
                </a:lnTo>
                <a:lnTo>
                  <a:pt x="398287" y="452883"/>
                </a:lnTo>
                <a:lnTo>
                  <a:pt x="344273" y="442024"/>
                </a:lnTo>
                <a:lnTo>
                  <a:pt x="293406" y="430149"/>
                </a:lnTo>
                <a:lnTo>
                  <a:pt x="245890" y="417314"/>
                </a:lnTo>
                <a:lnTo>
                  <a:pt x="201929" y="403574"/>
                </a:lnTo>
                <a:lnTo>
                  <a:pt x="161729" y="388984"/>
                </a:lnTo>
                <a:lnTo>
                  <a:pt x="125492" y="373599"/>
                </a:lnTo>
                <a:lnTo>
                  <a:pt x="65729" y="340665"/>
                </a:lnTo>
                <a:lnTo>
                  <a:pt x="24275" y="305214"/>
                </a:lnTo>
                <a:lnTo>
                  <a:pt x="2765" y="267688"/>
                </a:lnTo>
                <a:lnTo>
                  <a:pt x="0" y="24828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27537" y="2060575"/>
            <a:ext cx="4465955" cy="3456304"/>
          </a:xfrm>
          <a:custGeom>
            <a:avLst/>
            <a:gdLst/>
            <a:ahLst/>
            <a:cxnLst/>
            <a:rect l="l" t="t" r="r" b="b"/>
            <a:pathLst>
              <a:path w="4465955" h="3456304">
                <a:moveTo>
                  <a:pt x="0" y="0"/>
                </a:moveTo>
                <a:lnTo>
                  <a:pt x="4465637" y="0"/>
                </a:lnTo>
                <a:lnTo>
                  <a:pt x="4465637" y="3455988"/>
                </a:lnTo>
                <a:lnTo>
                  <a:pt x="0" y="345598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854825" y="4836667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7051" y="470915"/>
            <a:ext cx="6172200" cy="11963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用例不描述</a:t>
            </a: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功能实现的各项处理</a:t>
            </a:r>
            <a:endParaRPr sz="3200" dirty="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用例仅描述</a:t>
            </a:r>
            <a:r>
              <a:rPr sz="3200" dirty="0">
                <a:solidFill>
                  <a:srgbClr val="00663C"/>
                </a:solidFill>
                <a:latin typeface="宋体"/>
                <a:cs typeface="宋体"/>
              </a:rPr>
              <a:t>外部可视的交互操作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878504" y="2662909"/>
            <a:ext cx="1070610" cy="662305"/>
          </a:xfrm>
          <a:custGeom>
            <a:avLst/>
            <a:gdLst/>
            <a:ahLst/>
            <a:cxnLst/>
            <a:rect l="l" t="t" r="r" b="b"/>
            <a:pathLst>
              <a:path w="1070609" h="662304">
                <a:moveTo>
                  <a:pt x="38089" y="542583"/>
                </a:moveTo>
                <a:lnTo>
                  <a:pt x="35374" y="543895"/>
                </a:lnTo>
                <a:lnTo>
                  <a:pt x="0" y="645445"/>
                </a:lnTo>
                <a:lnTo>
                  <a:pt x="106264" y="661929"/>
                </a:lnTo>
                <a:lnTo>
                  <a:pt x="108698" y="660148"/>
                </a:lnTo>
                <a:lnTo>
                  <a:pt x="109504" y="654950"/>
                </a:lnTo>
                <a:lnTo>
                  <a:pt x="107723" y="652515"/>
                </a:lnTo>
                <a:lnTo>
                  <a:pt x="63773" y="645698"/>
                </a:lnTo>
                <a:lnTo>
                  <a:pt x="8827" y="645698"/>
                </a:lnTo>
                <a:lnTo>
                  <a:pt x="3924" y="637533"/>
                </a:lnTo>
                <a:lnTo>
                  <a:pt x="15201" y="630760"/>
                </a:lnTo>
                <a:lnTo>
                  <a:pt x="44369" y="547028"/>
                </a:lnTo>
                <a:lnTo>
                  <a:pt x="43058" y="544313"/>
                </a:lnTo>
                <a:lnTo>
                  <a:pt x="38089" y="542583"/>
                </a:lnTo>
                <a:close/>
              </a:path>
              <a:path w="1070609" h="662304">
                <a:moveTo>
                  <a:pt x="15201" y="630760"/>
                </a:moveTo>
                <a:lnTo>
                  <a:pt x="3924" y="637533"/>
                </a:lnTo>
                <a:lnTo>
                  <a:pt x="8827" y="645698"/>
                </a:lnTo>
                <a:lnTo>
                  <a:pt x="13018" y="643181"/>
                </a:lnTo>
                <a:lnTo>
                  <a:pt x="10875" y="643181"/>
                </a:lnTo>
                <a:lnTo>
                  <a:pt x="7106" y="636908"/>
                </a:lnTo>
                <a:lnTo>
                  <a:pt x="13060" y="636908"/>
                </a:lnTo>
                <a:lnTo>
                  <a:pt x="15201" y="630760"/>
                </a:lnTo>
                <a:close/>
              </a:path>
              <a:path w="1070609" h="662304">
                <a:moveTo>
                  <a:pt x="20105" y="638925"/>
                </a:moveTo>
                <a:lnTo>
                  <a:pt x="8827" y="645698"/>
                </a:lnTo>
                <a:lnTo>
                  <a:pt x="63773" y="645698"/>
                </a:lnTo>
                <a:lnTo>
                  <a:pt x="20105" y="638925"/>
                </a:lnTo>
                <a:close/>
              </a:path>
              <a:path w="1070609" h="662304">
                <a:moveTo>
                  <a:pt x="7106" y="636908"/>
                </a:moveTo>
                <a:lnTo>
                  <a:pt x="10875" y="643181"/>
                </a:lnTo>
                <a:lnTo>
                  <a:pt x="12754" y="637784"/>
                </a:lnTo>
                <a:lnTo>
                  <a:pt x="7106" y="636908"/>
                </a:lnTo>
                <a:close/>
              </a:path>
              <a:path w="1070609" h="662304">
                <a:moveTo>
                  <a:pt x="12754" y="637784"/>
                </a:moveTo>
                <a:lnTo>
                  <a:pt x="10875" y="643181"/>
                </a:lnTo>
                <a:lnTo>
                  <a:pt x="13018" y="643181"/>
                </a:lnTo>
                <a:lnTo>
                  <a:pt x="20105" y="638925"/>
                </a:lnTo>
                <a:lnTo>
                  <a:pt x="12754" y="637784"/>
                </a:lnTo>
                <a:close/>
              </a:path>
              <a:path w="1070609" h="662304">
                <a:moveTo>
                  <a:pt x="36586" y="617917"/>
                </a:moveTo>
                <a:lnTo>
                  <a:pt x="15201" y="630760"/>
                </a:lnTo>
                <a:lnTo>
                  <a:pt x="12754" y="637784"/>
                </a:lnTo>
                <a:lnTo>
                  <a:pt x="20105" y="638925"/>
                </a:lnTo>
                <a:lnTo>
                  <a:pt x="41489" y="626082"/>
                </a:lnTo>
                <a:lnTo>
                  <a:pt x="36586" y="617917"/>
                </a:lnTo>
                <a:close/>
              </a:path>
              <a:path w="1070609" h="662304">
                <a:moveTo>
                  <a:pt x="13060" y="636908"/>
                </a:moveTo>
                <a:lnTo>
                  <a:pt x="7106" y="636908"/>
                </a:lnTo>
                <a:lnTo>
                  <a:pt x="12754" y="637784"/>
                </a:lnTo>
                <a:lnTo>
                  <a:pt x="13060" y="636908"/>
                </a:lnTo>
                <a:close/>
              </a:path>
              <a:path w="1070609" h="662304">
                <a:moveTo>
                  <a:pt x="93745" y="583587"/>
                </a:moveTo>
                <a:lnTo>
                  <a:pt x="61083" y="603204"/>
                </a:lnTo>
                <a:lnTo>
                  <a:pt x="65986" y="611370"/>
                </a:lnTo>
                <a:lnTo>
                  <a:pt x="98648" y="591753"/>
                </a:lnTo>
                <a:lnTo>
                  <a:pt x="93745" y="583587"/>
                </a:lnTo>
                <a:close/>
              </a:path>
              <a:path w="1070609" h="662304">
                <a:moveTo>
                  <a:pt x="150902" y="549259"/>
                </a:moveTo>
                <a:lnTo>
                  <a:pt x="118240" y="568876"/>
                </a:lnTo>
                <a:lnTo>
                  <a:pt x="123145" y="577041"/>
                </a:lnTo>
                <a:lnTo>
                  <a:pt x="155807" y="557424"/>
                </a:lnTo>
                <a:lnTo>
                  <a:pt x="150902" y="549259"/>
                </a:lnTo>
                <a:close/>
              </a:path>
              <a:path w="1070609" h="662304">
                <a:moveTo>
                  <a:pt x="208061" y="514930"/>
                </a:moveTo>
                <a:lnTo>
                  <a:pt x="175399" y="534546"/>
                </a:lnTo>
                <a:lnTo>
                  <a:pt x="180303" y="542712"/>
                </a:lnTo>
                <a:lnTo>
                  <a:pt x="212966" y="523096"/>
                </a:lnTo>
                <a:lnTo>
                  <a:pt x="208061" y="514930"/>
                </a:lnTo>
                <a:close/>
              </a:path>
              <a:path w="1070609" h="662304">
                <a:moveTo>
                  <a:pt x="265220" y="480602"/>
                </a:moveTo>
                <a:lnTo>
                  <a:pt x="232558" y="500218"/>
                </a:lnTo>
                <a:lnTo>
                  <a:pt x="237462" y="508383"/>
                </a:lnTo>
                <a:lnTo>
                  <a:pt x="270123" y="488767"/>
                </a:lnTo>
                <a:lnTo>
                  <a:pt x="265220" y="480602"/>
                </a:lnTo>
                <a:close/>
              </a:path>
              <a:path w="1070609" h="662304">
                <a:moveTo>
                  <a:pt x="322378" y="446272"/>
                </a:moveTo>
                <a:lnTo>
                  <a:pt x="289716" y="465889"/>
                </a:lnTo>
                <a:lnTo>
                  <a:pt x="294620" y="474055"/>
                </a:lnTo>
                <a:lnTo>
                  <a:pt x="327282" y="454439"/>
                </a:lnTo>
                <a:lnTo>
                  <a:pt x="322378" y="446272"/>
                </a:lnTo>
                <a:close/>
              </a:path>
              <a:path w="1070609" h="662304">
                <a:moveTo>
                  <a:pt x="379536" y="411944"/>
                </a:moveTo>
                <a:lnTo>
                  <a:pt x="346875" y="431561"/>
                </a:lnTo>
                <a:lnTo>
                  <a:pt x="351779" y="439726"/>
                </a:lnTo>
                <a:lnTo>
                  <a:pt x="384441" y="420109"/>
                </a:lnTo>
                <a:lnTo>
                  <a:pt x="379536" y="411944"/>
                </a:lnTo>
                <a:close/>
              </a:path>
              <a:path w="1070609" h="662304">
                <a:moveTo>
                  <a:pt x="436695" y="377615"/>
                </a:moveTo>
                <a:lnTo>
                  <a:pt x="404033" y="397231"/>
                </a:lnTo>
                <a:lnTo>
                  <a:pt x="408937" y="405397"/>
                </a:lnTo>
                <a:lnTo>
                  <a:pt x="441599" y="385781"/>
                </a:lnTo>
                <a:lnTo>
                  <a:pt x="436695" y="377615"/>
                </a:lnTo>
                <a:close/>
              </a:path>
              <a:path w="1070609" h="662304">
                <a:moveTo>
                  <a:pt x="493854" y="343287"/>
                </a:moveTo>
                <a:lnTo>
                  <a:pt x="461192" y="362903"/>
                </a:lnTo>
                <a:lnTo>
                  <a:pt x="466096" y="371068"/>
                </a:lnTo>
                <a:lnTo>
                  <a:pt x="498758" y="351452"/>
                </a:lnTo>
                <a:lnTo>
                  <a:pt x="493854" y="343287"/>
                </a:lnTo>
                <a:close/>
              </a:path>
              <a:path w="1070609" h="662304">
                <a:moveTo>
                  <a:pt x="551012" y="308959"/>
                </a:moveTo>
                <a:lnTo>
                  <a:pt x="518350" y="328574"/>
                </a:lnTo>
                <a:lnTo>
                  <a:pt x="523255" y="336740"/>
                </a:lnTo>
                <a:lnTo>
                  <a:pt x="555917" y="317124"/>
                </a:lnTo>
                <a:lnTo>
                  <a:pt x="551012" y="308959"/>
                </a:lnTo>
                <a:close/>
              </a:path>
              <a:path w="1070609" h="662304">
                <a:moveTo>
                  <a:pt x="608171" y="274629"/>
                </a:moveTo>
                <a:lnTo>
                  <a:pt x="575509" y="294246"/>
                </a:lnTo>
                <a:lnTo>
                  <a:pt x="580412" y="302412"/>
                </a:lnTo>
                <a:lnTo>
                  <a:pt x="613075" y="282795"/>
                </a:lnTo>
                <a:lnTo>
                  <a:pt x="608171" y="274629"/>
                </a:lnTo>
                <a:close/>
              </a:path>
              <a:path w="1070609" h="662304">
                <a:moveTo>
                  <a:pt x="665330" y="240301"/>
                </a:moveTo>
                <a:lnTo>
                  <a:pt x="632668" y="259918"/>
                </a:lnTo>
                <a:lnTo>
                  <a:pt x="637571" y="268083"/>
                </a:lnTo>
                <a:lnTo>
                  <a:pt x="670233" y="248466"/>
                </a:lnTo>
                <a:lnTo>
                  <a:pt x="665330" y="240301"/>
                </a:lnTo>
                <a:close/>
              </a:path>
              <a:path w="1070609" h="662304">
                <a:moveTo>
                  <a:pt x="722487" y="205972"/>
                </a:moveTo>
                <a:lnTo>
                  <a:pt x="689825" y="225588"/>
                </a:lnTo>
                <a:lnTo>
                  <a:pt x="694730" y="233754"/>
                </a:lnTo>
                <a:lnTo>
                  <a:pt x="727392" y="214138"/>
                </a:lnTo>
                <a:lnTo>
                  <a:pt x="722487" y="205972"/>
                </a:lnTo>
                <a:close/>
              </a:path>
              <a:path w="1070609" h="662304">
                <a:moveTo>
                  <a:pt x="779646" y="171644"/>
                </a:moveTo>
                <a:lnTo>
                  <a:pt x="746984" y="191260"/>
                </a:lnTo>
                <a:lnTo>
                  <a:pt x="751889" y="199425"/>
                </a:lnTo>
                <a:lnTo>
                  <a:pt x="784551" y="179809"/>
                </a:lnTo>
                <a:lnTo>
                  <a:pt x="779646" y="171644"/>
                </a:lnTo>
                <a:close/>
              </a:path>
              <a:path w="1070609" h="662304">
                <a:moveTo>
                  <a:pt x="836805" y="137314"/>
                </a:moveTo>
                <a:lnTo>
                  <a:pt x="804143" y="156931"/>
                </a:lnTo>
                <a:lnTo>
                  <a:pt x="809047" y="165097"/>
                </a:lnTo>
                <a:lnTo>
                  <a:pt x="841709" y="145481"/>
                </a:lnTo>
                <a:lnTo>
                  <a:pt x="836805" y="137314"/>
                </a:lnTo>
                <a:close/>
              </a:path>
              <a:path w="1070609" h="662304">
                <a:moveTo>
                  <a:pt x="893964" y="102986"/>
                </a:moveTo>
                <a:lnTo>
                  <a:pt x="861301" y="122603"/>
                </a:lnTo>
                <a:lnTo>
                  <a:pt x="866206" y="130768"/>
                </a:lnTo>
                <a:lnTo>
                  <a:pt x="898867" y="111151"/>
                </a:lnTo>
                <a:lnTo>
                  <a:pt x="893964" y="102986"/>
                </a:lnTo>
                <a:close/>
              </a:path>
              <a:path w="1070609" h="662304">
                <a:moveTo>
                  <a:pt x="951122" y="68657"/>
                </a:moveTo>
                <a:lnTo>
                  <a:pt x="918460" y="88273"/>
                </a:lnTo>
                <a:lnTo>
                  <a:pt x="923364" y="96439"/>
                </a:lnTo>
                <a:lnTo>
                  <a:pt x="956026" y="76823"/>
                </a:lnTo>
                <a:lnTo>
                  <a:pt x="951122" y="68657"/>
                </a:lnTo>
                <a:close/>
              </a:path>
              <a:path w="1070609" h="662304">
                <a:moveTo>
                  <a:pt x="1008280" y="34329"/>
                </a:moveTo>
                <a:lnTo>
                  <a:pt x="975619" y="53945"/>
                </a:lnTo>
                <a:lnTo>
                  <a:pt x="980522" y="62110"/>
                </a:lnTo>
                <a:lnTo>
                  <a:pt x="1013185" y="42494"/>
                </a:lnTo>
                <a:lnTo>
                  <a:pt x="1008280" y="34329"/>
                </a:lnTo>
                <a:close/>
              </a:path>
              <a:path w="1070609" h="662304">
                <a:moveTo>
                  <a:pt x="1065439" y="0"/>
                </a:moveTo>
                <a:lnTo>
                  <a:pt x="1032777" y="19616"/>
                </a:lnTo>
                <a:lnTo>
                  <a:pt x="1037681" y="27782"/>
                </a:lnTo>
                <a:lnTo>
                  <a:pt x="1070343" y="8166"/>
                </a:lnTo>
                <a:lnTo>
                  <a:pt x="1065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51528" y="3309357"/>
            <a:ext cx="1080135" cy="137795"/>
          </a:xfrm>
          <a:custGeom>
            <a:avLst/>
            <a:gdLst/>
            <a:ahLst/>
            <a:cxnLst/>
            <a:rect l="l" t="t" r="r" b="b"/>
            <a:pathLst>
              <a:path w="1080134" h="137795">
                <a:moveTo>
                  <a:pt x="82610" y="0"/>
                </a:moveTo>
                <a:lnTo>
                  <a:pt x="0" y="68842"/>
                </a:lnTo>
                <a:lnTo>
                  <a:pt x="82610" y="137685"/>
                </a:lnTo>
                <a:lnTo>
                  <a:pt x="85613" y="137412"/>
                </a:lnTo>
                <a:lnTo>
                  <a:pt x="88981" y="133371"/>
                </a:lnTo>
                <a:lnTo>
                  <a:pt x="88708" y="130368"/>
                </a:lnTo>
                <a:lnTo>
                  <a:pt x="20593" y="73605"/>
                </a:lnTo>
                <a:lnTo>
                  <a:pt x="7438" y="73605"/>
                </a:lnTo>
                <a:lnTo>
                  <a:pt x="7437" y="64080"/>
                </a:lnTo>
                <a:lnTo>
                  <a:pt x="20593" y="64080"/>
                </a:lnTo>
                <a:lnTo>
                  <a:pt x="88708" y="7317"/>
                </a:lnTo>
                <a:lnTo>
                  <a:pt x="88981" y="4314"/>
                </a:lnTo>
                <a:lnTo>
                  <a:pt x="85613" y="273"/>
                </a:lnTo>
                <a:lnTo>
                  <a:pt x="82610" y="0"/>
                </a:lnTo>
                <a:close/>
              </a:path>
              <a:path w="1080134" h="137795">
                <a:moveTo>
                  <a:pt x="20593" y="64080"/>
                </a:moveTo>
                <a:lnTo>
                  <a:pt x="7437" y="64080"/>
                </a:lnTo>
                <a:lnTo>
                  <a:pt x="7438" y="73605"/>
                </a:lnTo>
                <a:lnTo>
                  <a:pt x="20593" y="73605"/>
                </a:lnTo>
                <a:lnTo>
                  <a:pt x="19268" y="72501"/>
                </a:lnTo>
                <a:lnTo>
                  <a:pt x="10487" y="72501"/>
                </a:lnTo>
                <a:lnTo>
                  <a:pt x="10487" y="65184"/>
                </a:lnTo>
                <a:lnTo>
                  <a:pt x="19268" y="65184"/>
                </a:lnTo>
                <a:lnTo>
                  <a:pt x="20593" y="64080"/>
                </a:lnTo>
                <a:close/>
              </a:path>
              <a:path w="1080134" h="137795">
                <a:moveTo>
                  <a:pt x="45537" y="64080"/>
                </a:moveTo>
                <a:lnTo>
                  <a:pt x="20593" y="64080"/>
                </a:lnTo>
                <a:lnTo>
                  <a:pt x="14878" y="68842"/>
                </a:lnTo>
                <a:lnTo>
                  <a:pt x="20593" y="73605"/>
                </a:lnTo>
                <a:lnTo>
                  <a:pt x="45537" y="73605"/>
                </a:lnTo>
                <a:lnTo>
                  <a:pt x="45537" y="64080"/>
                </a:lnTo>
                <a:close/>
              </a:path>
              <a:path w="1080134" h="137795">
                <a:moveTo>
                  <a:pt x="112212" y="64080"/>
                </a:moveTo>
                <a:lnTo>
                  <a:pt x="74112" y="64080"/>
                </a:lnTo>
                <a:lnTo>
                  <a:pt x="74113" y="73605"/>
                </a:lnTo>
                <a:lnTo>
                  <a:pt x="112213" y="73605"/>
                </a:lnTo>
                <a:lnTo>
                  <a:pt x="112212" y="64080"/>
                </a:lnTo>
                <a:close/>
              </a:path>
              <a:path w="1080134" h="137795">
                <a:moveTo>
                  <a:pt x="10487" y="65184"/>
                </a:moveTo>
                <a:lnTo>
                  <a:pt x="10487" y="72501"/>
                </a:lnTo>
                <a:lnTo>
                  <a:pt x="14878" y="68842"/>
                </a:lnTo>
                <a:lnTo>
                  <a:pt x="10487" y="65184"/>
                </a:lnTo>
                <a:close/>
              </a:path>
              <a:path w="1080134" h="137795">
                <a:moveTo>
                  <a:pt x="14878" y="68842"/>
                </a:moveTo>
                <a:lnTo>
                  <a:pt x="10487" y="72501"/>
                </a:lnTo>
                <a:lnTo>
                  <a:pt x="19268" y="72501"/>
                </a:lnTo>
                <a:lnTo>
                  <a:pt x="14878" y="68842"/>
                </a:lnTo>
                <a:close/>
              </a:path>
              <a:path w="1080134" h="137795">
                <a:moveTo>
                  <a:pt x="19268" y="65184"/>
                </a:moveTo>
                <a:lnTo>
                  <a:pt x="10487" y="65184"/>
                </a:lnTo>
                <a:lnTo>
                  <a:pt x="14878" y="68842"/>
                </a:lnTo>
                <a:lnTo>
                  <a:pt x="19268" y="65184"/>
                </a:lnTo>
                <a:close/>
              </a:path>
              <a:path w="1080134" h="137795">
                <a:moveTo>
                  <a:pt x="178887" y="64080"/>
                </a:moveTo>
                <a:lnTo>
                  <a:pt x="140787" y="64080"/>
                </a:lnTo>
                <a:lnTo>
                  <a:pt x="140787" y="73605"/>
                </a:lnTo>
                <a:lnTo>
                  <a:pt x="178887" y="73605"/>
                </a:lnTo>
                <a:lnTo>
                  <a:pt x="178887" y="64080"/>
                </a:lnTo>
                <a:close/>
              </a:path>
              <a:path w="1080134" h="137795">
                <a:moveTo>
                  <a:pt x="245562" y="64080"/>
                </a:moveTo>
                <a:lnTo>
                  <a:pt x="207462" y="64080"/>
                </a:lnTo>
                <a:lnTo>
                  <a:pt x="207462" y="73605"/>
                </a:lnTo>
                <a:lnTo>
                  <a:pt x="245562" y="73605"/>
                </a:lnTo>
                <a:lnTo>
                  <a:pt x="245562" y="64080"/>
                </a:lnTo>
                <a:close/>
              </a:path>
              <a:path w="1080134" h="137795">
                <a:moveTo>
                  <a:pt x="312237" y="64080"/>
                </a:moveTo>
                <a:lnTo>
                  <a:pt x="274137" y="64080"/>
                </a:lnTo>
                <a:lnTo>
                  <a:pt x="274137" y="73605"/>
                </a:lnTo>
                <a:lnTo>
                  <a:pt x="312237" y="73605"/>
                </a:lnTo>
                <a:lnTo>
                  <a:pt x="312237" y="64080"/>
                </a:lnTo>
                <a:close/>
              </a:path>
              <a:path w="1080134" h="137795">
                <a:moveTo>
                  <a:pt x="378912" y="64080"/>
                </a:moveTo>
                <a:lnTo>
                  <a:pt x="340812" y="64080"/>
                </a:lnTo>
                <a:lnTo>
                  <a:pt x="340812" y="73605"/>
                </a:lnTo>
                <a:lnTo>
                  <a:pt x="378912" y="73605"/>
                </a:lnTo>
                <a:lnTo>
                  <a:pt x="378912" y="64080"/>
                </a:lnTo>
                <a:close/>
              </a:path>
              <a:path w="1080134" h="137795">
                <a:moveTo>
                  <a:pt x="445587" y="64080"/>
                </a:moveTo>
                <a:lnTo>
                  <a:pt x="407487" y="64080"/>
                </a:lnTo>
                <a:lnTo>
                  <a:pt x="407487" y="73605"/>
                </a:lnTo>
                <a:lnTo>
                  <a:pt x="445587" y="73605"/>
                </a:lnTo>
                <a:lnTo>
                  <a:pt x="445587" y="64080"/>
                </a:lnTo>
                <a:close/>
              </a:path>
              <a:path w="1080134" h="137795">
                <a:moveTo>
                  <a:pt x="512262" y="64080"/>
                </a:moveTo>
                <a:lnTo>
                  <a:pt x="474162" y="64080"/>
                </a:lnTo>
                <a:lnTo>
                  <a:pt x="474162" y="73605"/>
                </a:lnTo>
                <a:lnTo>
                  <a:pt x="512262" y="73605"/>
                </a:lnTo>
                <a:lnTo>
                  <a:pt x="512262" y="64080"/>
                </a:lnTo>
                <a:close/>
              </a:path>
              <a:path w="1080134" h="137795">
                <a:moveTo>
                  <a:pt x="578937" y="64080"/>
                </a:moveTo>
                <a:lnTo>
                  <a:pt x="540837" y="64080"/>
                </a:lnTo>
                <a:lnTo>
                  <a:pt x="540837" y="73605"/>
                </a:lnTo>
                <a:lnTo>
                  <a:pt x="578937" y="73605"/>
                </a:lnTo>
                <a:lnTo>
                  <a:pt x="578937" y="64080"/>
                </a:lnTo>
                <a:close/>
              </a:path>
              <a:path w="1080134" h="137795">
                <a:moveTo>
                  <a:pt x="645612" y="64080"/>
                </a:moveTo>
                <a:lnTo>
                  <a:pt x="607512" y="64080"/>
                </a:lnTo>
                <a:lnTo>
                  <a:pt x="607512" y="73605"/>
                </a:lnTo>
                <a:lnTo>
                  <a:pt x="645612" y="73605"/>
                </a:lnTo>
                <a:lnTo>
                  <a:pt x="645612" y="64080"/>
                </a:lnTo>
                <a:close/>
              </a:path>
              <a:path w="1080134" h="137795">
                <a:moveTo>
                  <a:pt x="712287" y="64080"/>
                </a:moveTo>
                <a:lnTo>
                  <a:pt x="674187" y="64080"/>
                </a:lnTo>
                <a:lnTo>
                  <a:pt x="674187" y="73605"/>
                </a:lnTo>
                <a:lnTo>
                  <a:pt x="712287" y="73605"/>
                </a:lnTo>
                <a:lnTo>
                  <a:pt x="712287" y="64080"/>
                </a:lnTo>
                <a:close/>
              </a:path>
              <a:path w="1080134" h="137795">
                <a:moveTo>
                  <a:pt x="778962" y="64079"/>
                </a:moveTo>
                <a:lnTo>
                  <a:pt x="740862" y="64079"/>
                </a:lnTo>
                <a:lnTo>
                  <a:pt x="740862" y="73604"/>
                </a:lnTo>
                <a:lnTo>
                  <a:pt x="778962" y="73604"/>
                </a:lnTo>
                <a:lnTo>
                  <a:pt x="778962" y="64079"/>
                </a:lnTo>
                <a:close/>
              </a:path>
              <a:path w="1080134" h="137795">
                <a:moveTo>
                  <a:pt x="845637" y="64079"/>
                </a:moveTo>
                <a:lnTo>
                  <a:pt x="807537" y="64079"/>
                </a:lnTo>
                <a:lnTo>
                  <a:pt x="807537" y="73604"/>
                </a:lnTo>
                <a:lnTo>
                  <a:pt x="845637" y="73604"/>
                </a:lnTo>
                <a:lnTo>
                  <a:pt x="845637" y="64079"/>
                </a:lnTo>
                <a:close/>
              </a:path>
              <a:path w="1080134" h="137795">
                <a:moveTo>
                  <a:pt x="912312" y="64079"/>
                </a:moveTo>
                <a:lnTo>
                  <a:pt x="874212" y="64079"/>
                </a:lnTo>
                <a:lnTo>
                  <a:pt x="874212" y="73604"/>
                </a:lnTo>
                <a:lnTo>
                  <a:pt x="912312" y="73604"/>
                </a:lnTo>
                <a:lnTo>
                  <a:pt x="912312" y="64079"/>
                </a:lnTo>
                <a:close/>
              </a:path>
              <a:path w="1080134" h="137795">
                <a:moveTo>
                  <a:pt x="978987" y="64079"/>
                </a:moveTo>
                <a:lnTo>
                  <a:pt x="940887" y="64079"/>
                </a:lnTo>
                <a:lnTo>
                  <a:pt x="940887" y="73604"/>
                </a:lnTo>
                <a:lnTo>
                  <a:pt x="978987" y="73604"/>
                </a:lnTo>
                <a:lnTo>
                  <a:pt x="978987" y="64079"/>
                </a:lnTo>
                <a:close/>
              </a:path>
              <a:path w="1080134" h="137795">
                <a:moveTo>
                  <a:pt x="1045662" y="64079"/>
                </a:moveTo>
                <a:lnTo>
                  <a:pt x="1007562" y="64079"/>
                </a:lnTo>
                <a:lnTo>
                  <a:pt x="1007562" y="73604"/>
                </a:lnTo>
                <a:lnTo>
                  <a:pt x="1045662" y="73604"/>
                </a:lnTo>
                <a:lnTo>
                  <a:pt x="1045662" y="64079"/>
                </a:lnTo>
                <a:close/>
              </a:path>
              <a:path w="1080134" h="137795">
                <a:moveTo>
                  <a:pt x="1079508" y="64079"/>
                </a:moveTo>
                <a:lnTo>
                  <a:pt x="1074237" y="64079"/>
                </a:lnTo>
                <a:lnTo>
                  <a:pt x="1074237" y="73604"/>
                </a:lnTo>
                <a:lnTo>
                  <a:pt x="1079508" y="73604"/>
                </a:lnTo>
                <a:lnTo>
                  <a:pt x="1079508" y="64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78503" y="3498028"/>
            <a:ext cx="1155065" cy="605155"/>
          </a:xfrm>
          <a:custGeom>
            <a:avLst/>
            <a:gdLst/>
            <a:ahLst/>
            <a:cxnLst/>
            <a:rect l="l" t="t" r="r" b="b"/>
            <a:pathLst>
              <a:path w="1155065" h="605154">
                <a:moveTo>
                  <a:pt x="104677" y="0"/>
                </a:moveTo>
                <a:lnTo>
                  <a:pt x="0" y="24630"/>
                </a:lnTo>
                <a:lnTo>
                  <a:pt x="43102" y="123149"/>
                </a:lnTo>
                <a:lnTo>
                  <a:pt x="45910" y="124249"/>
                </a:lnTo>
                <a:lnTo>
                  <a:pt x="50730" y="122139"/>
                </a:lnTo>
                <a:lnTo>
                  <a:pt x="51828" y="119331"/>
                </a:lnTo>
                <a:lnTo>
                  <a:pt x="16289" y="38099"/>
                </a:lnTo>
                <a:lnTo>
                  <a:pt x="4516" y="32212"/>
                </a:lnTo>
                <a:lnTo>
                  <a:pt x="8775" y="23693"/>
                </a:lnTo>
                <a:lnTo>
                  <a:pt x="45571" y="23693"/>
                </a:lnTo>
                <a:lnTo>
                  <a:pt x="106859" y="9272"/>
                </a:lnTo>
                <a:lnTo>
                  <a:pt x="108446" y="6708"/>
                </a:lnTo>
                <a:lnTo>
                  <a:pt x="107241" y="1587"/>
                </a:lnTo>
                <a:lnTo>
                  <a:pt x="104677" y="0"/>
                </a:lnTo>
                <a:close/>
              </a:path>
              <a:path w="1155065" h="605154">
                <a:moveTo>
                  <a:pt x="68411" y="53511"/>
                </a:moveTo>
                <a:lnTo>
                  <a:pt x="64151" y="62030"/>
                </a:lnTo>
                <a:lnTo>
                  <a:pt x="98229" y="79068"/>
                </a:lnTo>
                <a:lnTo>
                  <a:pt x="102488" y="70549"/>
                </a:lnTo>
                <a:lnTo>
                  <a:pt x="68411" y="53511"/>
                </a:lnTo>
                <a:close/>
              </a:path>
              <a:path w="1155065" h="605154">
                <a:moveTo>
                  <a:pt x="20550" y="29580"/>
                </a:moveTo>
                <a:lnTo>
                  <a:pt x="13307" y="31284"/>
                </a:lnTo>
                <a:lnTo>
                  <a:pt x="16289" y="38099"/>
                </a:lnTo>
                <a:lnTo>
                  <a:pt x="38594" y="49251"/>
                </a:lnTo>
                <a:lnTo>
                  <a:pt x="42853" y="40731"/>
                </a:lnTo>
                <a:lnTo>
                  <a:pt x="20550" y="29580"/>
                </a:lnTo>
                <a:close/>
              </a:path>
              <a:path w="1155065" h="605154">
                <a:moveTo>
                  <a:pt x="8775" y="23693"/>
                </a:moveTo>
                <a:lnTo>
                  <a:pt x="4516" y="32212"/>
                </a:lnTo>
                <a:lnTo>
                  <a:pt x="16289" y="38099"/>
                </a:lnTo>
                <a:lnTo>
                  <a:pt x="13880" y="32593"/>
                </a:lnTo>
                <a:lnTo>
                  <a:pt x="7745" y="32593"/>
                </a:lnTo>
                <a:lnTo>
                  <a:pt x="11017" y="26048"/>
                </a:lnTo>
                <a:lnTo>
                  <a:pt x="13487" y="26048"/>
                </a:lnTo>
                <a:lnTo>
                  <a:pt x="8775" y="23693"/>
                </a:lnTo>
                <a:close/>
              </a:path>
              <a:path w="1155065" h="605154">
                <a:moveTo>
                  <a:pt x="11017" y="26048"/>
                </a:moveTo>
                <a:lnTo>
                  <a:pt x="7745" y="32593"/>
                </a:lnTo>
                <a:lnTo>
                  <a:pt x="13307" y="31284"/>
                </a:lnTo>
                <a:lnTo>
                  <a:pt x="11017" y="26048"/>
                </a:lnTo>
                <a:close/>
              </a:path>
              <a:path w="1155065" h="605154">
                <a:moveTo>
                  <a:pt x="13307" y="31284"/>
                </a:moveTo>
                <a:lnTo>
                  <a:pt x="7745" y="32593"/>
                </a:lnTo>
                <a:lnTo>
                  <a:pt x="13880" y="32593"/>
                </a:lnTo>
                <a:lnTo>
                  <a:pt x="13307" y="31284"/>
                </a:lnTo>
                <a:close/>
              </a:path>
              <a:path w="1155065" h="605154">
                <a:moveTo>
                  <a:pt x="13487" y="26048"/>
                </a:moveTo>
                <a:lnTo>
                  <a:pt x="11017" y="26048"/>
                </a:lnTo>
                <a:lnTo>
                  <a:pt x="13307" y="31284"/>
                </a:lnTo>
                <a:lnTo>
                  <a:pt x="20550" y="29580"/>
                </a:lnTo>
                <a:lnTo>
                  <a:pt x="13487" y="26048"/>
                </a:lnTo>
                <a:close/>
              </a:path>
              <a:path w="1155065" h="605154">
                <a:moveTo>
                  <a:pt x="45571" y="23693"/>
                </a:moveTo>
                <a:lnTo>
                  <a:pt x="8775" y="23693"/>
                </a:lnTo>
                <a:lnTo>
                  <a:pt x="20550" y="29580"/>
                </a:lnTo>
                <a:lnTo>
                  <a:pt x="45571" y="23693"/>
                </a:lnTo>
                <a:close/>
              </a:path>
              <a:path w="1155065" h="605154">
                <a:moveTo>
                  <a:pt x="128047" y="83328"/>
                </a:moveTo>
                <a:lnTo>
                  <a:pt x="123788" y="91848"/>
                </a:lnTo>
                <a:lnTo>
                  <a:pt x="157864" y="108887"/>
                </a:lnTo>
                <a:lnTo>
                  <a:pt x="162125" y="100368"/>
                </a:lnTo>
                <a:lnTo>
                  <a:pt x="128047" y="83328"/>
                </a:lnTo>
                <a:close/>
              </a:path>
              <a:path w="1155065" h="605154">
                <a:moveTo>
                  <a:pt x="187683" y="113146"/>
                </a:moveTo>
                <a:lnTo>
                  <a:pt x="183423" y="121666"/>
                </a:lnTo>
                <a:lnTo>
                  <a:pt x="217501" y="138705"/>
                </a:lnTo>
                <a:lnTo>
                  <a:pt x="221761" y="130186"/>
                </a:lnTo>
                <a:lnTo>
                  <a:pt x="187683" y="113146"/>
                </a:lnTo>
                <a:close/>
              </a:path>
              <a:path w="1155065" h="605154">
                <a:moveTo>
                  <a:pt x="247319" y="142965"/>
                </a:moveTo>
                <a:lnTo>
                  <a:pt x="243058" y="151484"/>
                </a:lnTo>
                <a:lnTo>
                  <a:pt x="277136" y="168522"/>
                </a:lnTo>
                <a:lnTo>
                  <a:pt x="281396" y="160003"/>
                </a:lnTo>
                <a:lnTo>
                  <a:pt x="247319" y="142965"/>
                </a:lnTo>
                <a:close/>
              </a:path>
              <a:path w="1155065" h="605154">
                <a:moveTo>
                  <a:pt x="306955" y="172783"/>
                </a:moveTo>
                <a:lnTo>
                  <a:pt x="302695" y="181302"/>
                </a:lnTo>
                <a:lnTo>
                  <a:pt x="336773" y="198340"/>
                </a:lnTo>
                <a:lnTo>
                  <a:pt x="341033" y="189821"/>
                </a:lnTo>
                <a:lnTo>
                  <a:pt x="306955" y="172783"/>
                </a:lnTo>
                <a:close/>
              </a:path>
              <a:path w="1155065" h="605154">
                <a:moveTo>
                  <a:pt x="366590" y="202600"/>
                </a:moveTo>
                <a:lnTo>
                  <a:pt x="362330" y="211119"/>
                </a:lnTo>
                <a:lnTo>
                  <a:pt x="396408" y="228159"/>
                </a:lnTo>
                <a:lnTo>
                  <a:pt x="400668" y="219640"/>
                </a:lnTo>
                <a:lnTo>
                  <a:pt x="366590" y="202600"/>
                </a:lnTo>
                <a:close/>
              </a:path>
              <a:path w="1155065" h="605154">
                <a:moveTo>
                  <a:pt x="426227" y="232418"/>
                </a:moveTo>
                <a:lnTo>
                  <a:pt x="421967" y="240938"/>
                </a:lnTo>
                <a:lnTo>
                  <a:pt x="456045" y="257977"/>
                </a:lnTo>
                <a:lnTo>
                  <a:pt x="460305" y="249457"/>
                </a:lnTo>
                <a:lnTo>
                  <a:pt x="426227" y="232418"/>
                </a:lnTo>
                <a:close/>
              </a:path>
              <a:path w="1155065" h="605154">
                <a:moveTo>
                  <a:pt x="485862" y="262237"/>
                </a:moveTo>
                <a:lnTo>
                  <a:pt x="481603" y="270756"/>
                </a:lnTo>
                <a:lnTo>
                  <a:pt x="515680" y="287794"/>
                </a:lnTo>
                <a:lnTo>
                  <a:pt x="519940" y="279275"/>
                </a:lnTo>
                <a:lnTo>
                  <a:pt x="485862" y="262237"/>
                </a:lnTo>
                <a:close/>
              </a:path>
              <a:path w="1155065" h="605154">
                <a:moveTo>
                  <a:pt x="545499" y="292054"/>
                </a:moveTo>
                <a:lnTo>
                  <a:pt x="541239" y="300574"/>
                </a:lnTo>
                <a:lnTo>
                  <a:pt x="575316" y="317613"/>
                </a:lnTo>
                <a:lnTo>
                  <a:pt x="579577" y="309093"/>
                </a:lnTo>
                <a:lnTo>
                  <a:pt x="545499" y="292054"/>
                </a:lnTo>
                <a:close/>
              </a:path>
              <a:path w="1155065" h="605154">
                <a:moveTo>
                  <a:pt x="605134" y="321872"/>
                </a:moveTo>
                <a:lnTo>
                  <a:pt x="600875" y="330391"/>
                </a:lnTo>
                <a:lnTo>
                  <a:pt x="634953" y="347431"/>
                </a:lnTo>
                <a:lnTo>
                  <a:pt x="639212" y="338910"/>
                </a:lnTo>
                <a:lnTo>
                  <a:pt x="605134" y="321872"/>
                </a:lnTo>
                <a:close/>
              </a:path>
              <a:path w="1155065" h="605154">
                <a:moveTo>
                  <a:pt x="664771" y="351690"/>
                </a:moveTo>
                <a:lnTo>
                  <a:pt x="660510" y="360210"/>
                </a:lnTo>
                <a:lnTo>
                  <a:pt x="694588" y="377248"/>
                </a:lnTo>
                <a:lnTo>
                  <a:pt x="698847" y="368729"/>
                </a:lnTo>
                <a:lnTo>
                  <a:pt x="664771" y="351690"/>
                </a:lnTo>
                <a:close/>
              </a:path>
              <a:path w="1155065" h="605154">
                <a:moveTo>
                  <a:pt x="724406" y="381508"/>
                </a:moveTo>
                <a:lnTo>
                  <a:pt x="720147" y="390028"/>
                </a:lnTo>
                <a:lnTo>
                  <a:pt x="754225" y="407066"/>
                </a:lnTo>
                <a:lnTo>
                  <a:pt x="758484" y="398547"/>
                </a:lnTo>
                <a:lnTo>
                  <a:pt x="724406" y="381508"/>
                </a:lnTo>
                <a:close/>
              </a:path>
              <a:path w="1155065" h="605154">
                <a:moveTo>
                  <a:pt x="784042" y="411326"/>
                </a:moveTo>
                <a:lnTo>
                  <a:pt x="779782" y="419845"/>
                </a:lnTo>
                <a:lnTo>
                  <a:pt x="813860" y="436885"/>
                </a:lnTo>
                <a:lnTo>
                  <a:pt x="818120" y="428365"/>
                </a:lnTo>
                <a:lnTo>
                  <a:pt x="784042" y="411326"/>
                </a:lnTo>
                <a:close/>
              </a:path>
              <a:path w="1155065" h="605154">
                <a:moveTo>
                  <a:pt x="843678" y="441144"/>
                </a:moveTo>
                <a:lnTo>
                  <a:pt x="839419" y="449663"/>
                </a:lnTo>
                <a:lnTo>
                  <a:pt x="873497" y="466702"/>
                </a:lnTo>
                <a:lnTo>
                  <a:pt x="877756" y="458182"/>
                </a:lnTo>
                <a:lnTo>
                  <a:pt x="843678" y="441144"/>
                </a:lnTo>
                <a:close/>
              </a:path>
              <a:path w="1155065" h="605154">
                <a:moveTo>
                  <a:pt x="903314" y="470962"/>
                </a:moveTo>
                <a:lnTo>
                  <a:pt x="899054" y="479482"/>
                </a:lnTo>
                <a:lnTo>
                  <a:pt x="933132" y="496520"/>
                </a:lnTo>
                <a:lnTo>
                  <a:pt x="937392" y="488001"/>
                </a:lnTo>
                <a:lnTo>
                  <a:pt x="903314" y="470962"/>
                </a:lnTo>
                <a:close/>
              </a:path>
              <a:path w="1155065" h="605154">
                <a:moveTo>
                  <a:pt x="962950" y="500780"/>
                </a:moveTo>
                <a:lnTo>
                  <a:pt x="958691" y="509299"/>
                </a:lnTo>
                <a:lnTo>
                  <a:pt x="992767" y="526338"/>
                </a:lnTo>
                <a:lnTo>
                  <a:pt x="997028" y="517819"/>
                </a:lnTo>
                <a:lnTo>
                  <a:pt x="962950" y="500780"/>
                </a:lnTo>
                <a:close/>
              </a:path>
              <a:path w="1155065" h="605154">
                <a:moveTo>
                  <a:pt x="1022586" y="530598"/>
                </a:moveTo>
                <a:lnTo>
                  <a:pt x="1018326" y="539117"/>
                </a:lnTo>
                <a:lnTo>
                  <a:pt x="1052404" y="556157"/>
                </a:lnTo>
                <a:lnTo>
                  <a:pt x="1056664" y="547636"/>
                </a:lnTo>
                <a:lnTo>
                  <a:pt x="1022586" y="530598"/>
                </a:lnTo>
                <a:close/>
              </a:path>
              <a:path w="1155065" h="605154">
                <a:moveTo>
                  <a:pt x="1082222" y="560416"/>
                </a:moveTo>
                <a:lnTo>
                  <a:pt x="1077963" y="568935"/>
                </a:lnTo>
                <a:lnTo>
                  <a:pt x="1112039" y="585974"/>
                </a:lnTo>
                <a:lnTo>
                  <a:pt x="1116300" y="577455"/>
                </a:lnTo>
                <a:lnTo>
                  <a:pt x="1082222" y="560416"/>
                </a:lnTo>
                <a:close/>
              </a:path>
              <a:path w="1155065" h="605154">
                <a:moveTo>
                  <a:pt x="1141858" y="590233"/>
                </a:moveTo>
                <a:lnTo>
                  <a:pt x="1137598" y="598754"/>
                </a:lnTo>
                <a:lnTo>
                  <a:pt x="1150404" y="605156"/>
                </a:lnTo>
                <a:lnTo>
                  <a:pt x="1154663" y="596637"/>
                </a:lnTo>
                <a:lnTo>
                  <a:pt x="1141858" y="5902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172325" y="3978627"/>
            <a:ext cx="164655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成绩通知单处理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06156" y="2517140"/>
            <a:ext cx="3291840" cy="99123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784860">
              <a:lnSpc>
                <a:spcPct val="100000"/>
              </a:lnSpc>
              <a:spcBef>
                <a:spcPts val="1105"/>
              </a:spcBef>
            </a:pPr>
            <a:r>
              <a:rPr sz="1750" b="1" spc="75" dirty="0">
                <a:latin typeface="宋体"/>
                <a:cs typeface="宋体"/>
              </a:rPr>
              <a:t>《</a:t>
            </a:r>
            <a:r>
              <a:rPr sz="1800" b="1" spc="-5" dirty="0">
                <a:latin typeface="Times New Roman"/>
                <a:cs typeface="Times New Roman"/>
              </a:rPr>
              <a:t>extend</a:t>
            </a:r>
            <a:r>
              <a:rPr sz="1750" b="1" spc="40" dirty="0">
                <a:latin typeface="宋体"/>
                <a:cs typeface="宋体"/>
              </a:rPr>
              <a:t>》</a:t>
            </a:r>
            <a:endParaRPr sz="1750">
              <a:latin typeface="宋体"/>
              <a:cs typeface="宋体"/>
            </a:endParaRPr>
          </a:p>
          <a:p>
            <a:pPr marL="1144905">
              <a:lnSpc>
                <a:spcPts val="1739"/>
              </a:lnSpc>
              <a:spcBef>
                <a:spcPts val="1010"/>
              </a:spcBef>
            </a:pPr>
            <a:r>
              <a:rPr sz="1750" b="1" spc="75" dirty="0">
                <a:latin typeface="宋体"/>
                <a:cs typeface="宋体"/>
              </a:rPr>
              <a:t>《</a:t>
            </a:r>
            <a:r>
              <a:rPr sz="1800" b="1" spc="-5" dirty="0">
                <a:latin typeface="Times New Roman"/>
                <a:cs typeface="Times New Roman"/>
              </a:rPr>
              <a:t>extend</a:t>
            </a:r>
            <a:r>
              <a:rPr sz="1750" b="1" spc="40" dirty="0">
                <a:latin typeface="宋体"/>
                <a:cs typeface="宋体"/>
              </a:rPr>
              <a:t>》</a:t>
            </a:r>
            <a:endParaRPr sz="1750">
              <a:latin typeface="宋体"/>
              <a:cs typeface="宋体"/>
            </a:endParaRPr>
          </a:p>
          <a:p>
            <a:pPr>
              <a:lnSpc>
                <a:spcPts val="1680"/>
              </a:lnSpc>
              <a:tabLst>
                <a:tab pos="2345055" algn="l"/>
              </a:tabLst>
            </a:pPr>
            <a:r>
              <a:rPr sz="1750" b="1" spc="75" dirty="0">
                <a:latin typeface="宋体"/>
                <a:cs typeface="宋体"/>
              </a:rPr>
              <a:t>成绩统</a:t>
            </a:r>
            <a:r>
              <a:rPr sz="1750" b="1" spc="40" dirty="0">
                <a:latin typeface="宋体"/>
                <a:cs typeface="宋体"/>
              </a:rPr>
              <a:t>计</a:t>
            </a:r>
            <a:r>
              <a:rPr sz="1750" b="1" dirty="0">
                <a:latin typeface="宋体"/>
                <a:cs typeface="宋体"/>
              </a:rPr>
              <a:t>	</a:t>
            </a:r>
            <a:r>
              <a:rPr sz="1750" b="1" spc="75" dirty="0">
                <a:latin typeface="宋体"/>
                <a:cs typeface="宋体"/>
              </a:rPr>
              <a:t>课程查询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07075" y="3882644"/>
            <a:ext cx="1122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50" b="1" spc="75" dirty="0">
                <a:latin typeface="宋体"/>
                <a:cs typeface="宋体"/>
              </a:rPr>
              <a:t>《</a:t>
            </a:r>
            <a:r>
              <a:rPr sz="1800" b="1" spc="-5" dirty="0">
                <a:latin typeface="Times New Roman"/>
                <a:cs typeface="Times New Roman"/>
              </a:rPr>
              <a:t>extend</a:t>
            </a:r>
            <a:r>
              <a:rPr sz="1750" b="1" spc="40" dirty="0">
                <a:latin typeface="宋体"/>
                <a:cs typeface="宋体"/>
              </a:rPr>
              <a:t>》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27784" y="2890826"/>
            <a:ext cx="1010919" cy="653415"/>
          </a:xfrm>
          <a:custGeom>
            <a:avLst/>
            <a:gdLst/>
            <a:ahLst/>
            <a:cxnLst/>
            <a:rect l="l" t="t" r="r" b="b"/>
            <a:pathLst>
              <a:path w="1010919" h="653414">
                <a:moveTo>
                  <a:pt x="32030" y="624664"/>
                </a:moveTo>
                <a:lnTo>
                  <a:pt x="0" y="645294"/>
                </a:lnTo>
                <a:lnTo>
                  <a:pt x="5157" y="653303"/>
                </a:lnTo>
                <a:lnTo>
                  <a:pt x="37188" y="632672"/>
                </a:lnTo>
                <a:lnTo>
                  <a:pt x="32030" y="624664"/>
                </a:lnTo>
                <a:close/>
              </a:path>
              <a:path w="1010919" h="653414">
                <a:moveTo>
                  <a:pt x="88084" y="588559"/>
                </a:moveTo>
                <a:lnTo>
                  <a:pt x="56053" y="609191"/>
                </a:lnTo>
                <a:lnTo>
                  <a:pt x="61211" y="617198"/>
                </a:lnTo>
                <a:lnTo>
                  <a:pt x="93242" y="596567"/>
                </a:lnTo>
                <a:lnTo>
                  <a:pt x="88084" y="588559"/>
                </a:lnTo>
                <a:close/>
              </a:path>
              <a:path w="1010919" h="653414">
                <a:moveTo>
                  <a:pt x="144138" y="552456"/>
                </a:moveTo>
                <a:lnTo>
                  <a:pt x="112107" y="573087"/>
                </a:lnTo>
                <a:lnTo>
                  <a:pt x="117265" y="581094"/>
                </a:lnTo>
                <a:lnTo>
                  <a:pt x="149296" y="560463"/>
                </a:lnTo>
                <a:lnTo>
                  <a:pt x="144138" y="552456"/>
                </a:lnTo>
                <a:close/>
              </a:path>
              <a:path w="1010919" h="653414">
                <a:moveTo>
                  <a:pt x="200192" y="516351"/>
                </a:moveTo>
                <a:lnTo>
                  <a:pt x="168161" y="536982"/>
                </a:lnTo>
                <a:lnTo>
                  <a:pt x="173319" y="544990"/>
                </a:lnTo>
                <a:lnTo>
                  <a:pt x="205350" y="524360"/>
                </a:lnTo>
                <a:lnTo>
                  <a:pt x="200192" y="516351"/>
                </a:lnTo>
                <a:close/>
              </a:path>
              <a:path w="1010919" h="653414">
                <a:moveTo>
                  <a:pt x="256246" y="480247"/>
                </a:moveTo>
                <a:lnTo>
                  <a:pt x="224215" y="500879"/>
                </a:lnTo>
                <a:lnTo>
                  <a:pt x="229373" y="508886"/>
                </a:lnTo>
                <a:lnTo>
                  <a:pt x="261404" y="488255"/>
                </a:lnTo>
                <a:lnTo>
                  <a:pt x="256246" y="480247"/>
                </a:lnTo>
                <a:close/>
              </a:path>
              <a:path w="1010919" h="653414">
                <a:moveTo>
                  <a:pt x="312300" y="444144"/>
                </a:moveTo>
                <a:lnTo>
                  <a:pt x="280269" y="464774"/>
                </a:lnTo>
                <a:lnTo>
                  <a:pt x="285427" y="472782"/>
                </a:lnTo>
                <a:lnTo>
                  <a:pt x="317458" y="452151"/>
                </a:lnTo>
                <a:lnTo>
                  <a:pt x="312300" y="444144"/>
                </a:lnTo>
                <a:close/>
              </a:path>
              <a:path w="1010919" h="653414">
                <a:moveTo>
                  <a:pt x="368354" y="408039"/>
                </a:moveTo>
                <a:lnTo>
                  <a:pt x="336323" y="428670"/>
                </a:lnTo>
                <a:lnTo>
                  <a:pt x="341481" y="436678"/>
                </a:lnTo>
                <a:lnTo>
                  <a:pt x="373512" y="416046"/>
                </a:lnTo>
                <a:lnTo>
                  <a:pt x="368354" y="408039"/>
                </a:lnTo>
                <a:close/>
              </a:path>
              <a:path w="1010919" h="653414">
                <a:moveTo>
                  <a:pt x="424408" y="371936"/>
                </a:moveTo>
                <a:lnTo>
                  <a:pt x="392377" y="392567"/>
                </a:lnTo>
                <a:lnTo>
                  <a:pt x="397535" y="400574"/>
                </a:lnTo>
                <a:lnTo>
                  <a:pt x="429566" y="379943"/>
                </a:lnTo>
                <a:lnTo>
                  <a:pt x="424408" y="371936"/>
                </a:lnTo>
                <a:close/>
              </a:path>
              <a:path w="1010919" h="653414">
                <a:moveTo>
                  <a:pt x="480462" y="335831"/>
                </a:moveTo>
                <a:lnTo>
                  <a:pt x="448431" y="356462"/>
                </a:lnTo>
                <a:lnTo>
                  <a:pt x="453589" y="364469"/>
                </a:lnTo>
                <a:lnTo>
                  <a:pt x="485620" y="343839"/>
                </a:lnTo>
                <a:lnTo>
                  <a:pt x="480462" y="335831"/>
                </a:lnTo>
                <a:close/>
              </a:path>
              <a:path w="1010919" h="653414">
                <a:moveTo>
                  <a:pt x="536516" y="299727"/>
                </a:moveTo>
                <a:lnTo>
                  <a:pt x="504485" y="320358"/>
                </a:lnTo>
                <a:lnTo>
                  <a:pt x="509643" y="328366"/>
                </a:lnTo>
                <a:lnTo>
                  <a:pt x="541674" y="307734"/>
                </a:lnTo>
                <a:lnTo>
                  <a:pt x="536516" y="299727"/>
                </a:lnTo>
                <a:close/>
              </a:path>
              <a:path w="1010919" h="653414">
                <a:moveTo>
                  <a:pt x="592570" y="263624"/>
                </a:moveTo>
                <a:lnTo>
                  <a:pt x="560539" y="284253"/>
                </a:lnTo>
                <a:lnTo>
                  <a:pt x="565697" y="292262"/>
                </a:lnTo>
                <a:lnTo>
                  <a:pt x="597728" y="271631"/>
                </a:lnTo>
                <a:lnTo>
                  <a:pt x="592570" y="263624"/>
                </a:lnTo>
                <a:close/>
              </a:path>
              <a:path w="1010919" h="653414">
                <a:moveTo>
                  <a:pt x="648624" y="227519"/>
                </a:moveTo>
                <a:lnTo>
                  <a:pt x="616593" y="248150"/>
                </a:lnTo>
                <a:lnTo>
                  <a:pt x="621751" y="256157"/>
                </a:lnTo>
                <a:lnTo>
                  <a:pt x="653782" y="235526"/>
                </a:lnTo>
                <a:lnTo>
                  <a:pt x="648624" y="227519"/>
                </a:lnTo>
                <a:close/>
              </a:path>
              <a:path w="1010919" h="653414">
                <a:moveTo>
                  <a:pt x="704678" y="191415"/>
                </a:moveTo>
                <a:lnTo>
                  <a:pt x="672647" y="212046"/>
                </a:lnTo>
                <a:lnTo>
                  <a:pt x="677805" y="220054"/>
                </a:lnTo>
                <a:lnTo>
                  <a:pt x="709836" y="199423"/>
                </a:lnTo>
                <a:lnTo>
                  <a:pt x="704678" y="191415"/>
                </a:lnTo>
                <a:close/>
              </a:path>
              <a:path w="1010919" h="653414">
                <a:moveTo>
                  <a:pt x="760732" y="155310"/>
                </a:moveTo>
                <a:lnTo>
                  <a:pt x="728701" y="175941"/>
                </a:lnTo>
                <a:lnTo>
                  <a:pt x="733859" y="183949"/>
                </a:lnTo>
                <a:lnTo>
                  <a:pt x="765890" y="163319"/>
                </a:lnTo>
                <a:lnTo>
                  <a:pt x="760732" y="155310"/>
                </a:lnTo>
                <a:close/>
              </a:path>
              <a:path w="1010919" h="653414">
                <a:moveTo>
                  <a:pt x="816786" y="119207"/>
                </a:moveTo>
                <a:lnTo>
                  <a:pt x="784755" y="139838"/>
                </a:lnTo>
                <a:lnTo>
                  <a:pt x="789913" y="147845"/>
                </a:lnTo>
                <a:lnTo>
                  <a:pt x="821944" y="127214"/>
                </a:lnTo>
                <a:lnTo>
                  <a:pt x="816786" y="119207"/>
                </a:lnTo>
                <a:close/>
              </a:path>
              <a:path w="1010919" h="653414">
                <a:moveTo>
                  <a:pt x="872840" y="83103"/>
                </a:moveTo>
                <a:lnTo>
                  <a:pt x="840809" y="103733"/>
                </a:lnTo>
                <a:lnTo>
                  <a:pt x="845967" y="111742"/>
                </a:lnTo>
                <a:lnTo>
                  <a:pt x="877997" y="91111"/>
                </a:lnTo>
                <a:lnTo>
                  <a:pt x="872840" y="83103"/>
                </a:lnTo>
                <a:close/>
              </a:path>
              <a:path w="1010919" h="653414">
                <a:moveTo>
                  <a:pt x="1009154" y="2959"/>
                </a:moveTo>
                <a:lnTo>
                  <a:pt x="998467" y="2959"/>
                </a:lnTo>
                <a:lnTo>
                  <a:pt x="1002922" y="9875"/>
                </a:lnTo>
                <a:lnTo>
                  <a:pt x="994766" y="10235"/>
                </a:lnTo>
                <a:lnTo>
                  <a:pt x="957282" y="83934"/>
                </a:lnTo>
                <a:lnTo>
                  <a:pt x="958217" y="86801"/>
                </a:lnTo>
                <a:lnTo>
                  <a:pt x="962906" y="89187"/>
                </a:lnTo>
                <a:lnTo>
                  <a:pt x="965772" y="88252"/>
                </a:lnTo>
                <a:lnTo>
                  <a:pt x="1009154" y="2959"/>
                </a:lnTo>
                <a:close/>
              </a:path>
              <a:path w="1010919" h="653414">
                <a:moveTo>
                  <a:pt x="928894" y="46998"/>
                </a:moveTo>
                <a:lnTo>
                  <a:pt x="896863" y="67630"/>
                </a:lnTo>
                <a:lnTo>
                  <a:pt x="902021" y="75637"/>
                </a:lnTo>
                <a:lnTo>
                  <a:pt x="934051" y="55007"/>
                </a:lnTo>
                <a:lnTo>
                  <a:pt x="928894" y="46998"/>
                </a:lnTo>
                <a:close/>
              </a:path>
              <a:path w="1010919" h="653414">
                <a:moveTo>
                  <a:pt x="984948" y="10895"/>
                </a:moveTo>
                <a:lnTo>
                  <a:pt x="952917" y="31526"/>
                </a:lnTo>
                <a:lnTo>
                  <a:pt x="958075" y="39533"/>
                </a:lnTo>
                <a:lnTo>
                  <a:pt x="990105" y="18902"/>
                </a:lnTo>
                <a:lnTo>
                  <a:pt x="984948" y="10895"/>
                </a:lnTo>
                <a:close/>
              </a:path>
              <a:path w="1010919" h="653414">
                <a:moveTo>
                  <a:pt x="1010659" y="0"/>
                </a:moveTo>
                <a:lnTo>
                  <a:pt x="911744" y="4368"/>
                </a:lnTo>
                <a:lnTo>
                  <a:pt x="909707" y="6592"/>
                </a:lnTo>
                <a:lnTo>
                  <a:pt x="909939" y="11847"/>
                </a:lnTo>
                <a:lnTo>
                  <a:pt x="912164" y="13884"/>
                </a:lnTo>
                <a:lnTo>
                  <a:pt x="994766" y="10235"/>
                </a:lnTo>
                <a:lnTo>
                  <a:pt x="998467" y="2959"/>
                </a:lnTo>
                <a:lnTo>
                  <a:pt x="1009154" y="2959"/>
                </a:lnTo>
                <a:lnTo>
                  <a:pt x="1010659" y="0"/>
                </a:lnTo>
                <a:close/>
              </a:path>
              <a:path w="1010919" h="653414">
                <a:moveTo>
                  <a:pt x="998467" y="2959"/>
                </a:moveTo>
                <a:lnTo>
                  <a:pt x="994766" y="10235"/>
                </a:lnTo>
                <a:lnTo>
                  <a:pt x="1002922" y="9875"/>
                </a:lnTo>
                <a:lnTo>
                  <a:pt x="998467" y="2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46262" y="3561674"/>
            <a:ext cx="792480" cy="100330"/>
          </a:xfrm>
          <a:custGeom>
            <a:avLst/>
            <a:gdLst/>
            <a:ahLst/>
            <a:cxnLst/>
            <a:rect l="l" t="t" r="r" b="b"/>
            <a:pathLst>
              <a:path w="792480" h="100329">
                <a:moveTo>
                  <a:pt x="38100" y="45125"/>
                </a:moveTo>
                <a:lnTo>
                  <a:pt x="0" y="45125"/>
                </a:lnTo>
                <a:lnTo>
                  <a:pt x="0" y="54650"/>
                </a:lnTo>
                <a:lnTo>
                  <a:pt x="38100" y="54650"/>
                </a:lnTo>
                <a:lnTo>
                  <a:pt x="38100" y="45125"/>
                </a:lnTo>
                <a:close/>
              </a:path>
              <a:path w="792480" h="100329">
                <a:moveTo>
                  <a:pt x="104775" y="45125"/>
                </a:moveTo>
                <a:lnTo>
                  <a:pt x="66675" y="45125"/>
                </a:lnTo>
                <a:lnTo>
                  <a:pt x="66675" y="54650"/>
                </a:lnTo>
                <a:lnTo>
                  <a:pt x="104775" y="54650"/>
                </a:lnTo>
                <a:lnTo>
                  <a:pt x="104775" y="45125"/>
                </a:lnTo>
                <a:close/>
              </a:path>
              <a:path w="792480" h="100329">
                <a:moveTo>
                  <a:pt x="171450" y="45125"/>
                </a:moveTo>
                <a:lnTo>
                  <a:pt x="133350" y="45125"/>
                </a:lnTo>
                <a:lnTo>
                  <a:pt x="133350" y="54650"/>
                </a:lnTo>
                <a:lnTo>
                  <a:pt x="171450" y="54650"/>
                </a:lnTo>
                <a:lnTo>
                  <a:pt x="171450" y="45125"/>
                </a:lnTo>
                <a:close/>
              </a:path>
              <a:path w="792480" h="100329">
                <a:moveTo>
                  <a:pt x="238125" y="45126"/>
                </a:moveTo>
                <a:lnTo>
                  <a:pt x="200025" y="45126"/>
                </a:lnTo>
                <a:lnTo>
                  <a:pt x="200025" y="54651"/>
                </a:lnTo>
                <a:lnTo>
                  <a:pt x="238125" y="54651"/>
                </a:lnTo>
                <a:lnTo>
                  <a:pt x="238125" y="45126"/>
                </a:lnTo>
                <a:close/>
              </a:path>
              <a:path w="792480" h="100329">
                <a:moveTo>
                  <a:pt x="304800" y="45126"/>
                </a:moveTo>
                <a:lnTo>
                  <a:pt x="266700" y="45126"/>
                </a:lnTo>
                <a:lnTo>
                  <a:pt x="266700" y="54651"/>
                </a:lnTo>
                <a:lnTo>
                  <a:pt x="304800" y="54651"/>
                </a:lnTo>
                <a:lnTo>
                  <a:pt x="304800" y="45126"/>
                </a:lnTo>
                <a:close/>
              </a:path>
              <a:path w="792480" h="100329">
                <a:moveTo>
                  <a:pt x="371475" y="45126"/>
                </a:moveTo>
                <a:lnTo>
                  <a:pt x="333375" y="45126"/>
                </a:lnTo>
                <a:lnTo>
                  <a:pt x="333375" y="54651"/>
                </a:lnTo>
                <a:lnTo>
                  <a:pt x="371475" y="54651"/>
                </a:lnTo>
                <a:lnTo>
                  <a:pt x="371475" y="45126"/>
                </a:lnTo>
                <a:close/>
              </a:path>
              <a:path w="792480" h="100329">
                <a:moveTo>
                  <a:pt x="438150" y="45126"/>
                </a:moveTo>
                <a:lnTo>
                  <a:pt x="400050" y="45126"/>
                </a:lnTo>
                <a:lnTo>
                  <a:pt x="400050" y="54651"/>
                </a:lnTo>
                <a:lnTo>
                  <a:pt x="438150" y="54651"/>
                </a:lnTo>
                <a:lnTo>
                  <a:pt x="438150" y="45126"/>
                </a:lnTo>
                <a:close/>
              </a:path>
              <a:path w="792480" h="100329">
                <a:moveTo>
                  <a:pt x="504825" y="45126"/>
                </a:moveTo>
                <a:lnTo>
                  <a:pt x="466725" y="45126"/>
                </a:lnTo>
                <a:lnTo>
                  <a:pt x="466725" y="54651"/>
                </a:lnTo>
                <a:lnTo>
                  <a:pt x="504825" y="54651"/>
                </a:lnTo>
                <a:lnTo>
                  <a:pt x="504825" y="45126"/>
                </a:lnTo>
                <a:close/>
              </a:path>
              <a:path w="792480" h="100329">
                <a:moveTo>
                  <a:pt x="571500" y="45126"/>
                </a:moveTo>
                <a:lnTo>
                  <a:pt x="533400" y="45126"/>
                </a:lnTo>
                <a:lnTo>
                  <a:pt x="533400" y="54651"/>
                </a:lnTo>
                <a:lnTo>
                  <a:pt x="571500" y="54651"/>
                </a:lnTo>
                <a:lnTo>
                  <a:pt x="571500" y="45126"/>
                </a:lnTo>
                <a:close/>
              </a:path>
              <a:path w="792480" h="100329">
                <a:moveTo>
                  <a:pt x="638175" y="45126"/>
                </a:moveTo>
                <a:lnTo>
                  <a:pt x="600075" y="45126"/>
                </a:lnTo>
                <a:lnTo>
                  <a:pt x="600075" y="54651"/>
                </a:lnTo>
                <a:lnTo>
                  <a:pt x="638175" y="54651"/>
                </a:lnTo>
                <a:lnTo>
                  <a:pt x="638175" y="45126"/>
                </a:lnTo>
                <a:close/>
              </a:path>
              <a:path w="792480" h="100329">
                <a:moveTo>
                  <a:pt x="771525" y="50913"/>
                </a:moveTo>
                <a:lnTo>
                  <a:pt x="701860" y="91550"/>
                </a:lnTo>
                <a:lnTo>
                  <a:pt x="701093" y="94467"/>
                </a:lnTo>
                <a:lnTo>
                  <a:pt x="703743" y="99010"/>
                </a:lnTo>
                <a:lnTo>
                  <a:pt x="706659" y="99778"/>
                </a:lnTo>
                <a:lnTo>
                  <a:pt x="784019" y="54651"/>
                </a:lnTo>
                <a:lnTo>
                  <a:pt x="771525" y="54651"/>
                </a:lnTo>
                <a:lnTo>
                  <a:pt x="771525" y="50913"/>
                </a:lnTo>
                <a:close/>
              </a:path>
              <a:path w="792480" h="100329">
                <a:moveTo>
                  <a:pt x="704850" y="45126"/>
                </a:moveTo>
                <a:lnTo>
                  <a:pt x="666750" y="45126"/>
                </a:lnTo>
                <a:lnTo>
                  <a:pt x="666750" y="54651"/>
                </a:lnTo>
                <a:lnTo>
                  <a:pt x="704850" y="54651"/>
                </a:lnTo>
                <a:lnTo>
                  <a:pt x="704850" y="45126"/>
                </a:lnTo>
                <a:close/>
              </a:path>
              <a:path w="792480" h="100329">
                <a:moveTo>
                  <a:pt x="765116" y="45126"/>
                </a:moveTo>
                <a:lnTo>
                  <a:pt x="733425" y="45126"/>
                </a:lnTo>
                <a:lnTo>
                  <a:pt x="733425" y="54651"/>
                </a:lnTo>
                <a:lnTo>
                  <a:pt x="765116" y="54651"/>
                </a:lnTo>
                <a:lnTo>
                  <a:pt x="771525" y="50913"/>
                </a:lnTo>
                <a:lnTo>
                  <a:pt x="771525" y="48865"/>
                </a:lnTo>
                <a:lnTo>
                  <a:pt x="765116" y="45126"/>
                </a:lnTo>
                <a:close/>
              </a:path>
              <a:path w="792480" h="100329">
                <a:moveTo>
                  <a:pt x="773280" y="49889"/>
                </a:moveTo>
                <a:lnTo>
                  <a:pt x="771525" y="50913"/>
                </a:lnTo>
                <a:lnTo>
                  <a:pt x="771525" y="54651"/>
                </a:lnTo>
                <a:lnTo>
                  <a:pt x="784019" y="54651"/>
                </a:lnTo>
                <a:lnTo>
                  <a:pt x="785132" y="54002"/>
                </a:lnTo>
                <a:lnTo>
                  <a:pt x="780332" y="54002"/>
                </a:lnTo>
                <a:lnTo>
                  <a:pt x="773280" y="49889"/>
                </a:lnTo>
                <a:close/>
              </a:path>
              <a:path w="792480" h="100329">
                <a:moveTo>
                  <a:pt x="780332" y="45775"/>
                </a:moveTo>
                <a:lnTo>
                  <a:pt x="773280" y="49889"/>
                </a:lnTo>
                <a:lnTo>
                  <a:pt x="780332" y="54002"/>
                </a:lnTo>
                <a:lnTo>
                  <a:pt x="780332" y="45775"/>
                </a:lnTo>
                <a:close/>
              </a:path>
              <a:path w="792480" h="100329">
                <a:moveTo>
                  <a:pt x="785132" y="45775"/>
                </a:moveTo>
                <a:lnTo>
                  <a:pt x="780332" y="45775"/>
                </a:lnTo>
                <a:lnTo>
                  <a:pt x="780332" y="54002"/>
                </a:lnTo>
                <a:lnTo>
                  <a:pt x="785132" y="54002"/>
                </a:lnTo>
                <a:lnTo>
                  <a:pt x="792184" y="49889"/>
                </a:lnTo>
                <a:lnTo>
                  <a:pt x="785132" y="45775"/>
                </a:lnTo>
                <a:close/>
              </a:path>
              <a:path w="792480" h="100329">
                <a:moveTo>
                  <a:pt x="784019" y="45126"/>
                </a:moveTo>
                <a:lnTo>
                  <a:pt x="771525" y="45126"/>
                </a:lnTo>
                <a:lnTo>
                  <a:pt x="771525" y="48865"/>
                </a:lnTo>
                <a:lnTo>
                  <a:pt x="773280" y="49889"/>
                </a:lnTo>
                <a:lnTo>
                  <a:pt x="780332" y="45775"/>
                </a:lnTo>
                <a:lnTo>
                  <a:pt x="785132" y="45775"/>
                </a:lnTo>
                <a:lnTo>
                  <a:pt x="784019" y="45126"/>
                </a:lnTo>
                <a:close/>
              </a:path>
              <a:path w="792480" h="100329">
                <a:moveTo>
                  <a:pt x="706661" y="0"/>
                </a:moveTo>
                <a:lnTo>
                  <a:pt x="703743" y="768"/>
                </a:lnTo>
                <a:lnTo>
                  <a:pt x="701093" y="5311"/>
                </a:lnTo>
                <a:lnTo>
                  <a:pt x="701861" y="8228"/>
                </a:lnTo>
                <a:lnTo>
                  <a:pt x="771525" y="48865"/>
                </a:lnTo>
                <a:lnTo>
                  <a:pt x="771525" y="45126"/>
                </a:lnTo>
                <a:lnTo>
                  <a:pt x="784019" y="45126"/>
                </a:lnTo>
                <a:lnTo>
                  <a:pt x="7066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45938" y="3856422"/>
            <a:ext cx="1010285" cy="448945"/>
          </a:xfrm>
          <a:custGeom>
            <a:avLst/>
            <a:gdLst/>
            <a:ahLst/>
            <a:cxnLst/>
            <a:rect l="l" t="t" r="r" b="b"/>
            <a:pathLst>
              <a:path w="1010285" h="448945">
                <a:moveTo>
                  <a:pt x="3750" y="0"/>
                </a:moveTo>
                <a:lnTo>
                  <a:pt x="0" y="8755"/>
                </a:lnTo>
                <a:lnTo>
                  <a:pt x="35021" y="23756"/>
                </a:lnTo>
                <a:lnTo>
                  <a:pt x="38771" y="15001"/>
                </a:lnTo>
                <a:lnTo>
                  <a:pt x="3750" y="0"/>
                </a:lnTo>
                <a:close/>
              </a:path>
              <a:path w="1010285" h="448945">
                <a:moveTo>
                  <a:pt x="65039" y="26252"/>
                </a:moveTo>
                <a:lnTo>
                  <a:pt x="61288" y="35008"/>
                </a:lnTo>
                <a:lnTo>
                  <a:pt x="96310" y="50010"/>
                </a:lnTo>
                <a:lnTo>
                  <a:pt x="100062" y="41254"/>
                </a:lnTo>
                <a:lnTo>
                  <a:pt x="65039" y="26252"/>
                </a:lnTo>
                <a:close/>
              </a:path>
              <a:path w="1010285" h="448945">
                <a:moveTo>
                  <a:pt x="126328" y="52505"/>
                </a:moveTo>
                <a:lnTo>
                  <a:pt x="122577" y="61260"/>
                </a:lnTo>
                <a:lnTo>
                  <a:pt x="157599" y="76262"/>
                </a:lnTo>
                <a:lnTo>
                  <a:pt x="161350" y="67506"/>
                </a:lnTo>
                <a:lnTo>
                  <a:pt x="126328" y="52505"/>
                </a:lnTo>
                <a:close/>
              </a:path>
              <a:path w="1010285" h="448945">
                <a:moveTo>
                  <a:pt x="187617" y="78759"/>
                </a:moveTo>
                <a:lnTo>
                  <a:pt x="183866" y="87514"/>
                </a:lnTo>
                <a:lnTo>
                  <a:pt x="218888" y="102515"/>
                </a:lnTo>
                <a:lnTo>
                  <a:pt x="222639" y="93760"/>
                </a:lnTo>
                <a:lnTo>
                  <a:pt x="187617" y="78759"/>
                </a:lnTo>
                <a:close/>
              </a:path>
              <a:path w="1010285" h="448945">
                <a:moveTo>
                  <a:pt x="248906" y="105011"/>
                </a:moveTo>
                <a:lnTo>
                  <a:pt x="245155" y="113766"/>
                </a:lnTo>
                <a:lnTo>
                  <a:pt x="280178" y="128769"/>
                </a:lnTo>
                <a:lnTo>
                  <a:pt x="283928" y="120012"/>
                </a:lnTo>
                <a:lnTo>
                  <a:pt x="248906" y="105011"/>
                </a:lnTo>
                <a:close/>
              </a:path>
              <a:path w="1010285" h="448945">
                <a:moveTo>
                  <a:pt x="310194" y="131264"/>
                </a:moveTo>
                <a:lnTo>
                  <a:pt x="306444" y="140020"/>
                </a:lnTo>
                <a:lnTo>
                  <a:pt x="341467" y="155021"/>
                </a:lnTo>
                <a:lnTo>
                  <a:pt x="345217" y="146265"/>
                </a:lnTo>
                <a:lnTo>
                  <a:pt x="310194" y="131264"/>
                </a:lnTo>
                <a:close/>
              </a:path>
              <a:path w="1010285" h="448945">
                <a:moveTo>
                  <a:pt x="371483" y="157516"/>
                </a:moveTo>
                <a:lnTo>
                  <a:pt x="367733" y="166272"/>
                </a:lnTo>
                <a:lnTo>
                  <a:pt x="402756" y="181274"/>
                </a:lnTo>
                <a:lnTo>
                  <a:pt x="406506" y="172519"/>
                </a:lnTo>
                <a:lnTo>
                  <a:pt x="371483" y="157516"/>
                </a:lnTo>
                <a:close/>
              </a:path>
              <a:path w="1010285" h="448945">
                <a:moveTo>
                  <a:pt x="432772" y="183770"/>
                </a:moveTo>
                <a:lnTo>
                  <a:pt x="429022" y="192525"/>
                </a:lnTo>
                <a:lnTo>
                  <a:pt x="464045" y="207526"/>
                </a:lnTo>
                <a:lnTo>
                  <a:pt x="467795" y="198771"/>
                </a:lnTo>
                <a:lnTo>
                  <a:pt x="432772" y="183770"/>
                </a:lnTo>
                <a:close/>
              </a:path>
              <a:path w="1010285" h="448945">
                <a:moveTo>
                  <a:pt x="494061" y="210023"/>
                </a:moveTo>
                <a:lnTo>
                  <a:pt x="490311" y="218779"/>
                </a:lnTo>
                <a:lnTo>
                  <a:pt x="525334" y="233780"/>
                </a:lnTo>
                <a:lnTo>
                  <a:pt x="529084" y="225024"/>
                </a:lnTo>
                <a:lnTo>
                  <a:pt x="494061" y="210023"/>
                </a:lnTo>
                <a:close/>
              </a:path>
              <a:path w="1010285" h="448945">
                <a:moveTo>
                  <a:pt x="555350" y="236275"/>
                </a:moveTo>
                <a:lnTo>
                  <a:pt x="551600" y="245031"/>
                </a:lnTo>
                <a:lnTo>
                  <a:pt x="586623" y="260033"/>
                </a:lnTo>
                <a:lnTo>
                  <a:pt x="590373" y="251277"/>
                </a:lnTo>
                <a:lnTo>
                  <a:pt x="555350" y="236275"/>
                </a:lnTo>
                <a:close/>
              </a:path>
              <a:path w="1010285" h="448945">
                <a:moveTo>
                  <a:pt x="616639" y="262529"/>
                </a:moveTo>
                <a:lnTo>
                  <a:pt x="612889" y="271284"/>
                </a:lnTo>
                <a:lnTo>
                  <a:pt x="647912" y="286285"/>
                </a:lnTo>
                <a:lnTo>
                  <a:pt x="651662" y="277530"/>
                </a:lnTo>
                <a:lnTo>
                  <a:pt x="616639" y="262529"/>
                </a:lnTo>
                <a:close/>
              </a:path>
              <a:path w="1010285" h="448945">
                <a:moveTo>
                  <a:pt x="677928" y="288781"/>
                </a:moveTo>
                <a:lnTo>
                  <a:pt x="674178" y="297536"/>
                </a:lnTo>
                <a:lnTo>
                  <a:pt x="709201" y="312539"/>
                </a:lnTo>
                <a:lnTo>
                  <a:pt x="712951" y="303783"/>
                </a:lnTo>
                <a:lnTo>
                  <a:pt x="677928" y="288781"/>
                </a:lnTo>
                <a:close/>
              </a:path>
              <a:path w="1010285" h="448945">
                <a:moveTo>
                  <a:pt x="739217" y="315034"/>
                </a:moveTo>
                <a:lnTo>
                  <a:pt x="735467" y="323790"/>
                </a:lnTo>
                <a:lnTo>
                  <a:pt x="770489" y="338791"/>
                </a:lnTo>
                <a:lnTo>
                  <a:pt x="774240" y="330036"/>
                </a:lnTo>
                <a:lnTo>
                  <a:pt x="739217" y="315034"/>
                </a:lnTo>
                <a:close/>
              </a:path>
              <a:path w="1010285" h="448945">
                <a:moveTo>
                  <a:pt x="800506" y="341288"/>
                </a:moveTo>
                <a:lnTo>
                  <a:pt x="796756" y="350043"/>
                </a:lnTo>
                <a:lnTo>
                  <a:pt x="831778" y="365044"/>
                </a:lnTo>
                <a:lnTo>
                  <a:pt x="835529" y="356289"/>
                </a:lnTo>
                <a:lnTo>
                  <a:pt x="800506" y="341288"/>
                </a:lnTo>
                <a:close/>
              </a:path>
              <a:path w="1010285" h="448945">
                <a:moveTo>
                  <a:pt x="861795" y="367540"/>
                </a:moveTo>
                <a:lnTo>
                  <a:pt x="858045" y="376295"/>
                </a:lnTo>
                <a:lnTo>
                  <a:pt x="893067" y="391298"/>
                </a:lnTo>
                <a:lnTo>
                  <a:pt x="896818" y="382541"/>
                </a:lnTo>
                <a:lnTo>
                  <a:pt x="861795" y="367540"/>
                </a:lnTo>
                <a:close/>
              </a:path>
              <a:path w="1010285" h="448945">
                <a:moveTo>
                  <a:pt x="983201" y="429906"/>
                </a:moveTo>
                <a:lnTo>
                  <a:pt x="910526" y="438918"/>
                </a:lnTo>
                <a:lnTo>
                  <a:pt x="908672" y="441295"/>
                </a:lnTo>
                <a:lnTo>
                  <a:pt x="909320" y="446516"/>
                </a:lnTo>
                <a:lnTo>
                  <a:pt x="911698" y="448370"/>
                </a:lnTo>
                <a:lnTo>
                  <a:pt x="1004682" y="436840"/>
                </a:lnTo>
                <a:lnTo>
                  <a:pt x="999389" y="436840"/>
                </a:lnTo>
                <a:lnTo>
                  <a:pt x="983201" y="429906"/>
                </a:lnTo>
                <a:close/>
              </a:path>
              <a:path w="1010285" h="448945">
                <a:moveTo>
                  <a:pt x="992580" y="428743"/>
                </a:moveTo>
                <a:lnTo>
                  <a:pt x="983201" y="429906"/>
                </a:lnTo>
                <a:lnTo>
                  <a:pt x="999389" y="436840"/>
                </a:lnTo>
                <a:lnTo>
                  <a:pt x="1000048" y="435301"/>
                </a:lnTo>
                <a:lnTo>
                  <a:pt x="997442" y="435301"/>
                </a:lnTo>
                <a:lnTo>
                  <a:pt x="992580" y="428743"/>
                </a:lnTo>
                <a:close/>
              </a:path>
              <a:path w="1010285" h="448945">
                <a:moveTo>
                  <a:pt x="948002" y="356209"/>
                </a:moveTo>
                <a:lnTo>
                  <a:pt x="943777" y="359342"/>
                </a:lnTo>
                <a:lnTo>
                  <a:pt x="943334" y="362325"/>
                </a:lnTo>
                <a:lnTo>
                  <a:pt x="986950" y="421150"/>
                </a:lnTo>
                <a:lnTo>
                  <a:pt x="1003139" y="428085"/>
                </a:lnTo>
                <a:lnTo>
                  <a:pt x="999389" y="436840"/>
                </a:lnTo>
                <a:lnTo>
                  <a:pt x="1004682" y="436840"/>
                </a:lnTo>
                <a:lnTo>
                  <a:pt x="1009957" y="436186"/>
                </a:lnTo>
                <a:lnTo>
                  <a:pt x="950984" y="356652"/>
                </a:lnTo>
                <a:lnTo>
                  <a:pt x="948002" y="356209"/>
                </a:lnTo>
                <a:close/>
              </a:path>
              <a:path w="1010285" h="448945">
                <a:moveTo>
                  <a:pt x="1000682" y="427738"/>
                </a:moveTo>
                <a:lnTo>
                  <a:pt x="992580" y="428743"/>
                </a:lnTo>
                <a:lnTo>
                  <a:pt x="997442" y="435301"/>
                </a:lnTo>
                <a:lnTo>
                  <a:pt x="1000682" y="427738"/>
                </a:lnTo>
                <a:close/>
              </a:path>
              <a:path w="1010285" h="448945">
                <a:moveTo>
                  <a:pt x="1002330" y="427738"/>
                </a:moveTo>
                <a:lnTo>
                  <a:pt x="1000682" y="427738"/>
                </a:lnTo>
                <a:lnTo>
                  <a:pt x="997442" y="435301"/>
                </a:lnTo>
                <a:lnTo>
                  <a:pt x="1000048" y="435301"/>
                </a:lnTo>
                <a:lnTo>
                  <a:pt x="1003139" y="428085"/>
                </a:lnTo>
                <a:lnTo>
                  <a:pt x="1002330" y="427738"/>
                </a:lnTo>
                <a:close/>
              </a:path>
              <a:path w="1010285" h="448945">
                <a:moveTo>
                  <a:pt x="984373" y="420046"/>
                </a:moveTo>
                <a:lnTo>
                  <a:pt x="980622" y="428801"/>
                </a:lnTo>
                <a:lnTo>
                  <a:pt x="983201" y="429906"/>
                </a:lnTo>
                <a:lnTo>
                  <a:pt x="992580" y="428743"/>
                </a:lnTo>
                <a:lnTo>
                  <a:pt x="986950" y="421150"/>
                </a:lnTo>
                <a:lnTo>
                  <a:pt x="984373" y="420046"/>
                </a:lnTo>
                <a:close/>
              </a:path>
              <a:path w="1010285" h="448945">
                <a:moveTo>
                  <a:pt x="986950" y="421150"/>
                </a:moveTo>
                <a:lnTo>
                  <a:pt x="992580" y="428743"/>
                </a:lnTo>
                <a:lnTo>
                  <a:pt x="1000682" y="427738"/>
                </a:lnTo>
                <a:lnTo>
                  <a:pt x="1002330" y="427738"/>
                </a:lnTo>
                <a:lnTo>
                  <a:pt x="986950" y="421150"/>
                </a:lnTo>
                <a:close/>
              </a:path>
              <a:path w="1010285" h="448945">
                <a:moveTo>
                  <a:pt x="923084" y="393793"/>
                </a:moveTo>
                <a:lnTo>
                  <a:pt x="919333" y="402549"/>
                </a:lnTo>
                <a:lnTo>
                  <a:pt x="954356" y="417550"/>
                </a:lnTo>
                <a:lnTo>
                  <a:pt x="958107" y="408795"/>
                </a:lnTo>
                <a:lnTo>
                  <a:pt x="923084" y="3937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70000" y="2876803"/>
            <a:ext cx="1186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50" b="1" spc="75" dirty="0">
                <a:latin typeface="宋体"/>
                <a:cs typeface="宋体"/>
              </a:rPr>
              <a:t>《</a:t>
            </a:r>
            <a:r>
              <a:rPr sz="1800" b="1" spc="-5" dirty="0">
                <a:latin typeface="Times New Roman"/>
                <a:cs typeface="Times New Roman"/>
              </a:rPr>
              <a:t>include</a:t>
            </a:r>
            <a:r>
              <a:rPr sz="1750" b="1" spc="40" dirty="0">
                <a:latin typeface="宋体"/>
                <a:cs typeface="宋体"/>
              </a:rPr>
              <a:t>》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703387" y="3309620"/>
            <a:ext cx="1186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50" b="1" spc="75" dirty="0">
                <a:latin typeface="宋体"/>
                <a:cs typeface="宋体"/>
              </a:rPr>
              <a:t>《</a:t>
            </a:r>
            <a:r>
              <a:rPr sz="1800" b="1" spc="-5" dirty="0">
                <a:latin typeface="Times New Roman"/>
                <a:cs typeface="Times New Roman"/>
              </a:rPr>
              <a:t>include</a:t>
            </a:r>
            <a:r>
              <a:rPr sz="1750" b="1" spc="40" dirty="0">
                <a:latin typeface="宋体"/>
                <a:cs typeface="宋体"/>
              </a:rPr>
              <a:t>》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06512" y="4249165"/>
            <a:ext cx="2759075" cy="7353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34"/>
              </a:spcBef>
            </a:pPr>
            <a:r>
              <a:rPr sz="1750" b="1" spc="75" dirty="0">
                <a:latin typeface="宋体"/>
                <a:cs typeface="宋体"/>
              </a:rPr>
              <a:t>《</a:t>
            </a:r>
            <a:r>
              <a:rPr sz="1800" b="1" spc="-5" dirty="0">
                <a:latin typeface="Times New Roman"/>
                <a:cs typeface="Times New Roman"/>
              </a:rPr>
              <a:t>include</a:t>
            </a:r>
            <a:r>
              <a:rPr sz="1750" b="1" spc="40" dirty="0">
                <a:latin typeface="宋体"/>
                <a:cs typeface="宋体"/>
              </a:rPr>
              <a:t>》</a:t>
            </a:r>
            <a:r>
              <a:rPr sz="1750" b="1" spc="25" dirty="0">
                <a:latin typeface="宋体"/>
                <a:cs typeface="宋体"/>
              </a:rPr>
              <a:t> </a:t>
            </a:r>
            <a:r>
              <a:rPr sz="2625" b="1" spc="112" baseline="6349" dirty="0">
                <a:latin typeface="宋体"/>
                <a:cs typeface="宋体"/>
              </a:rPr>
              <a:t>自动降序排列</a:t>
            </a:r>
            <a:endParaRPr sz="2625" baseline="6349">
              <a:latin typeface="宋体"/>
              <a:cs typeface="宋体"/>
            </a:endParaRPr>
          </a:p>
          <a:p>
            <a:pPr marL="228600" algn="ctr">
              <a:lnSpc>
                <a:spcPct val="100000"/>
              </a:lnSpc>
              <a:spcBef>
                <a:spcPts val="310"/>
              </a:spcBef>
            </a:pPr>
            <a:r>
              <a:rPr sz="2400" b="1" dirty="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052" y="866140"/>
            <a:ext cx="7788909" cy="157734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38125" indent="-212725">
              <a:lnSpc>
                <a:spcPct val="100000"/>
              </a:lnSpc>
              <a:spcBef>
                <a:spcPts val="840"/>
              </a:spcBef>
              <a:buFont typeface="Times New Roman"/>
              <a:buChar char="•"/>
              <a:tabLst>
                <a:tab pos="238125" algn="l"/>
              </a:tabLst>
            </a:pPr>
            <a:r>
              <a:rPr sz="2800" dirty="0">
                <a:latin typeface="宋体"/>
                <a:cs typeface="宋体"/>
              </a:rPr>
              <a:t>包含关系</a:t>
            </a:r>
            <a:r>
              <a:rPr sz="2400" dirty="0">
                <a:latin typeface="宋体"/>
                <a:cs typeface="宋体"/>
              </a:rPr>
              <a:t>《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cl</a:t>
            </a:r>
            <a:r>
              <a:rPr sz="2400" dirty="0">
                <a:latin typeface="Times New Roman"/>
                <a:cs typeface="Times New Roman"/>
              </a:rPr>
              <a:t>ud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宋体"/>
                <a:cs typeface="宋体"/>
              </a:rPr>
              <a:t>》：</a:t>
            </a:r>
            <a:r>
              <a:rPr sz="2800" dirty="0">
                <a:latin typeface="宋体"/>
                <a:cs typeface="宋体"/>
              </a:rPr>
              <a:t>描述用例间</a:t>
            </a:r>
            <a:r>
              <a:rPr sz="4125" b="1" spc="127" baseline="1010" dirty="0">
                <a:solidFill>
                  <a:srgbClr val="C00000"/>
                </a:solidFill>
                <a:latin typeface="宋体"/>
                <a:cs typeface="宋体"/>
              </a:rPr>
              <a:t>具有的公用行</a:t>
            </a:r>
            <a:r>
              <a:rPr sz="4125" b="1" spc="52" baseline="1010" dirty="0">
                <a:solidFill>
                  <a:srgbClr val="C00000"/>
                </a:solidFill>
                <a:latin typeface="宋体"/>
                <a:cs typeface="宋体"/>
              </a:rPr>
              <a:t>为</a:t>
            </a:r>
            <a:endParaRPr sz="4125" baseline="1010">
              <a:latin typeface="宋体"/>
              <a:cs typeface="宋体"/>
            </a:endParaRPr>
          </a:p>
          <a:p>
            <a:pPr marL="225425" indent="-212725">
              <a:lnSpc>
                <a:spcPct val="100000"/>
              </a:lnSpc>
              <a:spcBef>
                <a:spcPts val="7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2800" dirty="0">
                <a:latin typeface="宋体"/>
                <a:cs typeface="宋体"/>
              </a:rPr>
              <a:t>扩展关系</a:t>
            </a:r>
            <a:r>
              <a:rPr sz="2400" dirty="0">
                <a:latin typeface="宋体"/>
                <a:cs typeface="宋体"/>
              </a:rPr>
              <a:t>《</a:t>
            </a:r>
            <a:r>
              <a:rPr sz="2400" spc="-5" dirty="0">
                <a:latin typeface="Times New Roman"/>
                <a:cs typeface="Times New Roman"/>
              </a:rPr>
              <a:t>extend</a:t>
            </a:r>
            <a:r>
              <a:rPr sz="2400" dirty="0">
                <a:latin typeface="宋体"/>
                <a:cs typeface="宋体"/>
              </a:rPr>
              <a:t>》</a:t>
            </a:r>
            <a:r>
              <a:rPr sz="2400" spc="-66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800" dirty="0">
                <a:latin typeface="宋体"/>
                <a:cs typeface="宋体"/>
              </a:rPr>
              <a:t>描述用例间</a:t>
            </a:r>
            <a:r>
              <a:rPr sz="4125" b="1" spc="127" baseline="1010" dirty="0">
                <a:solidFill>
                  <a:srgbClr val="C00000"/>
                </a:solidFill>
                <a:latin typeface="宋体"/>
                <a:cs typeface="宋体"/>
              </a:rPr>
              <a:t>可选的独立行</a:t>
            </a:r>
            <a:r>
              <a:rPr sz="4125" b="1" spc="52" baseline="1010" dirty="0">
                <a:solidFill>
                  <a:srgbClr val="C00000"/>
                </a:solidFill>
                <a:latin typeface="宋体"/>
                <a:cs typeface="宋体"/>
              </a:rPr>
              <a:t>为</a:t>
            </a:r>
            <a:endParaRPr sz="4125" baseline="1010">
              <a:latin typeface="宋体"/>
              <a:cs typeface="宋体"/>
            </a:endParaRPr>
          </a:p>
          <a:p>
            <a:pPr marL="225425" indent="-212725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2800" dirty="0">
                <a:latin typeface="宋体"/>
                <a:cs typeface="宋体"/>
              </a:rPr>
              <a:t>泛化关系</a:t>
            </a:r>
            <a:r>
              <a:rPr sz="2800" spc="-85" dirty="0">
                <a:latin typeface="宋体"/>
                <a:cs typeface="宋体"/>
              </a:rPr>
              <a:t> </a:t>
            </a:r>
            <a:r>
              <a:rPr sz="1800" spc="-5" dirty="0">
                <a:latin typeface="Arial"/>
                <a:cs typeface="Arial"/>
              </a:rPr>
              <a:t>generalization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-60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用例之间的继承关系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64387" y="198913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35825" y="21336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1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5650" y="3132137"/>
            <a:ext cx="1149350" cy="287655"/>
          </a:xfrm>
          <a:custGeom>
            <a:avLst/>
            <a:gdLst/>
            <a:ahLst/>
            <a:cxnLst/>
            <a:rect l="l" t="t" r="r" b="b"/>
            <a:pathLst>
              <a:path w="1149350" h="287654">
                <a:moveTo>
                  <a:pt x="0" y="143668"/>
                </a:moveTo>
                <a:lnTo>
                  <a:pt x="17551" y="108293"/>
                </a:lnTo>
                <a:lnTo>
                  <a:pt x="67332" y="76129"/>
                </a:lnTo>
                <a:lnTo>
                  <a:pt x="102962" y="61587"/>
                </a:lnTo>
                <a:lnTo>
                  <a:pt x="145034" y="48252"/>
                </a:lnTo>
                <a:lnTo>
                  <a:pt x="193010" y="36258"/>
                </a:lnTo>
                <a:lnTo>
                  <a:pt x="246350" y="25740"/>
                </a:lnTo>
                <a:lnTo>
                  <a:pt x="304517" y="16833"/>
                </a:lnTo>
                <a:lnTo>
                  <a:pt x="366971" y="9670"/>
                </a:lnTo>
                <a:lnTo>
                  <a:pt x="433175" y="4387"/>
                </a:lnTo>
                <a:lnTo>
                  <a:pt x="502588" y="1119"/>
                </a:lnTo>
                <a:lnTo>
                  <a:pt x="574675" y="0"/>
                </a:lnTo>
                <a:lnTo>
                  <a:pt x="646761" y="1119"/>
                </a:lnTo>
                <a:lnTo>
                  <a:pt x="716174" y="4387"/>
                </a:lnTo>
                <a:lnTo>
                  <a:pt x="782378" y="9670"/>
                </a:lnTo>
                <a:lnTo>
                  <a:pt x="844832" y="16833"/>
                </a:lnTo>
                <a:lnTo>
                  <a:pt x="902999" y="25740"/>
                </a:lnTo>
                <a:lnTo>
                  <a:pt x="956339" y="36258"/>
                </a:lnTo>
                <a:lnTo>
                  <a:pt x="1004315" y="48252"/>
                </a:lnTo>
                <a:lnTo>
                  <a:pt x="1046387" y="61587"/>
                </a:lnTo>
                <a:lnTo>
                  <a:pt x="1082017" y="76129"/>
                </a:lnTo>
                <a:lnTo>
                  <a:pt x="1131798" y="108293"/>
                </a:lnTo>
                <a:lnTo>
                  <a:pt x="1149350" y="143668"/>
                </a:lnTo>
                <a:lnTo>
                  <a:pt x="1144872" y="161689"/>
                </a:lnTo>
                <a:lnTo>
                  <a:pt x="1110667" y="195594"/>
                </a:lnTo>
                <a:lnTo>
                  <a:pt x="1046387" y="225749"/>
                </a:lnTo>
                <a:lnTo>
                  <a:pt x="1004315" y="239084"/>
                </a:lnTo>
                <a:lnTo>
                  <a:pt x="956339" y="251078"/>
                </a:lnTo>
                <a:lnTo>
                  <a:pt x="902999" y="261596"/>
                </a:lnTo>
                <a:lnTo>
                  <a:pt x="844832" y="270503"/>
                </a:lnTo>
                <a:lnTo>
                  <a:pt x="782378" y="277666"/>
                </a:lnTo>
                <a:lnTo>
                  <a:pt x="716174" y="282949"/>
                </a:lnTo>
                <a:lnTo>
                  <a:pt x="646761" y="286217"/>
                </a:lnTo>
                <a:lnTo>
                  <a:pt x="574675" y="287337"/>
                </a:lnTo>
                <a:lnTo>
                  <a:pt x="502588" y="286217"/>
                </a:lnTo>
                <a:lnTo>
                  <a:pt x="433175" y="282949"/>
                </a:lnTo>
                <a:lnTo>
                  <a:pt x="366971" y="277666"/>
                </a:lnTo>
                <a:lnTo>
                  <a:pt x="304517" y="270503"/>
                </a:lnTo>
                <a:lnTo>
                  <a:pt x="246350" y="261596"/>
                </a:lnTo>
                <a:lnTo>
                  <a:pt x="193010" y="251078"/>
                </a:lnTo>
                <a:lnTo>
                  <a:pt x="145034" y="239084"/>
                </a:lnTo>
                <a:lnTo>
                  <a:pt x="102962" y="225749"/>
                </a:lnTo>
                <a:lnTo>
                  <a:pt x="67332" y="211207"/>
                </a:lnTo>
                <a:lnTo>
                  <a:pt x="17551" y="179043"/>
                </a:lnTo>
                <a:lnTo>
                  <a:pt x="0" y="1436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5650" y="3851275"/>
            <a:ext cx="1076325" cy="278130"/>
          </a:xfrm>
          <a:custGeom>
            <a:avLst/>
            <a:gdLst/>
            <a:ahLst/>
            <a:cxnLst/>
            <a:rect l="l" t="t" r="r" b="b"/>
            <a:pathLst>
              <a:path w="1076325" h="278129">
                <a:moveTo>
                  <a:pt x="0" y="138906"/>
                </a:moveTo>
                <a:lnTo>
                  <a:pt x="19223" y="101979"/>
                </a:lnTo>
                <a:lnTo>
                  <a:pt x="73474" y="68797"/>
                </a:lnTo>
                <a:lnTo>
                  <a:pt x="112132" y="54024"/>
                </a:lnTo>
                <a:lnTo>
                  <a:pt x="157624" y="40684"/>
                </a:lnTo>
                <a:lnTo>
                  <a:pt x="209307" y="28942"/>
                </a:lnTo>
                <a:lnTo>
                  <a:pt x="266541" y="18964"/>
                </a:lnTo>
                <a:lnTo>
                  <a:pt x="328685" y="10915"/>
                </a:lnTo>
                <a:lnTo>
                  <a:pt x="395097" y="4961"/>
                </a:lnTo>
                <a:lnTo>
                  <a:pt x="465137" y="1268"/>
                </a:lnTo>
                <a:lnTo>
                  <a:pt x="538162" y="0"/>
                </a:lnTo>
                <a:lnTo>
                  <a:pt x="611187" y="1268"/>
                </a:lnTo>
                <a:lnTo>
                  <a:pt x="681227" y="4961"/>
                </a:lnTo>
                <a:lnTo>
                  <a:pt x="747639" y="10915"/>
                </a:lnTo>
                <a:lnTo>
                  <a:pt x="809783" y="18964"/>
                </a:lnTo>
                <a:lnTo>
                  <a:pt x="867017" y="28942"/>
                </a:lnTo>
                <a:lnTo>
                  <a:pt x="918700" y="40684"/>
                </a:lnTo>
                <a:lnTo>
                  <a:pt x="964192" y="54024"/>
                </a:lnTo>
                <a:lnTo>
                  <a:pt x="1002850" y="68797"/>
                </a:lnTo>
                <a:lnTo>
                  <a:pt x="1057101" y="101979"/>
                </a:lnTo>
                <a:lnTo>
                  <a:pt x="1076325" y="138906"/>
                </a:lnTo>
                <a:lnTo>
                  <a:pt x="1071412" y="157755"/>
                </a:lnTo>
                <a:lnTo>
                  <a:pt x="1034033" y="192975"/>
                </a:lnTo>
                <a:lnTo>
                  <a:pt x="964192" y="223788"/>
                </a:lnTo>
                <a:lnTo>
                  <a:pt x="918700" y="237128"/>
                </a:lnTo>
                <a:lnTo>
                  <a:pt x="867017" y="248870"/>
                </a:lnTo>
                <a:lnTo>
                  <a:pt x="809783" y="258848"/>
                </a:lnTo>
                <a:lnTo>
                  <a:pt x="747639" y="266897"/>
                </a:lnTo>
                <a:lnTo>
                  <a:pt x="681227" y="272851"/>
                </a:lnTo>
                <a:lnTo>
                  <a:pt x="611187" y="276544"/>
                </a:lnTo>
                <a:lnTo>
                  <a:pt x="538162" y="277813"/>
                </a:lnTo>
                <a:lnTo>
                  <a:pt x="465137" y="276544"/>
                </a:lnTo>
                <a:lnTo>
                  <a:pt x="395097" y="272851"/>
                </a:lnTo>
                <a:lnTo>
                  <a:pt x="328685" y="266897"/>
                </a:lnTo>
                <a:lnTo>
                  <a:pt x="266541" y="258848"/>
                </a:lnTo>
                <a:lnTo>
                  <a:pt x="209307" y="248870"/>
                </a:lnTo>
                <a:lnTo>
                  <a:pt x="157624" y="237128"/>
                </a:lnTo>
                <a:lnTo>
                  <a:pt x="112132" y="223788"/>
                </a:lnTo>
                <a:lnTo>
                  <a:pt x="73474" y="209015"/>
                </a:lnTo>
                <a:lnTo>
                  <a:pt x="19223" y="175833"/>
                </a:lnTo>
                <a:lnTo>
                  <a:pt x="0" y="13890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97162" y="3357562"/>
            <a:ext cx="1332230" cy="323850"/>
          </a:xfrm>
          <a:custGeom>
            <a:avLst/>
            <a:gdLst/>
            <a:ahLst/>
            <a:cxnLst/>
            <a:rect l="l" t="t" r="r" b="b"/>
            <a:pathLst>
              <a:path w="1332229" h="323850">
                <a:moveTo>
                  <a:pt x="0" y="161925"/>
                </a:moveTo>
                <a:lnTo>
                  <a:pt x="33950" y="110744"/>
                </a:lnTo>
                <a:lnTo>
                  <a:pt x="90922" y="80198"/>
                </a:lnTo>
                <a:lnTo>
                  <a:pt x="128490" y="66294"/>
                </a:lnTo>
                <a:lnTo>
                  <a:pt x="171572" y="53434"/>
                </a:lnTo>
                <a:lnTo>
                  <a:pt x="219761" y="41717"/>
                </a:lnTo>
                <a:lnTo>
                  <a:pt x="272651" y="31242"/>
                </a:lnTo>
                <a:lnTo>
                  <a:pt x="329835" y="22107"/>
                </a:lnTo>
                <a:lnTo>
                  <a:pt x="390907" y="14412"/>
                </a:lnTo>
                <a:lnTo>
                  <a:pt x="455462" y="8255"/>
                </a:lnTo>
                <a:lnTo>
                  <a:pt x="523092" y="3734"/>
                </a:lnTo>
                <a:lnTo>
                  <a:pt x="593392" y="950"/>
                </a:lnTo>
                <a:lnTo>
                  <a:pt x="665956" y="0"/>
                </a:lnTo>
                <a:lnTo>
                  <a:pt x="738519" y="950"/>
                </a:lnTo>
                <a:lnTo>
                  <a:pt x="808819" y="3734"/>
                </a:lnTo>
                <a:lnTo>
                  <a:pt x="876449" y="8255"/>
                </a:lnTo>
                <a:lnTo>
                  <a:pt x="941004" y="14412"/>
                </a:lnTo>
                <a:lnTo>
                  <a:pt x="1002076" y="22107"/>
                </a:lnTo>
                <a:lnTo>
                  <a:pt x="1059260" y="31242"/>
                </a:lnTo>
                <a:lnTo>
                  <a:pt x="1112150" y="41717"/>
                </a:lnTo>
                <a:lnTo>
                  <a:pt x="1160339" y="53434"/>
                </a:lnTo>
                <a:lnTo>
                  <a:pt x="1203421" y="66294"/>
                </a:lnTo>
                <a:lnTo>
                  <a:pt x="1240989" y="80198"/>
                </a:lnTo>
                <a:lnTo>
                  <a:pt x="1297961" y="110744"/>
                </a:lnTo>
                <a:lnTo>
                  <a:pt x="1328004" y="144281"/>
                </a:lnTo>
                <a:lnTo>
                  <a:pt x="1331912" y="161925"/>
                </a:lnTo>
                <a:lnTo>
                  <a:pt x="1328004" y="179568"/>
                </a:lnTo>
                <a:lnTo>
                  <a:pt x="1297961" y="213105"/>
                </a:lnTo>
                <a:lnTo>
                  <a:pt x="1240989" y="243651"/>
                </a:lnTo>
                <a:lnTo>
                  <a:pt x="1203421" y="257555"/>
                </a:lnTo>
                <a:lnTo>
                  <a:pt x="1160339" y="270415"/>
                </a:lnTo>
                <a:lnTo>
                  <a:pt x="1112150" y="282132"/>
                </a:lnTo>
                <a:lnTo>
                  <a:pt x="1059260" y="292607"/>
                </a:lnTo>
                <a:lnTo>
                  <a:pt x="1002076" y="301742"/>
                </a:lnTo>
                <a:lnTo>
                  <a:pt x="941004" y="309437"/>
                </a:lnTo>
                <a:lnTo>
                  <a:pt x="876449" y="315594"/>
                </a:lnTo>
                <a:lnTo>
                  <a:pt x="808819" y="320115"/>
                </a:lnTo>
                <a:lnTo>
                  <a:pt x="738519" y="322899"/>
                </a:lnTo>
                <a:lnTo>
                  <a:pt x="665956" y="323850"/>
                </a:lnTo>
                <a:lnTo>
                  <a:pt x="593392" y="322899"/>
                </a:lnTo>
                <a:lnTo>
                  <a:pt x="523092" y="320115"/>
                </a:lnTo>
                <a:lnTo>
                  <a:pt x="455462" y="315594"/>
                </a:lnTo>
                <a:lnTo>
                  <a:pt x="390907" y="309437"/>
                </a:lnTo>
                <a:lnTo>
                  <a:pt x="329835" y="301742"/>
                </a:lnTo>
                <a:lnTo>
                  <a:pt x="272651" y="292607"/>
                </a:lnTo>
                <a:lnTo>
                  <a:pt x="219761" y="282132"/>
                </a:lnTo>
                <a:lnTo>
                  <a:pt x="171572" y="270415"/>
                </a:lnTo>
                <a:lnTo>
                  <a:pt x="128490" y="257555"/>
                </a:lnTo>
                <a:lnTo>
                  <a:pt x="90922" y="243651"/>
                </a:lnTo>
                <a:lnTo>
                  <a:pt x="33950" y="213105"/>
                </a:lnTo>
                <a:lnTo>
                  <a:pt x="3907" y="179568"/>
                </a:lnTo>
                <a:lnTo>
                  <a:pt x="0" y="1619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03747" y="3279942"/>
            <a:ext cx="793750" cy="265430"/>
          </a:xfrm>
          <a:custGeom>
            <a:avLst/>
            <a:gdLst/>
            <a:ahLst/>
            <a:cxnLst/>
            <a:rect l="l" t="t" r="r" b="b"/>
            <a:pathLst>
              <a:path w="793750" h="265429">
                <a:moveTo>
                  <a:pt x="2504" y="0"/>
                </a:moveTo>
                <a:lnTo>
                  <a:pt x="0" y="9189"/>
                </a:lnTo>
                <a:lnTo>
                  <a:pt x="36758" y="19208"/>
                </a:lnTo>
                <a:lnTo>
                  <a:pt x="39263" y="10019"/>
                </a:lnTo>
                <a:lnTo>
                  <a:pt x="2504" y="0"/>
                </a:lnTo>
                <a:close/>
              </a:path>
              <a:path w="793750" h="265429">
                <a:moveTo>
                  <a:pt x="66832" y="17532"/>
                </a:moveTo>
                <a:lnTo>
                  <a:pt x="64328" y="26723"/>
                </a:lnTo>
                <a:lnTo>
                  <a:pt x="101088" y="36741"/>
                </a:lnTo>
                <a:lnTo>
                  <a:pt x="103592" y="27551"/>
                </a:lnTo>
                <a:lnTo>
                  <a:pt x="66832" y="17532"/>
                </a:lnTo>
                <a:close/>
              </a:path>
              <a:path w="793750" h="265429">
                <a:moveTo>
                  <a:pt x="131161" y="35065"/>
                </a:moveTo>
                <a:lnTo>
                  <a:pt x="128657" y="44255"/>
                </a:lnTo>
                <a:lnTo>
                  <a:pt x="165416" y="54273"/>
                </a:lnTo>
                <a:lnTo>
                  <a:pt x="167920" y="45083"/>
                </a:lnTo>
                <a:lnTo>
                  <a:pt x="131161" y="35065"/>
                </a:lnTo>
                <a:close/>
              </a:path>
              <a:path w="793750" h="265429">
                <a:moveTo>
                  <a:pt x="195489" y="52598"/>
                </a:moveTo>
                <a:lnTo>
                  <a:pt x="192985" y="61788"/>
                </a:lnTo>
                <a:lnTo>
                  <a:pt x="229744" y="71805"/>
                </a:lnTo>
                <a:lnTo>
                  <a:pt x="232249" y="62616"/>
                </a:lnTo>
                <a:lnTo>
                  <a:pt x="195489" y="52598"/>
                </a:lnTo>
                <a:close/>
              </a:path>
              <a:path w="793750" h="265429">
                <a:moveTo>
                  <a:pt x="259819" y="70130"/>
                </a:moveTo>
                <a:lnTo>
                  <a:pt x="257314" y="79320"/>
                </a:lnTo>
                <a:lnTo>
                  <a:pt x="294073" y="89338"/>
                </a:lnTo>
                <a:lnTo>
                  <a:pt x="296578" y="80148"/>
                </a:lnTo>
                <a:lnTo>
                  <a:pt x="259819" y="70130"/>
                </a:lnTo>
                <a:close/>
              </a:path>
              <a:path w="793750" h="265429">
                <a:moveTo>
                  <a:pt x="324147" y="87663"/>
                </a:moveTo>
                <a:lnTo>
                  <a:pt x="321642" y="96852"/>
                </a:lnTo>
                <a:lnTo>
                  <a:pt x="358401" y="106870"/>
                </a:lnTo>
                <a:lnTo>
                  <a:pt x="360907" y="97680"/>
                </a:lnTo>
                <a:lnTo>
                  <a:pt x="324147" y="87663"/>
                </a:lnTo>
                <a:close/>
              </a:path>
              <a:path w="793750" h="265429">
                <a:moveTo>
                  <a:pt x="388476" y="105195"/>
                </a:moveTo>
                <a:lnTo>
                  <a:pt x="385972" y="114385"/>
                </a:lnTo>
                <a:lnTo>
                  <a:pt x="422730" y="124402"/>
                </a:lnTo>
                <a:lnTo>
                  <a:pt x="425235" y="115213"/>
                </a:lnTo>
                <a:lnTo>
                  <a:pt x="388476" y="105195"/>
                </a:lnTo>
                <a:close/>
              </a:path>
              <a:path w="793750" h="265429">
                <a:moveTo>
                  <a:pt x="452804" y="122727"/>
                </a:moveTo>
                <a:lnTo>
                  <a:pt x="450300" y="131917"/>
                </a:lnTo>
                <a:lnTo>
                  <a:pt x="487058" y="141936"/>
                </a:lnTo>
                <a:lnTo>
                  <a:pt x="489563" y="132745"/>
                </a:lnTo>
                <a:lnTo>
                  <a:pt x="452804" y="122727"/>
                </a:lnTo>
                <a:close/>
              </a:path>
              <a:path w="793750" h="265429">
                <a:moveTo>
                  <a:pt x="517133" y="140260"/>
                </a:moveTo>
                <a:lnTo>
                  <a:pt x="514628" y="149449"/>
                </a:lnTo>
                <a:lnTo>
                  <a:pt x="551388" y="159468"/>
                </a:lnTo>
                <a:lnTo>
                  <a:pt x="553892" y="150279"/>
                </a:lnTo>
                <a:lnTo>
                  <a:pt x="517133" y="140260"/>
                </a:lnTo>
                <a:close/>
              </a:path>
              <a:path w="793750" h="265429">
                <a:moveTo>
                  <a:pt x="581461" y="157792"/>
                </a:moveTo>
                <a:lnTo>
                  <a:pt x="578957" y="166982"/>
                </a:lnTo>
                <a:lnTo>
                  <a:pt x="615716" y="177001"/>
                </a:lnTo>
                <a:lnTo>
                  <a:pt x="618220" y="167811"/>
                </a:lnTo>
                <a:lnTo>
                  <a:pt x="581461" y="157792"/>
                </a:lnTo>
                <a:close/>
              </a:path>
              <a:path w="793750" h="265429">
                <a:moveTo>
                  <a:pt x="645789" y="175324"/>
                </a:moveTo>
                <a:lnTo>
                  <a:pt x="643285" y="184514"/>
                </a:lnTo>
                <a:lnTo>
                  <a:pt x="680045" y="194533"/>
                </a:lnTo>
                <a:lnTo>
                  <a:pt x="682550" y="185343"/>
                </a:lnTo>
                <a:lnTo>
                  <a:pt x="645789" y="175324"/>
                </a:lnTo>
                <a:close/>
              </a:path>
              <a:path w="793750" h="265429">
                <a:moveTo>
                  <a:pt x="772303" y="219677"/>
                </a:moveTo>
                <a:lnTo>
                  <a:pt x="691659" y="256531"/>
                </a:lnTo>
                <a:lnTo>
                  <a:pt x="690605" y="259356"/>
                </a:lnTo>
                <a:lnTo>
                  <a:pt x="692792" y="264142"/>
                </a:lnTo>
                <a:lnTo>
                  <a:pt x="695618" y="265195"/>
                </a:lnTo>
                <a:lnTo>
                  <a:pt x="787650" y="223136"/>
                </a:lnTo>
                <a:lnTo>
                  <a:pt x="784995" y="223136"/>
                </a:lnTo>
                <a:lnTo>
                  <a:pt x="772303" y="219677"/>
                </a:lnTo>
                <a:close/>
              </a:path>
              <a:path w="793750" h="265429">
                <a:moveTo>
                  <a:pt x="779069" y="216585"/>
                </a:moveTo>
                <a:lnTo>
                  <a:pt x="772303" y="219677"/>
                </a:lnTo>
                <a:lnTo>
                  <a:pt x="784995" y="223136"/>
                </a:lnTo>
                <a:lnTo>
                  <a:pt x="785504" y="221269"/>
                </a:lnTo>
                <a:lnTo>
                  <a:pt x="782342" y="221269"/>
                </a:lnTo>
                <a:lnTo>
                  <a:pt x="779069" y="216585"/>
                </a:lnTo>
                <a:close/>
              </a:path>
              <a:path w="793750" h="265429">
                <a:moveTo>
                  <a:pt x="728854" y="131828"/>
                </a:moveTo>
                <a:lnTo>
                  <a:pt x="724542" y="134842"/>
                </a:lnTo>
                <a:lnTo>
                  <a:pt x="724015" y="137811"/>
                </a:lnTo>
                <a:lnTo>
                  <a:pt x="774807" y="210487"/>
                </a:lnTo>
                <a:lnTo>
                  <a:pt x="787500" y="213946"/>
                </a:lnTo>
                <a:lnTo>
                  <a:pt x="784995" y="223136"/>
                </a:lnTo>
                <a:lnTo>
                  <a:pt x="787650" y="223136"/>
                </a:lnTo>
                <a:lnTo>
                  <a:pt x="793424" y="220497"/>
                </a:lnTo>
                <a:lnTo>
                  <a:pt x="731823" y="132355"/>
                </a:lnTo>
                <a:lnTo>
                  <a:pt x="728854" y="131828"/>
                </a:lnTo>
                <a:close/>
              </a:path>
              <a:path w="793750" h="265429">
                <a:moveTo>
                  <a:pt x="784268" y="214209"/>
                </a:moveTo>
                <a:lnTo>
                  <a:pt x="779069" y="216585"/>
                </a:lnTo>
                <a:lnTo>
                  <a:pt x="782342" y="221269"/>
                </a:lnTo>
                <a:lnTo>
                  <a:pt x="784268" y="214209"/>
                </a:lnTo>
                <a:close/>
              </a:path>
              <a:path w="793750" h="265429">
                <a:moveTo>
                  <a:pt x="787428" y="214209"/>
                </a:moveTo>
                <a:lnTo>
                  <a:pt x="784268" y="214209"/>
                </a:lnTo>
                <a:lnTo>
                  <a:pt x="782342" y="221269"/>
                </a:lnTo>
                <a:lnTo>
                  <a:pt x="785504" y="221269"/>
                </a:lnTo>
                <a:lnTo>
                  <a:pt x="787428" y="214209"/>
                </a:lnTo>
                <a:close/>
              </a:path>
              <a:path w="793750" h="265429">
                <a:moveTo>
                  <a:pt x="774447" y="210389"/>
                </a:moveTo>
                <a:lnTo>
                  <a:pt x="771942" y="219579"/>
                </a:lnTo>
                <a:lnTo>
                  <a:pt x="772303" y="219677"/>
                </a:lnTo>
                <a:lnTo>
                  <a:pt x="779069" y="216585"/>
                </a:lnTo>
                <a:lnTo>
                  <a:pt x="774807" y="210487"/>
                </a:lnTo>
                <a:lnTo>
                  <a:pt x="774447" y="210389"/>
                </a:lnTo>
                <a:close/>
              </a:path>
              <a:path w="793750" h="265429">
                <a:moveTo>
                  <a:pt x="774807" y="210487"/>
                </a:moveTo>
                <a:lnTo>
                  <a:pt x="779069" y="216585"/>
                </a:lnTo>
                <a:lnTo>
                  <a:pt x="784268" y="214209"/>
                </a:lnTo>
                <a:lnTo>
                  <a:pt x="787428" y="214209"/>
                </a:lnTo>
                <a:lnTo>
                  <a:pt x="787500" y="213946"/>
                </a:lnTo>
                <a:lnTo>
                  <a:pt x="774807" y="210487"/>
                </a:lnTo>
                <a:close/>
              </a:path>
              <a:path w="793750" h="265429">
                <a:moveTo>
                  <a:pt x="710119" y="192857"/>
                </a:moveTo>
                <a:lnTo>
                  <a:pt x="707614" y="202046"/>
                </a:lnTo>
                <a:lnTo>
                  <a:pt x="744373" y="212065"/>
                </a:lnTo>
                <a:lnTo>
                  <a:pt x="746878" y="202876"/>
                </a:lnTo>
                <a:lnTo>
                  <a:pt x="710119" y="192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30212" y="3611509"/>
            <a:ext cx="938530" cy="411480"/>
          </a:xfrm>
          <a:custGeom>
            <a:avLst/>
            <a:gdLst/>
            <a:ahLst/>
            <a:cxnLst/>
            <a:rect l="l" t="t" r="r" b="b"/>
            <a:pathLst>
              <a:path w="938530" h="411479">
                <a:moveTo>
                  <a:pt x="35396" y="387931"/>
                </a:moveTo>
                <a:lnTo>
                  <a:pt x="0" y="402029"/>
                </a:lnTo>
                <a:lnTo>
                  <a:pt x="3525" y="410878"/>
                </a:lnTo>
                <a:lnTo>
                  <a:pt x="38920" y="396779"/>
                </a:lnTo>
                <a:lnTo>
                  <a:pt x="35396" y="387931"/>
                </a:lnTo>
                <a:close/>
              </a:path>
              <a:path w="938530" h="411479">
                <a:moveTo>
                  <a:pt x="97337" y="363259"/>
                </a:moveTo>
                <a:lnTo>
                  <a:pt x="61942" y="377357"/>
                </a:lnTo>
                <a:lnTo>
                  <a:pt x="65467" y="386205"/>
                </a:lnTo>
                <a:lnTo>
                  <a:pt x="100863" y="372107"/>
                </a:lnTo>
                <a:lnTo>
                  <a:pt x="97337" y="363259"/>
                </a:lnTo>
                <a:close/>
              </a:path>
              <a:path w="938530" h="411479">
                <a:moveTo>
                  <a:pt x="159280" y="338587"/>
                </a:moveTo>
                <a:lnTo>
                  <a:pt x="123884" y="352685"/>
                </a:lnTo>
                <a:lnTo>
                  <a:pt x="127410" y="361534"/>
                </a:lnTo>
                <a:lnTo>
                  <a:pt x="162805" y="347436"/>
                </a:lnTo>
                <a:lnTo>
                  <a:pt x="159280" y="338587"/>
                </a:lnTo>
                <a:close/>
              </a:path>
              <a:path w="938530" h="411479">
                <a:moveTo>
                  <a:pt x="221222" y="313914"/>
                </a:moveTo>
                <a:lnTo>
                  <a:pt x="185827" y="328013"/>
                </a:lnTo>
                <a:lnTo>
                  <a:pt x="189351" y="336862"/>
                </a:lnTo>
                <a:lnTo>
                  <a:pt x="224748" y="322764"/>
                </a:lnTo>
                <a:lnTo>
                  <a:pt x="221222" y="313914"/>
                </a:lnTo>
                <a:close/>
              </a:path>
              <a:path w="938530" h="411479">
                <a:moveTo>
                  <a:pt x="283165" y="289243"/>
                </a:moveTo>
                <a:lnTo>
                  <a:pt x="247769" y="303342"/>
                </a:lnTo>
                <a:lnTo>
                  <a:pt x="251294" y="312190"/>
                </a:lnTo>
                <a:lnTo>
                  <a:pt x="286689" y="298091"/>
                </a:lnTo>
                <a:lnTo>
                  <a:pt x="283165" y="289243"/>
                </a:lnTo>
                <a:close/>
              </a:path>
              <a:path w="938530" h="411479">
                <a:moveTo>
                  <a:pt x="345107" y="264571"/>
                </a:moveTo>
                <a:lnTo>
                  <a:pt x="309712" y="278669"/>
                </a:lnTo>
                <a:lnTo>
                  <a:pt x="313236" y="287519"/>
                </a:lnTo>
                <a:lnTo>
                  <a:pt x="348632" y="273420"/>
                </a:lnTo>
                <a:lnTo>
                  <a:pt x="345107" y="264571"/>
                </a:lnTo>
                <a:close/>
              </a:path>
              <a:path w="938530" h="411479">
                <a:moveTo>
                  <a:pt x="407050" y="239899"/>
                </a:moveTo>
                <a:lnTo>
                  <a:pt x="371654" y="253997"/>
                </a:lnTo>
                <a:lnTo>
                  <a:pt x="375178" y="262846"/>
                </a:lnTo>
                <a:lnTo>
                  <a:pt x="410574" y="248748"/>
                </a:lnTo>
                <a:lnTo>
                  <a:pt x="407050" y="239899"/>
                </a:lnTo>
                <a:close/>
              </a:path>
              <a:path w="938530" h="411479">
                <a:moveTo>
                  <a:pt x="468991" y="215226"/>
                </a:moveTo>
                <a:lnTo>
                  <a:pt x="433597" y="229325"/>
                </a:lnTo>
                <a:lnTo>
                  <a:pt x="437121" y="238174"/>
                </a:lnTo>
                <a:lnTo>
                  <a:pt x="472516" y="224076"/>
                </a:lnTo>
                <a:lnTo>
                  <a:pt x="468991" y="215226"/>
                </a:lnTo>
                <a:close/>
              </a:path>
              <a:path w="938530" h="411479">
                <a:moveTo>
                  <a:pt x="530934" y="190555"/>
                </a:moveTo>
                <a:lnTo>
                  <a:pt x="495538" y="204654"/>
                </a:lnTo>
                <a:lnTo>
                  <a:pt x="499063" y="213502"/>
                </a:lnTo>
                <a:lnTo>
                  <a:pt x="534459" y="199403"/>
                </a:lnTo>
                <a:lnTo>
                  <a:pt x="530934" y="190555"/>
                </a:lnTo>
                <a:close/>
              </a:path>
              <a:path w="938530" h="411479">
                <a:moveTo>
                  <a:pt x="592876" y="165883"/>
                </a:moveTo>
                <a:lnTo>
                  <a:pt x="557481" y="179981"/>
                </a:lnTo>
                <a:lnTo>
                  <a:pt x="561005" y="188831"/>
                </a:lnTo>
                <a:lnTo>
                  <a:pt x="596400" y="174732"/>
                </a:lnTo>
                <a:lnTo>
                  <a:pt x="592876" y="165883"/>
                </a:lnTo>
                <a:close/>
              </a:path>
              <a:path w="938530" h="411479">
                <a:moveTo>
                  <a:pt x="654819" y="141211"/>
                </a:moveTo>
                <a:lnTo>
                  <a:pt x="619423" y="155309"/>
                </a:lnTo>
                <a:lnTo>
                  <a:pt x="622947" y="164158"/>
                </a:lnTo>
                <a:lnTo>
                  <a:pt x="658343" y="150060"/>
                </a:lnTo>
                <a:lnTo>
                  <a:pt x="654819" y="141211"/>
                </a:lnTo>
                <a:close/>
              </a:path>
              <a:path w="938530" h="411479">
                <a:moveTo>
                  <a:pt x="716761" y="116539"/>
                </a:moveTo>
                <a:lnTo>
                  <a:pt x="681366" y="130637"/>
                </a:lnTo>
                <a:lnTo>
                  <a:pt x="684890" y="139486"/>
                </a:lnTo>
                <a:lnTo>
                  <a:pt x="720285" y="125388"/>
                </a:lnTo>
                <a:lnTo>
                  <a:pt x="716761" y="116539"/>
                </a:lnTo>
                <a:close/>
              </a:path>
              <a:path w="938530" h="411479">
                <a:moveTo>
                  <a:pt x="778704" y="91867"/>
                </a:moveTo>
                <a:lnTo>
                  <a:pt x="743308" y="105966"/>
                </a:lnTo>
                <a:lnTo>
                  <a:pt x="746832" y="114814"/>
                </a:lnTo>
                <a:lnTo>
                  <a:pt x="782228" y="100716"/>
                </a:lnTo>
                <a:lnTo>
                  <a:pt x="778704" y="91867"/>
                </a:lnTo>
                <a:close/>
              </a:path>
              <a:path w="938530" h="411479">
                <a:moveTo>
                  <a:pt x="924574" y="38892"/>
                </a:moveTo>
                <a:lnTo>
                  <a:pt x="878751" y="123370"/>
                </a:lnTo>
                <a:lnTo>
                  <a:pt x="879608" y="126262"/>
                </a:lnTo>
                <a:lnTo>
                  <a:pt x="884232" y="128769"/>
                </a:lnTo>
                <a:lnTo>
                  <a:pt x="887124" y="127911"/>
                </a:lnTo>
                <a:lnTo>
                  <a:pt x="934376" y="40798"/>
                </a:lnTo>
                <a:lnTo>
                  <a:pt x="932660" y="40798"/>
                </a:lnTo>
                <a:lnTo>
                  <a:pt x="932607" y="40666"/>
                </a:lnTo>
                <a:lnTo>
                  <a:pt x="930007" y="40666"/>
                </a:lnTo>
                <a:lnTo>
                  <a:pt x="924574" y="38892"/>
                </a:lnTo>
                <a:close/>
              </a:path>
              <a:path w="938530" h="411479">
                <a:moveTo>
                  <a:pt x="840646" y="67195"/>
                </a:moveTo>
                <a:lnTo>
                  <a:pt x="805251" y="81293"/>
                </a:lnTo>
                <a:lnTo>
                  <a:pt x="808775" y="90143"/>
                </a:lnTo>
                <a:lnTo>
                  <a:pt x="844170" y="76045"/>
                </a:lnTo>
                <a:lnTo>
                  <a:pt x="840646" y="67195"/>
                </a:lnTo>
                <a:close/>
              </a:path>
              <a:path w="938530" h="411479">
                <a:moveTo>
                  <a:pt x="902588" y="42523"/>
                </a:moveTo>
                <a:lnTo>
                  <a:pt x="867192" y="56621"/>
                </a:lnTo>
                <a:lnTo>
                  <a:pt x="870717" y="65471"/>
                </a:lnTo>
                <a:lnTo>
                  <a:pt x="906113" y="51372"/>
                </a:lnTo>
                <a:lnTo>
                  <a:pt x="902588" y="42523"/>
                </a:lnTo>
                <a:close/>
              </a:path>
              <a:path w="938530" h="411479">
                <a:moveTo>
                  <a:pt x="929732" y="31711"/>
                </a:moveTo>
                <a:lnTo>
                  <a:pt x="929134" y="31949"/>
                </a:lnTo>
                <a:lnTo>
                  <a:pt x="932660" y="40798"/>
                </a:lnTo>
                <a:lnTo>
                  <a:pt x="933256" y="40561"/>
                </a:lnTo>
                <a:lnTo>
                  <a:pt x="929732" y="31711"/>
                </a:lnTo>
                <a:close/>
              </a:path>
              <a:path w="938530" h="411479">
                <a:moveTo>
                  <a:pt x="933267" y="31711"/>
                </a:moveTo>
                <a:lnTo>
                  <a:pt x="929732" y="31711"/>
                </a:lnTo>
                <a:lnTo>
                  <a:pt x="933256" y="40561"/>
                </a:lnTo>
                <a:lnTo>
                  <a:pt x="932660" y="40798"/>
                </a:lnTo>
                <a:lnTo>
                  <a:pt x="934376" y="40798"/>
                </a:lnTo>
                <a:lnTo>
                  <a:pt x="938396" y="33387"/>
                </a:lnTo>
                <a:lnTo>
                  <a:pt x="933267" y="31711"/>
                </a:lnTo>
                <a:close/>
              </a:path>
              <a:path w="938530" h="411479">
                <a:moveTo>
                  <a:pt x="927299" y="33869"/>
                </a:moveTo>
                <a:lnTo>
                  <a:pt x="924574" y="38892"/>
                </a:lnTo>
                <a:lnTo>
                  <a:pt x="930007" y="40666"/>
                </a:lnTo>
                <a:lnTo>
                  <a:pt x="927299" y="33869"/>
                </a:lnTo>
                <a:close/>
              </a:path>
              <a:path w="938530" h="411479">
                <a:moveTo>
                  <a:pt x="929899" y="33869"/>
                </a:moveTo>
                <a:lnTo>
                  <a:pt x="927299" y="33869"/>
                </a:lnTo>
                <a:lnTo>
                  <a:pt x="930007" y="40666"/>
                </a:lnTo>
                <a:lnTo>
                  <a:pt x="932607" y="40666"/>
                </a:lnTo>
                <a:lnTo>
                  <a:pt x="929899" y="33869"/>
                </a:lnTo>
                <a:close/>
              </a:path>
              <a:path w="938530" h="411479">
                <a:moveTo>
                  <a:pt x="836175" y="0"/>
                </a:moveTo>
                <a:lnTo>
                  <a:pt x="833487" y="1365"/>
                </a:lnTo>
                <a:lnTo>
                  <a:pt x="831853" y="6365"/>
                </a:lnTo>
                <a:lnTo>
                  <a:pt x="833217" y="9055"/>
                </a:lnTo>
                <a:lnTo>
                  <a:pt x="924574" y="38892"/>
                </a:lnTo>
                <a:lnTo>
                  <a:pt x="927299" y="33869"/>
                </a:lnTo>
                <a:lnTo>
                  <a:pt x="929899" y="33869"/>
                </a:lnTo>
                <a:lnTo>
                  <a:pt x="929134" y="31949"/>
                </a:lnTo>
                <a:lnTo>
                  <a:pt x="929732" y="31711"/>
                </a:lnTo>
                <a:lnTo>
                  <a:pt x="933267" y="31711"/>
                </a:lnTo>
                <a:lnTo>
                  <a:pt x="836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8625" y="2736850"/>
            <a:ext cx="3780154" cy="19164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54610">
              <a:lnSpc>
                <a:spcPts val="2695"/>
              </a:lnSpc>
              <a:spcBef>
                <a:spcPts val="45"/>
              </a:spcBef>
            </a:pPr>
            <a:r>
              <a:rPr sz="2350" b="1" spc="85" dirty="0">
                <a:latin typeface="宋体"/>
                <a:cs typeface="宋体"/>
              </a:rPr>
              <a:t>例：</a:t>
            </a:r>
            <a:endParaRPr sz="2350">
              <a:latin typeface="宋体"/>
              <a:cs typeface="宋体"/>
            </a:endParaRPr>
          </a:p>
          <a:p>
            <a:pPr marL="374650">
              <a:lnSpc>
                <a:spcPts val="2035"/>
              </a:lnSpc>
            </a:pPr>
            <a:r>
              <a:rPr sz="2625" b="1" spc="112" baseline="-14285" dirty="0">
                <a:latin typeface="宋体"/>
                <a:cs typeface="宋体"/>
              </a:rPr>
              <a:t>成绩登</a:t>
            </a:r>
            <a:r>
              <a:rPr sz="2625" b="1" spc="60" baseline="-14285" dirty="0">
                <a:latin typeface="宋体"/>
                <a:cs typeface="宋体"/>
              </a:rPr>
              <a:t>记</a:t>
            </a:r>
            <a:r>
              <a:rPr sz="2625" b="1" spc="-165" baseline="-14285" dirty="0">
                <a:latin typeface="宋体"/>
                <a:cs typeface="宋体"/>
              </a:rPr>
              <a:t> </a:t>
            </a:r>
            <a:r>
              <a:rPr sz="1750" b="1" spc="75" dirty="0">
                <a:latin typeface="宋体"/>
                <a:cs typeface="宋体"/>
              </a:rPr>
              <a:t>《</a:t>
            </a:r>
            <a:r>
              <a:rPr sz="1800" b="1" spc="-5" dirty="0">
                <a:latin typeface="Times New Roman"/>
                <a:cs typeface="Times New Roman"/>
              </a:rPr>
              <a:t>include</a:t>
            </a:r>
            <a:r>
              <a:rPr sz="1750" b="1" spc="40" dirty="0">
                <a:latin typeface="宋体"/>
                <a:cs typeface="宋体"/>
              </a:rPr>
              <a:t>》</a:t>
            </a:r>
            <a:endParaRPr sz="1750">
              <a:latin typeface="宋体"/>
              <a:cs typeface="宋体"/>
            </a:endParaRPr>
          </a:p>
          <a:p>
            <a:pPr marL="2442845">
              <a:lnSpc>
                <a:spcPct val="100000"/>
              </a:lnSpc>
              <a:spcBef>
                <a:spcPts val="315"/>
              </a:spcBef>
            </a:pPr>
            <a:r>
              <a:rPr sz="1750" b="1" spc="75" dirty="0">
                <a:latin typeface="宋体"/>
                <a:cs typeface="宋体"/>
              </a:rPr>
              <a:t>密码验证</a:t>
            </a:r>
            <a:endParaRPr sz="17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宋体"/>
              <a:cs typeface="宋体"/>
            </a:endParaRPr>
          </a:p>
          <a:p>
            <a:pPr marL="382270">
              <a:lnSpc>
                <a:spcPts val="1650"/>
              </a:lnSpc>
            </a:pPr>
            <a:r>
              <a:rPr sz="1750" b="1" spc="75" dirty="0">
                <a:latin typeface="宋体"/>
                <a:cs typeface="宋体"/>
              </a:rPr>
              <a:t>成绩查询</a:t>
            </a:r>
            <a:endParaRPr sz="1750">
              <a:latin typeface="宋体"/>
              <a:cs typeface="宋体"/>
            </a:endParaRPr>
          </a:p>
          <a:p>
            <a:pPr marL="345440" algn="ctr">
              <a:lnSpc>
                <a:spcPts val="1710"/>
              </a:lnSpc>
            </a:pPr>
            <a:r>
              <a:rPr sz="1750" b="1" spc="75" dirty="0">
                <a:latin typeface="宋体"/>
                <a:cs typeface="宋体"/>
              </a:rPr>
              <a:t>《</a:t>
            </a:r>
            <a:r>
              <a:rPr sz="1800" b="1" spc="-5" dirty="0">
                <a:latin typeface="Times New Roman"/>
                <a:cs typeface="Times New Roman"/>
              </a:rPr>
              <a:t>include</a:t>
            </a:r>
            <a:r>
              <a:rPr sz="1750" b="1" spc="40" dirty="0">
                <a:latin typeface="宋体"/>
                <a:cs typeface="宋体"/>
              </a:rPr>
              <a:t>》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2025" y="3948147"/>
            <a:ext cx="117983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供应商查询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32650" y="3068637"/>
            <a:ext cx="1152525" cy="327025"/>
          </a:xfrm>
          <a:custGeom>
            <a:avLst/>
            <a:gdLst/>
            <a:ahLst/>
            <a:cxnLst/>
            <a:rect l="l" t="t" r="r" b="b"/>
            <a:pathLst>
              <a:path w="1152525" h="327025">
                <a:moveTo>
                  <a:pt x="0" y="163512"/>
                </a:moveTo>
                <a:lnTo>
                  <a:pt x="17599" y="123251"/>
                </a:lnTo>
                <a:lnTo>
                  <a:pt x="67518" y="86644"/>
                </a:lnTo>
                <a:lnTo>
                  <a:pt x="103247" y="70094"/>
                </a:lnTo>
                <a:lnTo>
                  <a:pt x="145435" y="54917"/>
                </a:lnTo>
                <a:lnTo>
                  <a:pt x="193543" y="41266"/>
                </a:lnTo>
                <a:lnTo>
                  <a:pt x="247031" y="29295"/>
                </a:lnTo>
                <a:lnTo>
                  <a:pt x="305358" y="19158"/>
                </a:lnTo>
                <a:lnTo>
                  <a:pt x="367985" y="11006"/>
                </a:lnTo>
                <a:lnTo>
                  <a:pt x="434371" y="4993"/>
                </a:lnTo>
                <a:lnTo>
                  <a:pt x="503977" y="1273"/>
                </a:lnTo>
                <a:lnTo>
                  <a:pt x="576262" y="0"/>
                </a:lnTo>
                <a:lnTo>
                  <a:pt x="648547" y="1273"/>
                </a:lnTo>
                <a:lnTo>
                  <a:pt x="718153" y="4993"/>
                </a:lnTo>
                <a:lnTo>
                  <a:pt x="784539" y="11006"/>
                </a:lnTo>
                <a:lnTo>
                  <a:pt x="847166" y="19158"/>
                </a:lnTo>
                <a:lnTo>
                  <a:pt x="905493" y="29295"/>
                </a:lnTo>
                <a:lnTo>
                  <a:pt x="958981" y="41266"/>
                </a:lnTo>
                <a:lnTo>
                  <a:pt x="1007089" y="54917"/>
                </a:lnTo>
                <a:lnTo>
                  <a:pt x="1049277" y="70094"/>
                </a:lnTo>
                <a:lnTo>
                  <a:pt x="1085006" y="86644"/>
                </a:lnTo>
                <a:lnTo>
                  <a:pt x="1134925" y="123251"/>
                </a:lnTo>
                <a:lnTo>
                  <a:pt x="1152525" y="163512"/>
                </a:lnTo>
                <a:lnTo>
                  <a:pt x="1148035" y="184023"/>
                </a:lnTo>
                <a:lnTo>
                  <a:pt x="1113735" y="222610"/>
                </a:lnTo>
                <a:lnTo>
                  <a:pt x="1049277" y="256930"/>
                </a:lnTo>
                <a:lnTo>
                  <a:pt x="1007089" y="272107"/>
                </a:lnTo>
                <a:lnTo>
                  <a:pt x="958981" y="285758"/>
                </a:lnTo>
                <a:lnTo>
                  <a:pt x="905493" y="297729"/>
                </a:lnTo>
                <a:lnTo>
                  <a:pt x="847166" y="307866"/>
                </a:lnTo>
                <a:lnTo>
                  <a:pt x="784539" y="316018"/>
                </a:lnTo>
                <a:lnTo>
                  <a:pt x="718153" y="322031"/>
                </a:lnTo>
                <a:lnTo>
                  <a:pt x="648547" y="325751"/>
                </a:lnTo>
                <a:lnTo>
                  <a:pt x="576262" y="327025"/>
                </a:lnTo>
                <a:lnTo>
                  <a:pt x="503977" y="325751"/>
                </a:lnTo>
                <a:lnTo>
                  <a:pt x="434371" y="322031"/>
                </a:lnTo>
                <a:lnTo>
                  <a:pt x="367985" y="316018"/>
                </a:lnTo>
                <a:lnTo>
                  <a:pt x="305358" y="307866"/>
                </a:lnTo>
                <a:lnTo>
                  <a:pt x="247031" y="297729"/>
                </a:lnTo>
                <a:lnTo>
                  <a:pt x="193543" y="285758"/>
                </a:lnTo>
                <a:lnTo>
                  <a:pt x="145435" y="272107"/>
                </a:lnTo>
                <a:lnTo>
                  <a:pt x="103247" y="256930"/>
                </a:lnTo>
                <a:lnTo>
                  <a:pt x="67518" y="240380"/>
                </a:lnTo>
                <a:lnTo>
                  <a:pt x="17599" y="203773"/>
                </a:lnTo>
                <a:lnTo>
                  <a:pt x="0" y="163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70913" y="3515331"/>
            <a:ext cx="94615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制定定单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32650" y="3933823"/>
            <a:ext cx="1368425" cy="358775"/>
          </a:xfrm>
          <a:custGeom>
            <a:avLst/>
            <a:gdLst/>
            <a:ahLst/>
            <a:cxnLst/>
            <a:rect l="l" t="t" r="r" b="b"/>
            <a:pathLst>
              <a:path w="1368425" h="358775">
                <a:moveTo>
                  <a:pt x="0" y="179387"/>
                </a:moveTo>
                <a:lnTo>
                  <a:pt x="13900" y="143234"/>
                </a:lnTo>
                <a:lnTo>
                  <a:pt x="53768" y="109561"/>
                </a:lnTo>
                <a:lnTo>
                  <a:pt x="116852" y="79090"/>
                </a:lnTo>
                <a:lnTo>
                  <a:pt x="156240" y="65280"/>
                </a:lnTo>
                <a:lnTo>
                  <a:pt x="200401" y="52541"/>
                </a:lnTo>
                <a:lnTo>
                  <a:pt x="248989" y="40963"/>
                </a:lnTo>
                <a:lnTo>
                  <a:pt x="301662" y="30636"/>
                </a:lnTo>
                <a:lnTo>
                  <a:pt x="358076" y="21651"/>
                </a:lnTo>
                <a:lnTo>
                  <a:pt x="417886" y="14097"/>
                </a:lnTo>
                <a:lnTo>
                  <a:pt x="480748" y="8064"/>
                </a:lnTo>
                <a:lnTo>
                  <a:pt x="546319" y="3644"/>
                </a:lnTo>
                <a:lnTo>
                  <a:pt x="614255" y="926"/>
                </a:lnTo>
                <a:lnTo>
                  <a:pt x="684212" y="0"/>
                </a:lnTo>
                <a:lnTo>
                  <a:pt x="754169" y="926"/>
                </a:lnTo>
                <a:lnTo>
                  <a:pt x="822105" y="3644"/>
                </a:lnTo>
                <a:lnTo>
                  <a:pt x="887676" y="8064"/>
                </a:lnTo>
                <a:lnTo>
                  <a:pt x="950539" y="14097"/>
                </a:lnTo>
                <a:lnTo>
                  <a:pt x="1010348" y="21651"/>
                </a:lnTo>
                <a:lnTo>
                  <a:pt x="1066762" y="30636"/>
                </a:lnTo>
                <a:lnTo>
                  <a:pt x="1119435" y="40963"/>
                </a:lnTo>
                <a:lnTo>
                  <a:pt x="1168023" y="52541"/>
                </a:lnTo>
                <a:lnTo>
                  <a:pt x="1212184" y="65280"/>
                </a:lnTo>
                <a:lnTo>
                  <a:pt x="1251572" y="79090"/>
                </a:lnTo>
                <a:lnTo>
                  <a:pt x="1314656" y="109561"/>
                </a:lnTo>
                <a:lnTo>
                  <a:pt x="1354524" y="143234"/>
                </a:lnTo>
                <a:lnTo>
                  <a:pt x="1368425" y="179387"/>
                </a:lnTo>
                <a:lnTo>
                  <a:pt x="1364892" y="197728"/>
                </a:lnTo>
                <a:lnTo>
                  <a:pt x="1337664" y="232731"/>
                </a:lnTo>
                <a:lnTo>
                  <a:pt x="1285844" y="264894"/>
                </a:lnTo>
                <a:lnTo>
                  <a:pt x="1212184" y="293494"/>
                </a:lnTo>
                <a:lnTo>
                  <a:pt x="1168023" y="306233"/>
                </a:lnTo>
                <a:lnTo>
                  <a:pt x="1119435" y="317811"/>
                </a:lnTo>
                <a:lnTo>
                  <a:pt x="1066762" y="328138"/>
                </a:lnTo>
                <a:lnTo>
                  <a:pt x="1010348" y="337123"/>
                </a:lnTo>
                <a:lnTo>
                  <a:pt x="950539" y="344677"/>
                </a:lnTo>
                <a:lnTo>
                  <a:pt x="887676" y="350710"/>
                </a:lnTo>
                <a:lnTo>
                  <a:pt x="822105" y="355130"/>
                </a:lnTo>
                <a:lnTo>
                  <a:pt x="754169" y="357848"/>
                </a:lnTo>
                <a:lnTo>
                  <a:pt x="684212" y="358775"/>
                </a:lnTo>
                <a:lnTo>
                  <a:pt x="614255" y="357848"/>
                </a:lnTo>
                <a:lnTo>
                  <a:pt x="546319" y="355130"/>
                </a:lnTo>
                <a:lnTo>
                  <a:pt x="480748" y="350710"/>
                </a:lnTo>
                <a:lnTo>
                  <a:pt x="417886" y="344677"/>
                </a:lnTo>
                <a:lnTo>
                  <a:pt x="358076" y="337123"/>
                </a:lnTo>
                <a:lnTo>
                  <a:pt x="301662" y="328138"/>
                </a:lnTo>
                <a:lnTo>
                  <a:pt x="248989" y="317811"/>
                </a:lnTo>
                <a:lnTo>
                  <a:pt x="200401" y="306233"/>
                </a:lnTo>
                <a:lnTo>
                  <a:pt x="156240" y="293494"/>
                </a:lnTo>
                <a:lnTo>
                  <a:pt x="116852" y="279684"/>
                </a:lnTo>
                <a:lnTo>
                  <a:pt x="53768" y="249213"/>
                </a:lnTo>
                <a:lnTo>
                  <a:pt x="13900" y="215540"/>
                </a:lnTo>
                <a:lnTo>
                  <a:pt x="0" y="17938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13287" y="3500437"/>
            <a:ext cx="1079500" cy="360680"/>
          </a:xfrm>
          <a:custGeom>
            <a:avLst/>
            <a:gdLst/>
            <a:ahLst/>
            <a:cxnLst/>
            <a:rect l="l" t="t" r="r" b="b"/>
            <a:pathLst>
              <a:path w="1079500" h="360679">
                <a:moveTo>
                  <a:pt x="0" y="180181"/>
                </a:moveTo>
                <a:lnTo>
                  <a:pt x="16484" y="135815"/>
                </a:lnTo>
                <a:lnTo>
                  <a:pt x="63240" y="95477"/>
                </a:lnTo>
                <a:lnTo>
                  <a:pt x="96705" y="77239"/>
                </a:lnTo>
                <a:lnTo>
                  <a:pt x="136220" y="60515"/>
                </a:lnTo>
                <a:lnTo>
                  <a:pt x="181280" y="45473"/>
                </a:lnTo>
                <a:lnTo>
                  <a:pt x="231379" y="32282"/>
                </a:lnTo>
                <a:lnTo>
                  <a:pt x="286010" y="21111"/>
                </a:lnTo>
                <a:lnTo>
                  <a:pt x="344669" y="12128"/>
                </a:lnTo>
                <a:lnTo>
                  <a:pt x="406849" y="5502"/>
                </a:lnTo>
                <a:lnTo>
                  <a:pt x="472044" y="1403"/>
                </a:lnTo>
                <a:lnTo>
                  <a:pt x="539750" y="0"/>
                </a:lnTo>
                <a:lnTo>
                  <a:pt x="607455" y="1403"/>
                </a:lnTo>
                <a:lnTo>
                  <a:pt x="672650" y="5502"/>
                </a:lnTo>
                <a:lnTo>
                  <a:pt x="734830" y="12128"/>
                </a:lnTo>
                <a:lnTo>
                  <a:pt x="793489" y="21111"/>
                </a:lnTo>
                <a:lnTo>
                  <a:pt x="848120" y="32282"/>
                </a:lnTo>
                <a:lnTo>
                  <a:pt x="898219" y="45473"/>
                </a:lnTo>
                <a:lnTo>
                  <a:pt x="943279" y="60515"/>
                </a:lnTo>
                <a:lnTo>
                  <a:pt x="982794" y="77239"/>
                </a:lnTo>
                <a:lnTo>
                  <a:pt x="1016259" y="95477"/>
                </a:lnTo>
                <a:lnTo>
                  <a:pt x="1063015" y="135815"/>
                </a:lnTo>
                <a:lnTo>
                  <a:pt x="1079500" y="180181"/>
                </a:lnTo>
                <a:lnTo>
                  <a:pt x="1075294" y="202782"/>
                </a:lnTo>
                <a:lnTo>
                  <a:pt x="1043168" y="245303"/>
                </a:lnTo>
                <a:lnTo>
                  <a:pt x="982794" y="283122"/>
                </a:lnTo>
                <a:lnTo>
                  <a:pt x="943279" y="299846"/>
                </a:lnTo>
                <a:lnTo>
                  <a:pt x="898219" y="314888"/>
                </a:lnTo>
                <a:lnTo>
                  <a:pt x="848120" y="328079"/>
                </a:lnTo>
                <a:lnTo>
                  <a:pt x="793489" y="339250"/>
                </a:lnTo>
                <a:lnTo>
                  <a:pt x="734830" y="348233"/>
                </a:lnTo>
                <a:lnTo>
                  <a:pt x="672650" y="354859"/>
                </a:lnTo>
                <a:lnTo>
                  <a:pt x="607455" y="358958"/>
                </a:lnTo>
                <a:lnTo>
                  <a:pt x="539750" y="360362"/>
                </a:lnTo>
                <a:lnTo>
                  <a:pt x="472044" y="358958"/>
                </a:lnTo>
                <a:lnTo>
                  <a:pt x="406849" y="354859"/>
                </a:lnTo>
                <a:lnTo>
                  <a:pt x="344669" y="348233"/>
                </a:lnTo>
                <a:lnTo>
                  <a:pt x="286010" y="339250"/>
                </a:lnTo>
                <a:lnTo>
                  <a:pt x="231379" y="328079"/>
                </a:lnTo>
                <a:lnTo>
                  <a:pt x="181280" y="314888"/>
                </a:lnTo>
                <a:lnTo>
                  <a:pt x="136220" y="299846"/>
                </a:lnTo>
                <a:lnTo>
                  <a:pt x="96705" y="283122"/>
                </a:lnTo>
                <a:lnTo>
                  <a:pt x="63240" y="264884"/>
                </a:lnTo>
                <a:lnTo>
                  <a:pt x="16484" y="224546"/>
                </a:lnTo>
                <a:lnTo>
                  <a:pt x="0" y="1801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21339" y="3284795"/>
            <a:ext cx="1486535" cy="340995"/>
          </a:xfrm>
          <a:custGeom>
            <a:avLst/>
            <a:gdLst/>
            <a:ahLst/>
            <a:cxnLst/>
            <a:rect l="l" t="t" r="r" b="b"/>
            <a:pathLst>
              <a:path w="1486534" h="340995">
                <a:moveTo>
                  <a:pt x="71216" y="205243"/>
                </a:moveTo>
                <a:lnTo>
                  <a:pt x="68215" y="205539"/>
                </a:lnTo>
                <a:lnTo>
                  <a:pt x="0" y="288669"/>
                </a:lnTo>
                <a:lnTo>
                  <a:pt x="94068" y="340775"/>
                </a:lnTo>
                <a:lnTo>
                  <a:pt x="96967" y="339943"/>
                </a:lnTo>
                <a:lnTo>
                  <a:pt x="99515" y="335340"/>
                </a:lnTo>
                <a:lnTo>
                  <a:pt x="98684" y="332442"/>
                </a:lnTo>
                <a:lnTo>
                  <a:pt x="25579" y="291948"/>
                </a:lnTo>
                <a:lnTo>
                  <a:pt x="8209" y="291948"/>
                </a:lnTo>
                <a:lnTo>
                  <a:pt x="6421" y="282592"/>
                </a:lnTo>
                <a:lnTo>
                  <a:pt x="19334" y="280124"/>
                </a:lnTo>
                <a:lnTo>
                  <a:pt x="75577" y="211580"/>
                </a:lnTo>
                <a:lnTo>
                  <a:pt x="75283" y="208579"/>
                </a:lnTo>
                <a:lnTo>
                  <a:pt x="71216" y="205243"/>
                </a:lnTo>
                <a:close/>
              </a:path>
              <a:path w="1486534" h="340995">
                <a:moveTo>
                  <a:pt x="19334" y="280124"/>
                </a:moveTo>
                <a:lnTo>
                  <a:pt x="6421" y="282592"/>
                </a:lnTo>
                <a:lnTo>
                  <a:pt x="8209" y="291948"/>
                </a:lnTo>
                <a:lnTo>
                  <a:pt x="16865" y="290294"/>
                </a:lnTo>
                <a:lnTo>
                  <a:pt x="10989" y="290294"/>
                </a:lnTo>
                <a:lnTo>
                  <a:pt x="9615" y="283105"/>
                </a:lnTo>
                <a:lnTo>
                  <a:pt x="16887" y="283105"/>
                </a:lnTo>
                <a:lnTo>
                  <a:pt x="19334" y="280124"/>
                </a:lnTo>
                <a:close/>
              </a:path>
              <a:path w="1486534" h="340995">
                <a:moveTo>
                  <a:pt x="21122" y="289480"/>
                </a:moveTo>
                <a:lnTo>
                  <a:pt x="8209" y="291948"/>
                </a:lnTo>
                <a:lnTo>
                  <a:pt x="25579" y="291948"/>
                </a:lnTo>
                <a:lnTo>
                  <a:pt x="21122" y="289480"/>
                </a:lnTo>
                <a:close/>
              </a:path>
              <a:path w="1486534" h="340995">
                <a:moveTo>
                  <a:pt x="9615" y="283105"/>
                </a:moveTo>
                <a:lnTo>
                  <a:pt x="10989" y="290294"/>
                </a:lnTo>
                <a:lnTo>
                  <a:pt x="14615" y="285875"/>
                </a:lnTo>
                <a:lnTo>
                  <a:pt x="9615" y="283105"/>
                </a:lnTo>
                <a:close/>
              </a:path>
              <a:path w="1486534" h="340995">
                <a:moveTo>
                  <a:pt x="14615" y="285875"/>
                </a:moveTo>
                <a:lnTo>
                  <a:pt x="10989" y="290294"/>
                </a:lnTo>
                <a:lnTo>
                  <a:pt x="16865" y="290294"/>
                </a:lnTo>
                <a:lnTo>
                  <a:pt x="21122" y="289480"/>
                </a:lnTo>
                <a:lnTo>
                  <a:pt x="14615" y="285875"/>
                </a:lnTo>
                <a:close/>
              </a:path>
              <a:path w="1486534" h="340995">
                <a:moveTo>
                  <a:pt x="43842" y="275438"/>
                </a:moveTo>
                <a:lnTo>
                  <a:pt x="19334" y="280124"/>
                </a:lnTo>
                <a:lnTo>
                  <a:pt x="14615" y="285875"/>
                </a:lnTo>
                <a:lnTo>
                  <a:pt x="21122" y="289480"/>
                </a:lnTo>
                <a:lnTo>
                  <a:pt x="45631" y="284794"/>
                </a:lnTo>
                <a:lnTo>
                  <a:pt x="43842" y="275438"/>
                </a:lnTo>
                <a:close/>
              </a:path>
              <a:path w="1486534" h="340995">
                <a:moveTo>
                  <a:pt x="16887" y="283105"/>
                </a:moveTo>
                <a:lnTo>
                  <a:pt x="9615" y="283105"/>
                </a:lnTo>
                <a:lnTo>
                  <a:pt x="14615" y="285875"/>
                </a:lnTo>
                <a:lnTo>
                  <a:pt x="16887" y="283105"/>
                </a:lnTo>
                <a:close/>
              </a:path>
              <a:path w="1486534" h="340995">
                <a:moveTo>
                  <a:pt x="109331" y="262919"/>
                </a:moveTo>
                <a:lnTo>
                  <a:pt x="71909" y="270073"/>
                </a:lnTo>
                <a:lnTo>
                  <a:pt x="73698" y="279429"/>
                </a:lnTo>
                <a:lnTo>
                  <a:pt x="111121" y="272274"/>
                </a:lnTo>
                <a:lnTo>
                  <a:pt x="109331" y="262919"/>
                </a:lnTo>
                <a:close/>
              </a:path>
              <a:path w="1486534" h="340995">
                <a:moveTo>
                  <a:pt x="174820" y="250399"/>
                </a:moveTo>
                <a:lnTo>
                  <a:pt x="137398" y="257553"/>
                </a:lnTo>
                <a:lnTo>
                  <a:pt x="139186" y="266909"/>
                </a:lnTo>
                <a:lnTo>
                  <a:pt x="176610" y="259754"/>
                </a:lnTo>
                <a:lnTo>
                  <a:pt x="174820" y="250399"/>
                </a:lnTo>
                <a:close/>
              </a:path>
              <a:path w="1486534" h="340995">
                <a:moveTo>
                  <a:pt x="240309" y="237878"/>
                </a:moveTo>
                <a:lnTo>
                  <a:pt x="202887" y="245033"/>
                </a:lnTo>
                <a:lnTo>
                  <a:pt x="204675" y="254388"/>
                </a:lnTo>
                <a:lnTo>
                  <a:pt x="242098" y="247234"/>
                </a:lnTo>
                <a:lnTo>
                  <a:pt x="240309" y="237878"/>
                </a:lnTo>
                <a:close/>
              </a:path>
              <a:path w="1486534" h="340995">
                <a:moveTo>
                  <a:pt x="305799" y="225358"/>
                </a:moveTo>
                <a:lnTo>
                  <a:pt x="268376" y="232512"/>
                </a:lnTo>
                <a:lnTo>
                  <a:pt x="270165" y="241868"/>
                </a:lnTo>
                <a:lnTo>
                  <a:pt x="307587" y="234715"/>
                </a:lnTo>
                <a:lnTo>
                  <a:pt x="305799" y="225358"/>
                </a:lnTo>
                <a:close/>
              </a:path>
              <a:path w="1486534" h="340995">
                <a:moveTo>
                  <a:pt x="371288" y="212839"/>
                </a:moveTo>
                <a:lnTo>
                  <a:pt x="333865" y="219993"/>
                </a:lnTo>
                <a:lnTo>
                  <a:pt x="335654" y="229349"/>
                </a:lnTo>
                <a:lnTo>
                  <a:pt x="373076" y="222195"/>
                </a:lnTo>
                <a:lnTo>
                  <a:pt x="371288" y="212839"/>
                </a:lnTo>
                <a:close/>
              </a:path>
              <a:path w="1486534" h="340995">
                <a:moveTo>
                  <a:pt x="436777" y="200319"/>
                </a:moveTo>
                <a:lnTo>
                  <a:pt x="399355" y="207473"/>
                </a:lnTo>
                <a:lnTo>
                  <a:pt x="401143" y="216829"/>
                </a:lnTo>
                <a:lnTo>
                  <a:pt x="438565" y="209674"/>
                </a:lnTo>
                <a:lnTo>
                  <a:pt x="436777" y="200319"/>
                </a:lnTo>
                <a:close/>
              </a:path>
              <a:path w="1486534" h="340995">
                <a:moveTo>
                  <a:pt x="502265" y="187799"/>
                </a:moveTo>
                <a:lnTo>
                  <a:pt x="464844" y="194953"/>
                </a:lnTo>
                <a:lnTo>
                  <a:pt x="466632" y="204308"/>
                </a:lnTo>
                <a:lnTo>
                  <a:pt x="504054" y="197154"/>
                </a:lnTo>
                <a:lnTo>
                  <a:pt x="502265" y="187799"/>
                </a:lnTo>
                <a:close/>
              </a:path>
              <a:path w="1486534" h="340995">
                <a:moveTo>
                  <a:pt x="567754" y="175279"/>
                </a:moveTo>
                <a:lnTo>
                  <a:pt x="530332" y="182434"/>
                </a:lnTo>
                <a:lnTo>
                  <a:pt x="532121" y="191789"/>
                </a:lnTo>
                <a:lnTo>
                  <a:pt x="569542" y="184635"/>
                </a:lnTo>
                <a:lnTo>
                  <a:pt x="567754" y="175279"/>
                </a:lnTo>
                <a:close/>
              </a:path>
              <a:path w="1486534" h="340995">
                <a:moveTo>
                  <a:pt x="633243" y="162759"/>
                </a:moveTo>
                <a:lnTo>
                  <a:pt x="595821" y="169913"/>
                </a:lnTo>
                <a:lnTo>
                  <a:pt x="597609" y="179269"/>
                </a:lnTo>
                <a:lnTo>
                  <a:pt x="635033" y="172115"/>
                </a:lnTo>
                <a:lnTo>
                  <a:pt x="633243" y="162759"/>
                </a:lnTo>
                <a:close/>
              </a:path>
              <a:path w="1486534" h="340995">
                <a:moveTo>
                  <a:pt x="698732" y="150239"/>
                </a:moveTo>
                <a:lnTo>
                  <a:pt x="661310" y="157393"/>
                </a:lnTo>
                <a:lnTo>
                  <a:pt x="663098" y="166749"/>
                </a:lnTo>
                <a:lnTo>
                  <a:pt x="700521" y="159594"/>
                </a:lnTo>
                <a:lnTo>
                  <a:pt x="698732" y="150239"/>
                </a:lnTo>
                <a:close/>
              </a:path>
              <a:path w="1486534" h="340995">
                <a:moveTo>
                  <a:pt x="764221" y="137720"/>
                </a:moveTo>
                <a:lnTo>
                  <a:pt x="726799" y="144873"/>
                </a:lnTo>
                <a:lnTo>
                  <a:pt x="728587" y="154228"/>
                </a:lnTo>
                <a:lnTo>
                  <a:pt x="766010" y="147074"/>
                </a:lnTo>
                <a:lnTo>
                  <a:pt x="764221" y="137720"/>
                </a:lnTo>
                <a:close/>
              </a:path>
              <a:path w="1486534" h="340995">
                <a:moveTo>
                  <a:pt x="829711" y="125199"/>
                </a:moveTo>
                <a:lnTo>
                  <a:pt x="792288" y="132354"/>
                </a:lnTo>
                <a:lnTo>
                  <a:pt x="794076" y="141709"/>
                </a:lnTo>
                <a:lnTo>
                  <a:pt x="831499" y="134555"/>
                </a:lnTo>
                <a:lnTo>
                  <a:pt x="829711" y="125199"/>
                </a:lnTo>
                <a:close/>
              </a:path>
              <a:path w="1486534" h="340995">
                <a:moveTo>
                  <a:pt x="895200" y="112679"/>
                </a:moveTo>
                <a:lnTo>
                  <a:pt x="857777" y="119833"/>
                </a:lnTo>
                <a:lnTo>
                  <a:pt x="859566" y="129189"/>
                </a:lnTo>
                <a:lnTo>
                  <a:pt x="896988" y="122035"/>
                </a:lnTo>
                <a:lnTo>
                  <a:pt x="895200" y="112679"/>
                </a:lnTo>
                <a:close/>
              </a:path>
              <a:path w="1486534" h="340995">
                <a:moveTo>
                  <a:pt x="960688" y="100159"/>
                </a:moveTo>
                <a:lnTo>
                  <a:pt x="923265" y="107313"/>
                </a:lnTo>
                <a:lnTo>
                  <a:pt x="925055" y="116669"/>
                </a:lnTo>
                <a:lnTo>
                  <a:pt x="962477" y="109514"/>
                </a:lnTo>
                <a:lnTo>
                  <a:pt x="960688" y="100159"/>
                </a:lnTo>
                <a:close/>
              </a:path>
              <a:path w="1486534" h="340995">
                <a:moveTo>
                  <a:pt x="1026177" y="87640"/>
                </a:moveTo>
                <a:lnTo>
                  <a:pt x="988755" y="94794"/>
                </a:lnTo>
                <a:lnTo>
                  <a:pt x="990544" y="104150"/>
                </a:lnTo>
                <a:lnTo>
                  <a:pt x="1027965" y="96994"/>
                </a:lnTo>
                <a:lnTo>
                  <a:pt x="1026177" y="87640"/>
                </a:lnTo>
                <a:close/>
              </a:path>
              <a:path w="1486534" h="340995">
                <a:moveTo>
                  <a:pt x="1091666" y="75119"/>
                </a:moveTo>
                <a:lnTo>
                  <a:pt x="1054244" y="82274"/>
                </a:lnTo>
                <a:lnTo>
                  <a:pt x="1056032" y="91629"/>
                </a:lnTo>
                <a:lnTo>
                  <a:pt x="1093454" y="84475"/>
                </a:lnTo>
                <a:lnTo>
                  <a:pt x="1091666" y="75119"/>
                </a:lnTo>
                <a:close/>
              </a:path>
              <a:path w="1486534" h="340995">
                <a:moveTo>
                  <a:pt x="1157155" y="62599"/>
                </a:moveTo>
                <a:lnTo>
                  <a:pt x="1119733" y="69753"/>
                </a:lnTo>
                <a:lnTo>
                  <a:pt x="1121521" y="79109"/>
                </a:lnTo>
                <a:lnTo>
                  <a:pt x="1158944" y="71955"/>
                </a:lnTo>
                <a:lnTo>
                  <a:pt x="1157155" y="62599"/>
                </a:lnTo>
                <a:close/>
              </a:path>
              <a:path w="1486534" h="340995">
                <a:moveTo>
                  <a:pt x="1222644" y="50079"/>
                </a:moveTo>
                <a:lnTo>
                  <a:pt x="1185222" y="57233"/>
                </a:lnTo>
                <a:lnTo>
                  <a:pt x="1187010" y="66589"/>
                </a:lnTo>
                <a:lnTo>
                  <a:pt x="1224433" y="59436"/>
                </a:lnTo>
                <a:lnTo>
                  <a:pt x="1222644" y="50079"/>
                </a:lnTo>
                <a:close/>
              </a:path>
              <a:path w="1486534" h="340995">
                <a:moveTo>
                  <a:pt x="1288134" y="37560"/>
                </a:moveTo>
                <a:lnTo>
                  <a:pt x="1250711" y="44714"/>
                </a:lnTo>
                <a:lnTo>
                  <a:pt x="1252499" y="54070"/>
                </a:lnTo>
                <a:lnTo>
                  <a:pt x="1289922" y="46915"/>
                </a:lnTo>
                <a:lnTo>
                  <a:pt x="1288134" y="37560"/>
                </a:lnTo>
                <a:close/>
              </a:path>
              <a:path w="1486534" h="340995">
                <a:moveTo>
                  <a:pt x="1353623" y="25040"/>
                </a:moveTo>
                <a:lnTo>
                  <a:pt x="1316200" y="32194"/>
                </a:lnTo>
                <a:lnTo>
                  <a:pt x="1317989" y="41549"/>
                </a:lnTo>
                <a:lnTo>
                  <a:pt x="1355411" y="34395"/>
                </a:lnTo>
                <a:lnTo>
                  <a:pt x="1353623" y="25040"/>
                </a:lnTo>
                <a:close/>
              </a:path>
              <a:path w="1486534" h="340995">
                <a:moveTo>
                  <a:pt x="1419111" y="12519"/>
                </a:moveTo>
                <a:lnTo>
                  <a:pt x="1381688" y="19674"/>
                </a:lnTo>
                <a:lnTo>
                  <a:pt x="1383478" y="29029"/>
                </a:lnTo>
                <a:lnTo>
                  <a:pt x="1420900" y="21875"/>
                </a:lnTo>
                <a:lnTo>
                  <a:pt x="1419111" y="12519"/>
                </a:lnTo>
                <a:close/>
              </a:path>
              <a:path w="1486534" h="340995">
                <a:moveTo>
                  <a:pt x="1484600" y="0"/>
                </a:moveTo>
                <a:lnTo>
                  <a:pt x="1447178" y="7153"/>
                </a:lnTo>
                <a:lnTo>
                  <a:pt x="1448967" y="16509"/>
                </a:lnTo>
                <a:lnTo>
                  <a:pt x="1486388" y="9356"/>
                </a:lnTo>
                <a:lnTo>
                  <a:pt x="1484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92778" y="3738016"/>
            <a:ext cx="1419225" cy="339090"/>
          </a:xfrm>
          <a:custGeom>
            <a:avLst/>
            <a:gdLst/>
            <a:ahLst/>
            <a:cxnLst/>
            <a:rect l="l" t="t" r="r" b="b"/>
            <a:pathLst>
              <a:path w="1419225" h="339089">
                <a:moveTo>
                  <a:pt x="94485" y="0"/>
                </a:moveTo>
                <a:lnTo>
                  <a:pt x="0" y="51344"/>
                </a:lnTo>
                <a:lnTo>
                  <a:pt x="67541" y="135022"/>
                </a:lnTo>
                <a:lnTo>
                  <a:pt x="70539" y="135342"/>
                </a:lnTo>
                <a:lnTo>
                  <a:pt x="74632" y="132039"/>
                </a:lnTo>
                <a:lnTo>
                  <a:pt x="74952" y="129040"/>
                </a:lnTo>
                <a:lnTo>
                  <a:pt x="19263" y="60045"/>
                </a:lnTo>
                <a:lnTo>
                  <a:pt x="6388" y="57476"/>
                </a:lnTo>
                <a:lnTo>
                  <a:pt x="8252" y="48135"/>
                </a:lnTo>
                <a:lnTo>
                  <a:pt x="25854" y="48135"/>
                </a:lnTo>
                <a:lnTo>
                  <a:pt x="99033" y="8369"/>
                </a:lnTo>
                <a:lnTo>
                  <a:pt x="99889" y="5477"/>
                </a:lnTo>
                <a:lnTo>
                  <a:pt x="97377" y="855"/>
                </a:lnTo>
                <a:lnTo>
                  <a:pt x="94485" y="0"/>
                </a:lnTo>
                <a:close/>
              </a:path>
              <a:path w="1419225" h="339089">
                <a:moveTo>
                  <a:pt x="73637" y="61183"/>
                </a:moveTo>
                <a:lnTo>
                  <a:pt x="71774" y="70524"/>
                </a:lnTo>
                <a:lnTo>
                  <a:pt x="109137" y="77980"/>
                </a:lnTo>
                <a:lnTo>
                  <a:pt x="111000" y="68639"/>
                </a:lnTo>
                <a:lnTo>
                  <a:pt x="73637" y="61183"/>
                </a:lnTo>
                <a:close/>
              </a:path>
              <a:path w="1419225" h="339089">
                <a:moveTo>
                  <a:pt x="21126" y="50704"/>
                </a:moveTo>
                <a:lnTo>
                  <a:pt x="14590" y="54256"/>
                </a:lnTo>
                <a:lnTo>
                  <a:pt x="19263" y="60045"/>
                </a:lnTo>
                <a:lnTo>
                  <a:pt x="43751" y="64932"/>
                </a:lnTo>
                <a:lnTo>
                  <a:pt x="45614" y="55591"/>
                </a:lnTo>
                <a:lnTo>
                  <a:pt x="21126" y="50704"/>
                </a:lnTo>
                <a:close/>
              </a:path>
              <a:path w="1419225" h="339089">
                <a:moveTo>
                  <a:pt x="8252" y="48135"/>
                </a:moveTo>
                <a:lnTo>
                  <a:pt x="6388" y="57476"/>
                </a:lnTo>
                <a:lnTo>
                  <a:pt x="19263" y="60045"/>
                </a:lnTo>
                <a:lnTo>
                  <a:pt x="16792" y="56984"/>
                </a:lnTo>
                <a:lnTo>
                  <a:pt x="9569" y="56984"/>
                </a:lnTo>
                <a:lnTo>
                  <a:pt x="11000" y="49809"/>
                </a:lnTo>
                <a:lnTo>
                  <a:pt x="16640" y="49809"/>
                </a:lnTo>
                <a:lnTo>
                  <a:pt x="8252" y="48135"/>
                </a:lnTo>
                <a:close/>
              </a:path>
              <a:path w="1419225" h="339089">
                <a:moveTo>
                  <a:pt x="11000" y="49809"/>
                </a:moveTo>
                <a:lnTo>
                  <a:pt x="9569" y="56984"/>
                </a:lnTo>
                <a:lnTo>
                  <a:pt x="14590" y="54256"/>
                </a:lnTo>
                <a:lnTo>
                  <a:pt x="11000" y="49809"/>
                </a:lnTo>
                <a:close/>
              </a:path>
              <a:path w="1419225" h="339089">
                <a:moveTo>
                  <a:pt x="14590" y="54256"/>
                </a:moveTo>
                <a:lnTo>
                  <a:pt x="9569" y="56984"/>
                </a:lnTo>
                <a:lnTo>
                  <a:pt x="16792" y="56984"/>
                </a:lnTo>
                <a:lnTo>
                  <a:pt x="14590" y="54256"/>
                </a:lnTo>
                <a:close/>
              </a:path>
              <a:path w="1419225" h="339089">
                <a:moveTo>
                  <a:pt x="16640" y="49809"/>
                </a:moveTo>
                <a:lnTo>
                  <a:pt x="11000" y="49809"/>
                </a:lnTo>
                <a:lnTo>
                  <a:pt x="14590" y="54256"/>
                </a:lnTo>
                <a:lnTo>
                  <a:pt x="21126" y="50704"/>
                </a:lnTo>
                <a:lnTo>
                  <a:pt x="16640" y="49809"/>
                </a:lnTo>
                <a:close/>
              </a:path>
              <a:path w="1419225" h="339089">
                <a:moveTo>
                  <a:pt x="25854" y="48135"/>
                </a:moveTo>
                <a:lnTo>
                  <a:pt x="8252" y="48135"/>
                </a:lnTo>
                <a:lnTo>
                  <a:pt x="21126" y="50704"/>
                </a:lnTo>
                <a:lnTo>
                  <a:pt x="25854" y="48135"/>
                </a:lnTo>
                <a:close/>
              </a:path>
              <a:path w="1419225" h="339089">
                <a:moveTo>
                  <a:pt x="139023" y="74231"/>
                </a:moveTo>
                <a:lnTo>
                  <a:pt x="137160" y="83572"/>
                </a:lnTo>
                <a:lnTo>
                  <a:pt x="174522" y="91028"/>
                </a:lnTo>
                <a:lnTo>
                  <a:pt x="176386" y="81687"/>
                </a:lnTo>
                <a:lnTo>
                  <a:pt x="139023" y="74231"/>
                </a:lnTo>
                <a:close/>
              </a:path>
              <a:path w="1419225" h="339089">
                <a:moveTo>
                  <a:pt x="204409" y="87279"/>
                </a:moveTo>
                <a:lnTo>
                  <a:pt x="202544" y="96620"/>
                </a:lnTo>
                <a:lnTo>
                  <a:pt x="239908" y="104076"/>
                </a:lnTo>
                <a:lnTo>
                  <a:pt x="241772" y="94735"/>
                </a:lnTo>
                <a:lnTo>
                  <a:pt x="204409" y="87279"/>
                </a:lnTo>
                <a:close/>
              </a:path>
              <a:path w="1419225" h="339089">
                <a:moveTo>
                  <a:pt x="269794" y="100328"/>
                </a:moveTo>
                <a:lnTo>
                  <a:pt x="267930" y="109669"/>
                </a:lnTo>
                <a:lnTo>
                  <a:pt x="305294" y="117125"/>
                </a:lnTo>
                <a:lnTo>
                  <a:pt x="307158" y="107784"/>
                </a:lnTo>
                <a:lnTo>
                  <a:pt x="269794" y="100328"/>
                </a:lnTo>
                <a:close/>
              </a:path>
              <a:path w="1419225" h="339089">
                <a:moveTo>
                  <a:pt x="335180" y="113376"/>
                </a:moveTo>
                <a:lnTo>
                  <a:pt x="333316" y="122717"/>
                </a:lnTo>
                <a:lnTo>
                  <a:pt x="370679" y="130173"/>
                </a:lnTo>
                <a:lnTo>
                  <a:pt x="372544" y="120832"/>
                </a:lnTo>
                <a:lnTo>
                  <a:pt x="335180" y="113376"/>
                </a:lnTo>
                <a:close/>
              </a:path>
              <a:path w="1419225" h="339089">
                <a:moveTo>
                  <a:pt x="400566" y="126424"/>
                </a:moveTo>
                <a:lnTo>
                  <a:pt x="398702" y="135765"/>
                </a:lnTo>
                <a:lnTo>
                  <a:pt x="436065" y="143221"/>
                </a:lnTo>
                <a:lnTo>
                  <a:pt x="437930" y="133880"/>
                </a:lnTo>
                <a:lnTo>
                  <a:pt x="400566" y="126424"/>
                </a:lnTo>
                <a:close/>
              </a:path>
              <a:path w="1419225" h="339089">
                <a:moveTo>
                  <a:pt x="465951" y="139472"/>
                </a:moveTo>
                <a:lnTo>
                  <a:pt x="464088" y="148813"/>
                </a:lnTo>
                <a:lnTo>
                  <a:pt x="501451" y="156269"/>
                </a:lnTo>
                <a:lnTo>
                  <a:pt x="503314" y="146928"/>
                </a:lnTo>
                <a:lnTo>
                  <a:pt x="465951" y="139472"/>
                </a:lnTo>
                <a:close/>
              </a:path>
              <a:path w="1419225" h="339089">
                <a:moveTo>
                  <a:pt x="531337" y="152521"/>
                </a:moveTo>
                <a:lnTo>
                  <a:pt x="529474" y="161862"/>
                </a:lnTo>
                <a:lnTo>
                  <a:pt x="566837" y="169318"/>
                </a:lnTo>
                <a:lnTo>
                  <a:pt x="568700" y="159978"/>
                </a:lnTo>
                <a:lnTo>
                  <a:pt x="531337" y="152521"/>
                </a:lnTo>
                <a:close/>
              </a:path>
              <a:path w="1419225" h="339089">
                <a:moveTo>
                  <a:pt x="596723" y="165569"/>
                </a:moveTo>
                <a:lnTo>
                  <a:pt x="594859" y="174910"/>
                </a:lnTo>
                <a:lnTo>
                  <a:pt x="632222" y="182366"/>
                </a:lnTo>
                <a:lnTo>
                  <a:pt x="634086" y="173026"/>
                </a:lnTo>
                <a:lnTo>
                  <a:pt x="596723" y="165569"/>
                </a:lnTo>
                <a:close/>
              </a:path>
              <a:path w="1419225" h="339089">
                <a:moveTo>
                  <a:pt x="662109" y="178617"/>
                </a:moveTo>
                <a:lnTo>
                  <a:pt x="660245" y="187958"/>
                </a:lnTo>
                <a:lnTo>
                  <a:pt x="697608" y="195414"/>
                </a:lnTo>
                <a:lnTo>
                  <a:pt x="699472" y="186074"/>
                </a:lnTo>
                <a:lnTo>
                  <a:pt x="662109" y="178617"/>
                </a:lnTo>
                <a:close/>
              </a:path>
              <a:path w="1419225" h="339089">
                <a:moveTo>
                  <a:pt x="727495" y="191665"/>
                </a:moveTo>
                <a:lnTo>
                  <a:pt x="725631" y="201006"/>
                </a:lnTo>
                <a:lnTo>
                  <a:pt x="762994" y="208462"/>
                </a:lnTo>
                <a:lnTo>
                  <a:pt x="764858" y="199122"/>
                </a:lnTo>
                <a:lnTo>
                  <a:pt x="727495" y="191665"/>
                </a:lnTo>
                <a:close/>
              </a:path>
              <a:path w="1419225" h="339089">
                <a:moveTo>
                  <a:pt x="792881" y="204715"/>
                </a:moveTo>
                <a:lnTo>
                  <a:pt x="791016" y="214055"/>
                </a:lnTo>
                <a:lnTo>
                  <a:pt x="828380" y="221512"/>
                </a:lnTo>
                <a:lnTo>
                  <a:pt x="830244" y="212171"/>
                </a:lnTo>
                <a:lnTo>
                  <a:pt x="792881" y="204715"/>
                </a:lnTo>
                <a:close/>
              </a:path>
              <a:path w="1419225" h="339089">
                <a:moveTo>
                  <a:pt x="858267" y="217763"/>
                </a:moveTo>
                <a:lnTo>
                  <a:pt x="856402" y="227103"/>
                </a:lnTo>
                <a:lnTo>
                  <a:pt x="893766" y="234560"/>
                </a:lnTo>
                <a:lnTo>
                  <a:pt x="895630" y="225219"/>
                </a:lnTo>
                <a:lnTo>
                  <a:pt x="858267" y="217763"/>
                </a:lnTo>
                <a:close/>
              </a:path>
              <a:path w="1419225" h="339089">
                <a:moveTo>
                  <a:pt x="923651" y="230811"/>
                </a:moveTo>
                <a:lnTo>
                  <a:pt x="921788" y="240151"/>
                </a:lnTo>
                <a:lnTo>
                  <a:pt x="959152" y="247608"/>
                </a:lnTo>
                <a:lnTo>
                  <a:pt x="961015" y="238267"/>
                </a:lnTo>
                <a:lnTo>
                  <a:pt x="923651" y="230811"/>
                </a:lnTo>
                <a:close/>
              </a:path>
              <a:path w="1419225" h="339089">
                <a:moveTo>
                  <a:pt x="989037" y="243859"/>
                </a:moveTo>
                <a:lnTo>
                  <a:pt x="987174" y="253199"/>
                </a:lnTo>
                <a:lnTo>
                  <a:pt x="1024536" y="260656"/>
                </a:lnTo>
                <a:lnTo>
                  <a:pt x="1026401" y="251315"/>
                </a:lnTo>
                <a:lnTo>
                  <a:pt x="989037" y="243859"/>
                </a:lnTo>
                <a:close/>
              </a:path>
              <a:path w="1419225" h="339089">
                <a:moveTo>
                  <a:pt x="1054423" y="256908"/>
                </a:moveTo>
                <a:lnTo>
                  <a:pt x="1052559" y="266249"/>
                </a:lnTo>
                <a:lnTo>
                  <a:pt x="1089922" y="273705"/>
                </a:lnTo>
                <a:lnTo>
                  <a:pt x="1091787" y="264364"/>
                </a:lnTo>
                <a:lnTo>
                  <a:pt x="1054423" y="256908"/>
                </a:lnTo>
                <a:close/>
              </a:path>
              <a:path w="1419225" h="339089">
                <a:moveTo>
                  <a:pt x="1119809" y="269956"/>
                </a:moveTo>
                <a:lnTo>
                  <a:pt x="1117945" y="279297"/>
                </a:lnTo>
                <a:lnTo>
                  <a:pt x="1155308" y="286753"/>
                </a:lnTo>
                <a:lnTo>
                  <a:pt x="1157173" y="277412"/>
                </a:lnTo>
                <a:lnTo>
                  <a:pt x="1119809" y="269956"/>
                </a:lnTo>
                <a:close/>
              </a:path>
              <a:path w="1419225" h="339089">
                <a:moveTo>
                  <a:pt x="1185195" y="283004"/>
                </a:moveTo>
                <a:lnTo>
                  <a:pt x="1183331" y="292345"/>
                </a:lnTo>
                <a:lnTo>
                  <a:pt x="1220694" y="299801"/>
                </a:lnTo>
                <a:lnTo>
                  <a:pt x="1222559" y="290460"/>
                </a:lnTo>
                <a:lnTo>
                  <a:pt x="1185195" y="283004"/>
                </a:lnTo>
                <a:close/>
              </a:path>
              <a:path w="1419225" h="339089">
                <a:moveTo>
                  <a:pt x="1250581" y="296052"/>
                </a:moveTo>
                <a:lnTo>
                  <a:pt x="1248717" y="305393"/>
                </a:lnTo>
                <a:lnTo>
                  <a:pt x="1286080" y="312849"/>
                </a:lnTo>
                <a:lnTo>
                  <a:pt x="1287945" y="303508"/>
                </a:lnTo>
                <a:lnTo>
                  <a:pt x="1250581" y="296052"/>
                </a:lnTo>
                <a:close/>
              </a:path>
              <a:path w="1419225" h="339089">
                <a:moveTo>
                  <a:pt x="1315966" y="309101"/>
                </a:moveTo>
                <a:lnTo>
                  <a:pt x="1314103" y="318442"/>
                </a:lnTo>
                <a:lnTo>
                  <a:pt x="1351466" y="325898"/>
                </a:lnTo>
                <a:lnTo>
                  <a:pt x="1353329" y="316557"/>
                </a:lnTo>
                <a:lnTo>
                  <a:pt x="1315966" y="309101"/>
                </a:lnTo>
                <a:close/>
              </a:path>
              <a:path w="1419225" h="339089">
                <a:moveTo>
                  <a:pt x="1381352" y="322149"/>
                </a:moveTo>
                <a:lnTo>
                  <a:pt x="1379489" y="331490"/>
                </a:lnTo>
                <a:lnTo>
                  <a:pt x="1416852" y="338946"/>
                </a:lnTo>
                <a:lnTo>
                  <a:pt x="1418715" y="329605"/>
                </a:lnTo>
                <a:lnTo>
                  <a:pt x="1381352" y="322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864225" y="3055620"/>
            <a:ext cx="24218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475105" algn="l"/>
              </a:tabLst>
            </a:pPr>
            <a:r>
              <a:rPr sz="2925" b="1" spc="112" baseline="1424" dirty="0">
                <a:latin typeface="宋体"/>
                <a:cs typeface="宋体"/>
              </a:rPr>
              <a:t>《</a:t>
            </a:r>
            <a:r>
              <a:rPr sz="2000" b="1" spc="-5" dirty="0">
                <a:latin typeface="Times New Roman"/>
                <a:cs typeface="Times New Roman"/>
              </a:rPr>
              <a:t>e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2000" b="1" spc="-5" dirty="0">
                <a:latin typeface="Times New Roman"/>
                <a:cs typeface="Times New Roman"/>
              </a:rPr>
              <a:t>te</a:t>
            </a:r>
            <a:r>
              <a:rPr sz="2000" b="1" dirty="0">
                <a:latin typeface="Times New Roman"/>
                <a:cs typeface="Times New Roman"/>
              </a:rPr>
              <a:t>nd</a:t>
            </a:r>
            <a:r>
              <a:rPr sz="2925" b="1" spc="60" baseline="1424" dirty="0">
                <a:latin typeface="宋体"/>
                <a:cs typeface="宋体"/>
              </a:rPr>
              <a:t>》</a:t>
            </a:r>
            <a:r>
              <a:rPr sz="2925" b="1" baseline="1424" dirty="0">
                <a:latin typeface="宋体"/>
                <a:cs typeface="宋体"/>
              </a:rPr>
              <a:t>	</a:t>
            </a:r>
            <a:r>
              <a:rPr sz="2625" b="1" spc="112" baseline="3174" dirty="0">
                <a:latin typeface="宋体"/>
                <a:cs typeface="宋体"/>
              </a:rPr>
              <a:t>商品查询</a:t>
            </a:r>
            <a:endParaRPr sz="2625" baseline="3174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53150" y="3632707"/>
            <a:ext cx="1122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50" b="1" spc="75" dirty="0">
                <a:latin typeface="宋体"/>
                <a:cs typeface="宋体"/>
              </a:rPr>
              <a:t>《</a:t>
            </a:r>
            <a:r>
              <a:rPr sz="1800" b="1" spc="-5" dirty="0">
                <a:latin typeface="Times New Roman"/>
                <a:cs typeface="Times New Roman"/>
              </a:rPr>
              <a:t>extend</a:t>
            </a:r>
            <a:r>
              <a:rPr sz="1750" b="1" spc="40" dirty="0">
                <a:latin typeface="宋体"/>
                <a:cs typeface="宋体"/>
              </a:rPr>
              <a:t>》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7387" y="2708275"/>
            <a:ext cx="4175125" cy="1945005"/>
          </a:xfrm>
          <a:custGeom>
            <a:avLst/>
            <a:gdLst/>
            <a:ahLst/>
            <a:cxnLst/>
            <a:rect l="l" t="t" r="r" b="b"/>
            <a:pathLst>
              <a:path w="4175125" h="1945004">
                <a:moveTo>
                  <a:pt x="0" y="0"/>
                </a:moveTo>
                <a:lnTo>
                  <a:pt x="4175125" y="0"/>
                </a:lnTo>
                <a:lnTo>
                  <a:pt x="4175125" y="1944688"/>
                </a:lnTo>
                <a:lnTo>
                  <a:pt x="0" y="194468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588827" y="2729694"/>
            <a:ext cx="6350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例：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30452" y="5134768"/>
            <a:ext cx="1209675" cy="281305"/>
          </a:xfrm>
          <a:custGeom>
            <a:avLst/>
            <a:gdLst/>
            <a:ahLst/>
            <a:cxnLst/>
            <a:rect l="l" t="t" r="r" b="b"/>
            <a:pathLst>
              <a:path w="1209675" h="281304">
                <a:moveTo>
                  <a:pt x="0" y="140493"/>
                </a:moveTo>
                <a:lnTo>
                  <a:pt x="35261" y="93110"/>
                </a:lnTo>
                <a:lnTo>
                  <a:pt x="94165" y="65176"/>
                </a:lnTo>
                <a:lnTo>
                  <a:pt x="132876" y="52621"/>
                </a:lnTo>
                <a:lnTo>
                  <a:pt x="177152" y="41149"/>
                </a:lnTo>
                <a:lnTo>
                  <a:pt x="226542" y="30864"/>
                </a:lnTo>
                <a:lnTo>
                  <a:pt x="280591" y="21873"/>
                </a:lnTo>
                <a:lnTo>
                  <a:pt x="338845" y="14279"/>
                </a:lnTo>
                <a:lnTo>
                  <a:pt x="400850" y="8190"/>
                </a:lnTo>
                <a:lnTo>
                  <a:pt x="466153" y="3710"/>
                </a:lnTo>
                <a:lnTo>
                  <a:pt x="534300" y="945"/>
                </a:lnTo>
                <a:lnTo>
                  <a:pt x="604837" y="0"/>
                </a:lnTo>
                <a:lnTo>
                  <a:pt x="675374" y="945"/>
                </a:lnTo>
                <a:lnTo>
                  <a:pt x="743521" y="3710"/>
                </a:lnTo>
                <a:lnTo>
                  <a:pt x="808824" y="8190"/>
                </a:lnTo>
                <a:lnTo>
                  <a:pt x="870829" y="14279"/>
                </a:lnTo>
                <a:lnTo>
                  <a:pt x="929083" y="21873"/>
                </a:lnTo>
                <a:lnTo>
                  <a:pt x="983132" y="30864"/>
                </a:lnTo>
                <a:lnTo>
                  <a:pt x="1032522" y="41149"/>
                </a:lnTo>
                <a:lnTo>
                  <a:pt x="1076799" y="52621"/>
                </a:lnTo>
                <a:lnTo>
                  <a:pt x="1115509" y="65176"/>
                </a:lnTo>
                <a:lnTo>
                  <a:pt x="1174413" y="93110"/>
                </a:lnTo>
                <a:lnTo>
                  <a:pt x="1205605" y="124108"/>
                </a:lnTo>
                <a:lnTo>
                  <a:pt x="1209675" y="140493"/>
                </a:lnTo>
                <a:lnTo>
                  <a:pt x="1205605" y="156878"/>
                </a:lnTo>
                <a:lnTo>
                  <a:pt x="1174413" y="187876"/>
                </a:lnTo>
                <a:lnTo>
                  <a:pt x="1115509" y="215810"/>
                </a:lnTo>
                <a:lnTo>
                  <a:pt x="1076799" y="228365"/>
                </a:lnTo>
                <a:lnTo>
                  <a:pt x="1032522" y="239837"/>
                </a:lnTo>
                <a:lnTo>
                  <a:pt x="983132" y="250122"/>
                </a:lnTo>
                <a:lnTo>
                  <a:pt x="929083" y="259113"/>
                </a:lnTo>
                <a:lnTo>
                  <a:pt x="870829" y="266707"/>
                </a:lnTo>
                <a:lnTo>
                  <a:pt x="808824" y="272796"/>
                </a:lnTo>
                <a:lnTo>
                  <a:pt x="743521" y="277276"/>
                </a:lnTo>
                <a:lnTo>
                  <a:pt x="675374" y="280041"/>
                </a:lnTo>
                <a:lnTo>
                  <a:pt x="604837" y="280987"/>
                </a:lnTo>
                <a:lnTo>
                  <a:pt x="534300" y="280041"/>
                </a:lnTo>
                <a:lnTo>
                  <a:pt x="466153" y="277276"/>
                </a:lnTo>
                <a:lnTo>
                  <a:pt x="400850" y="272796"/>
                </a:lnTo>
                <a:lnTo>
                  <a:pt x="338845" y="266707"/>
                </a:lnTo>
                <a:lnTo>
                  <a:pt x="280591" y="259113"/>
                </a:lnTo>
                <a:lnTo>
                  <a:pt x="226542" y="250122"/>
                </a:lnTo>
                <a:lnTo>
                  <a:pt x="177152" y="239837"/>
                </a:lnTo>
                <a:lnTo>
                  <a:pt x="132876" y="228365"/>
                </a:lnTo>
                <a:lnTo>
                  <a:pt x="94165" y="215810"/>
                </a:lnTo>
                <a:lnTo>
                  <a:pt x="35261" y="187876"/>
                </a:lnTo>
                <a:lnTo>
                  <a:pt x="4069" y="156878"/>
                </a:lnTo>
                <a:lnTo>
                  <a:pt x="0" y="1404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48772" y="5411787"/>
            <a:ext cx="173355" cy="144780"/>
          </a:xfrm>
          <a:custGeom>
            <a:avLst/>
            <a:gdLst/>
            <a:ahLst/>
            <a:cxnLst/>
            <a:rect l="l" t="t" r="r" b="b"/>
            <a:pathLst>
              <a:path w="173354" h="144779">
                <a:moveTo>
                  <a:pt x="0" y="144462"/>
                </a:moveTo>
                <a:lnTo>
                  <a:pt x="86518" y="0"/>
                </a:lnTo>
                <a:lnTo>
                  <a:pt x="173037" y="144462"/>
                </a:lnTo>
                <a:lnTo>
                  <a:pt x="0" y="14446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28147" y="5546725"/>
            <a:ext cx="0" cy="144780"/>
          </a:xfrm>
          <a:custGeom>
            <a:avLst/>
            <a:gdLst/>
            <a:ahLst/>
            <a:cxnLst/>
            <a:rect l="l" t="t" r="r" b="b"/>
            <a:pathLst>
              <a:path h="144779">
                <a:moveTo>
                  <a:pt x="0" y="0"/>
                </a:moveTo>
                <a:lnTo>
                  <a:pt x="1" y="1444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37498" y="5691187"/>
            <a:ext cx="2992755" cy="295275"/>
          </a:xfrm>
          <a:custGeom>
            <a:avLst/>
            <a:gdLst/>
            <a:ahLst/>
            <a:cxnLst/>
            <a:rect l="l" t="t" r="r" b="b"/>
            <a:pathLst>
              <a:path w="2992754" h="295275">
                <a:moveTo>
                  <a:pt x="0" y="147637"/>
                </a:moveTo>
                <a:lnTo>
                  <a:pt x="32356" y="116954"/>
                </a:lnTo>
                <a:lnTo>
                  <a:pt x="71560" y="102395"/>
                </a:lnTo>
                <a:lnTo>
                  <a:pt x="125012" y="88466"/>
                </a:lnTo>
                <a:lnTo>
                  <a:pt x="191885" y="75249"/>
                </a:lnTo>
                <a:lnTo>
                  <a:pt x="230096" y="68934"/>
                </a:lnTo>
                <a:lnTo>
                  <a:pt x="271351" y="62826"/>
                </a:lnTo>
                <a:lnTo>
                  <a:pt x="315548" y="56938"/>
                </a:lnTo>
                <a:lnTo>
                  <a:pt x="362583" y="51279"/>
                </a:lnTo>
                <a:lnTo>
                  <a:pt x="412353" y="45859"/>
                </a:lnTo>
                <a:lnTo>
                  <a:pt x="464755" y="40688"/>
                </a:lnTo>
                <a:lnTo>
                  <a:pt x="519684" y="35777"/>
                </a:lnTo>
                <a:lnTo>
                  <a:pt x="577038" y="31136"/>
                </a:lnTo>
                <a:lnTo>
                  <a:pt x="636712" y="26775"/>
                </a:lnTo>
                <a:lnTo>
                  <a:pt x="698605" y="22704"/>
                </a:lnTo>
                <a:lnTo>
                  <a:pt x="762612" y="18934"/>
                </a:lnTo>
                <a:lnTo>
                  <a:pt x="828629" y="15474"/>
                </a:lnTo>
                <a:lnTo>
                  <a:pt x="896555" y="12335"/>
                </a:lnTo>
                <a:lnTo>
                  <a:pt x="966284" y="9527"/>
                </a:lnTo>
                <a:lnTo>
                  <a:pt x="1037714" y="7061"/>
                </a:lnTo>
                <a:lnTo>
                  <a:pt x="1110741" y="4946"/>
                </a:lnTo>
                <a:lnTo>
                  <a:pt x="1185262" y="3192"/>
                </a:lnTo>
                <a:lnTo>
                  <a:pt x="1261174" y="1811"/>
                </a:lnTo>
                <a:lnTo>
                  <a:pt x="1338373" y="811"/>
                </a:lnTo>
                <a:lnTo>
                  <a:pt x="1416755" y="204"/>
                </a:lnTo>
                <a:lnTo>
                  <a:pt x="1496218" y="0"/>
                </a:lnTo>
                <a:lnTo>
                  <a:pt x="1575680" y="204"/>
                </a:lnTo>
                <a:lnTo>
                  <a:pt x="1654062" y="811"/>
                </a:lnTo>
                <a:lnTo>
                  <a:pt x="1731261" y="1811"/>
                </a:lnTo>
                <a:lnTo>
                  <a:pt x="1807173" y="3192"/>
                </a:lnTo>
                <a:lnTo>
                  <a:pt x="1881694" y="4946"/>
                </a:lnTo>
                <a:lnTo>
                  <a:pt x="1954721" y="7061"/>
                </a:lnTo>
                <a:lnTo>
                  <a:pt x="2026151" y="9527"/>
                </a:lnTo>
                <a:lnTo>
                  <a:pt x="2095880" y="12335"/>
                </a:lnTo>
                <a:lnTo>
                  <a:pt x="2163805" y="15474"/>
                </a:lnTo>
                <a:lnTo>
                  <a:pt x="2229823" y="18934"/>
                </a:lnTo>
                <a:lnTo>
                  <a:pt x="2293830" y="22704"/>
                </a:lnTo>
                <a:lnTo>
                  <a:pt x="2355722" y="26775"/>
                </a:lnTo>
                <a:lnTo>
                  <a:pt x="2415397" y="31136"/>
                </a:lnTo>
                <a:lnTo>
                  <a:pt x="2472751" y="35777"/>
                </a:lnTo>
                <a:lnTo>
                  <a:pt x="2527680" y="40688"/>
                </a:lnTo>
                <a:lnTo>
                  <a:pt x="2580081" y="45859"/>
                </a:lnTo>
                <a:lnTo>
                  <a:pt x="2629851" y="51279"/>
                </a:lnTo>
                <a:lnTo>
                  <a:pt x="2676887" y="56938"/>
                </a:lnTo>
                <a:lnTo>
                  <a:pt x="2721084" y="62826"/>
                </a:lnTo>
                <a:lnTo>
                  <a:pt x="2762339" y="68934"/>
                </a:lnTo>
                <a:lnTo>
                  <a:pt x="2800550" y="75249"/>
                </a:lnTo>
                <a:lnTo>
                  <a:pt x="2867423" y="88466"/>
                </a:lnTo>
                <a:lnTo>
                  <a:pt x="2920875" y="102395"/>
                </a:lnTo>
                <a:lnTo>
                  <a:pt x="2960079" y="116954"/>
                </a:lnTo>
                <a:lnTo>
                  <a:pt x="2992436" y="147637"/>
                </a:lnTo>
                <a:lnTo>
                  <a:pt x="2990362" y="155478"/>
                </a:lnTo>
                <a:lnTo>
                  <a:pt x="2942310" y="185673"/>
                </a:lnTo>
                <a:lnTo>
                  <a:pt x="2895878" y="199928"/>
                </a:lnTo>
                <a:lnTo>
                  <a:pt x="2835612" y="213510"/>
                </a:lnTo>
                <a:lnTo>
                  <a:pt x="2762339" y="226340"/>
                </a:lnTo>
                <a:lnTo>
                  <a:pt x="2721084" y="232448"/>
                </a:lnTo>
                <a:lnTo>
                  <a:pt x="2676887" y="238336"/>
                </a:lnTo>
                <a:lnTo>
                  <a:pt x="2629851" y="243995"/>
                </a:lnTo>
                <a:lnTo>
                  <a:pt x="2580081" y="249415"/>
                </a:lnTo>
                <a:lnTo>
                  <a:pt x="2527680" y="254586"/>
                </a:lnTo>
                <a:lnTo>
                  <a:pt x="2472751" y="259497"/>
                </a:lnTo>
                <a:lnTo>
                  <a:pt x="2415397" y="264138"/>
                </a:lnTo>
                <a:lnTo>
                  <a:pt x="2355722" y="268499"/>
                </a:lnTo>
                <a:lnTo>
                  <a:pt x="2293830" y="272570"/>
                </a:lnTo>
                <a:lnTo>
                  <a:pt x="2229823" y="276340"/>
                </a:lnTo>
                <a:lnTo>
                  <a:pt x="2163805" y="279800"/>
                </a:lnTo>
                <a:lnTo>
                  <a:pt x="2095880" y="282939"/>
                </a:lnTo>
                <a:lnTo>
                  <a:pt x="2026151" y="285747"/>
                </a:lnTo>
                <a:lnTo>
                  <a:pt x="1954721" y="288213"/>
                </a:lnTo>
                <a:lnTo>
                  <a:pt x="1881694" y="290328"/>
                </a:lnTo>
                <a:lnTo>
                  <a:pt x="1807173" y="292082"/>
                </a:lnTo>
                <a:lnTo>
                  <a:pt x="1731261" y="293463"/>
                </a:lnTo>
                <a:lnTo>
                  <a:pt x="1654062" y="294463"/>
                </a:lnTo>
                <a:lnTo>
                  <a:pt x="1575680" y="295070"/>
                </a:lnTo>
                <a:lnTo>
                  <a:pt x="1496218" y="295275"/>
                </a:lnTo>
                <a:lnTo>
                  <a:pt x="1416755" y="295070"/>
                </a:lnTo>
                <a:lnTo>
                  <a:pt x="1338373" y="294463"/>
                </a:lnTo>
                <a:lnTo>
                  <a:pt x="1261174" y="293463"/>
                </a:lnTo>
                <a:lnTo>
                  <a:pt x="1185262" y="292082"/>
                </a:lnTo>
                <a:lnTo>
                  <a:pt x="1110741" y="290328"/>
                </a:lnTo>
                <a:lnTo>
                  <a:pt x="1037714" y="288213"/>
                </a:lnTo>
                <a:lnTo>
                  <a:pt x="966284" y="285747"/>
                </a:lnTo>
                <a:lnTo>
                  <a:pt x="896555" y="282939"/>
                </a:lnTo>
                <a:lnTo>
                  <a:pt x="828629" y="279800"/>
                </a:lnTo>
                <a:lnTo>
                  <a:pt x="762612" y="276340"/>
                </a:lnTo>
                <a:lnTo>
                  <a:pt x="698605" y="272570"/>
                </a:lnTo>
                <a:lnTo>
                  <a:pt x="636712" y="268499"/>
                </a:lnTo>
                <a:lnTo>
                  <a:pt x="577038" y="264138"/>
                </a:lnTo>
                <a:lnTo>
                  <a:pt x="519684" y="259497"/>
                </a:lnTo>
                <a:lnTo>
                  <a:pt x="464755" y="254586"/>
                </a:lnTo>
                <a:lnTo>
                  <a:pt x="412353" y="249415"/>
                </a:lnTo>
                <a:lnTo>
                  <a:pt x="362583" y="243995"/>
                </a:lnTo>
                <a:lnTo>
                  <a:pt x="315548" y="238336"/>
                </a:lnTo>
                <a:lnTo>
                  <a:pt x="271351" y="232448"/>
                </a:lnTo>
                <a:lnTo>
                  <a:pt x="230096" y="226340"/>
                </a:lnTo>
                <a:lnTo>
                  <a:pt x="191885" y="220025"/>
                </a:lnTo>
                <a:lnTo>
                  <a:pt x="125012" y="206808"/>
                </a:lnTo>
                <a:lnTo>
                  <a:pt x="71560" y="192879"/>
                </a:lnTo>
                <a:lnTo>
                  <a:pt x="32356" y="178320"/>
                </a:lnTo>
                <a:lnTo>
                  <a:pt x="0" y="1476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39975" y="4797425"/>
            <a:ext cx="3783329" cy="1397635"/>
          </a:xfrm>
          <a:custGeom>
            <a:avLst/>
            <a:gdLst/>
            <a:ahLst/>
            <a:cxnLst/>
            <a:rect l="l" t="t" r="r" b="b"/>
            <a:pathLst>
              <a:path w="3783329" h="1397635">
                <a:moveTo>
                  <a:pt x="0" y="0"/>
                </a:moveTo>
                <a:lnTo>
                  <a:pt x="3783013" y="0"/>
                </a:lnTo>
                <a:lnTo>
                  <a:pt x="3783013" y="1397635"/>
                </a:lnTo>
                <a:lnTo>
                  <a:pt x="0" y="139763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575877" y="4820622"/>
            <a:ext cx="257302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53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例：</a:t>
            </a:r>
            <a:endParaRPr sz="2350">
              <a:latin typeface="宋体"/>
              <a:cs typeface="宋体"/>
            </a:endParaRPr>
          </a:p>
          <a:p>
            <a:pPr marL="639445" algn="ctr">
              <a:lnSpc>
                <a:spcPts val="1810"/>
              </a:lnSpc>
            </a:pPr>
            <a:r>
              <a:rPr sz="1750" b="1" spc="75" dirty="0">
                <a:latin typeface="宋体"/>
                <a:cs typeface="宋体"/>
              </a:rPr>
              <a:t>发货处理</a:t>
            </a:r>
            <a:endParaRPr sz="17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950">
              <a:latin typeface="宋体"/>
              <a:cs typeface="宋体"/>
            </a:endParaRPr>
          </a:p>
          <a:p>
            <a:pPr marL="680720" algn="ctr">
              <a:lnSpc>
                <a:spcPct val="100000"/>
              </a:lnSpc>
            </a:pPr>
            <a:r>
              <a:rPr sz="1750" b="1" spc="75" dirty="0">
                <a:latin typeface="宋体"/>
                <a:cs typeface="宋体"/>
              </a:rPr>
              <a:t>农副产品发货处理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468687" y="150876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用例关系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50" y="1323976"/>
            <a:ext cx="1511300" cy="287655"/>
          </a:xfrm>
          <a:custGeom>
            <a:avLst/>
            <a:gdLst/>
            <a:ahLst/>
            <a:cxnLst/>
            <a:rect l="l" t="t" r="r" b="b"/>
            <a:pathLst>
              <a:path w="1511300" h="287655">
                <a:moveTo>
                  <a:pt x="0" y="143668"/>
                </a:moveTo>
                <a:lnTo>
                  <a:pt x="30182" y="103336"/>
                </a:lnTo>
                <a:lnTo>
                  <a:pt x="81201" y="78810"/>
                </a:lnTo>
                <a:lnTo>
                  <a:pt x="153981" y="56736"/>
                </a:lnTo>
                <a:lnTo>
                  <a:pt x="197741" y="46769"/>
                </a:lnTo>
                <a:lnTo>
                  <a:pt x="245991" y="37595"/>
                </a:lnTo>
                <a:lnTo>
                  <a:pt x="298415" y="29275"/>
                </a:lnTo>
                <a:lnTo>
                  <a:pt x="354696" y="21870"/>
                </a:lnTo>
                <a:lnTo>
                  <a:pt x="414517" y="15438"/>
                </a:lnTo>
                <a:lnTo>
                  <a:pt x="477563" y="10041"/>
                </a:lnTo>
                <a:lnTo>
                  <a:pt x="543515" y="5738"/>
                </a:lnTo>
                <a:lnTo>
                  <a:pt x="612058" y="2590"/>
                </a:lnTo>
                <a:lnTo>
                  <a:pt x="682875" y="657"/>
                </a:lnTo>
                <a:lnTo>
                  <a:pt x="755650" y="0"/>
                </a:lnTo>
                <a:lnTo>
                  <a:pt x="828424" y="657"/>
                </a:lnTo>
                <a:lnTo>
                  <a:pt x="899241" y="2590"/>
                </a:lnTo>
                <a:lnTo>
                  <a:pt x="967784" y="5738"/>
                </a:lnTo>
                <a:lnTo>
                  <a:pt x="1033736" y="10041"/>
                </a:lnTo>
                <a:lnTo>
                  <a:pt x="1096782" y="15438"/>
                </a:lnTo>
                <a:lnTo>
                  <a:pt x="1156603" y="21870"/>
                </a:lnTo>
                <a:lnTo>
                  <a:pt x="1212884" y="29275"/>
                </a:lnTo>
                <a:lnTo>
                  <a:pt x="1265308" y="37595"/>
                </a:lnTo>
                <a:lnTo>
                  <a:pt x="1313558" y="46769"/>
                </a:lnTo>
                <a:lnTo>
                  <a:pt x="1357318" y="56736"/>
                </a:lnTo>
                <a:lnTo>
                  <a:pt x="1396270" y="67436"/>
                </a:lnTo>
                <a:lnTo>
                  <a:pt x="1458486" y="90797"/>
                </a:lnTo>
                <a:lnTo>
                  <a:pt x="1497674" y="116368"/>
                </a:lnTo>
                <a:lnTo>
                  <a:pt x="1511300" y="143668"/>
                </a:lnTo>
                <a:lnTo>
                  <a:pt x="1507840" y="157504"/>
                </a:lnTo>
                <a:lnTo>
                  <a:pt x="1458486" y="196539"/>
                </a:lnTo>
                <a:lnTo>
                  <a:pt x="1396270" y="219900"/>
                </a:lnTo>
                <a:lnTo>
                  <a:pt x="1357318" y="230600"/>
                </a:lnTo>
                <a:lnTo>
                  <a:pt x="1313558" y="240567"/>
                </a:lnTo>
                <a:lnTo>
                  <a:pt x="1265308" y="249741"/>
                </a:lnTo>
                <a:lnTo>
                  <a:pt x="1212884" y="258061"/>
                </a:lnTo>
                <a:lnTo>
                  <a:pt x="1156603" y="265466"/>
                </a:lnTo>
                <a:lnTo>
                  <a:pt x="1096782" y="271898"/>
                </a:lnTo>
                <a:lnTo>
                  <a:pt x="1033736" y="277295"/>
                </a:lnTo>
                <a:lnTo>
                  <a:pt x="967784" y="281598"/>
                </a:lnTo>
                <a:lnTo>
                  <a:pt x="899241" y="284746"/>
                </a:lnTo>
                <a:lnTo>
                  <a:pt x="828424" y="286679"/>
                </a:lnTo>
                <a:lnTo>
                  <a:pt x="755650" y="287337"/>
                </a:lnTo>
                <a:lnTo>
                  <a:pt x="682875" y="286679"/>
                </a:lnTo>
                <a:lnTo>
                  <a:pt x="612058" y="284746"/>
                </a:lnTo>
                <a:lnTo>
                  <a:pt x="543515" y="281598"/>
                </a:lnTo>
                <a:lnTo>
                  <a:pt x="477563" y="277295"/>
                </a:lnTo>
                <a:lnTo>
                  <a:pt x="414517" y="271898"/>
                </a:lnTo>
                <a:lnTo>
                  <a:pt x="354696" y="265466"/>
                </a:lnTo>
                <a:lnTo>
                  <a:pt x="298415" y="258061"/>
                </a:lnTo>
                <a:lnTo>
                  <a:pt x="245991" y="249741"/>
                </a:lnTo>
                <a:lnTo>
                  <a:pt x="197741" y="240567"/>
                </a:lnTo>
                <a:lnTo>
                  <a:pt x="153981" y="230600"/>
                </a:lnTo>
                <a:lnTo>
                  <a:pt x="115029" y="219900"/>
                </a:lnTo>
                <a:lnTo>
                  <a:pt x="52813" y="196539"/>
                </a:lnTo>
                <a:lnTo>
                  <a:pt x="13625" y="170968"/>
                </a:lnTo>
                <a:lnTo>
                  <a:pt x="0" y="1436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59413" y="1463836"/>
            <a:ext cx="1080770" cy="309245"/>
          </a:xfrm>
          <a:custGeom>
            <a:avLst/>
            <a:gdLst/>
            <a:ahLst/>
            <a:cxnLst/>
            <a:rect l="l" t="t" r="r" b="b"/>
            <a:pathLst>
              <a:path w="1080770" h="309244">
                <a:moveTo>
                  <a:pt x="2449" y="0"/>
                </a:moveTo>
                <a:lnTo>
                  <a:pt x="0" y="9203"/>
                </a:lnTo>
                <a:lnTo>
                  <a:pt x="36817" y="19004"/>
                </a:lnTo>
                <a:lnTo>
                  <a:pt x="39267" y="9799"/>
                </a:lnTo>
                <a:lnTo>
                  <a:pt x="2449" y="0"/>
                </a:lnTo>
                <a:close/>
              </a:path>
              <a:path w="1080770" h="309244">
                <a:moveTo>
                  <a:pt x="66880" y="17150"/>
                </a:moveTo>
                <a:lnTo>
                  <a:pt x="64430" y="26353"/>
                </a:lnTo>
                <a:lnTo>
                  <a:pt x="101249" y="36154"/>
                </a:lnTo>
                <a:lnTo>
                  <a:pt x="103699" y="26949"/>
                </a:lnTo>
                <a:lnTo>
                  <a:pt x="66880" y="17150"/>
                </a:lnTo>
                <a:close/>
              </a:path>
              <a:path w="1080770" h="309244">
                <a:moveTo>
                  <a:pt x="131312" y="34300"/>
                </a:moveTo>
                <a:lnTo>
                  <a:pt x="128863" y="43503"/>
                </a:lnTo>
                <a:lnTo>
                  <a:pt x="165680" y="53304"/>
                </a:lnTo>
                <a:lnTo>
                  <a:pt x="168130" y="44099"/>
                </a:lnTo>
                <a:lnTo>
                  <a:pt x="131312" y="34300"/>
                </a:lnTo>
                <a:close/>
              </a:path>
              <a:path w="1080770" h="309244">
                <a:moveTo>
                  <a:pt x="195743" y="51450"/>
                </a:moveTo>
                <a:lnTo>
                  <a:pt x="193294" y="60653"/>
                </a:lnTo>
                <a:lnTo>
                  <a:pt x="230112" y="70454"/>
                </a:lnTo>
                <a:lnTo>
                  <a:pt x="232562" y="61249"/>
                </a:lnTo>
                <a:lnTo>
                  <a:pt x="195743" y="51450"/>
                </a:lnTo>
                <a:close/>
              </a:path>
              <a:path w="1080770" h="309244">
                <a:moveTo>
                  <a:pt x="260176" y="68600"/>
                </a:moveTo>
                <a:lnTo>
                  <a:pt x="257726" y="77805"/>
                </a:lnTo>
                <a:lnTo>
                  <a:pt x="294543" y="87604"/>
                </a:lnTo>
                <a:lnTo>
                  <a:pt x="296994" y="78400"/>
                </a:lnTo>
                <a:lnTo>
                  <a:pt x="260176" y="68600"/>
                </a:lnTo>
                <a:close/>
              </a:path>
              <a:path w="1080770" h="309244">
                <a:moveTo>
                  <a:pt x="324606" y="85750"/>
                </a:moveTo>
                <a:lnTo>
                  <a:pt x="322157" y="94955"/>
                </a:lnTo>
                <a:lnTo>
                  <a:pt x="358975" y="104754"/>
                </a:lnTo>
                <a:lnTo>
                  <a:pt x="361425" y="95550"/>
                </a:lnTo>
                <a:lnTo>
                  <a:pt x="324606" y="85750"/>
                </a:lnTo>
                <a:close/>
              </a:path>
              <a:path w="1080770" h="309244">
                <a:moveTo>
                  <a:pt x="389039" y="102900"/>
                </a:moveTo>
                <a:lnTo>
                  <a:pt x="386589" y="112105"/>
                </a:lnTo>
                <a:lnTo>
                  <a:pt x="423406" y="121904"/>
                </a:lnTo>
                <a:lnTo>
                  <a:pt x="425857" y="112701"/>
                </a:lnTo>
                <a:lnTo>
                  <a:pt x="389039" y="102900"/>
                </a:lnTo>
                <a:close/>
              </a:path>
              <a:path w="1080770" h="309244">
                <a:moveTo>
                  <a:pt x="453470" y="120050"/>
                </a:moveTo>
                <a:lnTo>
                  <a:pt x="451020" y="129255"/>
                </a:lnTo>
                <a:lnTo>
                  <a:pt x="487838" y="139054"/>
                </a:lnTo>
                <a:lnTo>
                  <a:pt x="490288" y="129851"/>
                </a:lnTo>
                <a:lnTo>
                  <a:pt x="453470" y="120050"/>
                </a:lnTo>
                <a:close/>
              </a:path>
              <a:path w="1080770" h="309244">
                <a:moveTo>
                  <a:pt x="517902" y="137200"/>
                </a:moveTo>
                <a:lnTo>
                  <a:pt x="515452" y="146405"/>
                </a:lnTo>
                <a:lnTo>
                  <a:pt x="552269" y="156206"/>
                </a:lnTo>
                <a:lnTo>
                  <a:pt x="554720" y="147001"/>
                </a:lnTo>
                <a:lnTo>
                  <a:pt x="517902" y="137200"/>
                </a:lnTo>
                <a:close/>
              </a:path>
              <a:path w="1080770" h="309244">
                <a:moveTo>
                  <a:pt x="582333" y="154350"/>
                </a:moveTo>
                <a:lnTo>
                  <a:pt x="579883" y="163555"/>
                </a:lnTo>
                <a:lnTo>
                  <a:pt x="616701" y="173356"/>
                </a:lnTo>
                <a:lnTo>
                  <a:pt x="619151" y="164151"/>
                </a:lnTo>
                <a:lnTo>
                  <a:pt x="582333" y="154350"/>
                </a:lnTo>
                <a:close/>
              </a:path>
              <a:path w="1080770" h="309244">
                <a:moveTo>
                  <a:pt x="646765" y="171500"/>
                </a:moveTo>
                <a:lnTo>
                  <a:pt x="644315" y="180705"/>
                </a:lnTo>
                <a:lnTo>
                  <a:pt x="681132" y="190506"/>
                </a:lnTo>
                <a:lnTo>
                  <a:pt x="683583" y="181301"/>
                </a:lnTo>
                <a:lnTo>
                  <a:pt x="646765" y="171500"/>
                </a:lnTo>
                <a:close/>
              </a:path>
              <a:path w="1080770" h="309244">
                <a:moveTo>
                  <a:pt x="711197" y="188652"/>
                </a:moveTo>
                <a:lnTo>
                  <a:pt x="708746" y="197855"/>
                </a:lnTo>
                <a:lnTo>
                  <a:pt x="745564" y="207656"/>
                </a:lnTo>
                <a:lnTo>
                  <a:pt x="748014" y="198451"/>
                </a:lnTo>
                <a:lnTo>
                  <a:pt x="711197" y="188652"/>
                </a:lnTo>
                <a:close/>
              </a:path>
              <a:path w="1080770" h="309244">
                <a:moveTo>
                  <a:pt x="775628" y="205802"/>
                </a:moveTo>
                <a:lnTo>
                  <a:pt x="773178" y="215005"/>
                </a:lnTo>
                <a:lnTo>
                  <a:pt x="809995" y="224806"/>
                </a:lnTo>
                <a:lnTo>
                  <a:pt x="812446" y="215601"/>
                </a:lnTo>
                <a:lnTo>
                  <a:pt x="775628" y="205802"/>
                </a:lnTo>
                <a:close/>
              </a:path>
              <a:path w="1080770" h="309244">
                <a:moveTo>
                  <a:pt x="840060" y="222952"/>
                </a:moveTo>
                <a:lnTo>
                  <a:pt x="837609" y="232156"/>
                </a:lnTo>
                <a:lnTo>
                  <a:pt x="874428" y="241956"/>
                </a:lnTo>
                <a:lnTo>
                  <a:pt x="876877" y="232751"/>
                </a:lnTo>
                <a:lnTo>
                  <a:pt x="840060" y="222952"/>
                </a:lnTo>
                <a:close/>
              </a:path>
              <a:path w="1080770" h="309244">
                <a:moveTo>
                  <a:pt x="904491" y="240102"/>
                </a:moveTo>
                <a:lnTo>
                  <a:pt x="902041" y="249306"/>
                </a:lnTo>
                <a:lnTo>
                  <a:pt x="938860" y="259106"/>
                </a:lnTo>
                <a:lnTo>
                  <a:pt x="941310" y="249901"/>
                </a:lnTo>
                <a:lnTo>
                  <a:pt x="904491" y="240102"/>
                </a:lnTo>
                <a:close/>
              </a:path>
              <a:path w="1080770" h="309244">
                <a:moveTo>
                  <a:pt x="1016888" y="235521"/>
                </a:moveTo>
                <a:lnTo>
                  <a:pt x="997287" y="309157"/>
                </a:lnTo>
                <a:lnTo>
                  <a:pt x="1080724" y="291939"/>
                </a:lnTo>
                <a:lnTo>
                  <a:pt x="1016888" y="235521"/>
                </a:lnTo>
                <a:close/>
              </a:path>
              <a:path w="1080770" h="309244">
                <a:moveTo>
                  <a:pt x="968923" y="257252"/>
                </a:moveTo>
                <a:lnTo>
                  <a:pt x="966472" y="266457"/>
                </a:lnTo>
                <a:lnTo>
                  <a:pt x="1003291" y="276256"/>
                </a:lnTo>
                <a:lnTo>
                  <a:pt x="1005740" y="267053"/>
                </a:lnTo>
                <a:lnTo>
                  <a:pt x="968923" y="2572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31299" y="1857376"/>
            <a:ext cx="1010919" cy="581025"/>
          </a:xfrm>
          <a:custGeom>
            <a:avLst/>
            <a:gdLst/>
            <a:ahLst/>
            <a:cxnLst/>
            <a:rect l="l" t="t" r="r" b="b"/>
            <a:pathLst>
              <a:path w="1010920" h="581025">
                <a:moveTo>
                  <a:pt x="33077" y="553218"/>
                </a:moveTo>
                <a:lnTo>
                  <a:pt x="0" y="572127"/>
                </a:lnTo>
                <a:lnTo>
                  <a:pt x="4726" y="580396"/>
                </a:lnTo>
                <a:lnTo>
                  <a:pt x="37804" y="561487"/>
                </a:lnTo>
                <a:lnTo>
                  <a:pt x="33077" y="553218"/>
                </a:lnTo>
                <a:close/>
              </a:path>
              <a:path w="1010920" h="581025">
                <a:moveTo>
                  <a:pt x="90961" y="520128"/>
                </a:moveTo>
                <a:lnTo>
                  <a:pt x="57885" y="539037"/>
                </a:lnTo>
                <a:lnTo>
                  <a:pt x="62612" y="547306"/>
                </a:lnTo>
                <a:lnTo>
                  <a:pt x="95689" y="528397"/>
                </a:lnTo>
                <a:lnTo>
                  <a:pt x="90961" y="520128"/>
                </a:lnTo>
                <a:close/>
              </a:path>
              <a:path w="1010920" h="581025">
                <a:moveTo>
                  <a:pt x="148846" y="487038"/>
                </a:moveTo>
                <a:lnTo>
                  <a:pt x="115769" y="505947"/>
                </a:lnTo>
                <a:lnTo>
                  <a:pt x="120496" y="514216"/>
                </a:lnTo>
                <a:lnTo>
                  <a:pt x="153573" y="495307"/>
                </a:lnTo>
                <a:lnTo>
                  <a:pt x="148846" y="487038"/>
                </a:lnTo>
                <a:close/>
              </a:path>
              <a:path w="1010920" h="581025">
                <a:moveTo>
                  <a:pt x="206730" y="453948"/>
                </a:moveTo>
                <a:lnTo>
                  <a:pt x="173653" y="472857"/>
                </a:lnTo>
                <a:lnTo>
                  <a:pt x="178381" y="481126"/>
                </a:lnTo>
                <a:lnTo>
                  <a:pt x="211457" y="462217"/>
                </a:lnTo>
                <a:lnTo>
                  <a:pt x="206730" y="453948"/>
                </a:lnTo>
                <a:close/>
              </a:path>
              <a:path w="1010920" h="581025">
                <a:moveTo>
                  <a:pt x="264614" y="420858"/>
                </a:moveTo>
                <a:lnTo>
                  <a:pt x="231538" y="439767"/>
                </a:lnTo>
                <a:lnTo>
                  <a:pt x="236265" y="448036"/>
                </a:lnTo>
                <a:lnTo>
                  <a:pt x="269342" y="429127"/>
                </a:lnTo>
                <a:lnTo>
                  <a:pt x="264614" y="420858"/>
                </a:lnTo>
                <a:close/>
              </a:path>
              <a:path w="1010920" h="581025">
                <a:moveTo>
                  <a:pt x="322499" y="387769"/>
                </a:moveTo>
                <a:lnTo>
                  <a:pt x="289422" y="406678"/>
                </a:lnTo>
                <a:lnTo>
                  <a:pt x="294149" y="414947"/>
                </a:lnTo>
                <a:lnTo>
                  <a:pt x="327226" y="396038"/>
                </a:lnTo>
                <a:lnTo>
                  <a:pt x="322499" y="387769"/>
                </a:lnTo>
                <a:close/>
              </a:path>
              <a:path w="1010920" h="581025">
                <a:moveTo>
                  <a:pt x="380384" y="354679"/>
                </a:moveTo>
                <a:lnTo>
                  <a:pt x="347306" y="373588"/>
                </a:lnTo>
                <a:lnTo>
                  <a:pt x="352035" y="381857"/>
                </a:lnTo>
                <a:lnTo>
                  <a:pt x="385110" y="362948"/>
                </a:lnTo>
                <a:lnTo>
                  <a:pt x="380384" y="354679"/>
                </a:lnTo>
                <a:close/>
              </a:path>
              <a:path w="1010920" h="581025">
                <a:moveTo>
                  <a:pt x="438269" y="321589"/>
                </a:moveTo>
                <a:lnTo>
                  <a:pt x="405192" y="340498"/>
                </a:lnTo>
                <a:lnTo>
                  <a:pt x="409919" y="348767"/>
                </a:lnTo>
                <a:lnTo>
                  <a:pt x="442996" y="329858"/>
                </a:lnTo>
                <a:lnTo>
                  <a:pt x="438269" y="321589"/>
                </a:lnTo>
                <a:close/>
              </a:path>
              <a:path w="1010920" h="581025">
                <a:moveTo>
                  <a:pt x="496153" y="288499"/>
                </a:moveTo>
                <a:lnTo>
                  <a:pt x="463076" y="307408"/>
                </a:lnTo>
                <a:lnTo>
                  <a:pt x="467803" y="315677"/>
                </a:lnTo>
                <a:lnTo>
                  <a:pt x="500880" y="296768"/>
                </a:lnTo>
                <a:lnTo>
                  <a:pt x="496153" y="288499"/>
                </a:lnTo>
                <a:close/>
              </a:path>
              <a:path w="1010920" h="581025">
                <a:moveTo>
                  <a:pt x="554037" y="255409"/>
                </a:moveTo>
                <a:lnTo>
                  <a:pt x="520961" y="274318"/>
                </a:lnTo>
                <a:lnTo>
                  <a:pt x="525688" y="282587"/>
                </a:lnTo>
                <a:lnTo>
                  <a:pt x="558764" y="263678"/>
                </a:lnTo>
                <a:lnTo>
                  <a:pt x="554037" y="255409"/>
                </a:lnTo>
                <a:close/>
              </a:path>
              <a:path w="1010920" h="581025">
                <a:moveTo>
                  <a:pt x="611922" y="222319"/>
                </a:moveTo>
                <a:lnTo>
                  <a:pt x="578845" y="241228"/>
                </a:lnTo>
                <a:lnTo>
                  <a:pt x="583572" y="249497"/>
                </a:lnTo>
                <a:lnTo>
                  <a:pt x="616649" y="230588"/>
                </a:lnTo>
                <a:lnTo>
                  <a:pt x="611922" y="222319"/>
                </a:lnTo>
                <a:close/>
              </a:path>
              <a:path w="1010920" h="581025">
                <a:moveTo>
                  <a:pt x="669806" y="189230"/>
                </a:moveTo>
                <a:lnTo>
                  <a:pt x="636729" y="208139"/>
                </a:lnTo>
                <a:lnTo>
                  <a:pt x="641456" y="216408"/>
                </a:lnTo>
                <a:lnTo>
                  <a:pt x="674533" y="197498"/>
                </a:lnTo>
                <a:lnTo>
                  <a:pt x="669806" y="189230"/>
                </a:lnTo>
                <a:close/>
              </a:path>
              <a:path w="1010920" h="581025">
                <a:moveTo>
                  <a:pt x="727690" y="156140"/>
                </a:moveTo>
                <a:lnTo>
                  <a:pt x="694615" y="175049"/>
                </a:lnTo>
                <a:lnTo>
                  <a:pt x="699342" y="183318"/>
                </a:lnTo>
                <a:lnTo>
                  <a:pt x="732417" y="164409"/>
                </a:lnTo>
                <a:lnTo>
                  <a:pt x="727690" y="156140"/>
                </a:lnTo>
                <a:close/>
              </a:path>
              <a:path w="1010920" h="581025">
                <a:moveTo>
                  <a:pt x="785576" y="123050"/>
                </a:moveTo>
                <a:lnTo>
                  <a:pt x="752499" y="141959"/>
                </a:lnTo>
                <a:lnTo>
                  <a:pt x="757226" y="150228"/>
                </a:lnTo>
                <a:lnTo>
                  <a:pt x="790303" y="131319"/>
                </a:lnTo>
                <a:lnTo>
                  <a:pt x="785576" y="123050"/>
                </a:lnTo>
                <a:close/>
              </a:path>
              <a:path w="1010920" h="581025">
                <a:moveTo>
                  <a:pt x="843460" y="89960"/>
                </a:moveTo>
                <a:lnTo>
                  <a:pt x="810383" y="108869"/>
                </a:lnTo>
                <a:lnTo>
                  <a:pt x="815110" y="117138"/>
                </a:lnTo>
                <a:lnTo>
                  <a:pt x="848187" y="98229"/>
                </a:lnTo>
                <a:lnTo>
                  <a:pt x="843460" y="89960"/>
                </a:lnTo>
                <a:close/>
              </a:path>
              <a:path w="1010920" h="581025">
                <a:moveTo>
                  <a:pt x="901344" y="56870"/>
                </a:moveTo>
                <a:lnTo>
                  <a:pt x="868268" y="75779"/>
                </a:lnTo>
                <a:lnTo>
                  <a:pt x="872995" y="84048"/>
                </a:lnTo>
                <a:lnTo>
                  <a:pt x="906072" y="65139"/>
                </a:lnTo>
                <a:lnTo>
                  <a:pt x="901344" y="56870"/>
                </a:lnTo>
                <a:close/>
              </a:path>
              <a:path w="1010920" h="581025">
                <a:moveTo>
                  <a:pt x="992180" y="27378"/>
                </a:moveTo>
                <a:lnTo>
                  <a:pt x="952934" y="27378"/>
                </a:lnTo>
                <a:lnTo>
                  <a:pt x="957661" y="35648"/>
                </a:lnTo>
                <a:lnTo>
                  <a:pt x="946635" y="41951"/>
                </a:lnTo>
                <a:lnTo>
                  <a:pt x="963180" y="70893"/>
                </a:lnTo>
                <a:lnTo>
                  <a:pt x="992180" y="27378"/>
                </a:lnTo>
                <a:close/>
              </a:path>
              <a:path w="1010920" h="581025">
                <a:moveTo>
                  <a:pt x="941908" y="33682"/>
                </a:moveTo>
                <a:lnTo>
                  <a:pt x="926152" y="42689"/>
                </a:lnTo>
                <a:lnTo>
                  <a:pt x="930879" y="50958"/>
                </a:lnTo>
                <a:lnTo>
                  <a:pt x="946635" y="41951"/>
                </a:lnTo>
                <a:lnTo>
                  <a:pt x="941908" y="33682"/>
                </a:lnTo>
                <a:close/>
              </a:path>
              <a:path w="1010920" h="581025">
                <a:moveTo>
                  <a:pt x="952934" y="27378"/>
                </a:moveTo>
                <a:lnTo>
                  <a:pt x="941908" y="33682"/>
                </a:lnTo>
                <a:lnTo>
                  <a:pt x="946635" y="41951"/>
                </a:lnTo>
                <a:lnTo>
                  <a:pt x="957661" y="35648"/>
                </a:lnTo>
                <a:lnTo>
                  <a:pt x="952934" y="27378"/>
                </a:lnTo>
                <a:close/>
              </a:path>
              <a:path w="1010920" h="581025">
                <a:moveTo>
                  <a:pt x="1010425" y="0"/>
                </a:moveTo>
                <a:lnTo>
                  <a:pt x="925363" y="4739"/>
                </a:lnTo>
                <a:lnTo>
                  <a:pt x="941908" y="33682"/>
                </a:lnTo>
                <a:lnTo>
                  <a:pt x="952934" y="27378"/>
                </a:lnTo>
                <a:lnTo>
                  <a:pt x="992180" y="27378"/>
                </a:lnTo>
                <a:lnTo>
                  <a:pt x="10104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0775" y="2260601"/>
            <a:ext cx="1511300" cy="287655"/>
          </a:xfrm>
          <a:custGeom>
            <a:avLst/>
            <a:gdLst/>
            <a:ahLst/>
            <a:cxnLst/>
            <a:rect l="l" t="t" r="r" b="b"/>
            <a:pathLst>
              <a:path w="1511300" h="287655">
                <a:moveTo>
                  <a:pt x="0" y="143668"/>
                </a:moveTo>
                <a:lnTo>
                  <a:pt x="30182" y="103336"/>
                </a:lnTo>
                <a:lnTo>
                  <a:pt x="81201" y="78810"/>
                </a:lnTo>
                <a:lnTo>
                  <a:pt x="153981" y="56736"/>
                </a:lnTo>
                <a:lnTo>
                  <a:pt x="197741" y="46769"/>
                </a:lnTo>
                <a:lnTo>
                  <a:pt x="245991" y="37595"/>
                </a:lnTo>
                <a:lnTo>
                  <a:pt x="298415" y="29275"/>
                </a:lnTo>
                <a:lnTo>
                  <a:pt x="354696" y="21870"/>
                </a:lnTo>
                <a:lnTo>
                  <a:pt x="414517" y="15438"/>
                </a:lnTo>
                <a:lnTo>
                  <a:pt x="477563" y="10041"/>
                </a:lnTo>
                <a:lnTo>
                  <a:pt x="543515" y="5738"/>
                </a:lnTo>
                <a:lnTo>
                  <a:pt x="612058" y="2590"/>
                </a:lnTo>
                <a:lnTo>
                  <a:pt x="682875" y="657"/>
                </a:lnTo>
                <a:lnTo>
                  <a:pt x="755650" y="0"/>
                </a:lnTo>
                <a:lnTo>
                  <a:pt x="828424" y="657"/>
                </a:lnTo>
                <a:lnTo>
                  <a:pt x="899241" y="2590"/>
                </a:lnTo>
                <a:lnTo>
                  <a:pt x="967784" y="5738"/>
                </a:lnTo>
                <a:lnTo>
                  <a:pt x="1033736" y="10041"/>
                </a:lnTo>
                <a:lnTo>
                  <a:pt x="1096782" y="15438"/>
                </a:lnTo>
                <a:lnTo>
                  <a:pt x="1156603" y="21870"/>
                </a:lnTo>
                <a:lnTo>
                  <a:pt x="1212884" y="29275"/>
                </a:lnTo>
                <a:lnTo>
                  <a:pt x="1265308" y="37595"/>
                </a:lnTo>
                <a:lnTo>
                  <a:pt x="1313558" y="46769"/>
                </a:lnTo>
                <a:lnTo>
                  <a:pt x="1357318" y="56736"/>
                </a:lnTo>
                <a:lnTo>
                  <a:pt x="1396270" y="67436"/>
                </a:lnTo>
                <a:lnTo>
                  <a:pt x="1458486" y="90797"/>
                </a:lnTo>
                <a:lnTo>
                  <a:pt x="1497674" y="116368"/>
                </a:lnTo>
                <a:lnTo>
                  <a:pt x="1511300" y="143668"/>
                </a:lnTo>
                <a:lnTo>
                  <a:pt x="1507840" y="157504"/>
                </a:lnTo>
                <a:lnTo>
                  <a:pt x="1458486" y="196539"/>
                </a:lnTo>
                <a:lnTo>
                  <a:pt x="1396270" y="219900"/>
                </a:lnTo>
                <a:lnTo>
                  <a:pt x="1357318" y="230600"/>
                </a:lnTo>
                <a:lnTo>
                  <a:pt x="1313558" y="240567"/>
                </a:lnTo>
                <a:lnTo>
                  <a:pt x="1265308" y="249741"/>
                </a:lnTo>
                <a:lnTo>
                  <a:pt x="1212884" y="258061"/>
                </a:lnTo>
                <a:lnTo>
                  <a:pt x="1156603" y="265466"/>
                </a:lnTo>
                <a:lnTo>
                  <a:pt x="1096782" y="271898"/>
                </a:lnTo>
                <a:lnTo>
                  <a:pt x="1033736" y="277295"/>
                </a:lnTo>
                <a:lnTo>
                  <a:pt x="967784" y="281598"/>
                </a:lnTo>
                <a:lnTo>
                  <a:pt x="899241" y="284746"/>
                </a:lnTo>
                <a:lnTo>
                  <a:pt x="828424" y="286679"/>
                </a:lnTo>
                <a:lnTo>
                  <a:pt x="755650" y="287337"/>
                </a:lnTo>
                <a:lnTo>
                  <a:pt x="682875" y="286679"/>
                </a:lnTo>
                <a:lnTo>
                  <a:pt x="612058" y="284746"/>
                </a:lnTo>
                <a:lnTo>
                  <a:pt x="543515" y="281598"/>
                </a:lnTo>
                <a:lnTo>
                  <a:pt x="477563" y="277295"/>
                </a:lnTo>
                <a:lnTo>
                  <a:pt x="414517" y="271898"/>
                </a:lnTo>
                <a:lnTo>
                  <a:pt x="354696" y="265466"/>
                </a:lnTo>
                <a:lnTo>
                  <a:pt x="298415" y="258061"/>
                </a:lnTo>
                <a:lnTo>
                  <a:pt x="245991" y="249741"/>
                </a:lnTo>
                <a:lnTo>
                  <a:pt x="197741" y="240567"/>
                </a:lnTo>
                <a:lnTo>
                  <a:pt x="153981" y="230600"/>
                </a:lnTo>
                <a:lnTo>
                  <a:pt x="115029" y="219900"/>
                </a:lnTo>
                <a:lnTo>
                  <a:pt x="52813" y="196539"/>
                </a:lnTo>
                <a:lnTo>
                  <a:pt x="13625" y="170968"/>
                </a:lnTo>
                <a:lnTo>
                  <a:pt x="0" y="1436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41725" y="1641476"/>
            <a:ext cx="1511300" cy="287655"/>
          </a:xfrm>
          <a:custGeom>
            <a:avLst/>
            <a:gdLst/>
            <a:ahLst/>
            <a:cxnLst/>
            <a:rect l="l" t="t" r="r" b="b"/>
            <a:pathLst>
              <a:path w="1511300" h="287655">
                <a:moveTo>
                  <a:pt x="0" y="143668"/>
                </a:moveTo>
                <a:lnTo>
                  <a:pt x="30182" y="103336"/>
                </a:lnTo>
                <a:lnTo>
                  <a:pt x="81201" y="78810"/>
                </a:lnTo>
                <a:lnTo>
                  <a:pt x="153981" y="56736"/>
                </a:lnTo>
                <a:lnTo>
                  <a:pt x="197741" y="46769"/>
                </a:lnTo>
                <a:lnTo>
                  <a:pt x="245991" y="37595"/>
                </a:lnTo>
                <a:lnTo>
                  <a:pt x="298415" y="29275"/>
                </a:lnTo>
                <a:lnTo>
                  <a:pt x="354696" y="21870"/>
                </a:lnTo>
                <a:lnTo>
                  <a:pt x="414517" y="15438"/>
                </a:lnTo>
                <a:lnTo>
                  <a:pt x="477563" y="10041"/>
                </a:lnTo>
                <a:lnTo>
                  <a:pt x="543515" y="5738"/>
                </a:lnTo>
                <a:lnTo>
                  <a:pt x="612058" y="2590"/>
                </a:lnTo>
                <a:lnTo>
                  <a:pt x="682875" y="657"/>
                </a:lnTo>
                <a:lnTo>
                  <a:pt x="755650" y="0"/>
                </a:lnTo>
                <a:lnTo>
                  <a:pt x="828424" y="657"/>
                </a:lnTo>
                <a:lnTo>
                  <a:pt x="899241" y="2590"/>
                </a:lnTo>
                <a:lnTo>
                  <a:pt x="967784" y="5738"/>
                </a:lnTo>
                <a:lnTo>
                  <a:pt x="1033736" y="10041"/>
                </a:lnTo>
                <a:lnTo>
                  <a:pt x="1096782" y="15438"/>
                </a:lnTo>
                <a:lnTo>
                  <a:pt x="1156603" y="21870"/>
                </a:lnTo>
                <a:lnTo>
                  <a:pt x="1212884" y="29275"/>
                </a:lnTo>
                <a:lnTo>
                  <a:pt x="1265308" y="37595"/>
                </a:lnTo>
                <a:lnTo>
                  <a:pt x="1313558" y="46769"/>
                </a:lnTo>
                <a:lnTo>
                  <a:pt x="1357318" y="56736"/>
                </a:lnTo>
                <a:lnTo>
                  <a:pt x="1396270" y="67436"/>
                </a:lnTo>
                <a:lnTo>
                  <a:pt x="1458486" y="90797"/>
                </a:lnTo>
                <a:lnTo>
                  <a:pt x="1497674" y="116368"/>
                </a:lnTo>
                <a:lnTo>
                  <a:pt x="1511300" y="143668"/>
                </a:lnTo>
                <a:lnTo>
                  <a:pt x="1507840" y="157504"/>
                </a:lnTo>
                <a:lnTo>
                  <a:pt x="1458486" y="196539"/>
                </a:lnTo>
                <a:lnTo>
                  <a:pt x="1396270" y="219900"/>
                </a:lnTo>
                <a:lnTo>
                  <a:pt x="1357318" y="230600"/>
                </a:lnTo>
                <a:lnTo>
                  <a:pt x="1313558" y="240567"/>
                </a:lnTo>
                <a:lnTo>
                  <a:pt x="1265308" y="249741"/>
                </a:lnTo>
                <a:lnTo>
                  <a:pt x="1212884" y="258061"/>
                </a:lnTo>
                <a:lnTo>
                  <a:pt x="1156603" y="265466"/>
                </a:lnTo>
                <a:lnTo>
                  <a:pt x="1096782" y="271898"/>
                </a:lnTo>
                <a:lnTo>
                  <a:pt x="1033736" y="277295"/>
                </a:lnTo>
                <a:lnTo>
                  <a:pt x="967784" y="281598"/>
                </a:lnTo>
                <a:lnTo>
                  <a:pt x="899241" y="284746"/>
                </a:lnTo>
                <a:lnTo>
                  <a:pt x="828424" y="286679"/>
                </a:lnTo>
                <a:lnTo>
                  <a:pt x="755650" y="287337"/>
                </a:lnTo>
                <a:lnTo>
                  <a:pt x="682875" y="286679"/>
                </a:lnTo>
                <a:lnTo>
                  <a:pt x="612058" y="284746"/>
                </a:lnTo>
                <a:lnTo>
                  <a:pt x="543515" y="281598"/>
                </a:lnTo>
                <a:lnTo>
                  <a:pt x="477563" y="277295"/>
                </a:lnTo>
                <a:lnTo>
                  <a:pt x="414517" y="271898"/>
                </a:lnTo>
                <a:lnTo>
                  <a:pt x="354696" y="265466"/>
                </a:lnTo>
                <a:lnTo>
                  <a:pt x="298415" y="258061"/>
                </a:lnTo>
                <a:lnTo>
                  <a:pt x="245991" y="249741"/>
                </a:lnTo>
                <a:lnTo>
                  <a:pt x="197741" y="240567"/>
                </a:lnTo>
                <a:lnTo>
                  <a:pt x="153981" y="230600"/>
                </a:lnTo>
                <a:lnTo>
                  <a:pt x="115029" y="219900"/>
                </a:lnTo>
                <a:lnTo>
                  <a:pt x="52813" y="196539"/>
                </a:lnTo>
                <a:lnTo>
                  <a:pt x="13625" y="170968"/>
                </a:lnTo>
                <a:lnTo>
                  <a:pt x="0" y="1436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76537" y="1903476"/>
            <a:ext cx="2126615" cy="57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6625">
              <a:lnSpc>
                <a:spcPts val="2385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save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grades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ts val="1905"/>
              </a:lnSpc>
            </a:pPr>
            <a:r>
              <a:rPr sz="1600" dirty="0">
                <a:latin typeface="宋体"/>
                <a:cs typeface="宋体"/>
              </a:rPr>
              <a:t>《</a:t>
            </a:r>
            <a:r>
              <a:rPr sz="1600" dirty="0">
                <a:latin typeface="Times New Roman"/>
                <a:cs typeface="Times New Roman"/>
              </a:rPr>
              <a:t>include</a:t>
            </a:r>
            <a:r>
              <a:rPr sz="1600" dirty="0">
                <a:latin typeface="宋体"/>
                <a:cs typeface="宋体"/>
              </a:rPr>
              <a:t>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76987" y="1568451"/>
            <a:ext cx="1297305" cy="347980"/>
          </a:xfrm>
          <a:custGeom>
            <a:avLst/>
            <a:gdLst/>
            <a:ahLst/>
            <a:cxnLst/>
            <a:rect l="l" t="t" r="r" b="b"/>
            <a:pathLst>
              <a:path w="1297304" h="347980">
                <a:moveTo>
                  <a:pt x="0" y="173831"/>
                </a:moveTo>
                <a:lnTo>
                  <a:pt x="14957" y="136540"/>
                </a:lnTo>
                <a:lnTo>
                  <a:pt x="57719" y="102036"/>
                </a:lnTo>
                <a:lnTo>
                  <a:pt x="125121" y="71168"/>
                </a:lnTo>
                <a:lnTo>
                  <a:pt x="167073" y="57363"/>
                </a:lnTo>
                <a:lnTo>
                  <a:pt x="213998" y="44784"/>
                </a:lnTo>
                <a:lnTo>
                  <a:pt x="265501" y="33539"/>
                </a:lnTo>
                <a:lnTo>
                  <a:pt x="321186" y="23733"/>
                </a:lnTo>
                <a:lnTo>
                  <a:pt x="380657" y="15471"/>
                </a:lnTo>
                <a:lnTo>
                  <a:pt x="443519" y="8862"/>
                </a:lnTo>
                <a:lnTo>
                  <a:pt x="509376" y="4009"/>
                </a:lnTo>
                <a:lnTo>
                  <a:pt x="577832" y="1020"/>
                </a:lnTo>
                <a:lnTo>
                  <a:pt x="648493" y="0"/>
                </a:lnTo>
                <a:lnTo>
                  <a:pt x="719154" y="1020"/>
                </a:lnTo>
                <a:lnTo>
                  <a:pt x="787610" y="4009"/>
                </a:lnTo>
                <a:lnTo>
                  <a:pt x="853467" y="8862"/>
                </a:lnTo>
                <a:lnTo>
                  <a:pt x="916329" y="15471"/>
                </a:lnTo>
                <a:lnTo>
                  <a:pt x="975800" y="23733"/>
                </a:lnTo>
                <a:lnTo>
                  <a:pt x="1031485" y="33539"/>
                </a:lnTo>
                <a:lnTo>
                  <a:pt x="1082988" y="44784"/>
                </a:lnTo>
                <a:lnTo>
                  <a:pt x="1129913" y="57363"/>
                </a:lnTo>
                <a:lnTo>
                  <a:pt x="1171865" y="71168"/>
                </a:lnTo>
                <a:lnTo>
                  <a:pt x="1208448" y="86095"/>
                </a:lnTo>
                <a:lnTo>
                  <a:pt x="1263926" y="118886"/>
                </a:lnTo>
                <a:lnTo>
                  <a:pt x="1293181" y="154890"/>
                </a:lnTo>
                <a:lnTo>
                  <a:pt x="1296987" y="173831"/>
                </a:lnTo>
                <a:lnTo>
                  <a:pt x="1293181" y="192771"/>
                </a:lnTo>
                <a:lnTo>
                  <a:pt x="1263926" y="228775"/>
                </a:lnTo>
                <a:lnTo>
                  <a:pt x="1208448" y="261566"/>
                </a:lnTo>
                <a:lnTo>
                  <a:pt x="1171865" y="276493"/>
                </a:lnTo>
                <a:lnTo>
                  <a:pt x="1129913" y="290298"/>
                </a:lnTo>
                <a:lnTo>
                  <a:pt x="1082988" y="302877"/>
                </a:lnTo>
                <a:lnTo>
                  <a:pt x="1031485" y="314122"/>
                </a:lnTo>
                <a:lnTo>
                  <a:pt x="975800" y="323928"/>
                </a:lnTo>
                <a:lnTo>
                  <a:pt x="916329" y="332190"/>
                </a:lnTo>
                <a:lnTo>
                  <a:pt x="853467" y="338799"/>
                </a:lnTo>
                <a:lnTo>
                  <a:pt x="787610" y="343652"/>
                </a:lnTo>
                <a:lnTo>
                  <a:pt x="719154" y="346641"/>
                </a:lnTo>
                <a:lnTo>
                  <a:pt x="648493" y="347662"/>
                </a:lnTo>
                <a:lnTo>
                  <a:pt x="577832" y="346641"/>
                </a:lnTo>
                <a:lnTo>
                  <a:pt x="509376" y="343652"/>
                </a:lnTo>
                <a:lnTo>
                  <a:pt x="443519" y="338799"/>
                </a:lnTo>
                <a:lnTo>
                  <a:pt x="380657" y="332190"/>
                </a:lnTo>
                <a:lnTo>
                  <a:pt x="321186" y="323928"/>
                </a:lnTo>
                <a:lnTo>
                  <a:pt x="265501" y="314122"/>
                </a:lnTo>
                <a:lnTo>
                  <a:pt x="213998" y="302877"/>
                </a:lnTo>
                <a:lnTo>
                  <a:pt x="167073" y="290298"/>
                </a:lnTo>
                <a:lnTo>
                  <a:pt x="125121" y="276493"/>
                </a:lnTo>
                <a:lnTo>
                  <a:pt x="88538" y="261566"/>
                </a:lnTo>
                <a:lnTo>
                  <a:pt x="33060" y="228775"/>
                </a:lnTo>
                <a:lnTo>
                  <a:pt x="3805" y="192771"/>
                </a:lnTo>
                <a:lnTo>
                  <a:pt x="0" y="1738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24462" y="1717676"/>
            <a:ext cx="1152525" cy="76200"/>
          </a:xfrm>
          <a:custGeom>
            <a:avLst/>
            <a:gdLst/>
            <a:ahLst/>
            <a:cxnLst/>
            <a:rect l="l" t="t" r="r" b="b"/>
            <a:pathLst>
              <a:path w="1152525" h="76200">
                <a:moveTo>
                  <a:pt x="1076325" y="0"/>
                </a:moveTo>
                <a:lnTo>
                  <a:pt x="1076325" y="76200"/>
                </a:lnTo>
                <a:lnTo>
                  <a:pt x="1143000" y="42862"/>
                </a:lnTo>
                <a:lnTo>
                  <a:pt x="1089025" y="42862"/>
                </a:lnTo>
                <a:lnTo>
                  <a:pt x="1089025" y="33337"/>
                </a:lnTo>
                <a:lnTo>
                  <a:pt x="1143000" y="33337"/>
                </a:lnTo>
                <a:lnTo>
                  <a:pt x="1076325" y="0"/>
                </a:lnTo>
                <a:close/>
              </a:path>
              <a:path w="1152525" h="76200">
                <a:moveTo>
                  <a:pt x="1076325" y="33337"/>
                </a:moveTo>
                <a:lnTo>
                  <a:pt x="1050925" y="33337"/>
                </a:lnTo>
                <a:lnTo>
                  <a:pt x="1050925" y="42862"/>
                </a:lnTo>
                <a:lnTo>
                  <a:pt x="1076325" y="42862"/>
                </a:lnTo>
                <a:lnTo>
                  <a:pt x="1076325" y="33337"/>
                </a:lnTo>
                <a:close/>
              </a:path>
              <a:path w="1152525" h="76200">
                <a:moveTo>
                  <a:pt x="1143000" y="33337"/>
                </a:moveTo>
                <a:lnTo>
                  <a:pt x="1089025" y="33337"/>
                </a:lnTo>
                <a:lnTo>
                  <a:pt x="1089025" y="42862"/>
                </a:lnTo>
                <a:lnTo>
                  <a:pt x="1143000" y="42862"/>
                </a:lnTo>
                <a:lnTo>
                  <a:pt x="1152525" y="38100"/>
                </a:lnTo>
                <a:lnTo>
                  <a:pt x="1143000" y="33337"/>
                </a:lnTo>
                <a:close/>
              </a:path>
              <a:path w="1152525" h="76200">
                <a:moveTo>
                  <a:pt x="1022350" y="33337"/>
                </a:moveTo>
                <a:lnTo>
                  <a:pt x="984250" y="33337"/>
                </a:lnTo>
                <a:lnTo>
                  <a:pt x="984250" y="42862"/>
                </a:lnTo>
                <a:lnTo>
                  <a:pt x="1022350" y="42862"/>
                </a:lnTo>
                <a:lnTo>
                  <a:pt x="1022350" y="33337"/>
                </a:lnTo>
                <a:close/>
              </a:path>
              <a:path w="1152525" h="76200">
                <a:moveTo>
                  <a:pt x="955675" y="33337"/>
                </a:moveTo>
                <a:lnTo>
                  <a:pt x="917575" y="33337"/>
                </a:lnTo>
                <a:lnTo>
                  <a:pt x="917575" y="42862"/>
                </a:lnTo>
                <a:lnTo>
                  <a:pt x="955675" y="42862"/>
                </a:lnTo>
                <a:lnTo>
                  <a:pt x="955675" y="33337"/>
                </a:lnTo>
                <a:close/>
              </a:path>
              <a:path w="1152525" h="76200">
                <a:moveTo>
                  <a:pt x="889000" y="33337"/>
                </a:moveTo>
                <a:lnTo>
                  <a:pt x="850900" y="33337"/>
                </a:lnTo>
                <a:lnTo>
                  <a:pt x="850900" y="42862"/>
                </a:lnTo>
                <a:lnTo>
                  <a:pt x="889000" y="42862"/>
                </a:lnTo>
                <a:lnTo>
                  <a:pt x="889000" y="33337"/>
                </a:lnTo>
                <a:close/>
              </a:path>
              <a:path w="1152525" h="76200">
                <a:moveTo>
                  <a:pt x="784225" y="33336"/>
                </a:moveTo>
                <a:lnTo>
                  <a:pt x="784225" y="42861"/>
                </a:lnTo>
                <a:lnTo>
                  <a:pt x="822325" y="42862"/>
                </a:lnTo>
                <a:lnTo>
                  <a:pt x="822325" y="33337"/>
                </a:lnTo>
                <a:lnTo>
                  <a:pt x="784225" y="33336"/>
                </a:lnTo>
                <a:close/>
              </a:path>
              <a:path w="1152525" h="76200">
                <a:moveTo>
                  <a:pt x="755650" y="33336"/>
                </a:moveTo>
                <a:lnTo>
                  <a:pt x="717550" y="33336"/>
                </a:lnTo>
                <a:lnTo>
                  <a:pt x="717550" y="42861"/>
                </a:lnTo>
                <a:lnTo>
                  <a:pt x="755650" y="42861"/>
                </a:lnTo>
                <a:lnTo>
                  <a:pt x="755650" y="33336"/>
                </a:lnTo>
                <a:close/>
              </a:path>
              <a:path w="1152525" h="76200">
                <a:moveTo>
                  <a:pt x="688975" y="33336"/>
                </a:moveTo>
                <a:lnTo>
                  <a:pt x="650875" y="33336"/>
                </a:lnTo>
                <a:lnTo>
                  <a:pt x="650875" y="42861"/>
                </a:lnTo>
                <a:lnTo>
                  <a:pt x="688975" y="42861"/>
                </a:lnTo>
                <a:lnTo>
                  <a:pt x="688975" y="33336"/>
                </a:lnTo>
                <a:close/>
              </a:path>
              <a:path w="1152525" h="76200">
                <a:moveTo>
                  <a:pt x="622300" y="33336"/>
                </a:moveTo>
                <a:lnTo>
                  <a:pt x="584200" y="33336"/>
                </a:lnTo>
                <a:lnTo>
                  <a:pt x="584200" y="42861"/>
                </a:lnTo>
                <a:lnTo>
                  <a:pt x="622300" y="42861"/>
                </a:lnTo>
                <a:lnTo>
                  <a:pt x="622300" y="33336"/>
                </a:lnTo>
                <a:close/>
              </a:path>
              <a:path w="1152525" h="76200">
                <a:moveTo>
                  <a:pt x="555625" y="33336"/>
                </a:moveTo>
                <a:lnTo>
                  <a:pt x="517525" y="33336"/>
                </a:lnTo>
                <a:lnTo>
                  <a:pt x="517525" y="42861"/>
                </a:lnTo>
                <a:lnTo>
                  <a:pt x="555625" y="42861"/>
                </a:lnTo>
                <a:lnTo>
                  <a:pt x="555625" y="33336"/>
                </a:lnTo>
                <a:close/>
              </a:path>
              <a:path w="1152525" h="76200">
                <a:moveTo>
                  <a:pt x="488950" y="33336"/>
                </a:moveTo>
                <a:lnTo>
                  <a:pt x="450850" y="33336"/>
                </a:lnTo>
                <a:lnTo>
                  <a:pt x="450850" y="42861"/>
                </a:lnTo>
                <a:lnTo>
                  <a:pt x="488950" y="42861"/>
                </a:lnTo>
                <a:lnTo>
                  <a:pt x="488950" y="33336"/>
                </a:lnTo>
                <a:close/>
              </a:path>
              <a:path w="1152525" h="76200">
                <a:moveTo>
                  <a:pt x="422275" y="33336"/>
                </a:moveTo>
                <a:lnTo>
                  <a:pt x="384175" y="33336"/>
                </a:lnTo>
                <a:lnTo>
                  <a:pt x="384175" y="42861"/>
                </a:lnTo>
                <a:lnTo>
                  <a:pt x="422275" y="42861"/>
                </a:lnTo>
                <a:lnTo>
                  <a:pt x="422275" y="33336"/>
                </a:lnTo>
                <a:close/>
              </a:path>
              <a:path w="1152525" h="76200">
                <a:moveTo>
                  <a:pt x="355600" y="33336"/>
                </a:moveTo>
                <a:lnTo>
                  <a:pt x="317500" y="33336"/>
                </a:lnTo>
                <a:lnTo>
                  <a:pt x="317500" y="42861"/>
                </a:lnTo>
                <a:lnTo>
                  <a:pt x="355600" y="42861"/>
                </a:lnTo>
                <a:lnTo>
                  <a:pt x="355600" y="33336"/>
                </a:lnTo>
                <a:close/>
              </a:path>
              <a:path w="1152525" h="76200">
                <a:moveTo>
                  <a:pt x="288925" y="33336"/>
                </a:moveTo>
                <a:lnTo>
                  <a:pt x="250825" y="33336"/>
                </a:lnTo>
                <a:lnTo>
                  <a:pt x="250825" y="42861"/>
                </a:lnTo>
                <a:lnTo>
                  <a:pt x="288925" y="42861"/>
                </a:lnTo>
                <a:lnTo>
                  <a:pt x="288925" y="33336"/>
                </a:lnTo>
                <a:close/>
              </a:path>
              <a:path w="1152525" h="76200">
                <a:moveTo>
                  <a:pt x="222250" y="33336"/>
                </a:moveTo>
                <a:lnTo>
                  <a:pt x="184150" y="33336"/>
                </a:lnTo>
                <a:lnTo>
                  <a:pt x="184150" y="42861"/>
                </a:lnTo>
                <a:lnTo>
                  <a:pt x="222250" y="42861"/>
                </a:lnTo>
                <a:lnTo>
                  <a:pt x="222250" y="33336"/>
                </a:lnTo>
                <a:close/>
              </a:path>
              <a:path w="1152525" h="76200">
                <a:moveTo>
                  <a:pt x="155575" y="33336"/>
                </a:moveTo>
                <a:lnTo>
                  <a:pt x="117475" y="33336"/>
                </a:lnTo>
                <a:lnTo>
                  <a:pt x="117475" y="42861"/>
                </a:lnTo>
                <a:lnTo>
                  <a:pt x="155575" y="42861"/>
                </a:lnTo>
                <a:lnTo>
                  <a:pt x="155575" y="33336"/>
                </a:lnTo>
                <a:close/>
              </a:path>
              <a:path w="1152525" h="76200">
                <a:moveTo>
                  <a:pt x="88900" y="33336"/>
                </a:moveTo>
                <a:lnTo>
                  <a:pt x="50800" y="33336"/>
                </a:lnTo>
                <a:lnTo>
                  <a:pt x="50800" y="42861"/>
                </a:lnTo>
                <a:lnTo>
                  <a:pt x="88900" y="42861"/>
                </a:lnTo>
                <a:lnTo>
                  <a:pt x="88900" y="33336"/>
                </a:lnTo>
                <a:close/>
              </a:path>
              <a:path w="1152525" h="76200">
                <a:moveTo>
                  <a:pt x="22225" y="33336"/>
                </a:moveTo>
                <a:lnTo>
                  <a:pt x="0" y="33336"/>
                </a:lnTo>
                <a:lnTo>
                  <a:pt x="0" y="42861"/>
                </a:lnTo>
                <a:lnTo>
                  <a:pt x="22225" y="42861"/>
                </a:lnTo>
                <a:lnTo>
                  <a:pt x="22225" y="33336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93787" y="1089659"/>
            <a:ext cx="5175250" cy="81216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R="363855" algn="ctr">
              <a:lnSpc>
                <a:spcPct val="100000"/>
              </a:lnSpc>
              <a:spcBef>
                <a:spcPts val="930"/>
              </a:spcBef>
            </a:pPr>
            <a:r>
              <a:rPr sz="1600" dirty="0">
                <a:latin typeface="宋体"/>
                <a:cs typeface="宋体"/>
              </a:rPr>
              <a:t>《</a:t>
            </a:r>
            <a:r>
              <a:rPr sz="1600" dirty="0">
                <a:latin typeface="Times New Roman"/>
                <a:cs typeface="Times New Roman"/>
              </a:rPr>
              <a:t>include</a:t>
            </a:r>
            <a:r>
              <a:rPr sz="1600" dirty="0">
                <a:latin typeface="宋体"/>
                <a:cs typeface="宋体"/>
              </a:rPr>
              <a:t>》</a:t>
            </a:r>
            <a:endParaRPr sz="16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1040"/>
              </a:spcBef>
              <a:tabLst>
                <a:tab pos="4130040" algn="l"/>
              </a:tabLst>
            </a:pPr>
            <a:r>
              <a:rPr sz="2000" spc="-5" dirty="0">
                <a:latin typeface="Times New Roman"/>
                <a:cs typeface="Times New Roman"/>
              </a:rPr>
              <a:t>record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grades	</a:t>
            </a:r>
            <a:r>
              <a:rPr sz="2400" baseline="45138" dirty="0">
                <a:solidFill>
                  <a:srgbClr val="C0504D"/>
                </a:solidFill>
                <a:latin typeface="宋体"/>
                <a:cs typeface="宋体"/>
              </a:rPr>
              <a:t>《</a:t>
            </a:r>
            <a:r>
              <a:rPr sz="2400" baseline="45138" dirty="0">
                <a:solidFill>
                  <a:srgbClr val="C0504D"/>
                </a:solidFill>
                <a:latin typeface="Times New Roman"/>
                <a:cs typeface="Times New Roman"/>
              </a:rPr>
              <a:t>include</a:t>
            </a:r>
            <a:r>
              <a:rPr sz="2400" baseline="45138" dirty="0">
                <a:solidFill>
                  <a:srgbClr val="C0504D"/>
                </a:solidFill>
                <a:latin typeface="宋体"/>
                <a:cs typeface="宋体"/>
              </a:rPr>
              <a:t>》</a:t>
            </a:r>
            <a:endParaRPr sz="2400" baseline="45138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88062" y="1876044"/>
            <a:ext cx="16675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notify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guardians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47052" y="187451"/>
            <a:ext cx="44958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用例</a:t>
            </a:r>
            <a:r>
              <a:rPr sz="3200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包含</a:t>
            </a:r>
            <a:r>
              <a:rPr sz="3200" dirty="0">
                <a:solidFill>
                  <a:srgbClr val="000000"/>
                </a:solidFill>
              </a:rPr>
              <a:t>和</a:t>
            </a:r>
            <a:r>
              <a:rPr sz="3200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扩展</a:t>
            </a:r>
            <a:r>
              <a:rPr sz="3200" dirty="0">
                <a:solidFill>
                  <a:srgbClr val="000000"/>
                </a:solidFill>
              </a:rPr>
              <a:t>关系比较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94690" y="2494788"/>
            <a:ext cx="633730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update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grades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宋体"/>
                <a:cs typeface="宋体"/>
              </a:rPr>
              <a:t>图表示：在保存成绩之后，</a:t>
            </a: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一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定</a:t>
            </a:r>
            <a:r>
              <a:rPr sz="2400" dirty="0">
                <a:latin typeface="宋体"/>
                <a:cs typeface="宋体"/>
              </a:rPr>
              <a:t>都通知监护人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5950" y="1035051"/>
            <a:ext cx="7704455" cy="2027555"/>
          </a:xfrm>
          <a:custGeom>
            <a:avLst/>
            <a:gdLst/>
            <a:ahLst/>
            <a:cxnLst/>
            <a:rect l="l" t="t" r="r" b="b"/>
            <a:pathLst>
              <a:path w="7704455" h="2027555">
                <a:moveTo>
                  <a:pt x="0" y="0"/>
                </a:moveTo>
                <a:lnTo>
                  <a:pt x="7704138" y="0"/>
                </a:lnTo>
                <a:lnTo>
                  <a:pt x="7704138" y="2027237"/>
                </a:lnTo>
                <a:lnTo>
                  <a:pt x="0" y="2027237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07390" y="1069340"/>
            <a:ext cx="393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宋体"/>
                <a:cs typeface="宋体"/>
              </a:rPr>
              <a:t>图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65555" y="3875406"/>
            <a:ext cx="1511300" cy="287655"/>
          </a:xfrm>
          <a:custGeom>
            <a:avLst/>
            <a:gdLst/>
            <a:ahLst/>
            <a:cxnLst/>
            <a:rect l="l" t="t" r="r" b="b"/>
            <a:pathLst>
              <a:path w="1511300" h="287654">
                <a:moveTo>
                  <a:pt x="0" y="143668"/>
                </a:moveTo>
                <a:lnTo>
                  <a:pt x="30182" y="103336"/>
                </a:lnTo>
                <a:lnTo>
                  <a:pt x="81201" y="78810"/>
                </a:lnTo>
                <a:lnTo>
                  <a:pt x="153981" y="56736"/>
                </a:lnTo>
                <a:lnTo>
                  <a:pt x="197741" y="46769"/>
                </a:lnTo>
                <a:lnTo>
                  <a:pt x="245991" y="37595"/>
                </a:lnTo>
                <a:lnTo>
                  <a:pt x="298415" y="29275"/>
                </a:lnTo>
                <a:lnTo>
                  <a:pt x="354696" y="21870"/>
                </a:lnTo>
                <a:lnTo>
                  <a:pt x="414517" y="15438"/>
                </a:lnTo>
                <a:lnTo>
                  <a:pt x="477563" y="10041"/>
                </a:lnTo>
                <a:lnTo>
                  <a:pt x="543515" y="5738"/>
                </a:lnTo>
                <a:lnTo>
                  <a:pt x="612058" y="2590"/>
                </a:lnTo>
                <a:lnTo>
                  <a:pt x="682875" y="657"/>
                </a:lnTo>
                <a:lnTo>
                  <a:pt x="755650" y="0"/>
                </a:lnTo>
                <a:lnTo>
                  <a:pt x="828424" y="657"/>
                </a:lnTo>
                <a:lnTo>
                  <a:pt x="899241" y="2590"/>
                </a:lnTo>
                <a:lnTo>
                  <a:pt x="967784" y="5738"/>
                </a:lnTo>
                <a:lnTo>
                  <a:pt x="1033736" y="10041"/>
                </a:lnTo>
                <a:lnTo>
                  <a:pt x="1096782" y="15438"/>
                </a:lnTo>
                <a:lnTo>
                  <a:pt x="1156603" y="21870"/>
                </a:lnTo>
                <a:lnTo>
                  <a:pt x="1212884" y="29275"/>
                </a:lnTo>
                <a:lnTo>
                  <a:pt x="1265308" y="37595"/>
                </a:lnTo>
                <a:lnTo>
                  <a:pt x="1313558" y="46769"/>
                </a:lnTo>
                <a:lnTo>
                  <a:pt x="1357318" y="56736"/>
                </a:lnTo>
                <a:lnTo>
                  <a:pt x="1396270" y="67436"/>
                </a:lnTo>
                <a:lnTo>
                  <a:pt x="1458486" y="90797"/>
                </a:lnTo>
                <a:lnTo>
                  <a:pt x="1497674" y="116368"/>
                </a:lnTo>
                <a:lnTo>
                  <a:pt x="1511300" y="143668"/>
                </a:lnTo>
                <a:lnTo>
                  <a:pt x="1507840" y="157504"/>
                </a:lnTo>
                <a:lnTo>
                  <a:pt x="1458486" y="196539"/>
                </a:lnTo>
                <a:lnTo>
                  <a:pt x="1396270" y="219900"/>
                </a:lnTo>
                <a:lnTo>
                  <a:pt x="1357318" y="230600"/>
                </a:lnTo>
                <a:lnTo>
                  <a:pt x="1313558" y="240567"/>
                </a:lnTo>
                <a:lnTo>
                  <a:pt x="1265308" y="249741"/>
                </a:lnTo>
                <a:lnTo>
                  <a:pt x="1212884" y="258061"/>
                </a:lnTo>
                <a:lnTo>
                  <a:pt x="1156603" y="265466"/>
                </a:lnTo>
                <a:lnTo>
                  <a:pt x="1096782" y="271898"/>
                </a:lnTo>
                <a:lnTo>
                  <a:pt x="1033736" y="277295"/>
                </a:lnTo>
                <a:lnTo>
                  <a:pt x="967784" y="281598"/>
                </a:lnTo>
                <a:lnTo>
                  <a:pt x="899241" y="284746"/>
                </a:lnTo>
                <a:lnTo>
                  <a:pt x="828424" y="286679"/>
                </a:lnTo>
                <a:lnTo>
                  <a:pt x="755650" y="287337"/>
                </a:lnTo>
                <a:lnTo>
                  <a:pt x="682875" y="286679"/>
                </a:lnTo>
                <a:lnTo>
                  <a:pt x="612058" y="284746"/>
                </a:lnTo>
                <a:lnTo>
                  <a:pt x="543515" y="281598"/>
                </a:lnTo>
                <a:lnTo>
                  <a:pt x="477563" y="277295"/>
                </a:lnTo>
                <a:lnTo>
                  <a:pt x="414517" y="271898"/>
                </a:lnTo>
                <a:lnTo>
                  <a:pt x="354696" y="265466"/>
                </a:lnTo>
                <a:lnTo>
                  <a:pt x="298415" y="258061"/>
                </a:lnTo>
                <a:lnTo>
                  <a:pt x="245991" y="249741"/>
                </a:lnTo>
                <a:lnTo>
                  <a:pt x="197741" y="240567"/>
                </a:lnTo>
                <a:lnTo>
                  <a:pt x="153981" y="230600"/>
                </a:lnTo>
                <a:lnTo>
                  <a:pt x="115029" y="219900"/>
                </a:lnTo>
                <a:lnTo>
                  <a:pt x="52813" y="196539"/>
                </a:lnTo>
                <a:lnTo>
                  <a:pt x="13625" y="170968"/>
                </a:lnTo>
                <a:lnTo>
                  <a:pt x="0" y="1436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48277" y="4015383"/>
            <a:ext cx="1010285" cy="375285"/>
          </a:xfrm>
          <a:custGeom>
            <a:avLst/>
            <a:gdLst/>
            <a:ahLst/>
            <a:cxnLst/>
            <a:rect l="l" t="t" r="r" b="b"/>
            <a:pathLst>
              <a:path w="1010285" h="375285">
                <a:moveTo>
                  <a:pt x="3205" y="0"/>
                </a:moveTo>
                <a:lnTo>
                  <a:pt x="0" y="8970"/>
                </a:lnTo>
                <a:lnTo>
                  <a:pt x="35876" y="21794"/>
                </a:lnTo>
                <a:lnTo>
                  <a:pt x="39082" y="12825"/>
                </a:lnTo>
                <a:lnTo>
                  <a:pt x="3205" y="0"/>
                </a:lnTo>
                <a:close/>
              </a:path>
              <a:path w="1010285" h="375285">
                <a:moveTo>
                  <a:pt x="65989" y="22444"/>
                </a:moveTo>
                <a:lnTo>
                  <a:pt x="62783" y="31413"/>
                </a:lnTo>
                <a:lnTo>
                  <a:pt x="98659" y="44239"/>
                </a:lnTo>
                <a:lnTo>
                  <a:pt x="101866" y="35269"/>
                </a:lnTo>
                <a:lnTo>
                  <a:pt x="65989" y="22444"/>
                </a:lnTo>
                <a:close/>
              </a:path>
              <a:path w="1010285" h="375285">
                <a:moveTo>
                  <a:pt x="128774" y="44888"/>
                </a:moveTo>
                <a:lnTo>
                  <a:pt x="125567" y="53858"/>
                </a:lnTo>
                <a:lnTo>
                  <a:pt x="161443" y="66682"/>
                </a:lnTo>
                <a:lnTo>
                  <a:pt x="164650" y="57713"/>
                </a:lnTo>
                <a:lnTo>
                  <a:pt x="128774" y="44888"/>
                </a:lnTo>
                <a:close/>
              </a:path>
              <a:path w="1010285" h="375285">
                <a:moveTo>
                  <a:pt x="191557" y="67332"/>
                </a:moveTo>
                <a:lnTo>
                  <a:pt x="188351" y="76301"/>
                </a:lnTo>
                <a:lnTo>
                  <a:pt x="224227" y="89127"/>
                </a:lnTo>
                <a:lnTo>
                  <a:pt x="227434" y="80157"/>
                </a:lnTo>
                <a:lnTo>
                  <a:pt x="191557" y="67332"/>
                </a:lnTo>
                <a:close/>
              </a:path>
              <a:path w="1010285" h="375285">
                <a:moveTo>
                  <a:pt x="254341" y="89776"/>
                </a:moveTo>
                <a:lnTo>
                  <a:pt x="251134" y="98745"/>
                </a:lnTo>
                <a:lnTo>
                  <a:pt x="287011" y="111570"/>
                </a:lnTo>
                <a:lnTo>
                  <a:pt x="290217" y="102602"/>
                </a:lnTo>
                <a:lnTo>
                  <a:pt x="254341" y="89776"/>
                </a:lnTo>
                <a:close/>
              </a:path>
              <a:path w="1010285" h="375285">
                <a:moveTo>
                  <a:pt x="317125" y="112221"/>
                </a:moveTo>
                <a:lnTo>
                  <a:pt x="313918" y="121189"/>
                </a:lnTo>
                <a:lnTo>
                  <a:pt x="349796" y="134014"/>
                </a:lnTo>
                <a:lnTo>
                  <a:pt x="353001" y="125045"/>
                </a:lnTo>
                <a:lnTo>
                  <a:pt x="317125" y="112221"/>
                </a:lnTo>
                <a:close/>
              </a:path>
              <a:path w="1010285" h="375285">
                <a:moveTo>
                  <a:pt x="379909" y="134664"/>
                </a:moveTo>
                <a:lnTo>
                  <a:pt x="376703" y="143633"/>
                </a:lnTo>
                <a:lnTo>
                  <a:pt x="412579" y="156458"/>
                </a:lnTo>
                <a:lnTo>
                  <a:pt x="415785" y="147490"/>
                </a:lnTo>
                <a:lnTo>
                  <a:pt x="379909" y="134664"/>
                </a:lnTo>
                <a:close/>
              </a:path>
              <a:path w="1010285" h="375285">
                <a:moveTo>
                  <a:pt x="442692" y="157109"/>
                </a:moveTo>
                <a:lnTo>
                  <a:pt x="439487" y="166077"/>
                </a:lnTo>
                <a:lnTo>
                  <a:pt x="475363" y="178902"/>
                </a:lnTo>
                <a:lnTo>
                  <a:pt x="478570" y="169933"/>
                </a:lnTo>
                <a:lnTo>
                  <a:pt x="442692" y="157109"/>
                </a:lnTo>
                <a:close/>
              </a:path>
              <a:path w="1010285" h="375285">
                <a:moveTo>
                  <a:pt x="505477" y="179552"/>
                </a:moveTo>
                <a:lnTo>
                  <a:pt x="502271" y="188521"/>
                </a:lnTo>
                <a:lnTo>
                  <a:pt x="538147" y="201347"/>
                </a:lnTo>
                <a:lnTo>
                  <a:pt x="541354" y="192378"/>
                </a:lnTo>
                <a:lnTo>
                  <a:pt x="505477" y="179552"/>
                </a:lnTo>
                <a:close/>
              </a:path>
              <a:path w="1010285" h="375285">
                <a:moveTo>
                  <a:pt x="568261" y="201997"/>
                </a:moveTo>
                <a:lnTo>
                  <a:pt x="565054" y="210966"/>
                </a:lnTo>
                <a:lnTo>
                  <a:pt x="600930" y="223790"/>
                </a:lnTo>
                <a:lnTo>
                  <a:pt x="604137" y="214821"/>
                </a:lnTo>
                <a:lnTo>
                  <a:pt x="568261" y="201997"/>
                </a:lnTo>
                <a:close/>
              </a:path>
              <a:path w="1010285" h="375285">
                <a:moveTo>
                  <a:pt x="631045" y="224440"/>
                </a:moveTo>
                <a:lnTo>
                  <a:pt x="627838" y="233409"/>
                </a:lnTo>
                <a:lnTo>
                  <a:pt x="663714" y="246235"/>
                </a:lnTo>
                <a:lnTo>
                  <a:pt x="666921" y="237266"/>
                </a:lnTo>
                <a:lnTo>
                  <a:pt x="631045" y="224440"/>
                </a:lnTo>
                <a:close/>
              </a:path>
              <a:path w="1010285" h="375285">
                <a:moveTo>
                  <a:pt x="693828" y="246884"/>
                </a:moveTo>
                <a:lnTo>
                  <a:pt x="690622" y="255854"/>
                </a:lnTo>
                <a:lnTo>
                  <a:pt x="726499" y="268678"/>
                </a:lnTo>
                <a:lnTo>
                  <a:pt x="729705" y="259709"/>
                </a:lnTo>
                <a:lnTo>
                  <a:pt x="693828" y="246884"/>
                </a:lnTo>
                <a:close/>
              </a:path>
              <a:path w="1010285" h="375285">
                <a:moveTo>
                  <a:pt x="756612" y="269328"/>
                </a:moveTo>
                <a:lnTo>
                  <a:pt x="753405" y="278297"/>
                </a:lnTo>
                <a:lnTo>
                  <a:pt x="789283" y="291123"/>
                </a:lnTo>
                <a:lnTo>
                  <a:pt x="792488" y="282153"/>
                </a:lnTo>
                <a:lnTo>
                  <a:pt x="756612" y="269328"/>
                </a:lnTo>
                <a:close/>
              </a:path>
              <a:path w="1010285" h="375285">
                <a:moveTo>
                  <a:pt x="819396" y="291772"/>
                </a:moveTo>
                <a:lnTo>
                  <a:pt x="816190" y="300742"/>
                </a:lnTo>
                <a:lnTo>
                  <a:pt x="852067" y="313566"/>
                </a:lnTo>
                <a:lnTo>
                  <a:pt x="855273" y="304598"/>
                </a:lnTo>
                <a:lnTo>
                  <a:pt x="819396" y="291772"/>
                </a:lnTo>
                <a:close/>
              </a:path>
              <a:path w="1010285" h="375285">
                <a:moveTo>
                  <a:pt x="882180" y="314217"/>
                </a:moveTo>
                <a:lnTo>
                  <a:pt x="878974" y="323185"/>
                </a:lnTo>
                <a:lnTo>
                  <a:pt x="914850" y="336011"/>
                </a:lnTo>
                <a:lnTo>
                  <a:pt x="918057" y="327041"/>
                </a:lnTo>
                <a:lnTo>
                  <a:pt x="882180" y="314217"/>
                </a:lnTo>
                <a:close/>
              </a:path>
              <a:path w="1010285" h="375285">
                <a:moveTo>
                  <a:pt x="950737" y="303320"/>
                </a:moveTo>
                <a:lnTo>
                  <a:pt x="925087" y="375074"/>
                </a:lnTo>
                <a:lnTo>
                  <a:pt x="1009665" y="364848"/>
                </a:lnTo>
                <a:lnTo>
                  <a:pt x="993487" y="347957"/>
                </a:lnTo>
                <a:lnTo>
                  <a:pt x="948267" y="347957"/>
                </a:lnTo>
                <a:lnTo>
                  <a:pt x="941758" y="345630"/>
                </a:lnTo>
                <a:lnTo>
                  <a:pt x="944965" y="336660"/>
                </a:lnTo>
                <a:lnTo>
                  <a:pt x="982668" y="336660"/>
                </a:lnTo>
                <a:lnTo>
                  <a:pt x="950737" y="303320"/>
                </a:lnTo>
                <a:close/>
              </a:path>
              <a:path w="1010285" h="375285">
                <a:moveTo>
                  <a:pt x="944965" y="336660"/>
                </a:moveTo>
                <a:lnTo>
                  <a:pt x="941758" y="345630"/>
                </a:lnTo>
                <a:lnTo>
                  <a:pt x="948267" y="347957"/>
                </a:lnTo>
                <a:lnTo>
                  <a:pt x="951473" y="338988"/>
                </a:lnTo>
                <a:lnTo>
                  <a:pt x="944965" y="336660"/>
                </a:lnTo>
                <a:close/>
              </a:path>
              <a:path w="1010285" h="375285">
                <a:moveTo>
                  <a:pt x="982668" y="336660"/>
                </a:moveTo>
                <a:lnTo>
                  <a:pt x="944965" y="336660"/>
                </a:lnTo>
                <a:lnTo>
                  <a:pt x="951473" y="338988"/>
                </a:lnTo>
                <a:lnTo>
                  <a:pt x="948267" y="347957"/>
                </a:lnTo>
                <a:lnTo>
                  <a:pt x="993487" y="347957"/>
                </a:lnTo>
                <a:lnTo>
                  <a:pt x="982668" y="336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04762" y="4548506"/>
            <a:ext cx="1082040" cy="581025"/>
          </a:xfrm>
          <a:custGeom>
            <a:avLst/>
            <a:gdLst/>
            <a:ahLst/>
            <a:cxnLst/>
            <a:rect l="l" t="t" r="r" b="b"/>
            <a:pathLst>
              <a:path w="1082039" h="581025">
                <a:moveTo>
                  <a:pt x="33610" y="554118"/>
                </a:moveTo>
                <a:lnTo>
                  <a:pt x="0" y="572060"/>
                </a:lnTo>
                <a:lnTo>
                  <a:pt x="4485" y="580463"/>
                </a:lnTo>
                <a:lnTo>
                  <a:pt x="38096" y="562521"/>
                </a:lnTo>
                <a:lnTo>
                  <a:pt x="33610" y="554118"/>
                </a:lnTo>
                <a:close/>
              </a:path>
              <a:path w="1082039" h="581025">
                <a:moveTo>
                  <a:pt x="92429" y="522719"/>
                </a:moveTo>
                <a:lnTo>
                  <a:pt x="58818" y="540661"/>
                </a:lnTo>
                <a:lnTo>
                  <a:pt x="63304" y="549064"/>
                </a:lnTo>
                <a:lnTo>
                  <a:pt x="96914" y="531121"/>
                </a:lnTo>
                <a:lnTo>
                  <a:pt x="92429" y="522719"/>
                </a:lnTo>
                <a:close/>
              </a:path>
              <a:path w="1082039" h="581025">
                <a:moveTo>
                  <a:pt x="151248" y="491319"/>
                </a:moveTo>
                <a:lnTo>
                  <a:pt x="117637" y="509262"/>
                </a:lnTo>
                <a:lnTo>
                  <a:pt x="122123" y="517664"/>
                </a:lnTo>
                <a:lnTo>
                  <a:pt x="155733" y="499723"/>
                </a:lnTo>
                <a:lnTo>
                  <a:pt x="151248" y="491319"/>
                </a:lnTo>
                <a:close/>
              </a:path>
              <a:path w="1082039" h="581025">
                <a:moveTo>
                  <a:pt x="210068" y="459921"/>
                </a:moveTo>
                <a:lnTo>
                  <a:pt x="176456" y="477864"/>
                </a:lnTo>
                <a:lnTo>
                  <a:pt x="180941" y="486266"/>
                </a:lnTo>
                <a:lnTo>
                  <a:pt x="214552" y="468323"/>
                </a:lnTo>
                <a:lnTo>
                  <a:pt x="210068" y="459921"/>
                </a:lnTo>
                <a:close/>
              </a:path>
              <a:path w="1082039" h="581025">
                <a:moveTo>
                  <a:pt x="268886" y="428522"/>
                </a:moveTo>
                <a:lnTo>
                  <a:pt x="235275" y="446464"/>
                </a:lnTo>
                <a:lnTo>
                  <a:pt x="239760" y="454867"/>
                </a:lnTo>
                <a:lnTo>
                  <a:pt x="273372" y="436925"/>
                </a:lnTo>
                <a:lnTo>
                  <a:pt x="268886" y="428522"/>
                </a:lnTo>
                <a:close/>
              </a:path>
              <a:path w="1082039" h="581025">
                <a:moveTo>
                  <a:pt x="327705" y="397123"/>
                </a:moveTo>
                <a:lnTo>
                  <a:pt x="294095" y="415066"/>
                </a:lnTo>
                <a:lnTo>
                  <a:pt x="298579" y="423468"/>
                </a:lnTo>
                <a:lnTo>
                  <a:pt x="332191" y="405526"/>
                </a:lnTo>
                <a:lnTo>
                  <a:pt x="327705" y="397123"/>
                </a:lnTo>
                <a:close/>
              </a:path>
              <a:path w="1082039" h="581025">
                <a:moveTo>
                  <a:pt x="386524" y="365724"/>
                </a:moveTo>
                <a:lnTo>
                  <a:pt x="352913" y="383666"/>
                </a:lnTo>
                <a:lnTo>
                  <a:pt x="357399" y="392069"/>
                </a:lnTo>
                <a:lnTo>
                  <a:pt x="391010" y="374128"/>
                </a:lnTo>
                <a:lnTo>
                  <a:pt x="386524" y="365724"/>
                </a:lnTo>
                <a:close/>
              </a:path>
              <a:path w="1082039" h="581025">
                <a:moveTo>
                  <a:pt x="445343" y="334326"/>
                </a:moveTo>
                <a:lnTo>
                  <a:pt x="411732" y="352267"/>
                </a:lnTo>
                <a:lnTo>
                  <a:pt x="416218" y="360671"/>
                </a:lnTo>
                <a:lnTo>
                  <a:pt x="449828" y="342728"/>
                </a:lnTo>
                <a:lnTo>
                  <a:pt x="445343" y="334326"/>
                </a:lnTo>
                <a:close/>
              </a:path>
              <a:path w="1082039" h="581025">
                <a:moveTo>
                  <a:pt x="504162" y="302926"/>
                </a:moveTo>
                <a:lnTo>
                  <a:pt x="470551" y="320869"/>
                </a:lnTo>
                <a:lnTo>
                  <a:pt x="475037" y="329271"/>
                </a:lnTo>
                <a:lnTo>
                  <a:pt x="508647" y="311330"/>
                </a:lnTo>
                <a:lnTo>
                  <a:pt x="504162" y="302926"/>
                </a:lnTo>
                <a:close/>
              </a:path>
              <a:path w="1082039" h="581025">
                <a:moveTo>
                  <a:pt x="562980" y="271528"/>
                </a:moveTo>
                <a:lnTo>
                  <a:pt x="529370" y="289469"/>
                </a:lnTo>
                <a:lnTo>
                  <a:pt x="533855" y="297873"/>
                </a:lnTo>
                <a:lnTo>
                  <a:pt x="567466" y="279930"/>
                </a:lnTo>
                <a:lnTo>
                  <a:pt x="562980" y="271528"/>
                </a:lnTo>
                <a:close/>
              </a:path>
              <a:path w="1082039" h="581025">
                <a:moveTo>
                  <a:pt x="621799" y="240129"/>
                </a:moveTo>
                <a:lnTo>
                  <a:pt x="588189" y="258071"/>
                </a:lnTo>
                <a:lnTo>
                  <a:pt x="592674" y="266473"/>
                </a:lnTo>
                <a:lnTo>
                  <a:pt x="626285" y="248531"/>
                </a:lnTo>
                <a:lnTo>
                  <a:pt x="621799" y="240129"/>
                </a:lnTo>
                <a:close/>
              </a:path>
              <a:path w="1082039" h="581025">
                <a:moveTo>
                  <a:pt x="680618" y="208730"/>
                </a:moveTo>
                <a:lnTo>
                  <a:pt x="647007" y="226672"/>
                </a:lnTo>
                <a:lnTo>
                  <a:pt x="651493" y="235075"/>
                </a:lnTo>
                <a:lnTo>
                  <a:pt x="685104" y="217133"/>
                </a:lnTo>
                <a:lnTo>
                  <a:pt x="680618" y="208730"/>
                </a:lnTo>
                <a:close/>
              </a:path>
              <a:path w="1082039" h="581025">
                <a:moveTo>
                  <a:pt x="739438" y="177331"/>
                </a:moveTo>
                <a:lnTo>
                  <a:pt x="705826" y="195273"/>
                </a:lnTo>
                <a:lnTo>
                  <a:pt x="710312" y="203676"/>
                </a:lnTo>
                <a:lnTo>
                  <a:pt x="743922" y="185733"/>
                </a:lnTo>
                <a:lnTo>
                  <a:pt x="739438" y="177331"/>
                </a:lnTo>
                <a:close/>
              </a:path>
              <a:path w="1082039" h="581025">
                <a:moveTo>
                  <a:pt x="798257" y="145933"/>
                </a:moveTo>
                <a:lnTo>
                  <a:pt x="764645" y="163874"/>
                </a:lnTo>
                <a:lnTo>
                  <a:pt x="769131" y="172278"/>
                </a:lnTo>
                <a:lnTo>
                  <a:pt x="802742" y="154335"/>
                </a:lnTo>
                <a:lnTo>
                  <a:pt x="798257" y="145933"/>
                </a:lnTo>
                <a:close/>
              </a:path>
              <a:path w="1082039" h="581025">
                <a:moveTo>
                  <a:pt x="857076" y="114533"/>
                </a:moveTo>
                <a:lnTo>
                  <a:pt x="823465" y="132476"/>
                </a:lnTo>
                <a:lnTo>
                  <a:pt x="827949" y="140878"/>
                </a:lnTo>
                <a:lnTo>
                  <a:pt x="861561" y="122935"/>
                </a:lnTo>
                <a:lnTo>
                  <a:pt x="857076" y="114533"/>
                </a:lnTo>
                <a:close/>
              </a:path>
              <a:path w="1082039" h="581025">
                <a:moveTo>
                  <a:pt x="915894" y="83135"/>
                </a:moveTo>
                <a:lnTo>
                  <a:pt x="882284" y="101076"/>
                </a:lnTo>
                <a:lnTo>
                  <a:pt x="886769" y="109480"/>
                </a:lnTo>
                <a:lnTo>
                  <a:pt x="920380" y="91537"/>
                </a:lnTo>
                <a:lnTo>
                  <a:pt x="915894" y="83135"/>
                </a:lnTo>
                <a:close/>
              </a:path>
              <a:path w="1082039" h="581025">
                <a:moveTo>
                  <a:pt x="974713" y="51735"/>
                </a:moveTo>
                <a:lnTo>
                  <a:pt x="941103" y="69678"/>
                </a:lnTo>
                <a:lnTo>
                  <a:pt x="945588" y="78080"/>
                </a:lnTo>
                <a:lnTo>
                  <a:pt x="979199" y="60138"/>
                </a:lnTo>
                <a:lnTo>
                  <a:pt x="974713" y="51735"/>
                </a:lnTo>
                <a:close/>
              </a:path>
              <a:path w="1082039" h="581025">
                <a:moveTo>
                  <a:pt x="1063516" y="25702"/>
                </a:moveTo>
                <a:lnTo>
                  <a:pt x="1023481" y="25702"/>
                </a:lnTo>
                <a:lnTo>
                  <a:pt x="1027967" y="34104"/>
                </a:lnTo>
                <a:lnTo>
                  <a:pt x="1016763" y="40085"/>
                </a:lnTo>
                <a:lnTo>
                  <a:pt x="1032463" y="69494"/>
                </a:lnTo>
                <a:lnTo>
                  <a:pt x="1063516" y="25702"/>
                </a:lnTo>
                <a:close/>
              </a:path>
              <a:path w="1082039" h="581025">
                <a:moveTo>
                  <a:pt x="1012278" y="31682"/>
                </a:moveTo>
                <a:lnTo>
                  <a:pt x="999921" y="38279"/>
                </a:lnTo>
                <a:lnTo>
                  <a:pt x="1004407" y="46681"/>
                </a:lnTo>
                <a:lnTo>
                  <a:pt x="1016763" y="40085"/>
                </a:lnTo>
                <a:lnTo>
                  <a:pt x="1012278" y="31682"/>
                </a:lnTo>
                <a:close/>
              </a:path>
              <a:path w="1082039" h="581025">
                <a:moveTo>
                  <a:pt x="1023481" y="25702"/>
                </a:moveTo>
                <a:lnTo>
                  <a:pt x="1012278" y="31682"/>
                </a:lnTo>
                <a:lnTo>
                  <a:pt x="1016763" y="40085"/>
                </a:lnTo>
                <a:lnTo>
                  <a:pt x="1027967" y="34104"/>
                </a:lnTo>
                <a:lnTo>
                  <a:pt x="1023481" y="25702"/>
                </a:lnTo>
                <a:close/>
              </a:path>
              <a:path w="1082039" h="581025">
                <a:moveTo>
                  <a:pt x="1081742" y="0"/>
                </a:moveTo>
                <a:lnTo>
                  <a:pt x="996579" y="2273"/>
                </a:lnTo>
                <a:lnTo>
                  <a:pt x="1012278" y="31682"/>
                </a:lnTo>
                <a:lnTo>
                  <a:pt x="1023481" y="25702"/>
                </a:lnTo>
                <a:lnTo>
                  <a:pt x="1063516" y="25702"/>
                </a:lnTo>
                <a:lnTo>
                  <a:pt x="10817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94118" y="4981892"/>
            <a:ext cx="1511300" cy="287655"/>
          </a:xfrm>
          <a:custGeom>
            <a:avLst/>
            <a:gdLst/>
            <a:ahLst/>
            <a:cxnLst/>
            <a:rect l="l" t="t" r="r" b="b"/>
            <a:pathLst>
              <a:path w="1511300" h="287654">
                <a:moveTo>
                  <a:pt x="0" y="143669"/>
                </a:moveTo>
                <a:lnTo>
                  <a:pt x="30182" y="103336"/>
                </a:lnTo>
                <a:lnTo>
                  <a:pt x="81201" y="78810"/>
                </a:lnTo>
                <a:lnTo>
                  <a:pt x="153981" y="56736"/>
                </a:lnTo>
                <a:lnTo>
                  <a:pt x="197741" y="46769"/>
                </a:lnTo>
                <a:lnTo>
                  <a:pt x="245991" y="37595"/>
                </a:lnTo>
                <a:lnTo>
                  <a:pt x="298415" y="29275"/>
                </a:lnTo>
                <a:lnTo>
                  <a:pt x="354696" y="21870"/>
                </a:lnTo>
                <a:lnTo>
                  <a:pt x="414517" y="15438"/>
                </a:lnTo>
                <a:lnTo>
                  <a:pt x="477563" y="10041"/>
                </a:lnTo>
                <a:lnTo>
                  <a:pt x="543515" y="5738"/>
                </a:lnTo>
                <a:lnTo>
                  <a:pt x="612058" y="2590"/>
                </a:lnTo>
                <a:lnTo>
                  <a:pt x="682875" y="657"/>
                </a:lnTo>
                <a:lnTo>
                  <a:pt x="755650" y="0"/>
                </a:lnTo>
                <a:lnTo>
                  <a:pt x="828424" y="657"/>
                </a:lnTo>
                <a:lnTo>
                  <a:pt x="899241" y="2590"/>
                </a:lnTo>
                <a:lnTo>
                  <a:pt x="967784" y="5738"/>
                </a:lnTo>
                <a:lnTo>
                  <a:pt x="1033736" y="10041"/>
                </a:lnTo>
                <a:lnTo>
                  <a:pt x="1096782" y="15438"/>
                </a:lnTo>
                <a:lnTo>
                  <a:pt x="1156603" y="21870"/>
                </a:lnTo>
                <a:lnTo>
                  <a:pt x="1212884" y="29275"/>
                </a:lnTo>
                <a:lnTo>
                  <a:pt x="1265308" y="37595"/>
                </a:lnTo>
                <a:lnTo>
                  <a:pt x="1313558" y="46769"/>
                </a:lnTo>
                <a:lnTo>
                  <a:pt x="1357318" y="56736"/>
                </a:lnTo>
                <a:lnTo>
                  <a:pt x="1396270" y="67437"/>
                </a:lnTo>
                <a:lnTo>
                  <a:pt x="1458486" y="90797"/>
                </a:lnTo>
                <a:lnTo>
                  <a:pt x="1497674" y="116368"/>
                </a:lnTo>
                <a:lnTo>
                  <a:pt x="1511300" y="143669"/>
                </a:lnTo>
                <a:lnTo>
                  <a:pt x="1507840" y="157505"/>
                </a:lnTo>
                <a:lnTo>
                  <a:pt x="1458486" y="196540"/>
                </a:lnTo>
                <a:lnTo>
                  <a:pt x="1396270" y="219900"/>
                </a:lnTo>
                <a:lnTo>
                  <a:pt x="1357318" y="230601"/>
                </a:lnTo>
                <a:lnTo>
                  <a:pt x="1313558" y="240568"/>
                </a:lnTo>
                <a:lnTo>
                  <a:pt x="1265308" y="249742"/>
                </a:lnTo>
                <a:lnTo>
                  <a:pt x="1212884" y="258062"/>
                </a:lnTo>
                <a:lnTo>
                  <a:pt x="1156603" y="265467"/>
                </a:lnTo>
                <a:lnTo>
                  <a:pt x="1096782" y="271899"/>
                </a:lnTo>
                <a:lnTo>
                  <a:pt x="1033736" y="277296"/>
                </a:lnTo>
                <a:lnTo>
                  <a:pt x="967784" y="281599"/>
                </a:lnTo>
                <a:lnTo>
                  <a:pt x="899241" y="284747"/>
                </a:lnTo>
                <a:lnTo>
                  <a:pt x="828424" y="286680"/>
                </a:lnTo>
                <a:lnTo>
                  <a:pt x="755650" y="287338"/>
                </a:lnTo>
                <a:lnTo>
                  <a:pt x="682875" y="286680"/>
                </a:lnTo>
                <a:lnTo>
                  <a:pt x="612058" y="284747"/>
                </a:lnTo>
                <a:lnTo>
                  <a:pt x="543515" y="281599"/>
                </a:lnTo>
                <a:lnTo>
                  <a:pt x="477563" y="277296"/>
                </a:lnTo>
                <a:lnTo>
                  <a:pt x="414517" y="271899"/>
                </a:lnTo>
                <a:lnTo>
                  <a:pt x="354696" y="265467"/>
                </a:lnTo>
                <a:lnTo>
                  <a:pt x="298415" y="258062"/>
                </a:lnTo>
                <a:lnTo>
                  <a:pt x="245991" y="249742"/>
                </a:lnTo>
                <a:lnTo>
                  <a:pt x="197741" y="240568"/>
                </a:lnTo>
                <a:lnTo>
                  <a:pt x="153981" y="230601"/>
                </a:lnTo>
                <a:lnTo>
                  <a:pt x="115029" y="219900"/>
                </a:lnTo>
                <a:lnTo>
                  <a:pt x="52813" y="196540"/>
                </a:lnTo>
                <a:lnTo>
                  <a:pt x="13625" y="170969"/>
                </a:lnTo>
                <a:lnTo>
                  <a:pt x="0" y="14366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15067" y="4308792"/>
            <a:ext cx="1511300" cy="287655"/>
          </a:xfrm>
          <a:custGeom>
            <a:avLst/>
            <a:gdLst/>
            <a:ahLst/>
            <a:cxnLst/>
            <a:rect l="l" t="t" r="r" b="b"/>
            <a:pathLst>
              <a:path w="1511300" h="287654">
                <a:moveTo>
                  <a:pt x="0" y="143669"/>
                </a:moveTo>
                <a:lnTo>
                  <a:pt x="30182" y="103336"/>
                </a:lnTo>
                <a:lnTo>
                  <a:pt x="81201" y="78810"/>
                </a:lnTo>
                <a:lnTo>
                  <a:pt x="153981" y="56736"/>
                </a:lnTo>
                <a:lnTo>
                  <a:pt x="197741" y="46769"/>
                </a:lnTo>
                <a:lnTo>
                  <a:pt x="245991" y="37595"/>
                </a:lnTo>
                <a:lnTo>
                  <a:pt x="298415" y="29275"/>
                </a:lnTo>
                <a:lnTo>
                  <a:pt x="354696" y="21870"/>
                </a:lnTo>
                <a:lnTo>
                  <a:pt x="414517" y="15438"/>
                </a:lnTo>
                <a:lnTo>
                  <a:pt x="477563" y="10041"/>
                </a:lnTo>
                <a:lnTo>
                  <a:pt x="543515" y="5738"/>
                </a:lnTo>
                <a:lnTo>
                  <a:pt x="612058" y="2590"/>
                </a:lnTo>
                <a:lnTo>
                  <a:pt x="682875" y="657"/>
                </a:lnTo>
                <a:lnTo>
                  <a:pt x="755650" y="0"/>
                </a:lnTo>
                <a:lnTo>
                  <a:pt x="828424" y="657"/>
                </a:lnTo>
                <a:lnTo>
                  <a:pt x="899241" y="2590"/>
                </a:lnTo>
                <a:lnTo>
                  <a:pt x="967784" y="5738"/>
                </a:lnTo>
                <a:lnTo>
                  <a:pt x="1033736" y="10041"/>
                </a:lnTo>
                <a:lnTo>
                  <a:pt x="1096782" y="15438"/>
                </a:lnTo>
                <a:lnTo>
                  <a:pt x="1156603" y="21870"/>
                </a:lnTo>
                <a:lnTo>
                  <a:pt x="1212884" y="29275"/>
                </a:lnTo>
                <a:lnTo>
                  <a:pt x="1265308" y="37595"/>
                </a:lnTo>
                <a:lnTo>
                  <a:pt x="1313558" y="46769"/>
                </a:lnTo>
                <a:lnTo>
                  <a:pt x="1357318" y="56736"/>
                </a:lnTo>
                <a:lnTo>
                  <a:pt x="1396270" y="67437"/>
                </a:lnTo>
                <a:lnTo>
                  <a:pt x="1458486" y="90797"/>
                </a:lnTo>
                <a:lnTo>
                  <a:pt x="1497674" y="116368"/>
                </a:lnTo>
                <a:lnTo>
                  <a:pt x="1511300" y="143669"/>
                </a:lnTo>
                <a:lnTo>
                  <a:pt x="1507840" y="157505"/>
                </a:lnTo>
                <a:lnTo>
                  <a:pt x="1458486" y="196540"/>
                </a:lnTo>
                <a:lnTo>
                  <a:pt x="1396270" y="219900"/>
                </a:lnTo>
                <a:lnTo>
                  <a:pt x="1357318" y="230601"/>
                </a:lnTo>
                <a:lnTo>
                  <a:pt x="1313558" y="240568"/>
                </a:lnTo>
                <a:lnTo>
                  <a:pt x="1265308" y="249742"/>
                </a:lnTo>
                <a:lnTo>
                  <a:pt x="1212884" y="258062"/>
                </a:lnTo>
                <a:lnTo>
                  <a:pt x="1156603" y="265467"/>
                </a:lnTo>
                <a:lnTo>
                  <a:pt x="1096782" y="271899"/>
                </a:lnTo>
                <a:lnTo>
                  <a:pt x="1033736" y="277296"/>
                </a:lnTo>
                <a:lnTo>
                  <a:pt x="967784" y="281599"/>
                </a:lnTo>
                <a:lnTo>
                  <a:pt x="899241" y="284747"/>
                </a:lnTo>
                <a:lnTo>
                  <a:pt x="828424" y="286680"/>
                </a:lnTo>
                <a:lnTo>
                  <a:pt x="755650" y="287338"/>
                </a:lnTo>
                <a:lnTo>
                  <a:pt x="682875" y="286680"/>
                </a:lnTo>
                <a:lnTo>
                  <a:pt x="612058" y="284747"/>
                </a:lnTo>
                <a:lnTo>
                  <a:pt x="543515" y="281599"/>
                </a:lnTo>
                <a:lnTo>
                  <a:pt x="477563" y="277296"/>
                </a:lnTo>
                <a:lnTo>
                  <a:pt x="414517" y="271899"/>
                </a:lnTo>
                <a:lnTo>
                  <a:pt x="354696" y="265467"/>
                </a:lnTo>
                <a:lnTo>
                  <a:pt x="298415" y="258062"/>
                </a:lnTo>
                <a:lnTo>
                  <a:pt x="245991" y="249742"/>
                </a:lnTo>
                <a:lnTo>
                  <a:pt x="197741" y="240568"/>
                </a:lnTo>
                <a:lnTo>
                  <a:pt x="153981" y="230601"/>
                </a:lnTo>
                <a:lnTo>
                  <a:pt x="115029" y="219900"/>
                </a:lnTo>
                <a:lnTo>
                  <a:pt x="52813" y="196540"/>
                </a:lnTo>
                <a:lnTo>
                  <a:pt x="13625" y="170969"/>
                </a:lnTo>
                <a:lnTo>
                  <a:pt x="0" y="14366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50329" y="4235767"/>
            <a:ext cx="1297305" cy="347980"/>
          </a:xfrm>
          <a:custGeom>
            <a:avLst/>
            <a:gdLst/>
            <a:ahLst/>
            <a:cxnLst/>
            <a:rect l="l" t="t" r="r" b="b"/>
            <a:pathLst>
              <a:path w="1297304" h="347979">
                <a:moveTo>
                  <a:pt x="0" y="173831"/>
                </a:moveTo>
                <a:lnTo>
                  <a:pt x="14957" y="136540"/>
                </a:lnTo>
                <a:lnTo>
                  <a:pt x="57719" y="102036"/>
                </a:lnTo>
                <a:lnTo>
                  <a:pt x="125121" y="71168"/>
                </a:lnTo>
                <a:lnTo>
                  <a:pt x="167073" y="57363"/>
                </a:lnTo>
                <a:lnTo>
                  <a:pt x="213999" y="44784"/>
                </a:lnTo>
                <a:lnTo>
                  <a:pt x="265501" y="33539"/>
                </a:lnTo>
                <a:lnTo>
                  <a:pt x="321186" y="23733"/>
                </a:lnTo>
                <a:lnTo>
                  <a:pt x="380657" y="15471"/>
                </a:lnTo>
                <a:lnTo>
                  <a:pt x="443519" y="8862"/>
                </a:lnTo>
                <a:lnTo>
                  <a:pt x="509376" y="4009"/>
                </a:lnTo>
                <a:lnTo>
                  <a:pt x="577833" y="1020"/>
                </a:lnTo>
                <a:lnTo>
                  <a:pt x="648494" y="0"/>
                </a:lnTo>
                <a:lnTo>
                  <a:pt x="719154" y="1020"/>
                </a:lnTo>
                <a:lnTo>
                  <a:pt x="787611" y="4009"/>
                </a:lnTo>
                <a:lnTo>
                  <a:pt x="853468" y="8862"/>
                </a:lnTo>
                <a:lnTo>
                  <a:pt x="916330" y="15471"/>
                </a:lnTo>
                <a:lnTo>
                  <a:pt x="975801" y="23733"/>
                </a:lnTo>
                <a:lnTo>
                  <a:pt x="1031485" y="33539"/>
                </a:lnTo>
                <a:lnTo>
                  <a:pt x="1082988" y="44784"/>
                </a:lnTo>
                <a:lnTo>
                  <a:pt x="1129914" y="57363"/>
                </a:lnTo>
                <a:lnTo>
                  <a:pt x="1171866" y="71168"/>
                </a:lnTo>
                <a:lnTo>
                  <a:pt x="1208449" y="86095"/>
                </a:lnTo>
                <a:lnTo>
                  <a:pt x="1263927" y="118887"/>
                </a:lnTo>
                <a:lnTo>
                  <a:pt x="1293182" y="154890"/>
                </a:lnTo>
                <a:lnTo>
                  <a:pt x="1296988" y="173831"/>
                </a:lnTo>
                <a:lnTo>
                  <a:pt x="1293182" y="192772"/>
                </a:lnTo>
                <a:lnTo>
                  <a:pt x="1263927" y="228775"/>
                </a:lnTo>
                <a:lnTo>
                  <a:pt x="1208449" y="261567"/>
                </a:lnTo>
                <a:lnTo>
                  <a:pt x="1171866" y="276494"/>
                </a:lnTo>
                <a:lnTo>
                  <a:pt x="1129914" y="290299"/>
                </a:lnTo>
                <a:lnTo>
                  <a:pt x="1082988" y="302878"/>
                </a:lnTo>
                <a:lnTo>
                  <a:pt x="1031485" y="314123"/>
                </a:lnTo>
                <a:lnTo>
                  <a:pt x="975801" y="323929"/>
                </a:lnTo>
                <a:lnTo>
                  <a:pt x="916330" y="332191"/>
                </a:lnTo>
                <a:lnTo>
                  <a:pt x="853468" y="338800"/>
                </a:lnTo>
                <a:lnTo>
                  <a:pt x="787611" y="343653"/>
                </a:lnTo>
                <a:lnTo>
                  <a:pt x="719154" y="346642"/>
                </a:lnTo>
                <a:lnTo>
                  <a:pt x="648494" y="347663"/>
                </a:lnTo>
                <a:lnTo>
                  <a:pt x="577833" y="346642"/>
                </a:lnTo>
                <a:lnTo>
                  <a:pt x="509376" y="343653"/>
                </a:lnTo>
                <a:lnTo>
                  <a:pt x="443519" y="338800"/>
                </a:lnTo>
                <a:lnTo>
                  <a:pt x="380657" y="332191"/>
                </a:lnTo>
                <a:lnTo>
                  <a:pt x="321186" y="323929"/>
                </a:lnTo>
                <a:lnTo>
                  <a:pt x="265501" y="314123"/>
                </a:lnTo>
                <a:lnTo>
                  <a:pt x="213999" y="302878"/>
                </a:lnTo>
                <a:lnTo>
                  <a:pt x="167073" y="290299"/>
                </a:lnTo>
                <a:lnTo>
                  <a:pt x="125121" y="276494"/>
                </a:lnTo>
                <a:lnTo>
                  <a:pt x="88538" y="261567"/>
                </a:lnTo>
                <a:lnTo>
                  <a:pt x="33060" y="228775"/>
                </a:lnTo>
                <a:lnTo>
                  <a:pt x="3805" y="192772"/>
                </a:lnTo>
                <a:lnTo>
                  <a:pt x="0" y="1738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27954" y="4413567"/>
            <a:ext cx="1224280" cy="76200"/>
          </a:xfrm>
          <a:custGeom>
            <a:avLst/>
            <a:gdLst/>
            <a:ahLst/>
            <a:cxnLst/>
            <a:rect l="l" t="t" r="r" b="b"/>
            <a:pathLst>
              <a:path w="122427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862"/>
                </a:lnTo>
                <a:lnTo>
                  <a:pt x="63498" y="42862"/>
                </a:lnTo>
                <a:lnTo>
                  <a:pt x="63498" y="33337"/>
                </a:lnTo>
                <a:lnTo>
                  <a:pt x="76200" y="33337"/>
                </a:lnTo>
                <a:lnTo>
                  <a:pt x="76200" y="0"/>
                </a:lnTo>
                <a:close/>
              </a:path>
              <a:path w="1224279" h="76200">
                <a:moveTo>
                  <a:pt x="76200" y="33337"/>
                </a:moveTo>
                <a:lnTo>
                  <a:pt x="63498" y="33337"/>
                </a:lnTo>
                <a:lnTo>
                  <a:pt x="63498" y="42862"/>
                </a:lnTo>
                <a:lnTo>
                  <a:pt x="76200" y="42862"/>
                </a:lnTo>
                <a:lnTo>
                  <a:pt x="76200" y="33337"/>
                </a:lnTo>
                <a:close/>
              </a:path>
              <a:path w="1224279" h="76200">
                <a:moveTo>
                  <a:pt x="101598" y="33337"/>
                </a:moveTo>
                <a:lnTo>
                  <a:pt x="76200" y="33337"/>
                </a:lnTo>
                <a:lnTo>
                  <a:pt x="76200" y="42862"/>
                </a:lnTo>
                <a:lnTo>
                  <a:pt x="101598" y="42862"/>
                </a:lnTo>
                <a:lnTo>
                  <a:pt x="101598" y="33337"/>
                </a:lnTo>
                <a:close/>
              </a:path>
              <a:path w="1224279" h="76200">
                <a:moveTo>
                  <a:pt x="168273" y="33337"/>
                </a:moveTo>
                <a:lnTo>
                  <a:pt x="130173" y="33337"/>
                </a:lnTo>
                <a:lnTo>
                  <a:pt x="130173" y="42862"/>
                </a:lnTo>
                <a:lnTo>
                  <a:pt x="168273" y="42862"/>
                </a:lnTo>
                <a:lnTo>
                  <a:pt x="168273" y="33337"/>
                </a:lnTo>
                <a:close/>
              </a:path>
              <a:path w="1224279" h="76200">
                <a:moveTo>
                  <a:pt x="234948" y="33337"/>
                </a:moveTo>
                <a:lnTo>
                  <a:pt x="196848" y="33337"/>
                </a:lnTo>
                <a:lnTo>
                  <a:pt x="196848" y="42862"/>
                </a:lnTo>
                <a:lnTo>
                  <a:pt x="234948" y="42862"/>
                </a:lnTo>
                <a:lnTo>
                  <a:pt x="234948" y="33337"/>
                </a:lnTo>
                <a:close/>
              </a:path>
              <a:path w="1224279" h="76200">
                <a:moveTo>
                  <a:pt x="263523" y="33337"/>
                </a:moveTo>
                <a:lnTo>
                  <a:pt x="263523" y="42862"/>
                </a:lnTo>
                <a:lnTo>
                  <a:pt x="301623" y="42863"/>
                </a:lnTo>
                <a:lnTo>
                  <a:pt x="301623" y="33338"/>
                </a:lnTo>
                <a:lnTo>
                  <a:pt x="263523" y="33337"/>
                </a:lnTo>
                <a:close/>
              </a:path>
              <a:path w="1224279" h="76200">
                <a:moveTo>
                  <a:pt x="368298" y="33338"/>
                </a:moveTo>
                <a:lnTo>
                  <a:pt x="330198" y="33338"/>
                </a:lnTo>
                <a:lnTo>
                  <a:pt x="330198" y="42863"/>
                </a:lnTo>
                <a:lnTo>
                  <a:pt x="368298" y="42863"/>
                </a:lnTo>
                <a:lnTo>
                  <a:pt x="368298" y="33338"/>
                </a:lnTo>
                <a:close/>
              </a:path>
              <a:path w="1224279" h="76200">
                <a:moveTo>
                  <a:pt x="434973" y="33338"/>
                </a:moveTo>
                <a:lnTo>
                  <a:pt x="396873" y="33338"/>
                </a:lnTo>
                <a:lnTo>
                  <a:pt x="396873" y="42863"/>
                </a:lnTo>
                <a:lnTo>
                  <a:pt x="434973" y="42863"/>
                </a:lnTo>
                <a:lnTo>
                  <a:pt x="434973" y="33338"/>
                </a:lnTo>
                <a:close/>
              </a:path>
              <a:path w="1224279" h="76200">
                <a:moveTo>
                  <a:pt x="501648" y="33338"/>
                </a:moveTo>
                <a:lnTo>
                  <a:pt x="463548" y="33338"/>
                </a:lnTo>
                <a:lnTo>
                  <a:pt x="463548" y="42863"/>
                </a:lnTo>
                <a:lnTo>
                  <a:pt x="501648" y="42863"/>
                </a:lnTo>
                <a:lnTo>
                  <a:pt x="501648" y="33338"/>
                </a:lnTo>
                <a:close/>
              </a:path>
              <a:path w="1224279" h="76200">
                <a:moveTo>
                  <a:pt x="568323" y="33338"/>
                </a:moveTo>
                <a:lnTo>
                  <a:pt x="530223" y="33338"/>
                </a:lnTo>
                <a:lnTo>
                  <a:pt x="530223" y="42863"/>
                </a:lnTo>
                <a:lnTo>
                  <a:pt x="568323" y="42863"/>
                </a:lnTo>
                <a:lnTo>
                  <a:pt x="568323" y="33338"/>
                </a:lnTo>
                <a:close/>
              </a:path>
              <a:path w="1224279" h="76200">
                <a:moveTo>
                  <a:pt x="634998" y="33338"/>
                </a:moveTo>
                <a:lnTo>
                  <a:pt x="596898" y="33338"/>
                </a:lnTo>
                <a:lnTo>
                  <a:pt x="596898" y="42863"/>
                </a:lnTo>
                <a:lnTo>
                  <a:pt x="634998" y="42863"/>
                </a:lnTo>
                <a:lnTo>
                  <a:pt x="634998" y="33338"/>
                </a:lnTo>
                <a:close/>
              </a:path>
              <a:path w="1224279" h="76200">
                <a:moveTo>
                  <a:pt x="701673" y="33338"/>
                </a:moveTo>
                <a:lnTo>
                  <a:pt x="663573" y="33338"/>
                </a:lnTo>
                <a:lnTo>
                  <a:pt x="663573" y="42863"/>
                </a:lnTo>
                <a:lnTo>
                  <a:pt x="701673" y="42863"/>
                </a:lnTo>
                <a:lnTo>
                  <a:pt x="701673" y="33338"/>
                </a:lnTo>
                <a:close/>
              </a:path>
              <a:path w="1224279" h="76200">
                <a:moveTo>
                  <a:pt x="768348" y="33338"/>
                </a:moveTo>
                <a:lnTo>
                  <a:pt x="730248" y="33338"/>
                </a:lnTo>
                <a:lnTo>
                  <a:pt x="730248" y="42863"/>
                </a:lnTo>
                <a:lnTo>
                  <a:pt x="768348" y="42863"/>
                </a:lnTo>
                <a:lnTo>
                  <a:pt x="768348" y="33338"/>
                </a:lnTo>
                <a:close/>
              </a:path>
              <a:path w="1224279" h="76200">
                <a:moveTo>
                  <a:pt x="835023" y="33338"/>
                </a:moveTo>
                <a:lnTo>
                  <a:pt x="796923" y="33338"/>
                </a:lnTo>
                <a:lnTo>
                  <a:pt x="796923" y="42863"/>
                </a:lnTo>
                <a:lnTo>
                  <a:pt x="835023" y="42863"/>
                </a:lnTo>
                <a:lnTo>
                  <a:pt x="835023" y="33338"/>
                </a:lnTo>
                <a:close/>
              </a:path>
              <a:path w="1224279" h="76200">
                <a:moveTo>
                  <a:pt x="901698" y="33338"/>
                </a:moveTo>
                <a:lnTo>
                  <a:pt x="863598" y="33338"/>
                </a:lnTo>
                <a:lnTo>
                  <a:pt x="863598" y="42863"/>
                </a:lnTo>
                <a:lnTo>
                  <a:pt x="901698" y="42863"/>
                </a:lnTo>
                <a:lnTo>
                  <a:pt x="901698" y="33338"/>
                </a:lnTo>
                <a:close/>
              </a:path>
              <a:path w="1224279" h="76200">
                <a:moveTo>
                  <a:pt x="968373" y="33338"/>
                </a:moveTo>
                <a:lnTo>
                  <a:pt x="930273" y="33338"/>
                </a:lnTo>
                <a:lnTo>
                  <a:pt x="930273" y="42863"/>
                </a:lnTo>
                <a:lnTo>
                  <a:pt x="968373" y="42863"/>
                </a:lnTo>
                <a:lnTo>
                  <a:pt x="968373" y="33338"/>
                </a:lnTo>
                <a:close/>
              </a:path>
              <a:path w="1224279" h="76200">
                <a:moveTo>
                  <a:pt x="1035048" y="33338"/>
                </a:moveTo>
                <a:lnTo>
                  <a:pt x="996948" y="33338"/>
                </a:lnTo>
                <a:lnTo>
                  <a:pt x="996948" y="42863"/>
                </a:lnTo>
                <a:lnTo>
                  <a:pt x="1035048" y="42863"/>
                </a:lnTo>
                <a:lnTo>
                  <a:pt x="1035048" y="33338"/>
                </a:lnTo>
                <a:close/>
              </a:path>
              <a:path w="1224279" h="76200">
                <a:moveTo>
                  <a:pt x="1101723" y="33338"/>
                </a:moveTo>
                <a:lnTo>
                  <a:pt x="1063623" y="33338"/>
                </a:lnTo>
                <a:lnTo>
                  <a:pt x="1063623" y="42863"/>
                </a:lnTo>
                <a:lnTo>
                  <a:pt x="1101723" y="42863"/>
                </a:lnTo>
                <a:lnTo>
                  <a:pt x="1101723" y="33338"/>
                </a:lnTo>
                <a:close/>
              </a:path>
              <a:path w="1224279" h="76200">
                <a:moveTo>
                  <a:pt x="1168398" y="33338"/>
                </a:moveTo>
                <a:lnTo>
                  <a:pt x="1130298" y="33338"/>
                </a:lnTo>
                <a:lnTo>
                  <a:pt x="1130298" y="42863"/>
                </a:lnTo>
                <a:lnTo>
                  <a:pt x="1168398" y="42863"/>
                </a:lnTo>
                <a:lnTo>
                  <a:pt x="1168398" y="33338"/>
                </a:lnTo>
                <a:close/>
              </a:path>
              <a:path w="1224279" h="76200">
                <a:moveTo>
                  <a:pt x="1223962" y="33338"/>
                </a:moveTo>
                <a:lnTo>
                  <a:pt x="1196973" y="33338"/>
                </a:lnTo>
                <a:lnTo>
                  <a:pt x="1196973" y="42863"/>
                </a:lnTo>
                <a:lnTo>
                  <a:pt x="1223962" y="42863"/>
                </a:lnTo>
                <a:lnTo>
                  <a:pt x="1223962" y="3333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38580" y="3862323"/>
            <a:ext cx="6563359" cy="1278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0">
              <a:lnSpc>
                <a:spcPts val="1900"/>
              </a:lnSpc>
              <a:spcBef>
                <a:spcPts val="100"/>
              </a:spcBef>
            </a:pPr>
            <a:r>
              <a:rPr sz="1600" dirty="0">
                <a:latin typeface="宋体"/>
                <a:cs typeface="宋体"/>
              </a:rPr>
              <a:t>《</a:t>
            </a:r>
            <a:r>
              <a:rPr sz="1600" dirty="0">
                <a:latin typeface="Times New Roman"/>
                <a:cs typeface="Times New Roman"/>
              </a:rPr>
              <a:t>include</a:t>
            </a:r>
            <a:r>
              <a:rPr sz="1600" dirty="0">
                <a:latin typeface="宋体"/>
                <a:cs typeface="宋体"/>
              </a:rPr>
              <a:t>》</a:t>
            </a:r>
            <a:endParaRPr sz="1600">
              <a:latin typeface="宋体"/>
              <a:cs typeface="宋体"/>
            </a:endParaRPr>
          </a:p>
          <a:p>
            <a:pPr>
              <a:lnSpc>
                <a:spcPts val="2380"/>
              </a:lnSpc>
              <a:tabLst>
                <a:tab pos="4031615" algn="l"/>
              </a:tabLst>
            </a:pPr>
            <a:r>
              <a:rPr sz="3000" spc="-7" baseline="1388" dirty="0">
                <a:latin typeface="Times New Roman"/>
                <a:cs typeface="Times New Roman"/>
              </a:rPr>
              <a:t>record</a:t>
            </a:r>
            <a:r>
              <a:rPr sz="3000" spc="7" baseline="1388" dirty="0">
                <a:latin typeface="Times New Roman"/>
                <a:cs typeface="Times New Roman"/>
              </a:rPr>
              <a:t> </a:t>
            </a:r>
            <a:r>
              <a:rPr sz="3000" spc="-7" baseline="1388" dirty="0">
                <a:latin typeface="Times New Roman"/>
                <a:cs typeface="Times New Roman"/>
              </a:rPr>
              <a:t>grades	</a:t>
            </a:r>
            <a:r>
              <a:rPr sz="1600" dirty="0">
                <a:solidFill>
                  <a:srgbClr val="C0504D"/>
                </a:solidFill>
                <a:latin typeface="宋体"/>
                <a:cs typeface="宋体"/>
              </a:rPr>
              <a:t>《</a:t>
            </a:r>
            <a:r>
              <a:rPr sz="1600" dirty="0">
                <a:solidFill>
                  <a:srgbClr val="C0504D"/>
                </a:solidFill>
                <a:latin typeface="Times New Roman"/>
                <a:cs typeface="Times New Roman"/>
              </a:rPr>
              <a:t>extend</a:t>
            </a:r>
            <a:r>
              <a:rPr sz="1600" dirty="0">
                <a:solidFill>
                  <a:srgbClr val="C0504D"/>
                </a:solidFill>
                <a:latin typeface="宋体"/>
                <a:cs typeface="宋体"/>
              </a:rPr>
              <a:t>》</a:t>
            </a:r>
            <a:endParaRPr sz="1600">
              <a:latin typeface="宋体"/>
              <a:cs typeface="宋体"/>
            </a:endParaRPr>
          </a:p>
          <a:p>
            <a:pPr marL="2447290">
              <a:lnSpc>
                <a:spcPts val="2385"/>
              </a:lnSpc>
              <a:spcBef>
                <a:spcPts val="1295"/>
              </a:spcBef>
              <a:tabLst>
                <a:tab pos="4895215" algn="l"/>
              </a:tabLst>
            </a:pPr>
            <a:r>
              <a:rPr sz="2000" spc="-5" dirty="0">
                <a:latin typeface="Times New Roman"/>
                <a:cs typeface="Times New Roman"/>
              </a:rPr>
              <a:t>save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grades	notify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guardians</a:t>
            </a:r>
            <a:endParaRPr sz="2000">
              <a:latin typeface="Times New Roman"/>
              <a:cs typeface="Times New Roman"/>
            </a:endParaRPr>
          </a:p>
          <a:p>
            <a:pPr marL="1511300">
              <a:lnSpc>
                <a:spcPts val="1905"/>
              </a:lnSpc>
            </a:pPr>
            <a:r>
              <a:rPr sz="1600" dirty="0">
                <a:latin typeface="宋体"/>
                <a:cs typeface="宋体"/>
              </a:rPr>
              <a:t>《</a:t>
            </a:r>
            <a:r>
              <a:rPr sz="1600" dirty="0">
                <a:latin typeface="Times New Roman"/>
                <a:cs typeface="Times New Roman"/>
              </a:rPr>
              <a:t>include</a:t>
            </a:r>
            <a:r>
              <a:rPr sz="1600" dirty="0">
                <a:latin typeface="宋体"/>
                <a:cs typeface="宋体"/>
              </a:rPr>
              <a:t>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8033" y="5195316"/>
            <a:ext cx="6654800" cy="1047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update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grades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</a:t>
            </a:r>
            <a:r>
              <a:rPr sz="2400" dirty="0">
                <a:latin typeface="宋体"/>
                <a:cs typeface="宋体"/>
              </a:rPr>
              <a:t>图表示：在保存成绩之后，</a:t>
            </a: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可以选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择</a:t>
            </a:r>
            <a:r>
              <a:rPr sz="2400" dirty="0">
                <a:latin typeface="宋体"/>
                <a:cs typeface="宋体"/>
              </a:rPr>
              <a:t>通知监护人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9443" y="3757931"/>
            <a:ext cx="7775575" cy="2027555"/>
          </a:xfrm>
          <a:custGeom>
            <a:avLst/>
            <a:gdLst/>
            <a:ahLst/>
            <a:cxnLst/>
            <a:rect l="l" t="t" r="r" b="b"/>
            <a:pathLst>
              <a:path w="7775575" h="2027554">
                <a:moveTo>
                  <a:pt x="0" y="0"/>
                </a:moveTo>
                <a:lnTo>
                  <a:pt x="7775575" y="0"/>
                </a:lnTo>
                <a:lnTo>
                  <a:pt x="7775575" y="2027237"/>
                </a:lnTo>
                <a:lnTo>
                  <a:pt x="0" y="2027237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10883" y="3791204"/>
            <a:ext cx="393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B</a:t>
            </a:r>
            <a:r>
              <a:rPr sz="1800" dirty="0">
                <a:latin typeface="宋体"/>
                <a:cs typeface="宋体"/>
              </a:rPr>
              <a:t>图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187" y="1872996"/>
            <a:ext cx="1510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record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grades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1187" y="1538287"/>
            <a:ext cx="1511300" cy="287655"/>
          </a:xfrm>
          <a:custGeom>
            <a:avLst/>
            <a:gdLst/>
            <a:ahLst/>
            <a:cxnLst/>
            <a:rect l="l" t="t" r="r" b="b"/>
            <a:pathLst>
              <a:path w="1511300" h="287655">
                <a:moveTo>
                  <a:pt x="0" y="143668"/>
                </a:moveTo>
                <a:lnTo>
                  <a:pt x="30182" y="103336"/>
                </a:lnTo>
                <a:lnTo>
                  <a:pt x="81201" y="78810"/>
                </a:lnTo>
                <a:lnTo>
                  <a:pt x="153981" y="56736"/>
                </a:lnTo>
                <a:lnTo>
                  <a:pt x="197741" y="46769"/>
                </a:lnTo>
                <a:lnTo>
                  <a:pt x="245991" y="37595"/>
                </a:lnTo>
                <a:lnTo>
                  <a:pt x="298415" y="29275"/>
                </a:lnTo>
                <a:lnTo>
                  <a:pt x="354696" y="21870"/>
                </a:lnTo>
                <a:lnTo>
                  <a:pt x="414517" y="15438"/>
                </a:lnTo>
                <a:lnTo>
                  <a:pt x="477563" y="10041"/>
                </a:lnTo>
                <a:lnTo>
                  <a:pt x="543515" y="5738"/>
                </a:lnTo>
                <a:lnTo>
                  <a:pt x="612058" y="2590"/>
                </a:lnTo>
                <a:lnTo>
                  <a:pt x="682875" y="657"/>
                </a:lnTo>
                <a:lnTo>
                  <a:pt x="755650" y="0"/>
                </a:lnTo>
                <a:lnTo>
                  <a:pt x="828424" y="657"/>
                </a:lnTo>
                <a:lnTo>
                  <a:pt x="899241" y="2590"/>
                </a:lnTo>
                <a:lnTo>
                  <a:pt x="967784" y="5738"/>
                </a:lnTo>
                <a:lnTo>
                  <a:pt x="1033736" y="10041"/>
                </a:lnTo>
                <a:lnTo>
                  <a:pt x="1096782" y="15438"/>
                </a:lnTo>
                <a:lnTo>
                  <a:pt x="1156603" y="21870"/>
                </a:lnTo>
                <a:lnTo>
                  <a:pt x="1212884" y="29275"/>
                </a:lnTo>
                <a:lnTo>
                  <a:pt x="1265308" y="37595"/>
                </a:lnTo>
                <a:lnTo>
                  <a:pt x="1313558" y="46769"/>
                </a:lnTo>
                <a:lnTo>
                  <a:pt x="1357318" y="56736"/>
                </a:lnTo>
                <a:lnTo>
                  <a:pt x="1396270" y="67436"/>
                </a:lnTo>
                <a:lnTo>
                  <a:pt x="1458486" y="90797"/>
                </a:lnTo>
                <a:lnTo>
                  <a:pt x="1497674" y="116368"/>
                </a:lnTo>
                <a:lnTo>
                  <a:pt x="1511300" y="143668"/>
                </a:lnTo>
                <a:lnTo>
                  <a:pt x="1507840" y="157504"/>
                </a:lnTo>
                <a:lnTo>
                  <a:pt x="1458486" y="196539"/>
                </a:lnTo>
                <a:lnTo>
                  <a:pt x="1396270" y="219900"/>
                </a:lnTo>
                <a:lnTo>
                  <a:pt x="1357318" y="230600"/>
                </a:lnTo>
                <a:lnTo>
                  <a:pt x="1313558" y="240567"/>
                </a:lnTo>
                <a:lnTo>
                  <a:pt x="1265308" y="249741"/>
                </a:lnTo>
                <a:lnTo>
                  <a:pt x="1212884" y="258061"/>
                </a:lnTo>
                <a:lnTo>
                  <a:pt x="1156603" y="265466"/>
                </a:lnTo>
                <a:lnTo>
                  <a:pt x="1096782" y="271898"/>
                </a:lnTo>
                <a:lnTo>
                  <a:pt x="1033736" y="277295"/>
                </a:lnTo>
                <a:lnTo>
                  <a:pt x="967784" y="281598"/>
                </a:lnTo>
                <a:lnTo>
                  <a:pt x="899241" y="284746"/>
                </a:lnTo>
                <a:lnTo>
                  <a:pt x="828424" y="286679"/>
                </a:lnTo>
                <a:lnTo>
                  <a:pt x="755650" y="287337"/>
                </a:lnTo>
                <a:lnTo>
                  <a:pt x="682875" y="286679"/>
                </a:lnTo>
                <a:lnTo>
                  <a:pt x="612058" y="284746"/>
                </a:lnTo>
                <a:lnTo>
                  <a:pt x="543515" y="281598"/>
                </a:lnTo>
                <a:lnTo>
                  <a:pt x="477563" y="277295"/>
                </a:lnTo>
                <a:lnTo>
                  <a:pt x="414517" y="271898"/>
                </a:lnTo>
                <a:lnTo>
                  <a:pt x="354696" y="265466"/>
                </a:lnTo>
                <a:lnTo>
                  <a:pt x="298415" y="258061"/>
                </a:lnTo>
                <a:lnTo>
                  <a:pt x="245991" y="249741"/>
                </a:lnTo>
                <a:lnTo>
                  <a:pt x="197741" y="240567"/>
                </a:lnTo>
                <a:lnTo>
                  <a:pt x="153981" y="230600"/>
                </a:lnTo>
                <a:lnTo>
                  <a:pt x="115029" y="219900"/>
                </a:lnTo>
                <a:lnTo>
                  <a:pt x="52813" y="196539"/>
                </a:lnTo>
                <a:lnTo>
                  <a:pt x="13625" y="170968"/>
                </a:lnTo>
                <a:lnTo>
                  <a:pt x="0" y="1436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2472" y="1695728"/>
            <a:ext cx="1010285" cy="375285"/>
          </a:xfrm>
          <a:custGeom>
            <a:avLst/>
            <a:gdLst/>
            <a:ahLst/>
            <a:cxnLst/>
            <a:rect l="l" t="t" r="r" b="b"/>
            <a:pathLst>
              <a:path w="1010285" h="375285">
                <a:moveTo>
                  <a:pt x="3205" y="0"/>
                </a:moveTo>
                <a:lnTo>
                  <a:pt x="0" y="8970"/>
                </a:lnTo>
                <a:lnTo>
                  <a:pt x="35876" y="21794"/>
                </a:lnTo>
                <a:lnTo>
                  <a:pt x="39082" y="12825"/>
                </a:lnTo>
                <a:lnTo>
                  <a:pt x="3205" y="0"/>
                </a:lnTo>
                <a:close/>
              </a:path>
              <a:path w="1010285" h="375285">
                <a:moveTo>
                  <a:pt x="65989" y="22444"/>
                </a:moveTo>
                <a:lnTo>
                  <a:pt x="62783" y="31413"/>
                </a:lnTo>
                <a:lnTo>
                  <a:pt x="98659" y="44239"/>
                </a:lnTo>
                <a:lnTo>
                  <a:pt x="101866" y="35269"/>
                </a:lnTo>
                <a:lnTo>
                  <a:pt x="65989" y="22444"/>
                </a:lnTo>
                <a:close/>
              </a:path>
              <a:path w="1010285" h="375285">
                <a:moveTo>
                  <a:pt x="128774" y="44888"/>
                </a:moveTo>
                <a:lnTo>
                  <a:pt x="125567" y="53856"/>
                </a:lnTo>
                <a:lnTo>
                  <a:pt x="161443" y="66682"/>
                </a:lnTo>
                <a:lnTo>
                  <a:pt x="164650" y="57713"/>
                </a:lnTo>
                <a:lnTo>
                  <a:pt x="128774" y="44888"/>
                </a:lnTo>
                <a:close/>
              </a:path>
              <a:path w="1010285" h="375285">
                <a:moveTo>
                  <a:pt x="191557" y="67332"/>
                </a:moveTo>
                <a:lnTo>
                  <a:pt x="188351" y="76301"/>
                </a:lnTo>
                <a:lnTo>
                  <a:pt x="224227" y="89126"/>
                </a:lnTo>
                <a:lnTo>
                  <a:pt x="227434" y="80157"/>
                </a:lnTo>
                <a:lnTo>
                  <a:pt x="191557" y="67332"/>
                </a:lnTo>
                <a:close/>
              </a:path>
              <a:path w="1010285" h="375285">
                <a:moveTo>
                  <a:pt x="254341" y="89776"/>
                </a:moveTo>
                <a:lnTo>
                  <a:pt x="251134" y="98745"/>
                </a:lnTo>
                <a:lnTo>
                  <a:pt x="287012" y="111570"/>
                </a:lnTo>
                <a:lnTo>
                  <a:pt x="290217" y="102600"/>
                </a:lnTo>
                <a:lnTo>
                  <a:pt x="254341" y="89776"/>
                </a:lnTo>
                <a:close/>
              </a:path>
              <a:path w="1010285" h="375285">
                <a:moveTo>
                  <a:pt x="317125" y="112219"/>
                </a:moveTo>
                <a:lnTo>
                  <a:pt x="313919" y="121189"/>
                </a:lnTo>
                <a:lnTo>
                  <a:pt x="349796" y="134014"/>
                </a:lnTo>
                <a:lnTo>
                  <a:pt x="353001" y="125045"/>
                </a:lnTo>
                <a:lnTo>
                  <a:pt x="317125" y="112219"/>
                </a:lnTo>
                <a:close/>
              </a:path>
              <a:path w="1010285" h="375285">
                <a:moveTo>
                  <a:pt x="379909" y="134664"/>
                </a:moveTo>
                <a:lnTo>
                  <a:pt x="376703" y="143633"/>
                </a:lnTo>
                <a:lnTo>
                  <a:pt x="412579" y="156458"/>
                </a:lnTo>
                <a:lnTo>
                  <a:pt x="415786" y="147488"/>
                </a:lnTo>
                <a:lnTo>
                  <a:pt x="379909" y="134664"/>
                </a:lnTo>
                <a:close/>
              </a:path>
              <a:path w="1010285" h="375285">
                <a:moveTo>
                  <a:pt x="442694" y="157107"/>
                </a:moveTo>
                <a:lnTo>
                  <a:pt x="439487" y="166077"/>
                </a:lnTo>
                <a:lnTo>
                  <a:pt x="475363" y="178902"/>
                </a:lnTo>
                <a:lnTo>
                  <a:pt x="478570" y="169933"/>
                </a:lnTo>
                <a:lnTo>
                  <a:pt x="442694" y="157107"/>
                </a:lnTo>
                <a:close/>
              </a:path>
              <a:path w="1010285" h="375285">
                <a:moveTo>
                  <a:pt x="505477" y="179552"/>
                </a:moveTo>
                <a:lnTo>
                  <a:pt x="502271" y="188521"/>
                </a:lnTo>
                <a:lnTo>
                  <a:pt x="538147" y="201345"/>
                </a:lnTo>
                <a:lnTo>
                  <a:pt x="541354" y="192377"/>
                </a:lnTo>
                <a:lnTo>
                  <a:pt x="505477" y="179552"/>
                </a:lnTo>
                <a:close/>
              </a:path>
              <a:path w="1010285" h="375285">
                <a:moveTo>
                  <a:pt x="568261" y="201996"/>
                </a:moveTo>
                <a:lnTo>
                  <a:pt x="565054" y="210964"/>
                </a:lnTo>
                <a:lnTo>
                  <a:pt x="600930" y="223790"/>
                </a:lnTo>
                <a:lnTo>
                  <a:pt x="604137" y="214821"/>
                </a:lnTo>
                <a:lnTo>
                  <a:pt x="568261" y="201996"/>
                </a:lnTo>
                <a:close/>
              </a:path>
              <a:path w="1010285" h="375285">
                <a:moveTo>
                  <a:pt x="631045" y="224440"/>
                </a:moveTo>
                <a:lnTo>
                  <a:pt x="627838" y="233409"/>
                </a:lnTo>
                <a:lnTo>
                  <a:pt x="663715" y="246233"/>
                </a:lnTo>
                <a:lnTo>
                  <a:pt x="666921" y="237265"/>
                </a:lnTo>
                <a:lnTo>
                  <a:pt x="631045" y="224440"/>
                </a:lnTo>
                <a:close/>
              </a:path>
              <a:path w="1010285" h="375285">
                <a:moveTo>
                  <a:pt x="693828" y="246884"/>
                </a:moveTo>
                <a:lnTo>
                  <a:pt x="690623" y="255852"/>
                </a:lnTo>
                <a:lnTo>
                  <a:pt x="726499" y="268678"/>
                </a:lnTo>
                <a:lnTo>
                  <a:pt x="729705" y="259708"/>
                </a:lnTo>
                <a:lnTo>
                  <a:pt x="693828" y="246884"/>
                </a:lnTo>
                <a:close/>
              </a:path>
              <a:path w="1010285" h="375285">
                <a:moveTo>
                  <a:pt x="756612" y="269327"/>
                </a:moveTo>
                <a:lnTo>
                  <a:pt x="753407" y="278297"/>
                </a:lnTo>
                <a:lnTo>
                  <a:pt x="789283" y="291122"/>
                </a:lnTo>
                <a:lnTo>
                  <a:pt x="792490" y="282153"/>
                </a:lnTo>
                <a:lnTo>
                  <a:pt x="756612" y="269327"/>
                </a:lnTo>
                <a:close/>
              </a:path>
              <a:path w="1010285" h="375285">
                <a:moveTo>
                  <a:pt x="819397" y="291772"/>
                </a:moveTo>
                <a:lnTo>
                  <a:pt x="816190" y="300741"/>
                </a:lnTo>
                <a:lnTo>
                  <a:pt x="852067" y="313566"/>
                </a:lnTo>
                <a:lnTo>
                  <a:pt x="855273" y="304596"/>
                </a:lnTo>
                <a:lnTo>
                  <a:pt x="819397" y="291772"/>
                </a:lnTo>
                <a:close/>
              </a:path>
              <a:path w="1010285" h="375285">
                <a:moveTo>
                  <a:pt x="882181" y="314215"/>
                </a:moveTo>
                <a:lnTo>
                  <a:pt x="878974" y="323185"/>
                </a:lnTo>
                <a:lnTo>
                  <a:pt x="914850" y="336010"/>
                </a:lnTo>
                <a:lnTo>
                  <a:pt x="918057" y="327041"/>
                </a:lnTo>
                <a:lnTo>
                  <a:pt x="882181" y="314215"/>
                </a:lnTo>
                <a:close/>
              </a:path>
              <a:path w="1010285" h="375285">
                <a:moveTo>
                  <a:pt x="950737" y="303320"/>
                </a:moveTo>
                <a:lnTo>
                  <a:pt x="925087" y="375072"/>
                </a:lnTo>
                <a:lnTo>
                  <a:pt x="1009665" y="364846"/>
                </a:lnTo>
                <a:lnTo>
                  <a:pt x="993487" y="347955"/>
                </a:lnTo>
                <a:lnTo>
                  <a:pt x="948267" y="347955"/>
                </a:lnTo>
                <a:lnTo>
                  <a:pt x="941758" y="345629"/>
                </a:lnTo>
                <a:lnTo>
                  <a:pt x="944965" y="336660"/>
                </a:lnTo>
                <a:lnTo>
                  <a:pt x="982669" y="336660"/>
                </a:lnTo>
                <a:lnTo>
                  <a:pt x="950737" y="303320"/>
                </a:lnTo>
                <a:close/>
              </a:path>
              <a:path w="1010285" h="375285">
                <a:moveTo>
                  <a:pt x="944965" y="336660"/>
                </a:moveTo>
                <a:lnTo>
                  <a:pt x="941758" y="345629"/>
                </a:lnTo>
                <a:lnTo>
                  <a:pt x="948267" y="347955"/>
                </a:lnTo>
                <a:lnTo>
                  <a:pt x="951473" y="338987"/>
                </a:lnTo>
                <a:lnTo>
                  <a:pt x="944965" y="336660"/>
                </a:lnTo>
                <a:close/>
              </a:path>
              <a:path w="1010285" h="375285">
                <a:moveTo>
                  <a:pt x="982669" y="336660"/>
                </a:moveTo>
                <a:lnTo>
                  <a:pt x="944965" y="336660"/>
                </a:lnTo>
                <a:lnTo>
                  <a:pt x="951473" y="338987"/>
                </a:lnTo>
                <a:lnTo>
                  <a:pt x="948267" y="347955"/>
                </a:lnTo>
                <a:lnTo>
                  <a:pt x="993487" y="347955"/>
                </a:lnTo>
                <a:lnTo>
                  <a:pt x="982669" y="336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50274" y="2187575"/>
            <a:ext cx="1010919" cy="581025"/>
          </a:xfrm>
          <a:custGeom>
            <a:avLst/>
            <a:gdLst/>
            <a:ahLst/>
            <a:cxnLst/>
            <a:rect l="l" t="t" r="r" b="b"/>
            <a:pathLst>
              <a:path w="1010919" h="581025">
                <a:moveTo>
                  <a:pt x="33077" y="553219"/>
                </a:moveTo>
                <a:lnTo>
                  <a:pt x="0" y="572128"/>
                </a:lnTo>
                <a:lnTo>
                  <a:pt x="4726" y="580397"/>
                </a:lnTo>
                <a:lnTo>
                  <a:pt x="37804" y="561488"/>
                </a:lnTo>
                <a:lnTo>
                  <a:pt x="33077" y="553219"/>
                </a:lnTo>
                <a:close/>
              </a:path>
              <a:path w="1010919" h="581025">
                <a:moveTo>
                  <a:pt x="90961" y="520129"/>
                </a:moveTo>
                <a:lnTo>
                  <a:pt x="57885" y="539038"/>
                </a:lnTo>
                <a:lnTo>
                  <a:pt x="62612" y="547307"/>
                </a:lnTo>
                <a:lnTo>
                  <a:pt x="95689" y="528398"/>
                </a:lnTo>
                <a:lnTo>
                  <a:pt x="90961" y="520129"/>
                </a:lnTo>
                <a:close/>
              </a:path>
              <a:path w="1010919" h="581025">
                <a:moveTo>
                  <a:pt x="148846" y="487039"/>
                </a:moveTo>
                <a:lnTo>
                  <a:pt x="115769" y="505948"/>
                </a:lnTo>
                <a:lnTo>
                  <a:pt x="120496" y="514217"/>
                </a:lnTo>
                <a:lnTo>
                  <a:pt x="153573" y="495308"/>
                </a:lnTo>
                <a:lnTo>
                  <a:pt x="148846" y="487039"/>
                </a:lnTo>
                <a:close/>
              </a:path>
              <a:path w="1010919" h="581025">
                <a:moveTo>
                  <a:pt x="206730" y="453950"/>
                </a:moveTo>
                <a:lnTo>
                  <a:pt x="173653" y="472859"/>
                </a:lnTo>
                <a:lnTo>
                  <a:pt x="178380" y="481128"/>
                </a:lnTo>
                <a:lnTo>
                  <a:pt x="211457" y="462219"/>
                </a:lnTo>
                <a:lnTo>
                  <a:pt x="206730" y="453950"/>
                </a:lnTo>
                <a:close/>
              </a:path>
              <a:path w="1010919" h="581025">
                <a:moveTo>
                  <a:pt x="264614" y="420860"/>
                </a:moveTo>
                <a:lnTo>
                  <a:pt x="231538" y="439769"/>
                </a:lnTo>
                <a:lnTo>
                  <a:pt x="236265" y="448038"/>
                </a:lnTo>
                <a:lnTo>
                  <a:pt x="269342" y="429129"/>
                </a:lnTo>
                <a:lnTo>
                  <a:pt x="264614" y="420860"/>
                </a:lnTo>
                <a:close/>
              </a:path>
              <a:path w="1010919" h="581025">
                <a:moveTo>
                  <a:pt x="322499" y="387770"/>
                </a:moveTo>
                <a:lnTo>
                  <a:pt x="289422" y="406679"/>
                </a:lnTo>
                <a:lnTo>
                  <a:pt x="294149" y="414948"/>
                </a:lnTo>
                <a:lnTo>
                  <a:pt x="327226" y="396039"/>
                </a:lnTo>
                <a:lnTo>
                  <a:pt x="322499" y="387770"/>
                </a:lnTo>
                <a:close/>
              </a:path>
              <a:path w="1010919" h="581025">
                <a:moveTo>
                  <a:pt x="380384" y="354680"/>
                </a:moveTo>
                <a:lnTo>
                  <a:pt x="347306" y="373588"/>
                </a:lnTo>
                <a:lnTo>
                  <a:pt x="352033" y="381858"/>
                </a:lnTo>
                <a:lnTo>
                  <a:pt x="385110" y="362949"/>
                </a:lnTo>
                <a:lnTo>
                  <a:pt x="380384" y="354680"/>
                </a:lnTo>
                <a:close/>
              </a:path>
              <a:path w="1010919" h="581025">
                <a:moveTo>
                  <a:pt x="438268" y="321590"/>
                </a:moveTo>
                <a:lnTo>
                  <a:pt x="405192" y="340498"/>
                </a:lnTo>
                <a:lnTo>
                  <a:pt x="409919" y="348768"/>
                </a:lnTo>
                <a:lnTo>
                  <a:pt x="442996" y="329859"/>
                </a:lnTo>
                <a:lnTo>
                  <a:pt x="438268" y="321590"/>
                </a:lnTo>
                <a:close/>
              </a:path>
              <a:path w="1010919" h="581025">
                <a:moveTo>
                  <a:pt x="496153" y="288500"/>
                </a:moveTo>
                <a:lnTo>
                  <a:pt x="463076" y="307408"/>
                </a:lnTo>
                <a:lnTo>
                  <a:pt x="467803" y="315678"/>
                </a:lnTo>
                <a:lnTo>
                  <a:pt x="500880" y="296769"/>
                </a:lnTo>
                <a:lnTo>
                  <a:pt x="496153" y="288500"/>
                </a:lnTo>
                <a:close/>
              </a:path>
              <a:path w="1010919" h="581025">
                <a:moveTo>
                  <a:pt x="554037" y="255410"/>
                </a:moveTo>
                <a:lnTo>
                  <a:pt x="520960" y="274318"/>
                </a:lnTo>
                <a:lnTo>
                  <a:pt x="525687" y="282587"/>
                </a:lnTo>
                <a:lnTo>
                  <a:pt x="558764" y="263679"/>
                </a:lnTo>
                <a:lnTo>
                  <a:pt x="554037" y="255410"/>
                </a:lnTo>
                <a:close/>
              </a:path>
              <a:path w="1010919" h="581025">
                <a:moveTo>
                  <a:pt x="611921" y="222321"/>
                </a:moveTo>
                <a:lnTo>
                  <a:pt x="578845" y="241228"/>
                </a:lnTo>
                <a:lnTo>
                  <a:pt x="583572" y="249497"/>
                </a:lnTo>
                <a:lnTo>
                  <a:pt x="616649" y="230590"/>
                </a:lnTo>
                <a:lnTo>
                  <a:pt x="611921" y="222321"/>
                </a:lnTo>
                <a:close/>
              </a:path>
              <a:path w="1010919" h="581025">
                <a:moveTo>
                  <a:pt x="669806" y="189231"/>
                </a:moveTo>
                <a:lnTo>
                  <a:pt x="636729" y="208139"/>
                </a:lnTo>
                <a:lnTo>
                  <a:pt x="641456" y="216408"/>
                </a:lnTo>
                <a:lnTo>
                  <a:pt x="674533" y="197500"/>
                </a:lnTo>
                <a:lnTo>
                  <a:pt x="669806" y="189231"/>
                </a:lnTo>
                <a:close/>
              </a:path>
              <a:path w="1010919" h="581025">
                <a:moveTo>
                  <a:pt x="727690" y="156141"/>
                </a:moveTo>
                <a:lnTo>
                  <a:pt x="694613" y="175049"/>
                </a:lnTo>
                <a:lnTo>
                  <a:pt x="699340" y="183318"/>
                </a:lnTo>
                <a:lnTo>
                  <a:pt x="732417" y="164410"/>
                </a:lnTo>
                <a:lnTo>
                  <a:pt x="727690" y="156141"/>
                </a:lnTo>
                <a:close/>
              </a:path>
              <a:path w="1010919" h="581025">
                <a:moveTo>
                  <a:pt x="785575" y="123050"/>
                </a:moveTo>
                <a:lnTo>
                  <a:pt x="752499" y="141959"/>
                </a:lnTo>
                <a:lnTo>
                  <a:pt x="757226" y="150228"/>
                </a:lnTo>
                <a:lnTo>
                  <a:pt x="790303" y="131320"/>
                </a:lnTo>
                <a:lnTo>
                  <a:pt x="785575" y="123050"/>
                </a:lnTo>
                <a:close/>
              </a:path>
              <a:path w="1010919" h="581025">
                <a:moveTo>
                  <a:pt x="843460" y="89960"/>
                </a:moveTo>
                <a:lnTo>
                  <a:pt x="810383" y="108869"/>
                </a:lnTo>
                <a:lnTo>
                  <a:pt x="815110" y="117138"/>
                </a:lnTo>
                <a:lnTo>
                  <a:pt x="848187" y="98230"/>
                </a:lnTo>
                <a:lnTo>
                  <a:pt x="843460" y="89960"/>
                </a:lnTo>
                <a:close/>
              </a:path>
              <a:path w="1010919" h="581025">
                <a:moveTo>
                  <a:pt x="901344" y="56870"/>
                </a:moveTo>
                <a:lnTo>
                  <a:pt x="868267" y="75779"/>
                </a:lnTo>
                <a:lnTo>
                  <a:pt x="872994" y="84048"/>
                </a:lnTo>
                <a:lnTo>
                  <a:pt x="906071" y="65140"/>
                </a:lnTo>
                <a:lnTo>
                  <a:pt x="901344" y="56870"/>
                </a:lnTo>
                <a:close/>
              </a:path>
              <a:path w="1010919" h="581025">
                <a:moveTo>
                  <a:pt x="992179" y="27379"/>
                </a:moveTo>
                <a:lnTo>
                  <a:pt x="952934" y="27379"/>
                </a:lnTo>
                <a:lnTo>
                  <a:pt x="957661" y="35648"/>
                </a:lnTo>
                <a:lnTo>
                  <a:pt x="946635" y="41951"/>
                </a:lnTo>
                <a:lnTo>
                  <a:pt x="963180" y="70893"/>
                </a:lnTo>
                <a:lnTo>
                  <a:pt x="992179" y="27379"/>
                </a:lnTo>
                <a:close/>
              </a:path>
              <a:path w="1010919" h="581025">
                <a:moveTo>
                  <a:pt x="941909" y="33682"/>
                </a:moveTo>
                <a:lnTo>
                  <a:pt x="926152" y="42689"/>
                </a:lnTo>
                <a:lnTo>
                  <a:pt x="930879" y="50958"/>
                </a:lnTo>
                <a:lnTo>
                  <a:pt x="946635" y="41951"/>
                </a:lnTo>
                <a:lnTo>
                  <a:pt x="941909" y="33682"/>
                </a:lnTo>
                <a:close/>
              </a:path>
              <a:path w="1010919" h="581025">
                <a:moveTo>
                  <a:pt x="952934" y="27379"/>
                </a:moveTo>
                <a:lnTo>
                  <a:pt x="941909" y="33682"/>
                </a:lnTo>
                <a:lnTo>
                  <a:pt x="946635" y="41951"/>
                </a:lnTo>
                <a:lnTo>
                  <a:pt x="957661" y="35648"/>
                </a:lnTo>
                <a:lnTo>
                  <a:pt x="952934" y="27379"/>
                </a:lnTo>
                <a:close/>
              </a:path>
              <a:path w="1010919" h="581025">
                <a:moveTo>
                  <a:pt x="1010425" y="0"/>
                </a:moveTo>
                <a:lnTo>
                  <a:pt x="925363" y="4739"/>
                </a:lnTo>
                <a:lnTo>
                  <a:pt x="941909" y="33682"/>
                </a:lnTo>
                <a:lnTo>
                  <a:pt x="952934" y="27379"/>
                </a:lnTo>
                <a:lnTo>
                  <a:pt x="992179" y="27379"/>
                </a:lnTo>
                <a:lnTo>
                  <a:pt x="10104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95512" y="1588515"/>
            <a:ext cx="10572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50" b="1" spc="75" dirty="0">
                <a:latin typeface="宋体"/>
                <a:cs typeface="宋体"/>
              </a:rPr>
              <a:t>《</a:t>
            </a:r>
            <a:r>
              <a:rPr sz="1600" b="1" spc="-5" dirty="0">
                <a:latin typeface="Times New Roman"/>
                <a:cs typeface="Times New Roman"/>
              </a:rPr>
              <a:t>include</a:t>
            </a:r>
            <a:r>
              <a:rPr sz="1550" b="1" spc="40" dirty="0">
                <a:latin typeface="宋体"/>
                <a:cs typeface="宋体"/>
              </a:rPr>
              <a:t>》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4212" y="2763837"/>
            <a:ext cx="1511300" cy="287655"/>
          </a:xfrm>
          <a:custGeom>
            <a:avLst/>
            <a:gdLst/>
            <a:ahLst/>
            <a:cxnLst/>
            <a:rect l="l" t="t" r="r" b="b"/>
            <a:pathLst>
              <a:path w="1511300" h="287655">
                <a:moveTo>
                  <a:pt x="0" y="143668"/>
                </a:moveTo>
                <a:lnTo>
                  <a:pt x="30182" y="103336"/>
                </a:lnTo>
                <a:lnTo>
                  <a:pt x="81201" y="78810"/>
                </a:lnTo>
                <a:lnTo>
                  <a:pt x="153981" y="56736"/>
                </a:lnTo>
                <a:lnTo>
                  <a:pt x="197741" y="46769"/>
                </a:lnTo>
                <a:lnTo>
                  <a:pt x="245991" y="37595"/>
                </a:lnTo>
                <a:lnTo>
                  <a:pt x="298415" y="29275"/>
                </a:lnTo>
                <a:lnTo>
                  <a:pt x="354696" y="21870"/>
                </a:lnTo>
                <a:lnTo>
                  <a:pt x="414517" y="15438"/>
                </a:lnTo>
                <a:lnTo>
                  <a:pt x="477563" y="10041"/>
                </a:lnTo>
                <a:lnTo>
                  <a:pt x="543515" y="5738"/>
                </a:lnTo>
                <a:lnTo>
                  <a:pt x="612058" y="2590"/>
                </a:lnTo>
                <a:lnTo>
                  <a:pt x="682875" y="657"/>
                </a:lnTo>
                <a:lnTo>
                  <a:pt x="755650" y="0"/>
                </a:lnTo>
                <a:lnTo>
                  <a:pt x="828424" y="657"/>
                </a:lnTo>
                <a:lnTo>
                  <a:pt x="899241" y="2590"/>
                </a:lnTo>
                <a:lnTo>
                  <a:pt x="967784" y="5738"/>
                </a:lnTo>
                <a:lnTo>
                  <a:pt x="1033736" y="10041"/>
                </a:lnTo>
                <a:lnTo>
                  <a:pt x="1096782" y="15438"/>
                </a:lnTo>
                <a:lnTo>
                  <a:pt x="1156603" y="21870"/>
                </a:lnTo>
                <a:lnTo>
                  <a:pt x="1212884" y="29275"/>
                </a:lnTo>
                <a:lnTo>
                  <a:pt x="1265308" y="37595"/>
                </a:lnTo>
                <a:lnTo>
                  <a:pt x="1313558" y="46769"/>
                </a:lnTo>
                <a:lnTo>
                  <a:pt x="1357318" y="56736"/>
                </a:lnTo>
                <a:lnTo>
                  <a:pt x="1396270" y="67436"/>
                </a:lnTo>
                <a:lnTo>
                  <a:pt x="1458486" y="90797"/>
                </a:lnTo>
                <a:lnTo>
                  <a:pt x="1497674" y="116368"/>
                </a:lnTo>
                <a:lnTo>
                  <a:pt x="1511300" y="143668"/>
                </a:lnTo>
                <a:lnTo>
                  <a:pt x="1507840" y="157504"/>
                </a:lnTo>
                <a:lnTo>
                  <a:pt x="1458486" y="196539"/>
                </a:lnTo>
                <a:lnTo>
                  <a:pt x="1396270" y="219900"/>
                </a:lnTo>
                <a:lnTo>
                  <a:pt x="1357318" y="230600"/>
                </a:lnTo>
                <a:lnTo>
                  <a:pt x="1313558" y="240567"/>
                </a:lnTo>
                <a:lnTo>
                  <a:pt x="1265308" y="249741"/>
                </a:lnTo>
                <a:lnTo>
                  <a:pt x="1212884" y="258061"/>
                </a:lnTo>
                <a:lnTo>
                  <a:pt x="1156603" y="265466"/>
                </a:lnTo>
                <a:lnTo>
                  <a:pt x="1096782" y="271898"/>
                </a:lnTo>
                <a:lnTo>
                  <a:pt x="1033736" y="277295"/>
                </a:lnTo>
                <a:lnTo>
                  <a:pt x="967784" y="281598"/>
                </a:lnTo>
                <a:lnTo>
                  <a:pt x="899241" y="284746"/>
                </a:lnTo>
                <a:lnTo>
                  <a:pt x="828424" y="286679"/>
                </a:lnTo>
                <a:lnTo>
                  <a:pt x="755650" y="287337"/>
                </a:lnTo>
                <a:lnTo>
                  <a:pt x="682875" y="286679"/>
                </a:lnTo>
                <a:lnTo>
                  <a:pt x="612058" y="284746"/>
                </a:lnTo>
                <a:lnTo>
                  <a:pt x="543515" y="281598"/>
                </a:lnTo>
                <a:lnTo>
                  <a:pt x="477563" y="277295"/>
                </a:lnTo>
                <a:lnTo>
                  <a:pt x="414517" y="271898"/>
                </a:lnTo>
                <a:lnTo>
                  <a:pt x="354696" y="265466"/>
                </a:lnTo>
                <a:lnTo>
                  <a:pt x="298415" y="258061"/>
                </a:lnTo>
                <a:lnTo>
                  <a:pt x="245991" y="249741"/>
                </a:lnTo>
                <a:lnTo>
                  <a:pt x="197741" y="240567"/>
                </a:lnTo>
                <a:lnTo>
                  <a:pt x="153981" y="230600"/>
                </a:lnTo>
                <a:lnTo>
                  <a:pt x="115029" y="219900"/>
                </a:lnTo>
                <a:lnTo>
                  <a:pt x="52813" y="196539"/>
                </a:lnTo>
                <a:lnTo>
                  <a:pt x="13625" y="170968"/>
                </a:lnTo>
                <a:lnTo>
                  <a:pt x="0" y="1436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60700" y="1971675"/>
            <a:ext cx="1511300" cy="287655"/>
          </a:xfrm>
          <a:custGeom>
            <a:avLst/>
            <a:gdLst/>
            <a:ahLst/>
            <a:cxnLst/>
            <a:rect l="l" t="t" r="r" b="b"/>
            <a:pathLst>
              <a:path w="1511300" h="287655">
                <a:moveTo>
                  <a:pt x="0" y="143669"/>
                </a:moveTo>
                <a:lnTo>
                  <a:pt x="30182" y="103336"/>
                </a:lnTo>
                <a:lnTo>
                  <a:pt x="81201" y="78810"/>
                </a:lnTo>
                <a:lnTo>
                  <a:pt x="153981" y="56736"/>
                </a:lnTo>
                <a:lnTo>
                  <a:pt x="197741" y="46769"/>
                </a:lnTo>
                <a:lnTo>
                  <a:pt x="245991" y="37595"/>
                </a:lnTo>
                <a:lnTo>
                  <a:pt x="298415" y="29275"/>
                </a:lnTo>
                <a:lnTo>
                  <a:pt x="354696" y="21870"/>
                </a:lnTo>
                <a:lnTo>
                  <a:pt x="414517" y="15438"/>
                </a:lnTo>
                <a:lnTo>
                  <a:pt x="477563" y="10041"/>
                </a:lnTo>
                <a:lnTo>
                  <a:pt x="543515" y="5738"/>
                </a:lnTo>
                <a:lnTo>
                  <a:pt x="612058" y="2590"/>
                </a:lnTo>
                <a:lnTo>
                  <a:pt x="682875" y="657"/>
                </a:lnTo>
                <a:lnTo>
                  <a:pt x="755650" y="0"/>
                </a:lnTo>
                <a:lnTo>
                  <a:pt x="828424" y="657"/>
                </a:lnTo>
                <a:lnTo>
                  <a:pt x="899241" y="2590"/>
                </a:lnTo>
                <a:lnTo>
                  <a:pt x="967784" y="5738"/>
                </a:lnTo>
                <a:lnTo>
                  <a:pt x="1033736" y="10041"/>
                </a:lnTo>
                <a:lnTo>
                  <a:pt x="1096782" y="15438"/>
                </a:lnTo>
                <a:lnTo>
                  <a:pt x="1156603" y="21870"/>
                </a:lnTo>
                <a:lnTo>
                  <a:pt x="1212884" y="29275"/>
                </a:lnTo>
                <a:lnTo>
                  <a:pt x="1265308" y="37595"/>
                </a:lnTo>
                <a:lnTo>
                  <a:pt x="1313558" y="46769"/>
                </a:lnTo>
                <a:lnTo>
                  <a:pt x="1357318" y="56736"/>
                </a:lnTo>
                <a:lnTo>
                  <a:pt x="1396270" y="67437"/>
                </a:lnTo>
                <a:lnTo>
                  <a:pt x="1458486" y="90797"/>
                </a:lnTo>
                <a:lnTo>
                  <a:pt x="1497674" y="116368"/>
                </a:lnTo>
                <a:lnTo>
                  <a:pt x="1511300" y="143669"/>
                </a:lnTo>
                <a:lnTo>
                  <a:pt x="1507840" y="157505"/>
                </a:lnTo>
                <a:lnTo>
                  <a:pt x="1458486" y="196540"/>
                </a:lnTo>
                <a:lnTo>
                  <a:pt x="1396270" y="219900"/>
                </a:lnTo>
                <a:lnTo>
                  <a:pt x="1357318" y="230601"/>
                </a:lnTo>
                <a:lnTo>
                  <a:pt x="1313558" y="240568"/>
                </a:lnTo>
                <a:lnTo>
                  <a:pt x="1265308" y="249742"/>
                </a:lnTo>
                <a:lnTo>
                  <a:pt x="1212884" y="258062"/>
                </a:lnTo>
                <a:lnTo>
                  <a:pt x="1156603" y="265467"/>
                </a:lnTo>
                <a:lnTo>
                  <a:pt x="1096782" y="271899"/>
                </a:lnTo>
                <a:lnTo>
                  <a:pt x="1033736" y="277296"/>
                </a:lnTo>
                <a:lnTo>
                  <a:pt x="967784" y="281599"/>
                </a:lnTo>
                <a:lnTo>
                  <a:pt x="899241" y="284747"/>
                </a:lnTo>
                <a:lnTo>
                  <a:pt x="828424" y="286680"/>
                </a:lnTo>
                <a:lnTo>
                  <a:pt x="755650" y="287338"/>
                </a:lnTo>
                <a:lnTo>
                  <a:pt x="682875" y="286680"/>
                </a:lnTo>
                <a:lnTo>
                  <a:pt x="612058" y="284747"/>
                </a:lnTo>
                <a:lnTo>
                  <a:pt x="543515" y="281599"/>
                </a:lnTo>
                <a:lnTo>
                  <a:pt x="477563" y="277296"/>
                </a:lnTo>
                <a:lnTo>
                  <a:pt x="414517" y="271899"/>
                </a:lnTo>
                <a:lnTo>
                  <a:pt x="354696" y="265467"/>
                </a:lnTo>
                <a:lnTo>
                  <a:pt x="298415" y="258062"/>
                </a:lnTo>
                <a:lnTo>
                  <a:pt x="245991" y="249742"/>
                </a:lnTo>
                <a:lnTo>
                  <a:pt x="197741" y="240568"/>
                </a:lnTo>
                <a:lnTo>
                  <a:pt x="153981" y="230601"/>
                </a:lnTo>
                <a:lnTo>
                  <a:pt x="115029" y="219900"/>
                </a:lnTo>
                <a:lnTo>
                  <a:pt x="52813" y="196540"/>
                </a:lnTo>
                <a:lnTo>
                  <a:pt x="13625" y="170969"/>
                </a:lnTo>
                <a:lnTo>
                  <a:pt x="0" y="14366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95512" y="2232659"/>
            <a:ext cx="2197735" cy="57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6625">
              <a:lnSpc>
                <a:spcPts val="2385"/>
              </a:lnSpc>
              <a:spcBef>
                <a:spcPts val="100"/>
              </a:spcBef>
            </a:pPr>
            <a:r>
              <a:rPr sz="2000" b="1" spc="-5" dirty="0">
                <a:latin typeface="Times New Roman"/>
                <a:cs typeface="Times New Roman"/>
              </a:rPr>
              <a:t>save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grades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ts val="1905"/>
              </a:lnSpc>
            </a:pPr>
            <a:r>
              <a:rPr sz="1550" b="1" spc="75" dirty="0">
                <a:latin typeface="宋体"/>
                <a:cs typeface="宋体"/>
              </a:rPr>
              <a:t>《</a:t>
            </a:r>
            <a:r>
              <a:rPr sz="1600" b="1" spc="-5" dirty="0">
                <a:latin typeface="Times New Roman"/>
                <a:cs typeface="Times New Roman"/>
              </a:rPr>
              <a:t>include</a:t>
            </a:r>
            <a:r>
              <a:rPr sz="1550" b="1" spc="40" dirty="0">
                <a:latin typeface="宋体"/>
                <a:cs typeface="宋体"/>
              </a:rPr>
              <a:t>》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95962" y="1492250"/>
            <a:ext cx="2879725" cy="1151255"/>
          </a:xfrm>
          <a:custGeom>
            <a:avLst/>
            <a:gdLst/>
            <a:ahLst/>
            <a:cxnLst/>
            <a:rect l="l" t="t" r="r" b="b"/>
            <a:pathLst>
              <a:path w="2879725" h="1151255">
                <a:moveTo>
                  <a:pt x="0" y="575469"/>
                </a:moveTo>
                <a:lnTo>
                  <a:pt x="5884" y="523089"/>
                </a:lnTo>
                <a:lnTo>
                  <a:pt x="23198" y="472027"/>
                </a:lnTo>
                <a:lnTo>
                  <a:pt x="51433" y="422486"/>
                </a:lnTo>
                <a:lnTo>
                  <a:pt x="90081" y="374669"/>
                </a:lnTo>
                <a:lnTo>
                  <a:pt x="138634" y="328778"/>
                </a:lnTo>
                <a:lnTo>
                  <a:pt x="196583" y="285018"/>
                </a:lnTo>
                <a:lnTo>
                  <a:pt x="228922" y="264000"/>
                </a:lnTo>
                <a:lnTo>
                  <a:pt x="263420" y="243591"/>
                </a:lnTo>
                <a:lnTo>
                  <a:pt x="300013" y="223817"/>
                </a:lnTo>
                <a:lnTo>
                  <a:pt x="338637" y="204701"/>
                </a:lnTo>
                <a:lnTo>
                  <a:pt x="379229" y="186271"/>
                </a:lnTo>
                <a:lnTo>
                  <a:pt x="421726" y="168550"/>
                </a:lnTo>
                <a:lnTo>
                  <a:pt x="466063" y="151566"/>
                </a:lnTo>
                <a:lnTo>
                  <a:pt x="512177" y="135343"/>
                </a:lnTo>
                <a:lnTo>
                  <a:pt x="560005" y="119906"/>
                </a:lnTo>
                <a:lnTo>
                  <a:pt x="609483" y="105281"/>
                </a:lnTo>
                <a:lnTo>
                  <a:pt x="660548" y="91493"/>
                </a:lnTo>
                <a:lnTo>
                  <a:pt x="713136" y="78568"/>
                </a:lnTo>
                <a:lnTo>
                  <a:pt x="767183" y="66531"/>
                </a:lnTo>
                <a:lnTo>
                  <a:pt x="822627" y="55407"/>
                </a:lnTo>
                <a:lnTo>
                  <a:pt x="879403" y="45223"/>
                </a:lnTo>
                <a:lnTo>
                  <a:pt x="937448" y="36002"/>
                </a:lnTo>
                <a:lnTo>
                  <a:pt x="996698" y="27772"/>
                </a:lnTo>
                <a:lnTo>
                  <a:pt x="1057090" y="20556"/>
                </a:lnTo>
                <a:lnTo>
                  <a:pt x="1118560" y="14381"/>
                </a:lnTo>
                <a:lnTo>
                  <a:pt x="1181045" y="9271"/>
                </a:lnTo>
                <a:lnTo>
                  <a:pt x="1244482" y="5253"/>
                </a:lnTo>
                <a:lnTo>
                  <a:pt x="1308806" y="2351"/>
                </a:lnTo>
                <a:lnTo>
                  <a:pt x="1373954" y="592"/>
                </a:lnTo>
                <a:lnTo>
                  <a:pt x="1439863" y="0"/>
                </a:lnTo>
                <a:lnTo>
                  <a:pt x="1505771" y="592"/>
                </a:lnTo>
                <a:lnTo>
                  <a:pt x="1570919" y="2351"/>
                </a:lnTo>
                <a:lnTo>
                  <a:pt x="1635243" y="5253"/>
                </a:lnTo>
                <a:lnTo>
                  <a:pt x="1698680" y="9271"/>
                </a:lnTo>
                <a:lnTo>
                  <a:pt x="1761165" y="14381"/>
                </a:lnTo>
                <a:lnTo>
                  <a:pt x="1822635" y="20556"/>
                </a:lnTo>
                <a:lnTo>
                  <a:pt x="1883027" y="27772"/>
                </a:lnTo>
                <a:lnTo>
                  <a:pt x="1942277" y="36002"/>
                </a:lnTo>
                <a:lnTo>
                  <a:pt x="2000322" y="45223"/>
                </a:lnTo>
                <a:lnTo>
                  <a:pt x="2057098" y="55407"/>
                </a:lnTo>
                <a:lnTo>
                  <a:pt x="2112541" y="66531"/>
                </a:lnTo>
                <a:lnTo>
                  <a:pt x="2166589" y="78568"/>
                </a:lnTo>
                <a:lnTo>
                  <a:pt x="2219176" y="91493"/>
                </a:lnTo>
                <a:lnTo>
                  <a:pt x="2270241" y="105281"/>
                </a:lnTo>
                <a:lnTo>
                  <a:pt x="2319719" y="119906"/>
                </a:lnTo>
                <a:lnTo>
                  <a:pt x="2367547" y="135343"/>
                </a:lnTo>
                <a:lnTo>
                  <a:pt x="2413662" y="151566"/>
                </a:lnTo>
                <a:lnTo>
                  <a:pt x="2457999" y="168550"/>
                </a:lnTo>
                <a:lnTo>
                  <a:pt x="2500495" y="186271"/>
                </a:lnTo>
                <a:lnTo>
                  <a:pt x="2541087" y="204701"/>
                </a:lnTo>
                <a:lnTo>
                  <a:pt x="2579711" y="223817"/>
                </a:lnTo>
                <a:lnTo>
                  <a:pt x="2616304" y="243591"/>
                </a:lnTo>
                <a:lnTo>
                  <a:pt x="2650802" y="264000"/>
                </a:lnTo>
                <a:lnTo>
                  <a:pt x="2683141" y="285018"/>
                </a:lnTo>
                <a:lnTo>
                  <a:pt x="2741090" y="328778"/>
                </a:lnTo>
                <a:lnTo>
                  <a:pt x="2789643" y="374669"/>
                </a:lnTo>
                <a:lnTo>
                  <a:pt x="2828291" y="422486"/>
                </a:lnTo>
                <a:lnTo>
                  <a:pt x="2856526" y="472027"/>
                </a:lnTo>
                <a:lnTo>
                  <a:pt x="2873840" y="523089"/>
                </a:lnTo>
                <a:lnTo>
                  <a:pt x="2879725" y="575469"/>
                </a:lnTo>
                <a:lnTo>
                  <a:pt x="2878243" y="601810"/>
                </a:lnTo>
                <a:lnTo>
                  <a:pt x="2866580" y="653556"/>
                </a:lnTo>
                <a:lnTo>
                  <a:pt x="2843742" y="703883"/>
                </a:lnTo>
                <a:lnTo>
                  <a:pt x="2810237" y="752588"/>
                </a:lnTo>
                <a:lnTo>
                  <a:pt x="2766573" y="799467"/>
                </a:lnTo>
                <a:lnTo>
                  <a:pt x="2713259" y="844318"/>
                </a:lnTo>
                <a:lnTo>
                  <a:pt x="2650802" y="886936"/>
                </a:lnTo>
                <a:lnTo>
                  <a:pt x="2616304" y="907346"/>
                </a:lnTo>
                <a:lnTo>
                  <a:pt x="2579711" y="927120"/>
                </a:lnTo>
                <a:lnTo>
                  <a:pt x="2541087" y="946236"/>
                </a:lnTo>
                <a:lnTo>
                  <a:pt x="2500495" y="964666"/>
                </a:lnTo>
                <a:lnTo>
                  <a:pt x="2457999" y="982387"/>
                </a:lnTo>
                <a:lnTo>
                  <a:pt x="2413662" y="999371"/>
                </a:lnTo>
                <a:lnTo>
                  <a:pt x="2367547" y="1015594"/>
                </a:lnTo>
                <a:lnTo>
                  <a:pt x="2319719" y="1031031"/>
                </a:lnTo>
                <a:lnTo>
                  <a:pt x="2270241" y="1045656"/>
                </a:lnTo>
                <a:lnTo>
                  <a:pt x="2219176" y="1059444"/>
                </a:lnTo>
                <a:lnTo>
                  <a:pt x="2166589" y="1072369"/>
                </a:lnTo>
                <a:lnTo>
                  <a:pt x="2112541" y="1084406"/>
                </a:lnTo>
                <a:lnTo>
                  <a:pt x="2057098" y="1095530"/>
                </a:lnTo>
                <a:lnTo>
                  <a:pt x="2000322" y="1105714"/>
                </a:lnTo>
                <a:lnTo>
                  <a:pt x="1942277" y="1114935"/>
                </a:lnTo>
                <a:lnTo>
                  <a:pt x="1883027" y="1123165"/>
                </a:lnTo>
                <a:lnTo>
                  <a:pt x="1822635" y="1130381"/>
                </a:lnTo>
                <a:lnTo>
                  <a:pt x="1761165" y="1136556"/>
                </a:lnTo>
                <a:lnTo>
                  <a:pt x="1698680" y="1141666"/>
                </a:lnTo>
                <a:lnTo>
                  <a:pt x="1635243" y="1145684"/>
                </a:lnTo>
                <a:lnTo>
                  <a:pt x="1570919" y="1148586"/>
                </a:lnTo>
                <a:lnTo>
                  <a:pt x="1505771" y="1150345"/>
                </a:lnTo>
                <a:lnTo>
                  <a:pt x="1439863" y="1150938"/>
                </a:lnTo>
                <a:lnTo>
                  <a:pt x="1373954" y="1150345"/>
                </a:lnTo>
                <a:lnTo>
                  <a:pt x="1308806" y="1148586"/>
                </a:lnTo>
                <a:lnTo>
                  <a:pt x="1244482" y="1145684"/>
                </a:lnTo>
                <a:lnTo>
                  <a:pt x="1181045" y="1141666"/>
                </a:lnTo>
                <a:lnTo>
                  <a:pt x="1118560" y="1136556"/>
                </a:lnTo>
                <a:lnTo>
                  <a:pt x="1057090" y="1130381"/>
                </a:lnTo>
                <a:lnTo>
                  <a:pt x="996698" y="1123165"/>
                </a:lnTo>
                <a:lnTo>
                  <a:pt x="937448" y="1114935"/>
                </a:lnTo>
                <a:lnTo>
                  <a:pt x="879403" y="1105714"/>
                </a:lnTo>
                <a:lnTo>
                  <a:pt x="822627" y="1095530"/>
                </a:lnTo>
                <a:lnTo>
                  <a:pt x="767183" y="1084406"/>
                </a:lnTo>
                <a:lnTo>
                  <a:pt x="713136" y="1072369"/>
                </a:lnTo>
                <a:lnTo>
                  <a:pt x="660548" y="1059444"/>
                </a:lnTo>
                <a:lnTo>
                  <a:pt x="609483" y="1045656"/>
                </a:lnTo>
                <a:lnTo>
                  <a:pt x="560005" y="1031031"/>
                </a:lnTo>
                <a:lnTo>
                  <a:pt x="512177" y="1015594"/>
                </a:lnTo>
                <a:lnTo>
                  <a:pt x="466063" y="999371"/>
                </a:lnTo>
                <a:lnTo>
                  <a:pt x="421726" y="982387"/>
                </a:lnTo>
                <a:lnTo>
                  <a:pt x="379229" y="964666"/>
                </a:lnTo>
                <a:lnTo>
                  <a:pt x="338637" y="946236"/>
                </a:lnTo>
                <a:lnTo>
                  <a:pt x="300013" y="927120"/>
                </a:lnTo>
                <a:lnTo>
                  <a:pt x="263420" y="907346"/>
                </a:lnTo>
                <a:lnTo>
                  <a:pt x="228922" y="886936"/>
                </a:lnTo>
                <a:lnTo>
                  <a:pt x="196583" y="865919"/>
                </a:lnTo>
                <a:lnTo>
                  <a:pt x="138634" y="822159"/>
                </a:lnTo>
                <a:lnTo>
                  <a:pt x="90081" y="776268"/>
                </a:lnTo>
                <a:lnTo>
                  <a:pt x="51433" y="728451"/>
                </a:lnTo>
                <a:lnTo>
                  <a:pt x="23198" y="678910"/>
                </a:lnTo>
                <a:lnTo>
                  <a:pt x="5884" y="627848"/>
                </a:lnTo>
                <a:lnTo>
                  <a:pt x="0" y="57546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2000" y="2076450"/>
            <a:ext cx="1224280" cy="76200"/>
          </a:xfrm>
          <a:custGeom>
            <a:avLst/>
            <a:gdLst/>
            <a:ahLst/>
            <a:cxnLst/>
            <a:rect l="l" t="t" r="r" b="b"/>
            <a:pathLst>
              <a:path w="122427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862"/>
                </a:lnTo>
                <a:lnTo>
                  <a:pt x="63498" y="42862"/>
                </a:lnTo>
                <a:lnTo>
                  <a:pt x="63498" y="33337"/>
                </a:lnTo>
                <a:lnTo>
                  <a:pt x="76200" y="33337"/>
                </a:lnTo>
                <a:lnTo>
                  <a:pt x="76200" y="0"/>
                </a:lnTo>
                <a:close/>
              </a:path>
              <a:path w="1224279" h="76200">
                <a:moveTo>
                  <a:pt x="76200" y="33337"/>
                </a:moveTo>
                <a:lnTo>
                  <a:pt x="63498" y="33337"/>
                </a:lnTo>
                <a:lnTo>
                  <a:pt x="63498" y="42862"/>
                </a:lnTo>
                <a:lnTo>
                  <a:pt x="76200" y="42862"/>
                </a:lnTo>
                <a:lnTo>
                  <a:pt x="76200" y="33337"/>
                </a:lnTo>
                <a:close/>
              </a:path>
              <a:path w="1224279" h="76200">
                <a:moveTo>
                  <a:pt x="101598" y="33337"/>
                </a:moveTo>
                <a:lnTo>
                  <a:pt x="76200" y="33337"/>
                </a:lnTo>
                <a:lnTo>
                  <a:pt x="76200" y="42862"/>
                </a:lnTo>
                <a:lnTo>
                  <a:pt x="101598" y="42862"/>
                </a:lnTo>
                <a:lnTo>
                  <a:pt x="101598" y="33337"/>
                </a:lnTo>
                <a:close/>
              </a:path>
              <a:path w="1224279" h="76200">
                <a:moveTo>
                  <a:pt x="168273" y="33337"/>
                </a:moveTo>
                <a:lnTo>
                  <a:pt x="130173" y="33337"/>
                </a:lnTo>
                <a:lnTo>
                  <a:pt x="130173" y="42862"/>
                </a:lnTo>
                <a:lnTo>
                  <a:pt x="168273" y="42862"/>
                </a:lnTo>
                <a:lnTo>
                  <a:pt x="168273" y="33337"/>
                </a:lnTo>
                <a:close/>
              </a:path>
              <a:path w="1224279" h="76200">
                <a:moveTo>
                  <a:pt x="234948" y="33337"/>
                </a:moveTo>
                <a:lnTo>
                  <a:pt x="196848" y="33337"/>
                </a:lnTo>
                <a:lnTo>
                  <a:pt x="196848" y="42862"/>
                </a:lnTo>
                <a:lnTo>
                  <a:pt x="234948" y="42862"/>
                </a:lnTo>
                <a:lnTo>
                  <a:pt x="234948" y="33337"/>
                </a:lnTo>
                <a:close/>
              </a:path>
              <a:path w="1224279" h="76200">
                <a:moveTo>
                  <a:pt x="301623" y="33337"/>
                </a:moveTo>
                <a:lnTo>
                  <a:pt x="263523" y="33337"/>
                </a:lnTo>
                <a:lnTo>
                  <a:pt x="263523" y="42862"/>
                </a:lnTo>
                <a:lnTo>
                  <a:pt x="301623" y="42862"/>
                </a:lnTo>
                <a:lnTo>
                  <a:pt x="301623" y="33337"/>
                </a:lnTo>
                <a:close/>
              </a:path>
              <a:path w="1224279" h="76200">
                <a:moveTo>
                  <a:pt x="368298" y="33337"/>
                </a:moveTo>
                <a:lnTo>
                  <a:pt x="330198" y="33337"/>
                </a:lnTo>
                <a:lnTo>
                  <a:pt x="330198" y="42862"/>
                </a:lnTo>
                <a:lnTo>
                  <a:pt x="368298" y="42862"/>
                </a:lnTo>
                <a:lnTo>
                  <a:pt x="368298" y="33337"/>
                </a:lnTo>
                <a:close/>
              </a:path>
              <a:path w="1224279" h="76200">
                <a:moveTo>
                  <a:pt x="434973" y="33337"/>
                </a:moveTo>
                <a:lnTo>
                  <a:pt x="396873" y="33337"/>
                </a:lnTo>
                <a:lnTo>
                  <a:pt x="396873" y="42862"/>
                </a:lnTo>
                <a:lnTo>
                  <a:pt x="434973" y="42862"/>
                </a:lnTo>
                <a:lnTo>
                  <a:pt x="434973" y="33337"/>
                </a:lnTo>
                <a:close/>
              </a:path>
              <a:path w="1224279" h="76200">
                <a:moveTo>
                  <a:pt x="501648" y="33337"/>
                </a:moveTo>
                <a:lnTo>
                  <a:pt x="463548" y="33337"/>
                </a:lnTo>
                <a:lnTo>
                  <a:pt x="463548" y="42862"/>
                </a:lnTo>
                <a:lnTo>
                  <a:pt x="501648" y="42862"/>
                </a:lnTo>
                <a:lnTo>
                  <a:pt x="501648" y="33337"/>
                </a:lnTo>
                <a:close/>
              </a:path>
              <a:path w="1224279" h="76200">
                <a:moveTo>
                  <a:pt x="568323" y="33337"/>
                </a:moveTo>
                <a:lnTo>
                  <a:pt x="530223" y="33337"/>
                </a:lnTo>
                <a:lnTo>
                  <a:pt x="530223" y="42862"/>
                </a:lnTo>
                <a:lnTo>
                  <a:pt x="568323" y="42862"/>
                </a:lnTo>
                <a:lnTo>
                  <a:pt x="568323" y="33337"/>
                </a:lnTo>
                <a:close/>
              </a:path>
              <a:path w="1224279" h="76200">
                <a:moveTo>
                  <a:pt x="634998" y="33337"/>
                </a:moveTo>
                <a:lnTo>
                  <a:pt x="596898" y="33337"/>
                </a:lnTo>
                <a:lnTo>
                  <a:pt x="596898" y="42862"/>
                </a:lnTo>
                <a:lnTo>
                  <a:pt x="634998" y="42862"/>
                </a:lnTo>
                <a:lnTo>
                  <a:pt x="634998" y="33337"/>
                </a:lnTo>
                <a:close/>
              </a:path>
              <a:path w="1224279" h="76200">
                <a:moveTo>
                  <a:pt x="701673" y="33337"/>
                </a:moveTo>
                <a:lnTo>
                  <a:pt x="663573" y="33337"/>
                </a:lnTo>
                <a:lnTo>
                  <a:pt x="663573" y="42862"/>
                </a:lnTo>
                <a:lnTo>
                  <a:pt x="701673" y="42862"/>
                </a:lnTo>
                <a:lnTo>
                  <a:pt x="701673" y="33337"/>
                </a:lnTo>
                <a:close/>
              </a:path>
              <a:path w="1224279" h="76200">
                <a:moveTo>
                  <a:pt x="768348" y="33337"/>
                </a:moveTo>
                <a:lnTo>
                  <a:pt x="730248" y="33337"/>
                </a:lnTo>
                <a:lnTo>
                  <a:pt x="730248" y="42862"/>
                </a:lnTo>
                <a:lnTo>
                  <a:pt x="768348" y="42862"/>
                </a:lnTo>
                <a:lnTo>
                  <a:pt x="768348" y="33337"/>
                </a:lnTo>
                <a:close/>
              </a:path>
              <a:path w="1224279" h="76200">
                <a:moveTo>
                  <a:pt x="835023" y="33337"/>
                </a:moveTo>
                <a:lnTo>
                  <a:pt x="796923" y="33337"/>
                </a:lnTo>
                <a:lnTo>
                  <a:pt x="796923" y="42862"/>
                </a:lnTo>
                <a:lnTo>
                  <a:pt x="835023" y="42862"/>
                </a:lnTo>
                <a:lnTo>
                  <a:pt x="835023" y="33337"/>
                </a:lnTo>
                <a:close/>
              </a:path>
              <a:path w="1224279" h="76200">
                <a:moveTo>
                  <a:pt x="901698" y="33338"/>
                </a:moveTo>
                <a:lnTo>
                  <a:pt x="863598" y="33338"/>
                </a:lnTo>
                <a:lnTo>
                  <a:pt x="863598" y="42863"/>
                </a:lnTo>
                <a:lnTo>
                  <a:pt x="901698" y="42863"/>
                </a:lnTo>
                <a:lnTo>
                  <a:pt x="901698" y="33338"/>
                </a:lnTo>
                <a:close/>
              </a:path>
              <a:path w="1224279" h="76200">
                <a:moveTo>
                  <a:pt x="968373" y="33338"/>
                </a:moveTo>
                <a:lnTo>
                  <a:pt x="930273" y="33338"/>
                </a:lnTo>
                <a:lnTo>
                  <a:pt x="930273" y="42863"/>
                </a:lnTo>
                <a:lnTo>
                  <a:pt x="968373" y="42863"/>
                </a:lnTo>
                <a:lnTo>
                  <a:pt x="968373" y="33338"/>
                </a:lnTo>
                <a:close/>
              </a:path>
              <a:path w="1224279" h="76200">
                <a:moveTo>
                  <a:pt x="1035048" y="33338"/>
                </a:moveTo>
                <a:lnTo>
                  <a:pt x="996948" y="33338"/>
                </a:lnTo>
                <a:lnTo>
                  <a:pt x="996948" y="42863"/>
                </a:lnTo>
                <a:lnTo>
                  <a:pt x="1035048" y="42863"/>
                </a:lnTo>
                <a:lnTo>
                  <a:pt x="1035048" y="33338"/>
                </a:lnTo>
                <a:close/>
              </a:path>
              <a:path w="1224279" h="76200">
                <a:moveTo>
                  <a:pt x="1101723" y="33338"/>
                </a:moveTo>
                <a:lnTo>
                  <a:pt x="1063623" y="33338"/>
                </a:lnTo>
                <a:lnTo>
                  <a:pt x="1063623" y="42863"/>
                </a:lnTo>
                <a:lnTo>
                  <a:pt x="1101723" y="42863"/>
                </a:lnTo>
                <a:lnTo>
                  <a:pt x="1101723" y="33338"/>
                </a:lnTo>
                <a:close/>
              </a:path>
              <a:path w="1224279" h="76200">
                <a:moveTo>
                  <a:pt x="1168398" y="33338"/>
                </a:moveTo>
                <a:lnTo>
                  <a:pt x="1130298" y="33338"/>
                </a:lnTo>
                <a:lnTo>
                  <a:pt x="1130298" y="42863"/>
                </a:lnTo>
                <a:lnTo>
                  <a:pt x="1168398" y="42863"/>
                </a:lnTo>
                <a:lnTo>
                  <a:pt x="1168398" y="33338"/>
                </a:lnTo>
                <a:close/>
              </a:path>
              <a:path w="1224279" h="76200">
                <a:moveTo>
                  <a:pt x="1223962" y="33338"/>
                </a:moveTo>
                <a:lnTo>
                  <a:pt x="1196973" y="33338"/>
                </a:lnTo>
                <a:lnTo>
                  <a:pt x="1196973" y="42863"/>
                </a:lnTo>
                <a:lnTo>
                  <a:pt x="1223962" y="42863"/>
                </a:lnTo>
                <a:lnTo>
                  <a:pt x="1223962" y="33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716462" y="1814067"/>
            <a:ext cx="10001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50" b="1" spc="75" dirty="0">
                <a:latin typeface="宋体"/>
                <a:cs typeface="宋体"/>
              </a:rPr>
              <a:t>《</a:t>
            </a:r>
            <a:r>
              <a:rPr sz="1600" b="1" spc="-5" dirty="0">
                <a:latin typeface="Times New Roman"/>
                <a:cs typeface="Times New Roman"/>
              </a:rPr>
              <a:t>extend</a:t>
            </a:r>
            <a:r>
              <a:rPr sz="1550" b="1" spc="40" dirty="0">
                <a:latin typeface="宋体"/>
                <a:cs typeface="宋体"/>
              </a:rPr>
              <a:t>》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11900" y="1514347"/>
            <a:ext cx="1619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notify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guardians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83300" y="2008123"/>
            <a:ext cx="2235835" cy="50419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71450" marR="5080" indent="-171450">
              <a:lnSpc>
                <a:spcPct val="74400"/>
              </a:lnSpc>
              <a:spcBef>
                <a:spcPts val="650"/>
              </a:spcBef>
            </a:pPr>
            <a:r>
              <a:rPr sz="1800" b="1" spc="-5" dirty="0">
                <a:latin typeface="Times New Roman"/>
                <a:cs typeface="Times New Roman"/>
              </a:rPr>
              <a:t>extension point:  failing grade is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saved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530251" y="184403"/>
            <a:ext cx="47993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Use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case</a:t>
            </a:r>
            <a:r>
              <a:rPr dirty="0"/>
              <a:t>的扩展示例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18490" y="3098291"/>
            <a:ext cx="7950200" cy="2175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Times New Roman"/>
                <a:cs typeface="Times New Roman"/>
              </a:rPr>
              <a:t>update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grades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sz="2400" dirty="0">
                <a:latin typeface="Arial"/>
                <a:cs typeface="Arial"/>
              </a:rPr>
              <a:t>C</a:t>
            </a:r>
            <a:r>
              <a:rPr sz="2400" dirty="0">
                <a:latin typeface="宋体"/>
                <a:cs typeface="宋体"/>
              </a:rPr>
              <a:t>图表示：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ts val="2845"/>
              </a:lnSpc>
              <a:spcBef>
                <a:spcPts val="1515"/>
              </a:spcBef>
            </a:pPr>
            <a:r>
              <a:rPr sz="2400" dirty="0">
                <a:latin typeface="宋体"/>
                <a:cs typeface="宋体"/>
              </a:rPr>
              <a:t>在保存成绩之后，可以选择通知监护人，其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选择的条件</a:t>
            </a:r>
            <a:r>
              <a:rPr sz="2400" dirty="0">
                <a:latin typeface="宋体"/>
                <a:cs typeface="宋体"/>
              </a:rPr>
              <a:t>是成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ts val="2845"/>
              </a:lnSpc>
            </a:pPr>
            <a:r>
              <a:rPr sz="2400" dirty="0">
                <a:latin typeface="宋体"/>
                <a:cs typeface="宋体"/>
              </a:rPr>
              <a:t>绩不及格。（有些工具不支持扩展点图形）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9388" y="1125537"/>
            <a:ext cx="8785225" cy="2440305"/>
          </a:xfrm>
          <a:custGeom>
            <a:avLst/>
            <a:gdLst/>
            <a:ahLst/>
            <a:cxnLst/>
            <a:rect l="l" t="t" r="r" b="b"/>
            <a:pathLst>
              <a:path w="8785225" h="2440304">
                <a:moveTo>
                  <a:pt x="0" y="0"/>
                </a:moveTo>
                <a:lnTo>
                  <a:pt x="8785225" y="0"/>
                </a:lnTo>
                <a:lnTo>
                  <a:pt x="8785225" y="2439987"/>
                </a:lnTo>
                <a:lnTo>
                  <a:pt x="0" y="2439987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0828" y="1157732"/>
            <a:ext cx="406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</a:t>
            </a:r>
            <a:r>
              <a:rPr sz="1800" dirty="0">
                <a:latin typeface="宋体"/>
                <a:cs typeface="宋体"/>
              </a:rPr>
              <a:t>图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94375" y="1995487"/>
            <a:ext cx="2881630" cy="0"/>
          </a:xfrm>
          <a:custGeom>
            <a:avLst/>
            <a:gdLst/>
            <a:ahLst/>
            <a:cxnLst/>
            <a:rect l="l" t="t" r="r" b="b"/>
            <a:pathLst>
              <a:path w="2881629">
                <a:moveTo>
                  <a:pt x="0" y="0"/>
                </a:moveTo>
                <a:lnTo>
                  <a:pt x="2881313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24300" y="1346387"/>
            <a:ext cx="3241675" cy="4968875"/>
          </a:xfrm>
          <a:custGeom>
            <a:avLst/>
            <a:gdLst/>
            <a:ahLst/>
            <a:cxnLst/>
            <a:rect l="l" t="t" r="r" b="b"/>
            <a:pathLst>
              <a:path w="3241675" h="4968875">
                <a:moveTo>
                  <a:pt x="2694028" y="4968875"/>
                </a:moveTo>
                <a:lnTo>
                  <a:pt x="2803556" y="4530756"/>
                </a:lnTo>
                <a:lnTo>
                  <a:pt x="3241675" y="4421228"/>
                </a:lnTo>
                <a:lnTo>
                  <a:pt x="2694028" y="4968875"/>
                </a:lnTo>
                <a:lnTo>
                  <a:pt x="0" y="4968875"/>
                </a:lnTo>
                <a:lnTo>
                  <a:pt x="0" y="0"/>
                </a:lnTo>
                <a:lnTo>
                  <a:pt x="3241675" y="0"/>
                </a:lnTo>
                <a:lnTo>
                  <a:pt x="3241675" y="44212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59075" y="1340611"/>
            <a:ext cx="4317365" cy="4783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603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收款</a:t>
            </a:r>
            <a:endParaRPr sz="2400">
              <a:latin typeface="宋体"/>
              <a:cs typeface="宋体"/>
            </a:endParaRPr>
          </a:p>
          <a:p>
            <a:pPr marL="1256030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输入本次收款的命令；</a:t>
            </a:r>
            <a:endParaRPr sz="2400">
              <a:latin typeface="宋体"/>
              <a:cs typeface="宋体"/>
            </a:endParaRPr>
          </a:p>
          <a:p>
            <a:pPr marL="1256030" marR="868680">
              <a:lnSpc>
                <a:spcPct val="100800"/>
              </a:lnSpc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宋体"/>
                <a:cs typeface="宋体"/>
              </a:rPr>
              <a:t>顾客选则商品 输入商品号；</a:t>
            </a:r>
            <a:endParaRPr sz="2400">
              <a:latin typeface="宋体"/>
              <a:cs typeface="宋体"/>
            </a:endParaRPr>
          </a:p>
          <a:p>
            <a:pPr marL="1256030" marR="276225" indent="-1243965">
              <a:lnSpc>
                <a:spcPts val="2900"/>
              </a:lnSpc>
              <a:spcBef>
                <a:spcPts val="5"/>
              </a:spcBef>
              <a:tabLst>
                <a:tab pos="1164590" algn="l"/>
                <a:tab pos="159448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f	</a:t>
            </a:r>
            <a:r>
              <a:rPr sz="2400" dirty="0">
                <a:latin typeface="宋体"/>
                <a:cs typeface="宋体"/>
              </a:rPr>
              <a:t>选择商品多于一件 商品数量</a:t>
            </a:r>
            <a:r>
              <a:rPr sz="2400" spc="-5" dirty="0">
                <a:latin typeface="Times New Roman"/>
                <a:cs typeface="Times New Roman"/>
              </a:rPr>
              <a:t>+1</a:t>
            </a:r>
            <a:endParaRPr sz="2400">
              <a:latin typeface="Times New Roman"/>
              <a:cs typeface="Times New Roman"/>
            </a:endParaRPr>
          </a:p>
          <a:p>
            <a:pPr marL="1256030">
              <a:lnSpc>
                <a:spcPts val="2785"/>
              </a:lnSpc>
            </a:pPr>
            <a:r>
              <a:rPr sz="2400" spc="-5" dirty="0">
                <a:latin typeface="Times New Roman"/>
                <a:cs typeface="Times New Roman"/>
              </a:rPr>
              <a:t>end if</a:t>
            </a:r>
            <a:endParaRPr sz="2400">
              <a:latin typeface="Times New Roman"/>
              <a:cs typeface="Times New Roman"/>
            </a:endParaRPr>
          </a:p>
          <a:p>
            <a:pPr marL="1256030" marR="309880">
              <a:lnSpc>
                <a:spcPct val="100800"/>
              </a:lnSpc>
              <a:spcBef>
                <a:spcPts val="5"/>
              </a:spcBef>
            </a:pPr>
            <a:r>
              <a:rPr sz="2400" dirty="0">
                <a:latin typeface="宋体"/>
                <a:cs typeface="宋体"/>
              </a:rPr>
              <a:t>检索商品名称及单价 减商品存量</a:t>
            </a:r>
            <a:endParaRPr sz="2400">
              <a:latin typeface="宋体"/>
              <a:cs typeface="宋体"/>
            </a:endParaRPr>
          </a:p>
          <a:p>
            <a:pPr marL="1256030" marR="276225">
              <a:lnSpc>
                <a:spcPts val="2900"/>
              </a:lnSpc>
              <a:spcBef>
                <a:spcPts val="5"/>
              </a:spcBef>
              <a:tabLst>
                <a:tab pos="1594485" algn="l"/>
              </a:tabLst>
            </a:pP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f	</a:t>
            </a:r>
            <a:r>
              <a:rPr sz="2400" dirty="0">
                <a:latin typeface="宋体"/>
                <a:cs typeface="宋体"/>
              </a:rPr>
              <a:t>商品存量低于下限 告警商品存量不足</a:t>
            </a:r>
            <a:endParaRPr sz="2400">
              <a:latin typeface="宋体"/>
              <a:cs typeface="宋体"/>
            </a:endParaRPr>
          </a:p>
          <a:p>
            <a:pPr marL="1256030">
              <a:lnSpc>
                <a:spcPts val="2785"/>
              </a:lnSpc>
            </a:pPr>
            <a:r>
              <a:rPr sz="2400" spc="-5" dirty="0">
                <a:latin typeface="Times New Roman"/>
                <a:cs typeface="Times New Roman"/>
              </a:rPr>
              <a:t>end if</a:t>
            </a:r>
            <a:endParaRPr sz="2400">
              <a:latin typeface="Times New Roman"/>
              <a:cs typeface="Times New Roman"/>
            </a:endParaRPr>
          </a:p>
          <a:p>
            <a:pPr marL="125603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9927" y="1366011"/>
            <a:ext cx="736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例：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5475" y="3266947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收款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92275" y="3002150"/>
            <a:ext cx="1076325" cy="319405"/>
          </a:xfrm>
          <a:custGeom>
            <a:avLst/>
            <a:gdLst/>
            <a:ahLst/>
            <a:cxnLst/>
            <a:rect l="l" t="t" r="r" b="b"/>
            <a:pathLst>
              <a:path w="1076325" h="319404">
                <a:moveTo>
                  <a:pt x="0" y="159543"/>
                </a:moveTo>
                <a:lnTo>
                  <a:pt x="16435" y="120259"/>
                </a:lnTo>
                <a:lnTo>
                  <a:pt x="63054" y="84541"/>
                </a:lnTo>
                <a:lnTo>
                  <a:pt x="135819" y="53584"/>
                </a:lnTo>
                <a:lnTo>
                  <a:pt x="180747" y="40265"/>
                </a:lnTo>
                <a:lnTo>
                  <a:pt x="230698" y="28584"/>
                </a:lnTo>
                <a:lnTo>
                  <a:pt x="285169" y="18693"/>
                </a:lnTo>
                <a:lnTo>
                  <a:pt x="343655" y="10739"/>
                </a:lnTo>
                <a:lnTo>
                  <a:pt x="405652" y="4872"/>
                </a:lnTo>
                <a:lnTo>
                  <a:pt x="470656" y="1243"/>
                </a:lnTo>
                <a:lnTo>
                  <a:pt x="538162" y="0"/>
                </a:lnTo>
                <a:lnTo>
                  <a:pt x="605668" y="1243"/>
                </a:lnTo>
                <a:lnTo>
                  <a:pt x="670672" y="4872"/>
                </a:lnTo>
                <a:lnTo>
                  <a:pt x="732669" y="10739"/>
                </a:lnTo>
                <a:lnTo>
                  <a:pt x="791155" y="18693"/>
                </a:lnTo>
                <a:lnTo>
                  <a:pt x="845626" y="28584"/>
                </a:lnTo>
                <a:lnTo>
                  <a:pt x="895577" y="40265"/>
                </a:lnTo>
                <a:lnTo>
                  <a:pt x="940505" y="53584"/>
                </a:lnTo>
                <a:lnTo>
                  <a:pt x="979904" y="68392"/>
                </a:lnTo>
                <a:lnTo>
                  <a:pt x="1040100" y="101880"/>
                </a:lnTo>
                <a:lnTo>
                  <a:pt x="1072131" y="139530"/>
                </a:lnTo>
                <a:lnTo>
                  <a:pt x="1076325" y="159543"/>
                </a:lnTo>
                <a:lnTo>
                  <a:pt x="1072131" y="179556"/>
                </a:lnTo>
                <a:lnTo>
                  <a:pt x="1040100" y="217206"/>
                </a:lnTo>
                <a:lnTo>
                  <a:pt x="979904" y="250694"/>
                </a:lnTo>
                <a:lnTo>
                  <a:pt x="940505" y="265502"/>
                </a:lnTo>
                <a:lnTo>
                  <a:pt x="895577" y="278821"/>
                </a:lnTo>
                <a:lnTo>
                  <a:pt x="845626" y="290502"/>
                </a:lnTo>
                <a:lnTo>
                  <a:pt x="791155" y="300393"/>
                </a:lnTo>
                <a:lnTo>
                  <a:pt x="732669" y="308347"/>
                </a:lnTo>
                <a:lnTo>
                  <a:pt x="670672" y="314214"/>
                </a:lnTo>
                <a:lnTo>
                  <a:pt x="605668" y="317843"/>
                </a:lnTo>
                <a:lnTo>
                  <a:pt x="538162" y="319087"/>
                </a:lnTo>
                <a:lnTo>
                  <a:pt x="470656" y="317843"/>
                </a:lnTo>
                <a:lnTo>
                  <a:pt x="405652" y="314214"/>
                </a:lnTo>
                <a:lnTo>
                  <a:pt x="343655" y="308347"/>
                </a:lnTo>
                <a:lnTo>
                  <a:pt x="285169" y="300393"/>
                </a:lnTo>
                <a:lnTo>
                  <a:pt x="230698" y="290502"/>
                </a:lnTo>
                <a:lnTo>
                  <a:pt x="180747" y="278821"/>
                </a:lnTo>
                <a:lnTo>
                  <a:pt x="135819" y="265502"/>
                </a:lnTo>
                <a:lnTo>
                  <a:pt x="96420" y="250694"/>
                </a:lnTo>
                <a:lnTo>
                  <a:pt x="36224" y="217206"/>
                </a:lnTo>
                <a:lnTo>
                  <a:pt x="4193" y="179556"/>
                </a:lnTo>
                <a:lnTo>
                  <a:pt x="0" y="1595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31336" y="32003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用例说明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2588" y="805179"/>
            <a:ext cx="7848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对有必要说明算法的用例，可以给出详细的说明。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1463547"/>
            <a:ext cx="7137400" cy="3869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参与者的责任是基础，用例是由参与者操作的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6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从参与者角度分析以下问题：</a:t>
            </a:r>
            <a:endParaRPr sz="2800">
              <a:latin typeface="宋体"/>
              <a:cs typeface="宋体"/>
            </a:endParaRPr>
          </a:p>
          <a:p>
            <a:pPr marL="581025" indent="-212725">
              <a:lnSpc>
                <a:spcPct val="100000"/>
              </a:lnSpc>
              <a:spcBef>
                <a:spcPts val="625"/>
              </a:spcBef>
              <a:buFont typeface="Times New Roman"/>
              <a:buChar char="•"/>
              <a:tabLst>
                <a:tab pos="581025" algn="l"/>
              </a:tabLst>
            </a:pPr>
            <a:r>
              <a:rPr sz="2800" dirty="0">
                <a:latin typeface="宋体"/>
                <a:cs typeface="宋体"/>
              </a:rPr>
              <a:t>参与者使用系统的主要目的是什么</a:t>
            </a:r>
            <a:endParaRPr sz="2800">
              <a:latin typeface="宋体"/>
              <a:cs typeface="宋体"/>
            </a:endParaRPr>
          </a:p>
          <a:p>
            <a:pPr marL="581025" indent="-212725">
              <a:lnSpc>
                <a:spcPct val="100000"/>
              </a:lnSpc>
              <a:spcBef>
                <a:spcPts val="645"/>
              </a:spcBef>
              <a:buFont typeface="Times New Roman"/>
              <a:buChar char="•"/>
              <a:tabLst>
                <a:tab pos="581025" algn="l"/>
              </a:tabLst>
            </a:pPr>
            <a:r>
              <a:rPr sz="2800" dirty="0">
                <a:latin typeface="宋体"/>
                <a:cs typeface="宋体"/>
              </a:rPr>
              <a:t>参与者使用系统所进行的各项独立事务</a:t>
            </a:r>
            <a:endParaRPr sz="2800">
              <a:latin typeface="宋体"/>
              <a:cs typeface="宋体"/>
            </a:endParaRPr>
          </a:p>
          <a:p>
            <a:pPr marL="581025" indent="-212725">
              <a:lnSpc>
                <a:spcPct val="100000"/>
              </a:lnSpc>
              <a:spcBef>
                <a:spcPts val="745"/>
              </a:spcBef>
              <a:buFont typeface="Times New Roman"/>
              <a:buChar char="•"/>
              <a:tabLst>
                <a:tab pos="581025" algn="l"/>
              </a:tabLst>
            </a:pPr>
            <a:r>
              <a:rPr sz="2800" dirty="0">
                <a:latin typeface="宋体"/>
                <a:cs typeface="宋体"/>
              </a:rPr>
              <a:t>参与者怎样使用系统的服务</a:t>
            </a:r>
            <a:endParaRPr sz="2800">
              <a:latin typeface="宋体"/>
              <a:cs typeface="宋体"/>
            </a:endParaRPr>
          </a:p>
          <a:p>
            <a:pPr marL="581025" indent="-212725">
              <a:lnSpc>
                <a:spcPct val="100000"/>
              </a:lnSpc>
              <a:spcBef>
                <a:spcPts val="625"/>
              </a:spcBef>
              <a:buFont typeface="Times New Roman"/>
              <a:buChar char="•"/>
              <a:tabLst>
                <a:tab pos="581025" algn="l"/>
              </a:tabLst>
            </a:pPr>
            <a:r>
              <a:rPr sz="2800" dirty="0">
                <a:latin typeface="宋体"/>
                <a:cs typeface="宋体"/>
              </a:rPr>
              <a:t>本质上不同的各项活动过程有哪些</a:t>
            </a:r>
            <a:endParaRPr sz="2800">
              <a:latin typeface="宋体"/>
              <a:cs typeface="宋体"/>
            </a:endParaRPr>
          </a:p>
          <a:p>
            <a:pPr marL="581025" indent="-212725">
              <a:lnSpc>
                <a:spcPct val="100000"/>
              </a:lnSpc>
              <a:spcBef>
                <a:spcPts val="645"/>
              </a:spcBef>
              <a:buFont typeface="Times New Roman"/>
              <a:buChar char="•"/>
              <a:tabLst>
                <a:tab pos="581025" algn="l"/>
              </a:tabLst>
            </a:pPr>
            <a:r>
              <a:rPr sz="2800" dirty="0">
                <a:latin typeface="宋体"/>
                <a:cs typeface="宋体"/>
              </a:rPr>
              <a:t>除参与者外引起与系统交互有哪些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04221" y="184403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捕获用例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208" y="150876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捕获用例原则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233" y="1064259"/>
            <a:ext cx="802640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1）一个用例描述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一个功能</a:t>
            </a:r>
            <a:r>
              <a:rPr sz="2800" dirty="0">
                <a:latin typeface="宋体"/>
                <a:cs typeface="宋体"/>
              </a:rPr>
              <a:t>，但用例的功能不能太笼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800" dirty="0">
                <a:latin typeface="宋体"/>
                <a:cs typeface="宋体"/>
              </a:rPr>
              <a:t>统，界定的标准是外部的参与者是否为多个角色。</a:t>
            </a:r>
          </a:p>
        </p:txBody>
      </p:sp>
      <p:sp>
        <p:nvSpPr>
          <p:cNvPr id="4" name="object 4"/>
          <p:cNvSpPr/>
          <p:nvPr/>
        </p:nvSpPr>
        <p:spPr>
          <a:xfrm>
            <a:off x="3216275" y="3292475"/>
            <a:ext cx="1714500" cy="352425"/>
          </a:xfrm>
          <a:custGeom>
            <a:avLst/>
            <a:gdLst/>
            <a:ahLst/>
            <a:cxnLst/>
            <a:rect l="l" t="t" r="r" b="b"/>
            <a:pathLst>
              <a:path w="1714500" h="352425">
                <a:moveTo>
                  <a:pt x="0" y="176212"/>
                </a:moveTo>
                <a:lnTo>
                  <a:pt x="27547" y="131729"/>
                </a:lnTo>
                <a:lnTo>
                  <a:pt x="74376" y="104311"/>
                </a:lnTo>
                <a:lnTo>
                  <a:pt x="141575" y="79175"/>
                </a:lnTo>
                <a:lnTo>
                  <a:pt x="182170" y="67596"/>
                </a:lnTo>
                <a:lnTo>
                  <a:pt x="227085" y="56746"/>
                </a:lnTo>
                <a:lnTo>
                  <a:pt x="276063" y="46678"/>
                </a:lnTo>
                <a:lnTo>
                  <a:pt x="328847" y="37446"/>
                </a:lnTo>
                <a:lnTo>
                  <a:pt x="385180" y="29101"/>
                </a:lnTo>
                <a:lnTo>
                  <a:pt x="444803" y="21698"/>
                </a:lnTo>
                <a:lnTo>
                  <a:pt x="507461" y="15288"/>
                </a:lnTo>
                <a:lnTo>
                  <a:pt x="572895" y="9925"/>
                </a:lnTo>
                <a:lnTo>
                  <a:pt x="640848" y="5662"/>
                </a:lnTo>
                <a:lnTo>
                  <a:pt x="711063" y="2551"/>
                </a:lnTo>
                <a:lnTo>
                  <a:pt x="783283" y="646"/>
                </a:lnTo>
                <a:lnTo>
                  <a:pt x="857250" y="0"/>
                </a:lnTo>
                <a:lnTo>
                  <a:pt x="931216" y="646"/>
                </a:lnTo>
                <a:lnTo>
                  <a:pt x="1003436" y="2551"/>
                </a:lnTo>
                <a:lnTo>
                  <a:pt x="1073651" y="5662"/>
                </a:lnTo>
                <a:lnTo>
                  <a:pt x="1141604" y="9925"/>
                </a:lnTo>
                <a:lnTo>
                  <a:pt x="1207038" y="15288"/>
                </a:lnTo>
                <a:lnTo>
                  <a:pt x="1269696" y="21698"/>
                </a:lnTo>
                <a:lnTo>
                  <a:pt x="1329319" y="29101"/>
                </a:lnTo>
                <a:lnTo>
                  <a:pt x="1385652" y="37446"/>
                </a:lnTo>
                <a:lnTo>
                  <a:pt x="1438436" y="46678"/>
                </a:lnTo>
                <a:lnTo>
                  <a:pt x="1487414" y="56746"/>
                </a:lnTo>
                <a:lnTo>
                  <a:pt x="1532329" y="67596"/>
                </a:lnTo>
                <a:lnTo>
                  <a:pt x="1572924" y="79175"/>
                </a:lnTo>
                <a:lnTo>
                  <a:pt x="1640123" y="104311"/>
                </a:lnTo>
                <a:lnTo>
                  <a:pt x="1686952" y="131729"/>
                </a:lnTo>
                <a:lnTo>
                  <a:pt x="1711353" y="161008"/>
                </a:lnTo>
                <a:lnTo>
                  <a:pt x="1714500" y="176212"/>
                </a:lnTo>
                <a:lnTo>
                  <a:pt x="1711353" y="191416"/>
                </a:lnTo>
                <a:lnTo>
                  <a:pt x="1686952" y="220695"/>
                </a:lnTo>
                <a:lnTo>
                  <a:pt x="1640123" y="248113"/>
                </a:lnTo>
                <a:lnTo>
                  <a:pt x="1572924" y="273249"/>
                </a:lnTo>
                <a:lnTo>
                  <a:pt x="1532329" y="284828"/>
                </a:lnTo>
                <a:lnTo>
                  <a:pt x="1487414" y="295678"/>
                </a:lnTo>
                <a:lnTo>
                  <a:pt x="1438436" y="305746"/>
                </a:lnTo>
                <a:lnTo>
                  <a:pt x="1385652" y="314978"/>
                </a:lnTo>
                <a:lnTo>
                  <a:pt x="1329319" y="323323"/>
                </a:lnTo>
                <a:lnTo>
                  <a:pt x="1269696" y="330726"/>
                </a:lnTo>
                <a:lnTo>
                  <a:pt x="1207038" y="337136"/>
                </a:lnTo>
                <a:lnTo>
                  <a:pt x="1141604" y="342499"/>
                </a:lnTo>
                <a:lnTo>
                  <a:pt x="1073651" y="346762"/>
                </a:lnTo>
                <a:lnTo>
                  <a:pt x="1003436" y="349873"/>
                </a:lnTo>
                <a:lnTo>
                  <a:pt x="931216" y="351778"/>
                </a:lnTo>
                <a:lnTo>
                  <a:pt x="857250" y="352425"/>
                </a:lnTo>
                <a:lnTo>
                  <a:pt x="783283" y="351778"/>
                </a:lnTo>
                <a:lnTo>
                  <a:pt x="711063" y="349873"/>
                </a:lnTo>
                <a:lnTo>
                  <a:pt x="640848" y="346762"/>
                </a:lnTo>
                <a:lnTo>
                  <a:pt x="572895" y="342499"/>
                </a:lnTo>
                <a:lnTo>
                  <a:pt x="507461" y="337136"/>
                </a:lnTo>
                <a:lnTo>
                  <a:pt x="444803" y="330726"/>
                </a:lnTo>
                <a:lnTo>
                  <a:pt x="385180" y="323323"/>
                </a:lnTo>
                <a:lnTo>
                  <a:pt x="328847" y="314978"/>
                </a:lnTo>
                <a:lnTo>
                  <a:pt x="276063" y="305746"/>
                </a:lnTo>
                <a:lnTo>
                  <a:pt x="227085" y="295678"/>
                </a:lnTo>
                <a:lnTo>
                  <a:pt x="182170" y="284828"/>
                </a:lnTo>
                <a:lnTo>
                  <a:pt x="141575" y="273249"/>
                </a:lnTo>
                <a:lnTo>
                  <a:pt x="74376" y="248113"/>
                </a:lnTo>
                <a:lnTo>
                  <a:pt x="27547" y="220695"/>
                </a:lnTo>
                <a:lnTo>
                  <a:pt x="3146" y="191416"/>
                </a:lnTo>
                <a:lnTo>
                  <a:pt x="0" y="1762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62312" y="4490211"/>
            <a:ext cx="1447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供销管理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6275" y="4210050"/>
            <a:ext cx="1643380" cy="298450"/>
          </a:xfrm>
          <a:custGeom>
            <a:avLst/>
            <a:gdLst/>
            <a:ahLst/>
            <a:cxnLst/>
            <a:rect l="l" t="t" r="r" b="b"/>
            <a:pathLst>
              <a:path w="1643379" h="298450">
                <a:moveTo>
                  <a:pt x="0" y="149225"/>
                </a:moveTo>
                <a:lnTo>
                  <a:pt x="29345" y="109555"/>
                </a:lnTo>
                <a:lnTo>
                  <a:pt x="79099" y="85255"/>
                </a:lnTo>
                <a:lnTo>
                  <a:pt x="150297" y="63165"/>
                </a:lnTo>
                <a:lnTo>
                  <a:pt x="193213" y="53081"/>
                </a:lnTo>
                <a:lnTo>
                  <a:pt x="240621" y="43706"/>
                </a:lnTo>
                <a:lnTo>
                  <a:pt x="292229" y="35095"/>
                </a:lnTo>
                <a:lnTo>
                  <a:pt x="347748" y="27300"/>
                </a:lnTo>
                <a:lnTo>
                  <a:pt x="406888" y="20373"/>
                </a:lnTo>
                <a:lnTo>
                  <a:pt x="469360" y="14367"/>
                </a:lnTo>
                <a:lnTo>
                  <a:pt x="534872" y="9335"/>
                </a:lnTo>
                <a:lnTo>
                  <a:pt x="603135" y="5330"/>
                </a:lnTo>
                <a:lnTo>
                  <a:pt x="673860" y="2404"/>
                </a:lnTo>
                <a:lnTo>
                  <a:pt x="746755" y="609"/>
                </a:lnTo>
                <a:lnTo>
                  <a:pt x="821531" y="0"/>
                </a:lnTo>
                <a:lnTo>
                  <a:pt x="896307" y="609"/>
                </a:lnTo>
                <a:lnTo>
                  <a:pt x="969202" y="2404"/>
                </a:lnTo>
                <a:lnTo>
                  <a:pt x="1039927" y="5330"/>
                </a:lnTo>
                <a:lnTo>
                  <a:pt x="1108190" y="9335"/>
                </a:lnTo>
                <a:lnTo>
                  <a:pt x="1173702" y="14367"/>
                </a:lnTo>
                <a:lnTo>
                  <a:pt x="1236174" y="20373"/>
                </a:lnTo>
                <a:lnTo>
                  <a:pt x="1295314" y="27300"/>
                </a:lnTo>
                <a:lnTo>
                  <a:pt x="1350833" y="35095"/>
                </a:lnTo>
                <a:lnTo>
                  <a:pt x="1402442" y="43706"/>
                </a:lnTo>
                <a:lnTo>
                  <a:pt x="1449849" y="53081"/>
                </a:lnTo>
                <a:lnTo>
                  <a:pt x="1492765" y="63165"/>
                </a:lnTo>
                <a:lnTo>
                  <a:pt x="1530899" y="73908"/>
                </a:lnTo>
                <a:lnTo>
                  <a:pt x="1591665" y="97155"/>
                </a:lnTo>
                <a:lnTo>
                  <a:pt x="1629827" y="122401"/>
                </a:lnTo>
                <a:lnTo>
                  <a:pt x="1643063" y="149225"/>
                </a:lnTo>
                <a:lnTo>
                  <a:pt x="1639705" y="162807"/>
                </a:lnTo>
                <a:lnTo>
                  <a:pt x="1591665" y="201294"/>
                </a:lnTo>
                <a:lnTo>
                  <a:pt x="1530899" y="224541"/>
                </a:lnTo>
                <a:lnTo>
                  <a:pt x="1492765" y="235284"/>
                </a:lnTo>
                <a:lnTo>
                  <a:pt x="1449849" y="245368"/>
                </a:lnTo>
                <a:lnTo>
                  <a:pt x="1402442" y="254743"/>
                </a:lnTo>
                <a:lnTo>
                  <a:pt x="1350833" y="263354"/>
                </a:lnTo>
                <a:lnTo>
                  <a:pt x="1295314" y="271149"/>
                </a:lnTo>
                <a:lnTo>
                  <a:pt x="1236174" y="278076"/>
                </a:lnTo>
                <a:lnTo>
                  <a:pt x="1173702" y="284082"/>
                </a:lnTo>
                <a:lnTo>
                  <a:pt x="1108190" y="289114"/>
                </a:lnTo>
                <a:lnTo>
                  <a:pt x="1039927" y="293119"/>
                </a:lnTo>
                <a:lnTo>
                  <a:pt x="969202" y="296045"/>
                </a:lnTo>
                <a:lnTo>
                  <a:pt x="896307" y="297840"/>
                </a:lnTo>
                <a:lnTo>
                  <a:pt x="821531" y="298450"/>
                </a:lnTo>
                <a:lnTo>
                  <a:pt x="746755" y="297840"/>
                </a:lnTo>
                <a:lnTo>
                  <a:pt x="673860" y="296045"/>
                </a:lnTo>
                <a:lnTo>
                  <a:pt x="603135" y="293119"/>
                </a:lnTo>
                <a:lnTo>
                  <a:pt x="534872" y="289114"/>
                </a:lnTo>
                <a:lnTo>
                  <a:pt x="469360" y="284082"/>
                </a:lnTo>
                <a:lnTo>
                  <a:pt x="406888" y="278076"/>
                </a:lnTo>
                <a:lnTo>
                  <a:pt x="347748" y="271149"/>
                </a:lnTo>
                <a:lnTo>
                  <a:pt x="292229" y="263354"/>
                </a:lnTo>
                <a:lnTo>
                  <a:pt x="240621" y="254743"/>
                </a:lnTo>
                <a:lnTo>
                  <a:pt x="193213" y="245368"/>
                </a:lnTo>
                <a:lnTo>
                  <a:pt x="150297" y="235284"/>
                </a:lnTo>
                <a:lnTo>
                  <a:pt x="112163" y="224541"/>
                </a:lnTo>
                <a:lnTo>
                  <a:pt x="51397" y="201294"/>
                </a:lnTo>
                <a:lnTo>
                  <a:pt x="13235" y="176048"/>
                </a:lnTo>
                <a:lnTo>
                  <a:pt x="0" y="1492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62312" y="5352795"/>
            <a:ext cx="1447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人事管理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3425" y="5013325"/>
            <a:ext cx="1657350" cy="360680"/>
          </a:xfrm>
          <a:custGeom>
            <a:avLst/>
            <a:gdLst/>
            <a:ahLst/>
            <a:cxnLst/>
            <a:rect l="l" t="t" r="r" b="b"/>
            <a:pathLst>
              <a:path w="1657350" h="360679">
                <a:moveTo>
                  <a:pt x="0" y="180181"/>
                </a:moveTo>
                <a:lnTo>
                  <a:pt x="29601" y="132282"/>
                </a:lnTo>
                <a:lnTo>
                  <a:pt x="79787" y="102941"/>
                </a:lnTo>
                <a:lnTo>
                  <a:pt x="151604" y="76269"/>
                </a:lnTo>
                <a:lnTo>
                  <a:pt x="194893" y="64092"/>
                </a:lnTo>
                <a:lnTo>
                  <a:pt x="242713" y="52773"/>
                </a:lnTo>
                <a:lnTo>
                  <a:pt x="294770" y="42376"/>
                </a:lnTo>
                <a:lnTo>
                  <a:pt x="350772" y="32963"/>
                </a:lnTo>
                <a:lnTo>
                  <a:pt x="410426" y="24600"/>
                </a:lnTo>
                <a:lnTo>
                  <a:pt x="473441" y="17348"/>
                </a:lnTo>
                <a:lnTo>
                  <a:pt x="539523" y="11272"/>
                </a:lnTo>
                <a:lnTo>
                  <a:pt x="608380" y="6436"/>
                </a:lnTo>
                <a:lnTo>
                  <a:pt x="679719" y="2902"/>
                </a:lnTo>
                <a:lnTo>
                  <a:pt x="753248" y="736"/>
                </a:lnTo>
                <a:lnTo>
                  <a:pt x="828675" y="0"/>
                </a:lnTo>
                <a:lnTo>
                  <a:pt x="904101" y="736"/>
                </a:lnTo>
                <a:lnTo>
                  <a:pt x="977630" y="2902"/>
                </a:lnTo>
                <a:lnTo>
                  <a:pt x="1048969" y="6436"/>
                </a:lnTo>
                <a:lnTo>
                  <a:pt x="1117826" y="11272"/>
                </a:lnTo>
                <a:lnTo>
                  <a:pt x="1183908" y="17348"/>
                </a:lnTo>
                <a:lnTo>
                  <a:pt x="1246923" y="24600"/>
                </a:lnTo>
                <a:lnTo>
                  <a:pt x="1306577" y="32963"/>
                </a:lnTo>
                <a:lnTo>
                  <a:pt x="1362579" y="42376"/>
                </a:lnTo>
                <a:lnTo>
                  <a:pt x="1414636" y="52773"/>
                </a:lnTo>
                <a:lnTo>
                  <a:pt x="1462456" y="64092"/>
                </a:lnTo>
                <a:lnTo>
                  <a:pt x="1505745" y="76269"/>
                </a:lnTo>
                <a:lnTo>
                  <a:pt x="1544211" y="89240"/>
                </a:lnTo>
                <a:lnTo>
                  <a:pt x="1605506" y="117310"/>
                </a:lnTo>
                <a:lnTo>
                  <a:pt x="1643998" y="147793"/>
                </a:lnTo>
                <a:lnTo>
                  <a:pt x="1657350" y="180181"/>
                </a:lnTo>
                <a:lnTo>
                  <a:pt x="1653963" y="196581"/>
                </a:lnTo>
                <a:lnTo>
                  <a:pt x="1627748" y="228080"/>
                </a:lnTo>
                <a:lnTo>
                  <a:pt x="1577562" y="257421"/>
                </a:lnTo>
                <a:lnTo>
                  <a:pt x="1505745" y="284093"/>
                </a:lnTo>
                <a:lnTo>
                  <a:pt x="1462456" y="296270"/>
                </a:lnTo>
                <a:lnTo>
                  <a:pt x="1414636" y="307589"/>
                </a:lnTo>
                <a:lnTo>
                  <a:pt x="1362579" y="317986"/>
                </a:lnTo>
                <a:lnTo>
                  <a:pt x="1306577" y="327399"/>
                </a:lnTo>
                <a:lnTo>
                  <a:pt x="1246923" y="335762"/>
                </a:lnTo>
                <a:lnTo>
                  <a:pt x="1183908" y="343014"/>
                </a:lnTo>
                <a:lnTo>
                  <a:pt x="1117826" y="349090"/>
                </a:lnTo>
                <a:lnTo>
                  <a:pt x="1048969" y="353926"/>
                </a:lnTo>
                <a:lnTo>
                  <a:pt x="977630" y="357460"/>
                </a:lnTo>
                <a:lnTo>
                  <a:pt x="904101" y="359626"/>
                </a:lnTo>
                <a:lnTo>
                  <a:pt x="828675" y="360363"/>
                </a:lnTo>
                <a:lnTo>
                  <a:pt x="753248" y="359626"/>
                </a:lnTo>
                <a:lnTo>
                  <a:pt x="679719" y="357460"/>
                </a:lnTo>
                <a:lnTo>
                  <a:pt x="608380" y="353926"/>
                </a:lnTo>
                <a:lnTo>
                  <a:pt x="539523" y="349090"/>
                </a:lnTo>
                <a:lnTo>
                  <a:pt x="473441" y="343014"/>
                </a:lnTo>
                <a:lnTo>
                  <a:pt x="410426" y="335762"/>
                </a:lnTo>
                <a:lnTo>
                  <a:pt x="350772" y="327399"/>
                </a:lnTo>
                <a:lnTo>
                  <a:pt x="294770" y="317986"/>
                </a:lnTo>
                <a:lnTo>
                  <a:pt x="242713" y="307589"/>
                </a:lnTo>
                <a:lnTo>
                  <a:pt x="194893" y="296270"/>
                </a:lnTo>
                <a:lnTo>
                  <a:pt x="151604" y="284093"/>
                </a:lnTo>
                <a:lnTo>
                  <a:pt x="113138" y="271122"/>
                </a:lnTo>
                <a:lnTo>
                  <a:pt x="51843" y="243052"/>
                </a:lnTo>
                <a:lnTo>
                  <a:pt x="13351" y="212569"/>
                </a:lnTo>
                <a:lnTo>
                  <a:pt x="0" y="1801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2952" y="2222500"/>
            <a:ext cx="4091940" cy="1860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4984">
              <a:lnSpc>
                <a:spcPct val="1514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太笼统的系统功能划分 </a:t>
            </a:r>
            <a:r>
              <a:rPr sz="2800" dirty="0">
                <a:latin typeface="宋体"/>
                <a:cs typeface="宋体"/>
              </a:rPr>
              <a:t>企业信息系统</a:t>
            </a:r>
            <a:endParaRPr sz="2800">
              <a:latin typeface="宋体"/>
              <a:cs typeface="宋体"/>
            </a:endParaRPr>
          </a:p>
          <a:p>
            <a:pPr marL="2656205">
              <a:lnSpc>
                <a:spcPct val="100000"/>
              </a:lnSpc>
              <a:spcBef>
                <a:spcPts val="910"/>
              </a:spcBef>
            </a:pPr>
            <a:r>
              <a:rPr sz="2800" dirty="0">
                <a:latin typeface="宋体"/>
                <a:cs typeface="宋体"/>
              </a:rPr>
              <a:t>生产管理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87675" y="3213100"/>
            <a:ext cx="2232025" cy="2736850"/>
          </a:xfrm>
          <a:custGeom>
            <a:avLst/>
            <a:gdLst/>
            <a:ahLst/>
            <a:cxnLst/>
            <a:rect l="l" t="t" r="r" b="b"/>
            <a:pathLst>
              <a:path w="2232025" h="2736850">
                <a:moveTo>
                  <a:pt x="0" y="0"/>
                </a:moveTo>
                <a:lnTo>
                  <a:pt x="2232025" y="2736850"/>
                </a:lnTo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43212" y="3213100"/>
            <a:ext cx="2160905" cy="2808605"/>
          </a:xfrm>
          <a:custGeom>
            <a:avLst/>
            <a:gdLst/>
            <a:ahLst/>
            <a:cxnLst/>
            <a:rect l="l" t="t" r="r" b="b"/>
            <a:pathLst>
              <a:path w="2160904" h="2808604">
                <a:moveTo>
                  <a:pt x="2160587" y="0"/>
                </a:moveTo>
                <a:lnTo>
                  <a:pt x="0" y="2808288"/>
                </a:lnTo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08625" y="2276475"/>
            <a:ext cx="1584325" cy="7893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latin typeface="宋体"/>
                <a:cs typeface="宋体"/>
              </a:rPr>
              <a:t>生产计划人员</a:t>
            </a:r>
            <a:endParaRPr sz="18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1035"/>
              </a:spcBef>
            </a:pPr>
            <a:r>
              <a:rPr sz="1800" dirty="0">
                <a:latin typeface="宋体"/>
                <a:cs typeface="宋体"/>
              </a:rPr>
              <a:t>车间管理人员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95962" y="3357562"/>
            <a:ext cx="1871980" cy="12020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latin typeface="宋体"/>
                <a:cs typeface="宋体"/>
              </a:rPr>
              <a:t>采购、计划人员</a:t>
            </a:r>
            <a:endParaRPr sz="1800">
              <a:latin typeface="宋体"/>
              <a:cs typeface="宋体"/>
            </a:endParaRPr>
          </a:p>
          <a:p>
            <a:pPr marL="90805" marR="400685">
              <a:lnSpc>
                <a:spcPct val="147800"/>
              </a:lnSpc>
            </a:pPr>
            <a:r>
              <a:rPr sz="1800" dirty="0">
                <a:latin typeface="宋体"/>
                <a:cs typeface="宋体"/>
              </a:rPr>
              <a:t>仓库管理人员 质量检验人员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64162" y="4868862"/>
            <a:ext cx="2159000" cy="1614805"/>
          </a:xfrm>
          <a:custGeom>
            <a:avLst/>
            <a:gdLst/>
            <a:ahLst/>
            <a:cxnLst/>
            <a:rect l="l" t="t" r="r" b="b"/>
            <a:pathLst>
              <a:path w="2159000" h="1614804">
                <a:moveTo>
                  <a:pt x="0" y="0"/>
                </a:moveTo>
                <a:lnTo>
                  <a:pt x="2159000" y="0"/>
                </a:lnTo>
                <a:lnTo>
                  <a:pt x="2159000" y="1614487"/>
                </a:lnTo>
                <a:lnTo>
                  <a:pt x="0" y="1614487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442902" y="4766564"/>
            <a:ext cx="1854200" cy="12477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48300"/>
              </a:lnSpc>
              <a:spcBef>
                <a:spcPts val="110"/>
              </a:spcBef>
            </a:pPr>
            <a:r>
              <a:rPr sz="1800" dirty="0">
                <a:latin typeface="宋体"/>
                <a:cs typeface="宋体"/>
              </a:rPr>
              <a:t>工资考勤管理人员 人才招聘管理人员 离退休管理人员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42902" y="6135116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临时合同人员管理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1281" y="403859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捕获用例原则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4056" y="1277619"/>
            <a:ext cx="713740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50"/>
              </a:spcBef>
            </a:pPr>
            <a:r>
              <a:rPr sz="2800" dirty="0">
                <a:latin typeface="宋体"/>
                <a:cs typeface="宋体"/>
              </a:rPr>
              <a:t>2）一个用例是在一个相对完整的时间段中发 生的，应尽量避免一个用例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涉及多个时间段。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8175" y="2971800"/>
            <a:ext cx="5056505" cy="24530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5"/>
              </a:spcBef>
            </a:pPr>
            <a:r>
              <a:rPr sz="2800" dirty="0">
                <a:latin typeface="宋体"/>
                <a:cs typeface="宋体"/>
              </a:rPr>
              <a:t>不在一个时间段的用例</a:t>
            </a:r>
          </a:p>
          <a:p>
            <a:pPr>
              <a:lnSpc>
                <a:spcPct val="100000"/>
              </a:lnSpc>
            </a:pP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 dirty="0">
              <a:latin typeface="宋体"/>
              <a:cs typeface="宋体"/>
            </a:endParaRPr>
          </a:p>
          <a:p>
            <a:pPr marL="934719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订货与退货管理</a:t>
            </a:r>
          </a:p>
        </p:txBody>
      </p:sp>
      <p:sp>
        <p:nvSpPr>
          <p:cNvPr id="5" name="object 5"/>
          <p:cNvSpPr/>
          <p:nvPr/>
        </p:nvSpPr>
        <p:spPr>
          <a:xfrm>
            <a:off x="3059112" y="3933825"/>
            <a:ext cx="2146300" cy="311150"/>
          </a:xfrm>
          <a:custGeom>
            <a:avLst/>
            <a:gdLst/>
            <a:ahLst/>
            <a:cxnLst/>
            <a:rect l="l" t="t" r="r" b="b"/>
            <a:pathLst>
              <a:path w="2146300" h="311150">
                <a:moveTo>
                  <a:pt x="0" y="155575"/>
                </a:moveTo>
                <a:lnTo>
                  <a:pt x="23705" y="122902"/>
                </a:lnTo>
                <a:lnTo>
                  <a:pt x="64335" y="102394"/>
                </a:lnTo>
                <a:lnTo>
                  <a:pt x="123131" y="83150"/>
                </a:lnTo>
                <a:lnTo>
                  <a:pt x="198641" y="65382"/>
                </a:lnTo>
                <a:lnTo>
                  <a:pt x="242209" y="57116"/>
                </a:lnTo>
                <a:lnTo>
                  <a:pt x="289411" y="49299"/>
                </a:lnTo>
                <a:lnTo>
                  <a:pt x="340065" y="41956"/>
                </a:lnTo>
                <a:lnTo>
                  <a:pt x="393989" y="35113"/>
                </a:lnTo>
                <a:lnTo>
                  <a:pt x="451002" y="28797"/>
                </a:lnTo>
                <a:lnTo>
                  <a:pt x="510922" y="23034"/>
                </a:lnTo>
                <a:lnTo>
                  <a:pt x="573568" y="17850"/>
                </a:lnTo>
                <a:lnTo>
                  <a:pt x="638757" y="13272"/>
                </a:lnTo>
                <a:lnTo>
                  <a:pt x="706309" y="9326"/>
                </a:lnTo>
                <a:lnTo>
                  <a:pt x="776042" y="6039"/>
                </a:lnTo>
                <a:lnTo>
                  <a:pt x="847774" y="3436"/>
                </a:lnTo>
                <a:lnTo>
                  <a:pt x="921324" y="1544"/>
                </a:lnTo>
                <a:lnTo>
                  <a:pt x="996510" y="390"/>
                </a:lnTo>
                <a:lnTo>
                  <a:pt x="1073150" y="0"/>
                </a:lnTo>
                <a:lnTo>
                  <a:pt x="1149789" y="390"/>
                </a:lnTo>
                <a:lnTo>
                  <a:pt x="1224975" y="1544"/>
                </a:lnTo>
                <a:lnTo>
                  <a:pt x="1298525" y="3436"/>
                </a:lnTo>
                <a:lnTo>
                  <a:pt x="1370257" y="6039"/>
                </a:lnTo>
                <a:lnTo>
                  <a:pt x="1439989" y="9326"/>
                </a:lnTo>
                <a:lnTo>
                  <a:pt x="1507541" y="13272"/>
                </a:lnTo>
                <a:lnTo>
                  <a:pt x="1572731" y="17850"/>
                </a:lnTo>
                <a:lnTo>
                  <a:pt x="1635377" y="23034"/>
                </a:lnTo>
                <a:lnTo>
                  <a:pt x="1695297" y="28797"/>
                </a:lnTo>
                <a:lnTo>
                  <a:pt x="1752310" y="35113"/>
                </a:lnTo>
                <a:lnTo>
                  <a:pt x="1806234" y="41956"/>
                </a:lnTo>
                <a:lnTo>
                  <a:pt x="1856888" y="49299"/>
                </a:lnTo>
                <a:lnTo>
                  <a:pt x="1904090" y="57116"/>
                </a:lnTo>
                <a:lnTo>
                  <a:pt x="1947658" y="65382"/>
                </a:lnTo>
                <a:lnTo>
                  <a:pt x="1987411" y="74068"/>
                </a:lnTo>
                <a:lnTo>
                  <a:pt x="2054746" y="92601"/>
                </a:lnTo>
                <a:lnTo>
                  <a:pt x="2104640" y="112503"/>
                </a:lnTo>
                <a:lnTo>
                  <a:pt x="2143605" y="144464"/>
                </a:lnTo>
                <a:lnTo>
                  <a:pt x="2146300" y="155575"/>
                </a:lnTo>
                <a:lnTo>
                  <a:pt x="2143605" y="166685"/>
                </a:lnTo>
                <a:lnTo>
                  <a:pt x="2104640" y="198646"/>
                </a:lnTo>
                <a:lnTo>
                  <a:pt x="2054746" y="218548"/>
                </a:lnTo>
                <a:lnTo>
                  <a:pt x="1987411" y="237081"/>
                </a:lnTo>
                <a:lnTo>
                  <a:pt x="1947658" y="245767"/>
                </a:lnTo>
                <a:lnTo>
                  <a:pt x="1904090" y="254033"/>
                </a:lnTo>
                <a:lnTo>
                  <a:pt x="1856888" y="261850"/>
                </a:lnTo>
                <a:lnTo>
                  <a:pt x="1806234" y="269193"/>
                </a:lnTo>
                <a:lnTo>
                  <a:pt x="1752310" y="276036"/>
                </a:lnTo>
                <a:lnTo>
                  <a:pt x="1695297" y="282352"/>
                </a:lnTo>
                <a:lnTo>
                  <a:pt x="1635377" y="288115"/>
                </a:lnTo>
                <a:lnTo>
                  <a:pt x="1572731" y="293299"/>
                </a:lnTo>
                <a:lnTo>
                  <a:pt x="1507541" y="297877"/>
                </a:lnTo>
                <a:lnTo>
                  <a:pt x="1439989" y="301823"/>
                </a:lnTo>
                <a:lnTo>
                  <a:pt x="1370257" y="305110"/>
                </a:lnTo>
                <a:lnTo>
                  <a:pt x="1298525" y="307713"/>
                </a:lnTo>
                <a:lnTo>
                  <a:pt x="1224975" y="309605"/>
                </a:lnTo>
                <a:lnTo>
                  <a:pt x="1149789" y="310759"/>
                </a:lnTo>
                <a:lnTo>
                  <a:pt x="1073150" y="311150"/>
                </a:lnTo>
                <a:lnTo>
                  <a:pt x="996510" y="310759"/>
                </a:lnTo>
                <a:lnTo>
                  <a:pt x="921324" y="309605"/>
                </a:lnTo>
                <a:lnTo>
                  <a:pt x="847774" y="307713"/>
                </a:lnTo>
                <a:lnTo>
                  <a:pt x="776042" y="305110"/>
                </a:lnTo>
                <a:lnTo>
                  <a:pt x="706309" y="301823"/>
                </a:lnTo>
                <a:lnTo>
                  <a:pt x="638757" y="297877"/>
                </a:lnTo>
                <a:lnTo>
                  <a:pt x="573568" y="293299"/>
                </a:lnTo>
                <a:lnTo>
                  <a:pt x="510922" y="288115"/>
                </a:lnTo>
                <a:lnTo>
                  <a:pt x="451002" y="282352"/>
                </a:lnTo>
                <a:lnTo>
                  <a:pt x="393989" y="276036"/>
                </a:lnTo>
                <a:lnTo>
                  <a:pt x="340065" y="269193"/>
                </a:lnTo>
                <a:lnTo>
                  <a:pt x="289411" y="261850"/>
                </a:lnTo>
                <a:lnTo>
                  <a:pt x="242209" y="254033"/>
                </a:lnTo>
                <a:lnTo>
                  <a:pt x="198641" y="245767"/>
                </a:lnTo>
                <a:lnTo>
                  <a:pt x="158888" y="237081"/>
                </a:lnTo>
                <a:lnTo>
                  <a:pt x="91553" y="218548"/>
                </a:lnTo>
                <a:lnTo>
                  <a:pt x="41659" y="198646"/>
                </a:lnTo>
                <a:lnTo>
                  <a:pt x="2694" y="166685"/>
                </a:lnTo>
                <a:lnTo>
                  <a:pt x="0" y="1555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43212" y="3716337"/>
            <a:ext cx="2605405" cy="685800"/>
          </a:xfrm>
          <a:custGeom>
            <a:avLst/>
            <a:gdLst/>
            <a:ahLst/>
            <a:cxnLst/>
            <a:rect l="l" t="t" r="r" b="b"/>
            <a:pathLst>
              <a:path w="2605404" h="685800">
                <a:moveTo>
                  <a:pt x="2605087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43212" y="3716337"/>
            <a:ext cx="2605405" cy="685800"/>
          </a:xfrm>
          <a:custGeom>
            <a:avLst/>
            <a:gdLst/>
            <a:ahLst/>
            <a:cxnLst/>
            <a:rect l="l" t="t" r="r" b="b"/>
            <a:pathLst>
              <a:path w="2605404" h="685800">
                <a:moveTo>
                  <a:pt x="0" y="0"/>
                </a:moveTo>
                <a:lnTo>
                  <a:pt x="2605087" y="68580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7868" y="278891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捕获用例原则</a:t>
            </a:r>
          </a:p>
        </p:txBody>
      </p:sp>
      <p:sp>
        <p:nvSpPr>
          <p:cNvPr id="3" name="object 3"/>
          <p:cNvSpPr/>
          <p:nvPr/>
        </p:nvSpPr>
        <p:spPr>
          <a:xfrm>
            <a:off x="1474787" y="2276475"/>
            <a:ext cx="6337300" cy="3735704"/>
          </a:xfrm>
          <a:custGeom>
            <a:avLst/>
            <a:gdLst/>
            <a:ahLst/>
            <a:cxnLst/>
            <a:rect l="l" t="t" r="r" b="b"/>
            <a:pathLst>
              <a:path w="6337300" h="3735704">
                <a:moveTo>
                  <a:pt x="0" y="0"/>
                </a:moveTo>
                <a:lnTo>
                  <a:pt x="6337300" y="0"/>
                </a:lnTo>
                <a:lnTo>
                  <a:pt x="6337300" y="3735388"/>
                </a:lnTo>
                <a:lnTo>
                  <a:pt x="0" y="373538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43044" y="1155699"/>
            <a:ext cx="6248400" cy="159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3）用例分为主要事件流与可选事件流，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>
              <a:latin typeface="宋体"/>
              <a:cs typeface="宋体"/>
            </a:endParaRPr>
          </a:p>
          <a:p>
            <a:pPr marL="222885">
              <a:lnSpc>
                <a:spcPct val="100000"/>
              </a:lnSpc>
              <a:spcBef>
                <a:spcPts val="2025"/>
              </a:spcBef>
            </a:pPr>
            <a:r>
              <a:rPr sz="2800" dirty="0">
                <a:latin typeface="宋体"/>
                <a:cs typeface="宋体"/>
              </a:rPr>
              <a:t>用例的主要和可选事件流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2600" y="5297932"/>
            <a:ext cx="1435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借阅超量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0062" y="2924175"/>
            <a:ext cx="1656080" cy="311150"/>
          </a:xfrm>
          <a:custGeom>
            <a:avLst/>
            <a:gdLst/>
            <a:ahLst/>
            <a:cxnLst/>
            <a:rect l="l" t="t" r="r" b="b"/>
            <a:pathLst>
              <a:path w="1656079" h="311150">
                <a:moveTo>
                  <a:pt x="0" y="155575"/>
                </a:moveTo>
                <a:lnTo>
                  <a:pt x="29572" y="114217"/>
                </a:lnTo>
                <a:lnTo>
                  <a:pt x="79710" y="88883"/>
                </a:lnTo>
                <a:lnTo>
                  <a:pt x="151459" y="65853"/>
                </a:lnTo>
                <a:lnTo>
                  <a:pt x="194707" y="55340"/>
                </a:lnTo>
                <a:lnTo>
                  <a:pt x="242480" y="45566"/>
                </a:lnTo>
                <a:lnTo>
                  <a:pt x="294487" y="36589"/>
                </a:lnTo>
                <a:lnTo>
                  <a:pt x="350436" y="28462"/>
                </a:lnTo>
                <a:lnTo>
                  <a:pt x="410033" y="21240"/>
                </a:lnTo>
                <a:lnTo>
                  <a:pt x="472987" y="14979"/>
                </a:lnTo>
                <a:lnTo>
                  <a:pt x="539006" y="9733"/>
                </a:lnTo>
                <a:lnTo>
                  <a:pt x="607797" y="5557"/>
                </a:lnTo>
                <a:lnTo>
                  <a:pt x="679068" y="2506"/>
                </a:lnTo>
                <a:lnTo>
                  <a:pt x="752526" y="635"/>
                </a:lnTo>
                <a:lnTo>
                  <a:pt x="827881" y="0"/>
                </a:lnTo>
                <a:lnTo>
                  <a:pt x="903235" y="635"/>
                </a:lnTo>
                <a:lnTo>
                  <a:pt x="976693" y="2506"/>
                </a:lnTo>
                <a:lnTo>
                  <a:pt x="1047964" y="5557"/>
                </a:lnTo>
                <a:lnTo>
                  <a:pt x="1116755" y="9733"/>
                </a:lnTo>
                <a:lnTo>
                  <a:pt x="1182774" y="14979"/>
                </a:lnTo>
                <a:lnTo>
                  <a:pt x="1245728" y="21240"/>
                </a:lnTo>
                <a:lnTo>
                  <a:pt x="1305325" y="28462"/>
                </a:lnTo>
                <a:lnTo>
                  <a:pt x="1361274" y="36589"/>
                </a:lnTo>
                <a:lnTo>
                  <a:pt x="1413281" y="45566"/>
                </a:lnTo>
                <a:lnTo>
                  <a:pt x="1461054" y="55340"/>
                </a:lnTo>
                <a:lnTo>
                  <a:pt x="1504302" y="65853"/>
                </a:lnTo>
                <a:lnTo>
                  <a:pt x="1542731" y="77053"/>
                </a:lnTo>
                <a:lnTo>
                  <a:pt x="1603967" y="101289"/>
                </a:lnTo>
                <a:lnTo>
                  <a:pt x="1642423" y="127610"/>
                </a:lnTo>
                <a:lnTo>
                  <a:pt x="1655762" y="155575"/>
                </a:lnTo>
                <a:lnTo>
                  <a:pt x="1652378" y="169735"/>
                </a:lnTo>
                <a:lnTo>
                  <a:pt x="1603967" y="209860"/>
                </a:lnTo>
                <a:lnTo>
                  <a:pt x="1542731" y="234096"/>
                </a:lnTo>
                <a:lnTo>
                  <a:pt x="1504302" y="245296"/>
                </a:lnTo>
                <a:lnTo>
                  <a:pt x="1461054" y="255809"/>
                </a:lnTo>
                <a:lnTo>
                  <a:pt x="1413281" y="265583"/>
                </a:lnTo>
                <a:lnTo>
                  <a:pt x="1361274" y="274560"/>
                </a:lnTo>
                <a:lnTo>
                  <a:pt x="1305325" y="282687"/>
                </a:lnTo>
                <a:lnTo>
                  <a:pt x="1245728" y="289909"/>
                </a:lnTo>
                <a:lnTo>
                  <a:pt x="1182774" y="296170"/>
                </a:lnTo>
                <a:lnTo>
                  <a:pt x="1116755" y="301416"/>
                </a:lnTo>
                <a:lnTo>
                  <a:pt x="1047964" y="305592"/>
                </a:lnTo>
                <a:lnTo>
                  <a:pt x="976693" y="308643"/>
                </a:lnTo>
                <a:lnTo>
                  <a:pt x="903235" y="310514"/>
                </a:lnTo>
                <a:lnTo>
                  <a:pt x="827881" y="311150"/>
                </a:lnTo>
                <a:lnTo>
                  <a:pt x="752526" y="310514"/>
                </a:lnTo>
                <a:lnTo>
                  <a:pt x="679068" y="308643"/>
                </a:lnTo>
                <a:lnTo>
                  <a:pt x="607797" y="305592"/>
                </a:lnTo>
                <a:lnTo>
                  <a:pt x="539006" y="301416"/>
                </a:lnTo>
                <a:lnTo>
                  <a:pt x="472987" y="296170"/>
                </a:lnTo>
                <a:lnTo>
                  <a:pt x="410033" y="289909"/>
                </a:lnTo>
                <a:lnTo>
                  <a:pt x="350436" y="282687"/>
                </a:lnTo>
                <a:lnTo>
                  <a:pt x="294487" y="274560"/>
                </a:lnTo>
                <a:lnTo>
                  <a:pt x="242480" y="265583"/>
                </a:lnTo>
                <a:lnTo>
                  <a:pt x="194707" y="255809"/>
                </a:lnTo>
                <a:lnTo>
                  <a:pt x="151459" y="245296"/>
                </a:lnTo>
                <a:lnTo>
                  <a:pt x="113030" y="234096"/>
                </a:lnTo>
                <a:lnTo>
                  <a:pt x="51794" y="209860"/>
                </a:lnTo>
                <a:lnTo>
                  <a:pt x="13338" y="183539"/>
                </a:lnTo>
                <a:lnTo>
                  <a:pt x="0" y="1555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37187" y="3286251"/>
            <a:ext cx="1790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合法图书证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35600" y="3883025"/>
            <a:ext cx="1800225" cy="431800"/>
          </a:xfrm>
          <a:custGeom>
            <a:avLst/>
            <a:gdLst/>
            <a:ahLst/>
            <a:cxnLst/>
            <a:rect l="l" t="t" r="r" b="b"/>
            <a:pathLst>
              <a:path w="1800225" h="431800">
                <a:moveTo>
                  <a:pt x="0" y="215900"/>
                </a:moveTo>
                <a:lnTo>
                  <a:pt x="26159" y="164016"/>
                </a:lnTo>
                <a:lnTo>
                  <a:pt x="70735" y="131861"/>
                </a:lnTo>
                <a:lnTo>
                  <a:pt x="134857" y="102173"/>
                </a:lnTo>
                <a:lnTo>
                  <a:pt x="173669" y="88392"/>
                </a:lnTo>
                <a:lnTo>
                  <a:pt x="216673" y="75394"/>
                </a:lnTo>
                <a:lnTo>
                  <a:pt x="263636" y="63235"/>
                </a:lnTo>
                <a:lnTo>
                  <a:pt x="314328" y="51970"/>
                </a:lnTo>
                <a:lnTo>
                  <a:pt x="368517" y="41656"/>
                </a:lnTo>
                <a:lnTo>
                  <a:pt x="425971" y="32346"/>
                </a:lnTo>
                <a:lnTo>
                  <a:pt x="486458" y="24098"/>
                </a:lnTo>
                <a:lnTo>
                  <a:pt x="549748" y="16966"/>
                </a:lnTo>
                <a:lnTo>
                  <a:pt x="615607" y="11006"/>
                </a:lnTo>
                <a:lnTo>
                  <a:pt x="683805" y="6274"/>
                </a:lnTo>
                <a:lnTo>
                  <a:pt x="754109" y="2825"/>
                </a:lnTo>
                <a:lnTo>
                  <a:pt x="826289" y="715"/>
                </a:lnTo>
                <a:lnTo>
                  <a:pt x="900112" y="0"/>
                </a:lnTo>
                <a:lnTo>
                  <a:pt x="973935" y="715"/>
                </a:lnTo>
                <a:lnTo>
                  <a:pt x="1046115" y="2825"/>
                </a:lnTo>
                <a:lnTo>
                  <a:pt x="1116420" y="6274"/>
                </a:lnTo>
                <a:lnTo>
                  <a:pt x="1184617" y="11006"/>
                </a:lnTo>
                <a:lnTo>
                  <a:pt x="1250476" y="16966"/>
                </a:lnTo>
                <a:lnTo>
                  <a:pt x="1313766" y="24098"/>
                </a:lnTo>
                <a:lnTo>
                  <a:pt x="1374253" y="32346"/>
                </a:lnTo>
                <a:lnTo>
                  <a:pt x="1431707" y="41656"/>
                </a:lnTo>
                <a:lnTo>
                  <a:pt x="1485896" y="51970"/>
                </a:lnTo>
                <a:lnTo>
                  <a:pt x="1536588" y="63235"/>
                </a:lnTo>
                <a:lnTo>
                  <a:pt x="1583551" y="75394"/>
                </a:lnTo>
                <a:lnTo>
                  <a:pt x="1626555" y="88392"/>
                </a:lnTo>
                <a:lnTo>
                  <a:pt x="1665367" y="102173"/>
                </a:lnTo>
                <a:lnTo>
                  <a:pt x="1729489" y="131861"/>
                </a:lnTo>
                <a:lnTo>
                  <a:pt x="1774065" y="164016"/>
                </a:lnTo>
                <a:lnTo>
                  <a:pt x="1797241" y="198192"/>
                </a:lnTo>
                <a:lnTo>
                  <a:pt x="1800225" y="215900"/>
                </a:lnTo>
                <a:lnTo>
                  <a:pt x="1797241" y="233607"/>
                </a:lnTo>
                <a:lnTo>
                  <a:pt x="1774065" y="267783"/>
                </a:lnTo>
                <a:lnTo>
                  <a:pt x="1729489" y="299938"/>
                </a:lnTo>
                <a:lnTo>
                  <a:pt x="1665367" y="329626"/>
                </a:lnTo>
                <a:lnTo>
                  <a:pt x="1626555" y="343407"/>
                </a:lnTo>
                <a:lnTo>
                  <a:pt x="1583551" y="356405"/>
                </a:lnTo>
                <a:lnTo>
                  <a:pt x="1536588" y="368564"/>
                </a:lnTo>
                <a:lnTo>
                  <a:pt x="1485896" y="379829"/>
                </a:lnTo>
                <a:lnTo>
                  <a:pt x="1431707" y="390143"/>
                </a:lnTo>
                <a:lnTo>
                  <a:pt x="1374253" y="399453"/>
                </a:lnTo>
                <a:lnTo>
                  <a:pt x="1313766" y="407701"/>
                </a:lnTo>
                <a:lnTo>
                  <a:pt x="1250476" y="414833"/>
                </a:lnTo>
                <a:lnTo>
                  <a:pt x="1184617" y="420793"/>
                </a:lnTo>
                <a:lnTo>
                  <a:pt x="1116420" y="425525"/>
                </a:lnTo>
                <a:lnTo>
                  <a:pt x="1046115" y="428974"/>
                </a:lnTo>
                <a:lnTo>
                  <a:pt x="973935" y="431084"/>
                </a:lnTo>
                <a:lnTo>
                  <a:pt x="900112" y="431800"/>
                </a:lnTo>
                <a:lnTo>
                  <a:pt x="826289" y="431084"/>
                </a:lnTo>
                <a:lnTo>
                  <a:pt x="754109" y="428974"/>
                </a:lnTo>
                <a:lnTo>
                  <a:pt x="683805" y="425525"/>
                </a:lnTo>
                <a:lnTo>
                  <a:pt x="615607" y="420793"/>
                </a:lnTo>
                <a:lnTo>
                  <a:pt x="549748" y="414833"/>
                </a:lnTo>
                <a:lnTo>
                  <a:pt x="486458" y="407701"/>
                </a:lnTo>
                <a:lnTo>
                  <a:pt x="425971" y="399453"/>
                </a:lnTo>
                <a:lnTo>
                  <a:pt x="368517" y="390143"/>
                </a:lnTo>
                <a:lnTo>
                  <a:pt x="314328" y="379829"/>
                </a:lnTo>
                <a:lnTo>
                  <a:pt x="263636" y="368564"/>
                </a:lnTo>
                <a:lnTo>
                  <a:pt x="216673" y="356405"/>
                </a:lnTo>
                <a:lnTo>
                  <a:pt x="173669" y="343407"/>
                </a:lnTo>
                <a:lnTo>
                  <a:pt x="134857" y="329626"/>
                </a:lnTo>
                <a:lnTo>
                  <a:pt x="70735" y="299938"/>
                </a:lnTo>
                <a:lnTo>
                  <a:pt x="26159" y="267783"/>
                </a:lnTo>
                <a:lnTo>
                  <a:pt x="2983" y="233607"/>
                </a:lnTo>
                <a:lnTo>
                  <a:pt x="0" y="215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35600" y="4362195"/>
            <a:ext cx="1790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非法图书证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08625" y="4868862"/>
            <a:ext cx="1656080" cy="382905"/>
          </a:xfrm>
          <a:custGeom>
            <a:avLst/>
            <a:gdLst/>
            <a:ahLst/>
            <a:cxnLst/>
            <a:rect l="l" t="t" r="r" b="b"/>
            <a:pathLst>
              <a:path w="1656079" h="382904">
                <a:moveTo>
                  <a:pt x="0" y="191293"/>
                </a:moveTo>
                <a:lnTo>
                  <a:pt x="26603" y="143003"/>
                </a:lnTo>
                <a:lnTo>
                  <a:pt x="71828" y="113238"/>
                </a:lnTo>
                <a:lnTo>
                  <a:pt x="136725" y="85952"/>
                </a:lnTo>
                <a:lnTo>
                  <a:pt x="175929" y="73381"/>
                </a:lnTo>
                <a:lnTo>
                  <a:pt x="219305" y="61603"/>
                </a:lnTo>
                <a:lnTo>
                  <a:pt x="266606" y="50673"/>
                </a:lnTo>
                <a:lnTo>
                  <a:pt x="317581" y="40650"/>
                </a:lnTo>
                <a:lnTo>
                  <a:pt x="371984" y="31592"/>
                </a:lnTo>
                <a:lnTo>
                  <a:pt x="429565" y="23555"/>
                </a:lnTo>
                <a:lnTo>
                  <a:pt x="490076" y="16597"/>
                </a:lnTo>
                <a:lnTo>
                  <a:pt x="553268" y="10775"/>
                </a:lnTo>
                <a:lnTo>
                  <a:pt x="618893" y="6147"/>
                </a:lnTo>
                <a:lnTo>
                  <a:pt x="686703" y="2770"/>
                </a:lnTo>
                <a:lnTo>
                  <a:pt x="756448" y="702"/>
                </a:lnTo>
                <a:lnTo>
                  <a:pt x="827881" y="0"/>
                </a:lnTo>
                <a:lnTo>
                  <a:pt x="899314" y="702"/>
                </a:lnTo>
                <a:lnTo>
                  <a:pt x="969059" y="2770"/>
                </a:lnTo>
                <a:lnTo>
                  <a:pt x="1036869" y="6147"/>
                </a:lnTo>
                <a:lnTo>
                  <a:pt x="1102494" y="10775"/>
                </a:lnTo>
                <a:lnTo>
                  <a:pt x="1165686" y="16597"/>
                </a:lnTo>
                <a:lnTo>
                  <a:pt x="1226197" y="23555"/>
                </a:lnTo>
                <a:lnTo>
                  <a:pt x="1283778" y="31592"/>
                </a:lnTo>
                <a:lnTo>
                  <a:pt x="1338181" y="40650"/>
                </a:lnTo>
                <a:lnTo>
                  <a:pt x="1389157" y="50673"/>
                </a:lnTo>
                <a:lnTo>
                  <a:pt x="1436457" y="61603"/>
                </a:lnTo>
                <a:lnTo>
                  <a:pt x="1479833" y="73381"/>
                </a:lnTo>
                <a:lnTo>
                  <a:pt x="1519037" y="85952"/>
                </a:lnTo>
                <a:lnTo>
                  <a:pt x="1583934" y="113238"/>
                </a:lnTo>
                <a:lnTo>
                  <a:pt x="1629159" y="143003"/>
                </a:lnTo>
                <a:lnTo>
                  <a:pt x="1652724" y="174787"/>
                </a:lnTo>
                <a:lnTo>
                  <a:pt x="1655763" y="191293"/>
                </a:lnTo>
                <a:lnTo>
                  <a:pt x="1652724" y="207799"/>
                </a:lnTo>
                <a:lnTo>
                  <a:pt x="1629159" y="239583"/>
                </a:lnTo>
                <a:lnTo>
                  <a:pt x="1583934" y="269348"/>
                </a:lnTo>
                <a:lnTo>
                  <a:pt x="1519037" y="296634"/>
                </a:lnTo>
                <a:lnTo>
                  <a:pt x="1479833" y="309205"/>
                </a:lnTo>
                <a:lnTo>
                  <a:pt x="1436457" y="320984"/>
                </a:lnTo>
                <a:lnTo>
                  <a:pt x="1389157" y="331913"/>
                </a:lnTo>
                <a:lnTo>
                  <a:pt x="1338181" y="341936"/>
                </a:lnTo>
                <a:lnTo>
                  <a:pt x="1283778" y="350994"/>
                </a:lnTo>
                <a:lnTo>
                  <a:pt x="1226197" y="359031"/>
                </a:lnTo>
                <a:lnTo>
                  <a:pt x="1165686" y="365989"/>
                </a:lnTo>
                <a:lnTo>
                  <a:pt x="1102494" y="371811"/>
                </a:lnTo>
                <a:lnTo>
                  <a:pt x="1036869" y="376439"/>
                </a:lnTo>
                <a:lnTo>
                  <a:pt x="969059" y="379816"/>
                </a:lnTo>
                <a:lnTo>
                  <a:pt x="899314" y="381884"/>
                </a:lnTo>
                <a:lnTo>
                  <a:pt x="827881" y="382587"/>
                </a:lnTo>
                <a:lnTo>
                  <a:pt x="756448" y="381884"/>
                </a:lnTo>
                <a:lnTo>
                  <a:pt x="686703" y="379816"/>
                </a:lnTo>
                <a:lnTo>
                  <a:pt x="618893" y="376439"/>
                </a:lnTo>
                <a:lnTo>
                  <a:pt x="553268" y="371811"/>
                </a:lnTo>
                <a:lnTo>
                  <a:pt x="490076" y="365989"/>
                </a:lnTo>
                <a:lnTo>
                  <a:pt x="429565" y="359031"/>
                </a:lnTo>
                <a:lnTo>
                  <a:pt x="371984" y="350994"/>
                </a:lnTo>
                <a:lnTo>
                  <a:pt x="317581" y="341936"/>
                </a:lnTo>
                <a:lnTo>
                  <a:pt x="266606" y="331913"/>
                </a:lnTo>
                <a:lnTo>
                  <a:pt x="219305" y="320984"/>
                </a:lnTo>
                <a:lnTo>
                  <a:pt x="175929" y="309205"/>
                </a:lnTo>
                <a:lnTo>
                  <a:pt x="136725" y="296634"/>
                </a:lnTo>
                <a:lnTo>
                  <a:pt x="71828" y="269348"/>
                </a:lnTo>
                <a:lnTo>
                  <a:pt x="26603" y="239583"/>
                </a:lnTo>
                <a:lnTo>
                  <a:pt x="3038" y="207799"/>
                </a:lnTo>
                <a:lnTo>
                  <a:pt x="0" y="1912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67175" y="4362956"/>
            <a:ext cx="1299210" cy="605790"/>
          </a:xfrm>
          <a:custGeom>
            <a:avLst/>
            <a:gdLst/>
            <a:ahLst/>
            <a:cxnLst/>
            <a:rect l="l" t="t" r="r" b="b"/>
            <a:pathLst>
              <a:path w="1299210" h="605789">
                <a:moveTo>
                  <a:pt x="85152" y="0"/>
                </a:moveTo>
                <a:lnTo>
                  <a:pt x="0" y="2668"/>
                </a:lnTo>
                <a:lnTo>
                  <a:pt x="53225" y="69189"/>
                </a:lnTo>
                <a:lnTo>
                  <a:pt x="67193" y="38919"/>
                </a:lnTo>
                <a:lnTo>
                  <a:pt x="55661" y="33597"/>
                </a:lnTo>
                <a:lnTo>
                  <a:pt x="59653" y="24949"/>
                </a:lnTo>
                <a:lnTo>
                  <a:pt x="73639" y="24949"/>
                </a:lnTo>
                <a:lnTo>
                  <a:pt x="85152" y="0"/>
                </a:lnTo>
                <a:close/>
              </a:path>
              <a:path w="1299210" h="605789">
                <a:moveTo>
                  <a:pt x="71184" y="30270"/>
                </a:moveTo>
                <a:lnTo>
                  <a:pt x="67193" y="38919"/>
                </a:lnTo>
                <a:lnTo>
                  <a:pt x="90256" y="49561"/>
                </a:lnTo>
                <a:lnTo>
                  <a:pt x="94247" y="40913"/>
                </a:lnTo>
                <a:lnTo>
                  <a:pt x="71184" y="30270"/>
                </a:lnTo>
                <a:close/>
              </a:path>
              <a:path w="1299210" h="605789">
                <a:moveTo>
                  <a:pt x="59653" y="24949"/>
                </a:moveTo>
                <a:lnTo>
                  <a:pt x="55661" y="33597"/>
                </a:lnTo>
                <a:lnTo>
                  <a:pt x="67193" y="38919"/>
                </a:lnTo>
                <a:lnTo>
                  <a:pt x="71184" y="30270"/>
                </a:lnTo>
                <a:lnTo>
                  <a:pt x="59653" y="24949"/>
                </a:lnTo>
                <a:close/>
              </a:path>
              <a:path w="1299210" h="605789">
                <a:moveTo>
                  <a:pt x="73639" y="24949"/>
                </a:moveTo>
                <a:lnTo>
                  <a:pt x="59653" y="24949"/>
                </a:lnTo>
                <a:lnTo>
                  <a:pt x="71184" y="30270"/>
                </a:lnTo>
                <a:lnTo>
                  <a:pt x="73639" y="24949"/>
                </a:lnTo>
                <a:close/>
              </a:path>
              <a:path w="1299210" h="605789">
                <a:moveTo>
                  <a:pt x="120192" y="52885"/>
                </a:moveTo>
                <a:lnTo>
                  <a:pt x="116202" y="61534"/>
                </a:lnTo>
                <a:lnTo>
                  <a:pt x="150797" y="77497"/>
                </a:lnTo>
                <a:lnTo>
                  <a:pt x="154787" y="68849"/>
                </a:lnTo>
                <a:lnTo>
                  <a:pt x="120192" y="52885"/>
                </a:lnTo>
                <a:close/>
              </a:path>
              <a:path w="1299210" h="605789">
                <a:moveTo>
                  <a:pt x="180733" y="80821"/>
                </a:moveTo>
                <a:lnTo>
                  <a:pt x="176743" y="89470"/>
                </a:lnTo>
                <a:lnTo>
                  <a:pt x="211336" y="105434"/>
                </a:lnTo>
                <a:lnTo>
                  <a:pt x="215328" y="96785"/>
                </a:lnTo>
                <a:lnTo>
                  <a:pt x="180733" y="80821"/>
                </a:lnTo>
                <a:close/>
              </a:path>
              <a:path w="1299210" h="605789">
                <a:moveTo>
                  <a:pt x="241274" y="108757"/>
                </a:moveTo>
                <a:lnTo>
                  <a:pt x="237282" y="117406"/>
                </a:lnTo>
                <a:lnTo>
                  <a:pt x="271877" y="133369"/>
                </a:lnTo>
                <a:lnTo>
                  <a:pt x="275868" y="124721"/>
                </a:lnTo>
                <a:lnTo>
                  <a:pt x="241274" y="108757"/>
                </a:lnTo>
                <a:close/>
              </a:path>
              <a:path w="1299210" h="605789">
                <a:moveTo>
                  <a:pt x="301814" y="136693"/>
                </a:moveTo>
                <a:lnTo>
                  <a:pt x="297823" y="145342"/>
                </a:lnTo>
                <a:lnTo>
                  <a:pt x="332418" y="161305"/>
                </a:lnTo>
                <a:lnTo>
                  <a:pt x="336409" y="152656"/>
                </a:lnTo>
                <a:lnTo>
                  <a:pt x="301814" y="136693"/>
                </a:lnTo>
                <a:close/>
              </a:path>
              <a:path w="1299210" h="605789">
                <a:moveTo>
                  <a:pt x="362355" y="164630"/>
                </a:moveTo>
                <a:lnTo>
                  <a:pt x="358363" y="173278"/>
                </a:lnTo>
                <a:lnTo>
                  <a:pt x="392958" y="189241"/>
                </a:lnTo>
                <a:lnTo>
                  <a:pt x="396949" y="180592"/>
                </a:lnTo>
                <a:lnTo>
                  <a:pt x="362355" y="164630"/>
                </a:lnTo>
                <a:close/>
              </a:path>
              <a:path w="1299210" h="605789">
                <a:moveTo>
                  <a:pt x="422894" y="192566"/>
                </a:moveTo>
                <a:lnTo>
                  <a:pt x="418904" y="201213"/>
                </a:lnTo>
                <a:lnTo>
                  <a:pt x="453499" y="217177"/>
                </a:lnTo>
                <a:lnTo>
                  <a:pt x="457489" y="208528"/>
                </a:lnTo>
                <a:lnTo>
                  <a:pt x="422894" y="192566"/>
                </a:lnTo>
                <a:close/>
              </a:path>
              <a:path w="1299210" h="605789">
                <a:moveTo>
                  <a:pt x="483435" y="220501"/>
                </a:moveTo>
                <a:lnTo>
                  <a:pt x="479445" y="229149"/>
                </a:lnTo>
                <a:lnTo>
                  <a:pt x="514038" y="245113"/>
                </a:lnTo>
                <a:lnTo>
                  <a:pt x="518030" y="236465"/>
                </a:lnTo>
                <a:lnTo>
                  <a:pt x="483435" y="220501"/>
                </a:lnTo>
                <a:close/>
              </a:path>
              <a:path w="1299210" h="605789">
                <a:moveTo>
                  <a:pt x="543976" y="248437"/>
                </a:moveTo>
                <a:lnTo>
                  <a:pt x="539984" y="257086"/>
                </a:lnTo>
                <a:lnTo>
                  <a:pt x="574579" y="273050"/>
                </a:lnTo>
                <a:lnTo>
                  <a:pt x="578570" y="264401"/>
                </a:lnTo>
                <a:lnTo>
                  <a:pt x="543976" y="248437"/>
                </a:lnTo>
                <a:close/>
              </a:path>
              <a:path w="1299210" h="605789">
                <a:moveTo>
                  <a:pt x="604516" y="276373"/>
                </a:moveTo>
                <a:lnTo>
                  <a:pt x="600525" y="285022"/>
                </a:lnTo>
                <a:lnTo>
                  <a:pt x="635119" y="300986"/>
                </a:lnTo>
                <a:lnTo>
                  <a:pt x="639110" y="292337"/>
                </a:lnTo>
                <a:lnTo>
                  <a:pt x="604516" y="276373"/>
                </a:lnTo>
                <a:close/>
              </a:path>
              <a:path w="1299210" h="605789">
                <a:moveTo>
                  <a:pt x="665057" y="304309"/>
                </a:moveTo>
                <a:lnTo>
                  <a:pt x="661065" y="312958"/>
                </a:lnTo>
                <a:lnTo>
                  <a:pt x="695660" y="328922"/>
                </a:lnTo>
                <a:lnTo>
                  <a:pt x="699650" y="320273"/>
                </a:lnTo>
                <a:lnTo>
                  <a:pt x="665057" y="304309"/>
                </a:lnTo>
                <a:close/>
              </a:path>
              <a:path w="1299210" h="605789">
                <a:moveTo>
                  <a:pt x="725596" y="332245"/>
                </a:moveTo>
                <a:lnTo>
                  <a:pt x="721606" y="340894"/>
                </a:lnTo>
                <a:lnTo>
                  <a:pt x="756201" y="356857"/>
                </a:lnTo>
                <a:lnTo>
                  <a:pt x="760191" y="348208"/>
                </a:lnTo>
                <a:lnTo>
                  <a:pt x="725596" y="332245"/>
                </a:lnTo>
                <a:close/>
              </a:path>
              <a:path w="1299210" h="605789">
                <a:moveTo>
                  <a:pt x="786137" y="360182"/>
                </a:moveTo>
                <a:lnTo>
                  <a:pt x="782146" y="368830"/>
                </a:lnTo>
                <a:lnTo>
                  <a:pt x="816740" y="384793"/>
                </a:lnTo>
                <a:lnTo>
                  <a:pt x="820732" y="376144"/>
                </a:lnTo>
                <a:lnTo>
                  <a:pt x="786137" y="360182"/>
                </a:lnTo>
                <a:close/>
              </a:path>
              <a:path w="1299210" h="605789">
                <a:moveTo>
                  <a:pt x="846677" y="388118"/>
                </a:moveTo>
                <a:lnTo>
                  <a:pt x="842686" y="396765"/>
                </a:lnTo>
                <a:lnTo>
                  <a:pt x="877281" y="412729"/>
                </a:lnTo>
                <a:lnTo>
                  <a:pt x="881272" y="404080"/>
                </a:lnTo>
                <a:lnTo>
                  <a:pt x="846677" y="388118"/>
                </a:lnTo>
                <a:close/>
              </a:path>
              <a:path w="1299210" h="605789">
                <a:moveTo>
                  <a:pt x="907218" y="416053"/>
                </a:moveTo>
                <a:lnTo>
                  <a:pt x="903227" y="424701"/>
                </a:lnTo>
                <a:lnTo>
                  <a:pt x="937821" y="440665"/>
                </a:lnTo>
                <a:lnTo>
                  <a:pt x="941812" y="432017"/>
                </a:lnTo>
                <a:lnTo>
                  <a:pt x="907218" y="416053"/>
                </a:lnTo>
                <a:close/>
              </a:path>
              <a:path w="1299210" h="605789">
                <a:moveTo>
                  <a:pt x="967759" y="443989"/>
                </a:moveTo>
                <a:lnTo>
                  <a:pt x="963767" y="452638"/>
                </a:lnTo>
                <a:lnTo>
                  <a:pt x="998362" y="468602"/>
                </a:lnTo>
                <a:lnTo>
                  <a:pt x="1002352" y="459953"/>
                </a:lnTo>
                <a:lnTo>
                  <a:pt x="967759" y="443989"/>
                </a:lnTo>
                <a:close/>
              </a:path>
              <a:path w="1299210" h="605789">
                <a:moveTo>
                  <a:pt x="1028298" y="471925"/>
                </a:moveTo>
                <a:lnTo>
                  <a:pt x="1024308" y="480574"/>
                </a:lnTo>
                <a:lnTo>
                  <a:pt x="1058903" y="496538"/>
                </a:lnTo>
                <a:lnTo>
                  <a:pt x="1062893" y="487889"/>
                </a:lnTo>
                <a:lnTo>
                  <a:pt x="1028298" y="471925"/>
                </a:lnTo>
                <a:close/>
              </a:path>
              <a:path w="1299210" h="605789">
                <a:moveTo>
                  <a:pt x="1088839" y="499861"/>
                </a:moveTo>
                <a:lnTo>
                  <a:pt x="1084847" y="508510"/>
                </a:lnTo>
                <a:lnTo>
                  <a:pt x="1119442" y="524474"/>
                </a:lnTo>
                <a:lnTo>
                  <a:pt x="1123433" y="515825"/>
                </a:lnTo>
                <a:lnTo>
                  <a:pt x="1088839" y="499861"/>
                </a:lnTo>
                <a:close/>
              </a:path>
              <a:path w="1299210" h="605789">
                <a:moveTo>
                  <a:pt x="1149379" y="527798"/>
                </a:moveTo>
                <a:lnTo>
                  <a:pt x="1145388" y="536446"/>
                </a:lnTo>
                <a:lnTo>
                  <a:pt x="1179983" y="552409"/>
                </a:lnTo>
                <a:lnTo>
                  <a:pt x="1183974" y="543760"/>
                </a:lnTo>
                <a:lnTo>
                  <a:pt x="1149379" y="527798"/>
                </a:lnTo>
                <a:close/>
              </a:path>
              <a:path w="1299210" h="605789">
                <a:moveTo>
                  <a:pt x="1209920" y="555734"/>
                </a:moveTo>
                <a:lnTo>
                  <a:pt x="1205928" y="564382"/>
                </a:lnTo>
                <a:lnTo>
                  <a:pt x="1240523" y="580345"/>
                </a:lnTo>
                <a:lnTo>
                  <a:pt x="1244513" y="571696"/>
                </a:lnTo>
                <a:lnTo>
                  <a:pt x="1209920" y="555734"/>
                </a:lnTo>
                <a:close/>
              </a:path>
              <a:path w="1299210" h="605789">
                <a:moveTo>
                  <a:pt x="1270459" y="583670"/>
                </a:moveTo>
                <a:lnTo>
                  <a:pt x="1266469" y="592317"/>
                </a:lnTo>
                <a:lnTo>
                  <a:pt x="1294992" y="605480"/>
                </a:lnTo>
                <a:lnTo>
                  <a:pt x="1298982" y="596831"/>
                </a:lnTo>
                <a:lnTo>
                  <a:pt x="1270459" y="583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95737" y="4112805"/>
            <a:ext cx="1435100" cy="76200"/>
          </a:xfrm>
          <a:custGeom>
            <a:avLst/>
            <a:gdLst/>
            <a:ahLst/>
            <a:cxnLst/>
            <a:rect l="l" t="t" r="r" b="b"/>
            <a:pathLst>
              <a:path w="1435100" h="76200">
                <a:moveTo>
                  <a:pt x="76779" y="0"/>
                </a:moveTo>
                <a:lnTo>
                  <a:pt x="0" y="36918"/>
                </a:lnTo>
                <a:lnTo>
                  <a:pt x="75603" y="76189"/>
                </a:lnTo>
                <a:lnTo>
                  <a:pt x="76117" y="42856"/>
                </a:lnTo>
                <a:lnTo>
                  <a:pt x="63419" y="42660"/>
                </a:lnTo>
                <a:lnTo>
                  <a:pt x="63566" y="33136"/>
                </a:lnTo>
                <a:lnTo>
                  <a:pt x="76267" y="33136"/>
                </a:lnTo>
                <a:lnTo>
                  <a:pt x="76779" y="0"/>
                </a:lnTo>
                <a:close/>
              </a:path>
              <a:path w="1435100" h="76200">
                <a:moveTo>
                  <a:pt x="76264" y="33332"/>
                </a:moveTo>
                <a:lnTo>
                  <a:pt x="76117" y="42856"/>
                </a:lnTo>
                <a:lnTo>
                  <a:pt x="101514" y="43248"/>
                </a:lnTo>
                <a:lnTo>
                  <a:pt x="101662" y="33724"/>
                </a:lnTo>
                <a:lnTo>
                  <a:pt x="76264" y="33332"/>
                </a:lnTo>
                <a:close/>
              </a:path>
              <a:path w="1435100" h="76200">
                <a:moveTo>
                  <a:pt x="63566" y="33136"/>
                </a:moveTo>
                <a:lnTo>
                  <a:pt x="63419" y="42660"/>
                </a:lnTo>
                <a:lnTo>
                  <a:pt x="76117" y="42856"/>
                </a:lnTo>
                <a:lnTo>
                  <a:pt x="76264" y="33332"/>
                </a:lnTo>
                <a:lnTo>
                  <a:pt x="63566" y="33136"/>
                </a:lnTo>
                <a:close/>
              </a:path>
              <a:path w="1435100" h="76200">
                <a:moveTo>
                  <a:pt x="76267" y="33136"/>
                </a:moveTo>
                <a:lnTo>
                  <a:pt x="63566" y="33136"/>
                </a:lnTo>
                <a:lnTo>
                  <a:pt x="76264" y="33332"/>
                </a:lnTo>
                <a:lnTo>
                  <a:pt x="76267" y="33136"/>
                </a:lnTo>
                <a:close/>
              </a:path>
              <a:path w="1435100" h="76200">
                <a:moveTo>
                  <a:pt x="130233" y="34165"/>
                </a:moveTo>
                <a:lnTo>
                  <a:pt x="130086" y="43690"/>
                </a:lnTo>
                <a:lnTo>
                  <a:pt x="168182" y="44278"/>
                </a:lnTo>
                <a:lnTo>
                  <a:pt x="168329" y="34753"/>
                </a:lnTo>
                <a:lnTo>
                  <a:pt x="130233" y="34165"/>
                </a:lnTo>
                <a:close/>
              </a:path>
              <a:path w="1435100" h="76200">
                <a:moveTo>
                  <a:pt x="196900" y="35195"/>
                </a:moveTo>
                <a:lnTo>
                  <a:pt x="196753" y="44719"/>
                </a:lnTo>
                <a:lnTo>
                  <a:pt x="234849" y="45307"/>
                </a:lnTo>
                <a:lnTo>
                  <a:pt x="234995" y="35783"/>
                </a:lnTo>
                <a:lnTo>
                  <a:pt x="196900" y="35195"/>
                </a:lnTo>
                <a:close/>
              </a:path>
              <a:path w="1435100" h="76200">
                <a:moveTo>
                  <a:pt x="263568" y="36224"/>
                </a:moveTo>
                <a:lnTo>
                  <a:pt x="263420" y="45747"/>
                </a:lnTo>
                <a:lnTo>
                  <a:pt x="301515" y="46335"/>
                </a:lnTo>
                <a:lnTo>
                  <a:pt x="301663" y="36812"/>
                </a:lnTo>
                <a:lnTo>
                  <a:pt x="263568" y="36224"/>
                </a:lnTo>
                <a:close/>
              </a:path>
              <a:path w="1435100" h="76200">
                <a:moveTo>
                  <a:pt x="330234" y="37252"/>
                </a:moveTo>
                <a:lnTo>
                  <a:pt x="330088" y="46776"/>
                </a:lnTo>
                <a:lnTo>
                  <a:pt x="368183" y="47364"/>
                </a:lnTo>
                <a:lnTo>
                  <a:pt x="368330" y="37840"/>
                </a:lnTo>
                <a:lnTo>
                  <a:pt x="330234" y="37252"/>
                </a:lnTo>
                <a:close/>
              </a:path>
              <a:path w="1435100" h="76200">
                <a:moveTo>
                  <a:pt x="396901" y="38281"/>
                </a:moveTo>
                <a:lnTo>
                  <a:pt x="396754" y="47806"/>
                </a:lnTo>
                <a:lnTo>
                  <a:pt x="434850" y="48394"/>
                </a:lnTo>
                <a:lnTo>
                  <a:pt x="434997" y="38870"/>
                </a:lnTo>
                <a:lnTo>
                  <a:pt x="396901" y="38281"/>
                </a:lnTo>
                <a:close/>
              </a:path>
              <a:path w="1435100" h="76200">
                <a:moveTo>
                  <a:pt x="463569" y="39311"/>
                </a:moveTo>
                <a:lnTo>
                  <a:pt x="463421" y="48835"/>
                </a:lnTo>
                <a:lnTo>
                  <a:pt x="501517" y="49423"/>
                </a:lnTo>
                <a:lnTo>
                  <a:pt x="501663" y="39899"/>
                </a:lnTo>
                <a:lnTo>
                  <a:pt x="463569" y="39311"/>
                </a:lnTo>
                <a:close/>
              </a:path>
              <a:path w="1435100" h="76200">
                <a:moveTo>
                  <a:pt x="530236" y="40340"/>
                </a:moveTo>
                <a:lnTo>
                  <a:pt x="530089" y="49864"/>
                </a:lnTo>
                <a:lnTo>
                  <a:pt x="568184" y="50452"/>
                </a:lnTo>
                <a:lnTo>
                  <a:pt x="568331" y="40928"/>
                </a:lnTo>
                <a:lnTo>
                  <a:pt x="530236" y="40340"/>
                </a:lnTo>
                <a:close/>
              </a:path>
              <a:path w="1435100" h="76200">
                <a:moveTo>
                  <a:pt x="596902" y="41368"/>
                </a:moveTo>
                <a:lnTo>
                  <a:pt x="596756" y="50892"/>
                </a:lnTo>
                <a:lnTo>
                  <a:pt x="634851" y="51480"/>
                </a:lnTo>
                <a:lnTo>
                  <a:pt x="634998" y="41956"/>
                </a:lnTo>
                <a:lnTo>
                  <a:pt x="596902" y="41368"/>
                </a:lnTo>
                <a:close/>
              </a:path>
              <a:path w="1435100" h="76200">
                <a:moveTo>
                  <a:pt x="663569" y="42398"/>
                </a:moveTo>
                <a:lnTo>
                  <a:pt x="663422" y="51922"/>
                </a:lnTo>
                <a:lnTo>
                  <a:pt x="701518" y="52510"/>
                </a:lnTo>
                <a:lnTo>
                  <a:pt x="701664" y="42986"/>
                </a:lnTo>
                <a:lnTo>
                  <a:pt x="663569" y="42398"/>
                </a:lnTo>
                <a:close/>
              </a:path>
              <a:path w="1435100" h="76200">
                <a:moveTo>
                  <a:pt x="730237" y="43427"/>
                </a:moveTo>
                <a:lnTo>
                  <a:pt x="730089" y="52951"/>
                </a:lnTo>
                <a:lnTo>
                  <a:pt x="768184" y="53539"/>
                </a:lnTo>
                <a:lnTo>
                  <a:pt x="768332" y="44015"/>
                </a:lnTo>
                <a:lnTo>
                  <a:pt x="730237" y="43427"/>
                </a:lnTo>
                <a:close/>
              </a:path>
              <a:path w="1435100" h="76200">
                <a:moveTo>
                  <a:pt x="796904" y="44456"/>
                </a:moveTo>
                <a:lnTo>
                  <a:pt x="796757" y="53980"/>
                </a:lnTo>
                <a:lnTo>
                  <a:pt x="834852" y="54568"/>
                </a:lnTo>
                <a:lnTo>
                  <a:pt x="834999" y="45044"/>
                </a:lnTo>
                <a:lnTo>
                  <a:pt x="796904" y="44456"/>
                </a:lnTo>
                <a:close/>
              </a:path>
              <a:path w="1435100" h="76200">
                <a:moveTo>
                  <a:pt x="863570" y="45485"/>
                </a:moveTo>
                <a:lnTo>
                  <a:pt x="863424" y="55008"/>
                </a:lnTo>
                <a:lnTo>
                  <a:pt x="901519" y="55596"/>
                </a:lnTo>
                <a:lnTo>
                  <a:pt x="901666" y="46073"/>
                </a:lnTo>
                <a:lnTo>
                  <a:pt x="863570" y="45485"/>
                </a:lnTo>
                <a:close/>
              </a:path>
              <a:path w="1435100" h="76200">
                <a:moveTo>
                  <a:pt x="930238" y="46515"/>
                </a:moveTo>
                <a:lnTo>
                  <a:pt x="930090" y="56038"/>
                </a:lnTo>
                <a:lnTo>
                  <a:pt x="968187" y="56626"/>
                </a:lnTo>
                <a:lnTo>
                  <a:pt x="968333" y="47103"/>
                </a:lnTo>
                <a:lnTo>
                  <a:pt x="930238" y="46515"/>
                </a:lnTo>
                <a:close/>
              </a:path>
              <a:path w="1435100" h="76200">
                <a:moveTo>
                  <a:pt x="996905" y="47543"/>
                </a:moveTo>
                <a:lnTo>
                  <a:pt x="996758" y="57067"/>
                </a:lnTo>
                <a:lnTo>
                  <a:pt x="1034853" y="57655"/>
                </a:lnTo>
                <a:lnTo>
                  <a:pt x="1035000" y="48131"/>
                </a:lnTo>
                <a:lnTo>
                  <a:pt x="996905" y="47543"/>
                </a:lnTo>
                <a:close/>
              </a:path>
              <a:path w="1435100" h="76200">
                <a:moveTo>
                  <a:pt x="1063572" y="48572"/>
                </a:moveTo>
                <a:lnTo>
                  <a:pt x="1063425" y="58096"/>
                </a:lnTo>
                <a:lnTo>
                  <a:pt x="1101520" y="58684"/>
                </a:lnTo>
                <a:lnTo>
                  <a:pt x="1101667" y="49160"/>
                </a:lnTo>
                <a:lnTo>
                  <a:pt x="1063572" y="48572"/>
                </a:lnTo>
                <a:close/>
              </a:path>
              <a:path w="1435100" h="76200">
                <a:moveTo>
                  <a:pt x="1130239" y="49601"/>
                </a:moveTo>
                <a:lnTo>
                  <a:pt x="1130092" y="59126"/>
                </a:lnTo>
                <a:lnTo>
                  <a:pt x="1168187" y="59714"/>
                </a:lnTo>
                <a:lnTo>
                  <a:pt x="1168335" y="50189"/>
                </a:lnTo>
                <a:lnTo>
                  <a:pt x="1130239" y="49601"/>
                </a:lnTo>
                <a:close/>
              </a:path>
              <a:path w="1435100" h="76200">
                <a:moveTo>
                  <a:pt x="1196906" y="50631"/>
                </a:moveTo>
                <a:lnTo>
                  <a:pt x="1196759" y="60154"/>
                </a:lnTo>
                <a:lnTo>
                  <a:pt x="1234855" y="60742"/>
                </a:lnTo>
                <a:lnTo>
                  <a:pt x="1235002" y="51219"/>
                </a:lnTo>
                <a:lnTo>
                  <a:pt x="1196906" y="50631"/>
                </a:lnTo>
                <a:close/>
              </a:path>
              <a:path w="1435100" h="76200">
                <a:moveTo>
                  <a:pt x="1263573" y="51659"/>
                </a:moveTo>
                <a:lnTo>
                  <a:pt x="1263426" y="61183"/>
                </a:lnTo>
                <a:lnTo>
                  <a:pt x="1301521" y="61771"/>
                </a:lnTo>
                <a:lnTo>
                  <a:pt x="1301668" y="52247"/>
                </a:lnTo>
                <a:lnTo>
                  <a:pt x="1263573" y="51659"/>
                </a:lnTo>
                <a:close/>
              </a:path>
              <a:path w="1435100" h="76200">
                <a:moveTo>
                  <a:pt x="1330241" y="52688"/>
                </a:moveTo>
                <a:lnTo>
                  <a:pt x="1330093" y="62212"/>
                </a:lnTo>
                <a:lnTo>
                  <a:pt x="1368188" y="62800"/>
                </a:lnTo>
                <a:lnTo>
                  <a:pt x="1368336" y="53276"/>
                </a:lnTo>
                <a:lnTo>
                  <a:pt x="1330241" y="52688"/>
                </a:lnTo>
                <a:close/>
              </a:path>
              <a:path w="1435100" h="76200">
                <a:moveTo>
                  <a:pt x="1396907" y="53718"/>
                </a:moveTo>
                <a:lnTo>
                  <a:pt x="1396761" y="63242"/>
                </a:lnTo>
                <a:lnTo>
                  <a:pt x="1434856" y="63830"/>
                </a:lnTo>
                <a:lnTo>
                  <a:pt x="1435003" y="54306"/>
                </a:lnTo>
                <a:lnTo>
                  <a:pt x="1396907" y="53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95737" y="3230940"/>
            <a:ext cx="1731010" cy="743585"/>
          </a:xfrm>
          <a:custGeom>
            <a:avLst/>
            <a:gdLst/>
            <a:ahLst/>
            <a:cxnLst/>
            <a:rect l="l" t="t" r="r" b="b"/>
            <a:pathLst>
              <a:path w="1731010" h="743585">
                <a:moveTo>
                  <a:pt x="55269" y="672975"/>
                </a:moveTo>
                <a:lnTo>
                  <a:pt x="0" y="737809"/>
                </a:lnTo>
                <a:lnTo>
                  <a:pt x="85029" y="743122"/>
                </a:lnTo>
                <a:lnTo>
                  <a:pt x="74113" y="717393"/>
                </a:lnTo>
                <a:lnTo>
                  <a:pt x="60316" y="717393"/>
                </a:lnTo>
                <a:lnTo>
                  <a:pt x="56596" y="708625"/>
                </a:lnTo>
                <a:lnTo>
                  <a:pt x="68289" y="703664"/>
                </a:lnTo>
                <a:lnTo>
                  <a:pt x="55269" y="672975"/>
                </a:lnTo>
                <a:close/>
              </a:path>
              <a:path w="1731010" h="743585">
                <a:moveTo>
                  <a:pt x="68289" y="703664"/>
                </a:moveTo>
                <a:lnTo>
                  <a:pt x="56596" y="708625"/>
                </a:lnTo>
                <a:lnTo>
                  <a:pt x="60316" y="717393"/>
                </a:lnTo>
                <a:lnTo>
                  <a:pt x="72009" y="712433"/>
                </a:lnTo>
                <a:lnTo>
                  <a:pt x="68289" y="703664"/>
                </a:lnTo>
                <a:close/>
              </a:path>
              <a:path w="1731010" h="743585">
                <a:moveTo>
                  <a:pt x="72009" y="712433"/>
                </a:moveTo>
                <a:lnTo>
                  <a:pt x="60316" y="717393"/>
                </a:lnTo>
                <a:lnTo>
                  <a:pt x="74113" y="717393"/>
                </a:lnTo>
                <a:lnTo>
                  <a:pt x="72009" y="712433"/>
                </a:lnTo>
                <a:close/>
              </a:path>
              <a:path w="1731010" h="743585">
                <a:moveTo>
                  <a:pt x="91669" y="693745"/>
                </a:moveTo>
                <a:lnTo>
                  <a:pt x="68289" y="703664"/>
                </a:lnTo>
                <a:lnTo>
                  <a:pt x="72009" y="712433"/>
                </a:lnTo>
                <a:lnTo>
                  <a:pt x="95390" y="702514"/>
                </a:lnTo>
                <a:lnTo>
                  <a:pt x="91669" y="693745"/>
                </a:lnTo>
                <a:close/>
              </a:path>
              <a:path w="1731010" h="743585">
                <a:moveTo>
                  <a:pt x="153050" y="667705"/>
                </a:moveTo>
                <a:lnTo>
                  <a:pt x="117976" y="682585"/>
                </a:lnTo>
                <a:lnTo>
                  <a:pt x="121696" y="691353"/>
                </a:lnTo>
                <a:lnTo>
                  <a:pt x="156770" y="676474"/>
                </a:lnTo>
                <a:lnTo>
                  <a:pt x="153050" y="667705"/>
                </a:lnTo>
                <a:close/>
              </a:path>
              <a:path w="1731010" h="743585">
                <a:moveTo>
                  <a:pt x="214430" y="641664"/>
                </a:moveTo>
                <a:lnTo>
                  <a:pt x="179355" y="656545"/>
                </a:lnTo>
                <a:lnTo>
                  <a:pt x="183075" y="665313"/>
                </a:lnTo>
                <a:lnTo>
                  <a:pt x="218150" y="650434"/>
                </a:lnTo>
                <a:lnTo>
                  <a:pt x="214430" y="641664"/>
                </a:lnTo>
                <a:close/>
              </a:path>
              <a:path w="1731010" h="743585">
                <a:moveTo>
                  <a:pt x="275809" y="615626"/>
                </a:moveTo>
                <a:lnTo>
                  <a:pt x="240736" y="630505"/>
                </a:lnTo>
                <a:lnTo>
                  <a:pt x="244455" y="639273"/>
                </a:lnTo>
                <a:lnTo>
                  <a:pt x="279529" y="624394"/>
                </a:lnTo>
                <a:lnTo>
                  <a:pt x="275809" y="615626"/>
                </a:lnTo>
                <a:close/>
              </a:path>
              <a:path w="1731010" h="743585">
                <a:moveTo>
                  <a:pt x="337190" y="589586"/>
                </a:moveTo>
                <a:lnTo>
                  <a:pt x="302115" y="604465"/>
                </a:lnTo>
                <a:lnTo>
                  <a:pt x="305835" y="613234"/>
                </a:lnTo>
                <a:lnTo>
                  <a:pt x="340909" y="598354"/>
                </a:lnTo>
                <a:lnTo>
                  <a:pt x="337190" y="589586"/>
                </a:lnTo>
                <a:close/>
              </a:path>
              <a:path w="1731010" h="743585">
                <a:moveTo>
                  <a:pt x="398569" y="563545"/>
                </a:moveTo>
                <a:lnTo>
                  <a:pt x="363495" y="578425"/>
                </a:lnTo>
                <a:lnTo>
                  <a:pt x="367215" y="587194"/>
                </a:lnTo>
                <a:lnTo>
                  <a:pt x="402289" y="572314"/>
                </a:lnTo>
                <a:lnTo>
                  <a:pt x="398569" y="563545"/>
                </a:lnTo>
                <a:close/>
              </a:path>
              <a:path w="1731010" h="743585">
                <a:moveTo>
                  <a:pt x="459949" y="537505"/>
                </a:moveTo>
                <a:lnTo>
                  <a:pt x="424874" y="552385"/>
                </a:lnTo>
                <a:lnTo>
                  <a:pt x="428594" y="561154"/>
                </a:lnTo>
                <a:lnTo>
                  <a:pt x="463669" y="546273"/>
                </a:lnTo>
                <a:lnTo>
                  <a:pt x="459949" y="537505"/>
                </a:lnTo>
                <a:close/>
              </a:path>
              <a:path w="1731010" h="743585">
                <a:moveTo>
                  <a:pt x="521328" y="511465"/>
                </a:moveTo>
                <a:lnTo>
                  <a:pt x="486255" y="526346"/>
                </a:lnTo>
                <a:lnTo>
                  <a:pt x="489974" y="535114"/>
                </a:lnTo>
                <a:lnTo>
                  <a:pt x="525048" y="520233"/>
                </a:lnTo>
                <a:lnTo>
                  <a:pt x="521328" y="511465"/>
                </a:lnTo>
                <a:close/>
              </a:path>
              <a:path w="1731010" h="743585">
                <a:moveTo>
                  <a:pt x="582709" y="485425"/>
                </a:moveTo>
                <a:lnTo>
                  <a:pt x="547634" y="500306"/>
                </a:lnTo>
                <a:lnTo>
                  <a:pt x="551353" y="509074"/>
                </a:lnTo>
                <a:lnTo>
                  <a:pt x="586428" y="494195"/>
                </a:lnTo>
                <a:lnTo>
                  <a:pt x="582709" y="485425"/>
                </a:lnTo>
                <a:close/>
              </a:path>
              <a:path w="1731010" h="743585">
                <a:moveTo>
                  <a:pt x="644088" y="459385"/>
                </a:moveTo>
                <a:lnTo>
                  <a:pt x="609014" y="474266"/>
                </a:lnTo>
                <a:lnTo>
                  <a:pt x="612734" y="483034"/>
                </a:lnTo>
                <a:lnTo>
                  <a:pt x="647807" y="468155"/>
                </a:lnTo>
                <a:lnTo>
                  <a:pt x="644088" y="459385"/>
                </a:lnTo>
                <a:close/>
              </a:path>
              <a:path w="1731010" h="743585">
                <a:moveTo>
                  <a:pt x="705468" y="433345"/>
                </a:moveTo>
                <a:lnTo>
                  <a:pt x="670393" y="448226"/>
                </a:lnTo>
                <a:lnTo>
                  <a:pt x="674114" y="456994"/>
                </a:lnTo>
                <a:lnTo>
                  <a:pt x="709188" y="442114"/>
                </a:lnTo>
                <a:lnTo>
                  <a:pt x="705468" y="433345"/>
                </a:lnTo>
                <a:close/>
              </a:path>
              <a:path w="1731010" h="743585">
                <a:moveTo>
                  <a:pt x="766847" y="407306"/>
                </a:moveTo>
                <a:lnTo>
                  <a:pt x="731774" y="422186"/>
                </a:lnTo>
                <a:lnTo>
                  <a:pt x="735493" y="430954"/>
                </a:lnTo>
                <a:lnTo>
                  <a:pt x="770568" y="416074"/>
                </a:lnTo>
                <a:lnTo>
                  <a:pt x="766847" y="407306"/>
                </a:lnTo>
                <a:close/>
              </a:path>
              <a:path w="1731010" h="743585">
                <a:moveTo>
                  <a:pt x="828227" y="381266"/>
                </a:moveTo>
                <a:lnTo>
                  <a:pt x="793154" y="396146"/>
                </a:lnTo>
                <a:lnTo>
                  <a:pt x="796874" y="404915"/>
                </a:lnTo>
                <a:lnTo>
                  <a:pt x="831947" y="390034"/>
                </a:lnTo>
                <a:lnTo>
                  <a:pt x="828227" y="381266"/>
                </a:lnTo>
                <a:close/>
              </a:path>
              <a:path w="1731010" h="743585">
                <a:moveTo>
                  <a:pt x="889608" y="355226"/>
                </a:moveTo>
                <a:lnTo>
                  <a:pt x="854533" y="370105"/>
                </a:lnTo>
                <a:lnTo>
                  <a:pt x="858253" y="378875"/>
                </a:lnTo>
                <a:lnTo>
                  <a:pt x="893328" y="363994"/>
                </a:lnTo>
                <a:lnTo>
                  <a:pt x="889608" y="355226"/>
                </a:lnTo>
                <a:close/>
              </a:path>
              <a:path w="1731010" h="743585">
                <a:moveTo>
                  <a:pt x="950987" y="329186"/>
                </a:moveTo>
                <a:lnTo>
                  <a:pt x="915913" y="344065"/>
                </a:lnTo>
                <a:lnTo>
                  <a:pt x="919633" y="352835"/>
                </a:lnTo>
                <a:lnTo>
                  <a:pt x="954707" y="337954"/>
                </a:lnTo>
                <a:lnTo>
                  <a:pt x="950987" y="329186"/>
                </a:lnTo>
                <a:close/>
              </a:path>
              <a:path w="1731010" h="743585">
                <a:moveTo>
                  <a:pt x="1012367" y="303146"/>
                </a:moveTo>
                <a:lnTo>
                  <a:pt x="977292" y="318027"/>
                </a:lnTo>
                <a:lnTo>
                  <a:pt x="981012" y="326795"/>
                </a:lnTo>
                <a:lnTo>
                  <a:pt x="1016087" y="311914"/>
                </a:lnTo>
                <a:lnTo>
                  <a:pt x="1012367" y="303146"/>
                </a:lnTo>
                <a:close/>
              </a:path>
              <a:path w="1731010" h="743585">
                <a:moveTo>
                  <a:pt x="1073746" y="277106"/>
                </a:moveTo>
                <a:lnTo>
                  <a:pt x="1038673" y="291986"/>
                </a:lnTo>
                <a:lnTo>
                  <a:pt x="1042393" y="300755"/>
                </a:lnTo>
                <a:lnTo>
                  <a:pt x="1077466" y="285875"/>
                </a:lnTo>
                <a:lnTo>
                  <a:pt x="1073746" y="277106"/>
                </a:lnTo>
                <a:close/>
              </a:path>
              <a:path w="1731010" h="743585">
                <a:moveTo>
                  <a:pt x="1135127" y="251066"/>
                </a:moveTo>
                <a:lnTo>
                  <a:pt x="1100052" y="265946"/>
                </a:lnTo>
                <a:lnTo>
                  <a:pt x="1103772" y="274714"/>
                </a:lnTo>
                <a:lnTo>
                  <a:pt x="1138847" y="259835"/>
                </a:lnTo>
                <a:lnTo>
                  <a:pt x="1135127" y="251066"/>
                </a:lnTo>
                <a:close/>
              </a:path>
              <a:path w="1731010" h="743585">
                <a:moveTo>
                  <a:pt x="1196506" y="225026"/>
                </a:moveTo>
                <a:lnTo>
                  <a:pt x="1161432" y="239906"/>
                </a:lnTo>
                <a:lnTo>
                  <a:pt x="1165152" y="248674"/>
                </a:lnTo>
                <a:lnTo>
                  <a:pt x="1200226" y="233795"/>
                </a:lnTo>
                <a:lnTo>
                  <a:pt x="1196506" y="225026"/>
                </a:lnTo>
                <a:close/>
              </a:path>
              <a:path w="1731010" h="743585">
                <a:moveTo>
                  <a:pt x="1257886" y="198987"/>
                </a:moveTo>
                <a:lnTo>
                  <a:pt x="1222811" y="213866"/>
                </a:lnTo>
                <a:lnTo>
                  <a:pt x="1226531" y="222634"/>
                </a:lnTo>
                <a:lnTo>
                  <a:pt x="1261606" y="207755"/>
                </a:lnTo>
                <a:lnTo>
                  <a:pt x="1257886" y="198987"/>
                </a:lnTo>
                <a:close/>
              </a:path>
              <a:path w="1731010" h="743585">
                <a:moveTo>
                  <a:pt x="1319265" y="172947"/>
                </a:moveTo>
                <a:lnTo>
                  <a:pt x="1284192" y="187826"/>
                </a:lnTo>
                <a:lnTo>
                  <a:pt x="1287912" y="196595"/>
                </a:lnTo>
                <a:lnTo>
                  <a:pt x="1322985" y="181715"/>
                </a:lnTo>
                <a:lnTo>
                  <a:pt x="1319265" y="172947"/>
                </a:lnTo>
                <a:close/>
              </a:path>
              <a:path w="1731010" h="743585">
                <a:moveTo>
                  <a:pt x="1380646" y="146907"/>
                </a:moveTo>
                <a:lnTo>
                  <a:pt x="1345571" y="161786"/>
                </a:lnTo>
                <a:lnTo>
                  <a:pt x="1349291" y="170555"/>
                </a:lnTo>
                <a:lnTo>
                  <a:pt x="1384366" y="155675"/>
                </a:lnTo>
                <a:lnTo>
                  <a:pt x="1380646" y="146907"/>
                </a:lnTo>
                <a:close/>
              </a:path>
              <a:path w="1731010" h="743585">
                <a:moveTo>
                  <a:pt x="1442025" y="120867"/>
                </a:moveTo>
                <a:lnTo>
                  <a:pt x="1406951" y="135747"/>
                </a:lnTo>
                <a:lnTo>
                  <a:pt x="1410671" y="144515"/>
                </a:lnTo>
                <a:lnTo>
                  <a:pt x="1445745" y="129635"/>
                </a:lnTo>
                <a:lnTo>
                  <a:pt x="1442025" y="120867"/>
                </a:lnTo>
                <a:close/>
              </a:path>
              <a:path w="1731010" h="743585">
                <a:moveTo>
                  <a:pt x="1503405" y="94827"/>
                </a:moveTo>
                <a:lnTo>
                  <a:pt x="1468330" y="109707"/>
                </a:lnTo>
                <a:lnTo>
                  <a:pt x="1472050" y="118475"/>
                </a:lnTo>
                <a:lnTo>
                  <a:pt x="1507125" y="103596"/>
                </a:lnTo>
                <a:lnTo>
                  <a:pt x="1503405" y="94827"/>
                </a:lnTo>
                <a:close/>
              </a:path>
              <a:path w="1731010" h="743585">
                <a:moveTo>
                  <a:pt x="1564784" y="68787"/>
                </a:moveTo>
                <a:lnTo>
                  <a:pt x="1529711" y="83667"/>
                </a:lnTo>
                <a:lnTo>
                  <a:pt x="1533431" y="92435"/>
                </a:lnTo>
                <a:lnTo>
                  <a:pt x="1568504" y="77556"/>
                </a:lnTo>
                <a:lnTo>
                  <a:pt x="1564784" y="68787"/>
                </a:lnTo>
                <a:close/>
              </a:path>
              <a:path w="1731010" h="743585">
                <a:moveTo>
                  <a:pt x="1626165" y="42746"/>
                </a:moveTo>
                <a:lnTo>
                  <a:pt x="1591090" y="57627"/>
                </a:lnTo>
                <a:lnTo>
                  <a:pt x="1594811" y="66395"/>
                </a:lnTo>
                <a:lnTo>
                  <a:pt x="1629884" y="51516"/>
                </a:lnTo>
                <a:lnTo>
                  <a:pt x="1626165" y="42746"/>
                </a:lnTo>
                <a:close/>
              </a:path>
              <a:path w="1731010" h="743585">
                <a:moveTo>
                  <a:pt x="1687544" y="16708"/>
                </a:moveTo>
                <a:lnTo>
                  <a:pt x="1652470" y="31587"/>
                </a:lnTo>
                <a:lnTo>
                  <a:pt x="1656190" y="40355"/>
                </a:lnTo>
                <a:lnTo>
                  <a:pt x="1691265" y="25476"/>
                </a:lnTo>
                <a:lnTo>
                  <a:pt x="1687544" y="16708"/>
                </a:lnTo>
                <a:close/>
              </a:path>
              <a:path w="1731010" h="743585">
                <a:moveTo>
                  <a:pt x="1726926" y="0"/>
                </a:moveTo>
                <a:lnTo>
                  <a:pt x="1713851" y="5547"/>
                </a:lnTo>
                <a:lnTo>
                  <a:pt x="1717570" y="14315"/>
                </a:lnTo>
                <a:lnTo>
                  <a:pt x="1730646" y="8768"/>
                </a:lnTo>
                <a:lnTo>
                  <a:pt x="17269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51275" y="3150108"/>
            <a:ext cx="1196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《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nd</a:t>
            </a:r>
            <a:r>
              <a:rPr sz="2000" dirty="0">
                <a:latin typeface="宋体"/>
                <a:cs typeface="宋体"/>
              </a:rPr>
              <a:t>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95512" y="3789362"/>
            <a:ext cx="1656080" cy="382905"/>
          </a:xfrm>
          <a:custGeom>
            <a:avLst/>
            <a:gdLst/>
            <a:ahLst/>
            <a:cxnLst/>
            <a:rect l="l" t="t" r="r" b="b"/>
            <a:pathLst>
              <a:path w="1656079" h="382904">
                <a:moveTo>
                  <a:pt x="0" y="191293"/>
                </a:moveTo>
                <a:lnTo>
                  <a:pt x="26603" y="143003"/>
                </a:lnTo>
                <a:lnTo>
                  <a:pt x="71828" y="113238"/>
                </a:lnTo>
                <a:lnTo>
                  <a:pt x="136725" y="85952"/>
                </a:lnTo>
                <a:lnTo>
                  <a:pt x="175929" y="73381"/>
                </a:lnTo>
                <a:lnTo>
                  <a:pt x="219305" y="61603"/>
                </a:lnTo>
                <a:lnTo>
                  <a:pt x="266605" y="50673"/>
                </a:lnTo>
                <a:lnTo>
                  <a:pt x="317581" y="40650"/>
                </a:lnTo>
                <a:lnTo>
                  <a:pt x="371984" y="31592"/>
                </a:lnTo>
                <a:lnTo>
                  <a:pt x="429565" y="23555"/>
                </a:lnTo>
                <a:lnTo>
                  <a:pt x="490075" y="16597"/>
                </a:lnTo>
                <a:lnTo>
                  <a:pt x="553268" y="10775"/>
                </a:lnTo>
                <a:lnTo>
                  <a:pt x="618893" y="6147"/>
                </a:lnTo>
                <a:lnTo>
                  <a:pt x="686702" y="2770"/>
                </a:lnTo>
                <a:lnTo>
                  <a:pt x="756448" y="702"/>
                </a:lnTo>
                <a:lnTo>
                  <a:pt x="827881" y="0"/>
                </a:lnTo>
                <a:lnTo>
                  <a:pt x="899313" y="702"/>
                </a:lnTo>
                <a:lnTo>
                  <a:pt x="969059" y="2770"/>
                </a:lnTo>
                <a:lnTo>
                  <a:pt x="1036868" y="6147"/>
                </a:lnTo>
                <a:lnTo>
                  <a:pt x="1102493" y="10775"/>
                </a:lnTo>
                <a:lnTo>
                  <a:pt x="1165686" y="16597"/>
                </a:lnTo>
                <a:lnTo>
                  <a:pt x="1226196" y="23555"/>
                </a:lnTo>
                <a:lnTo>
                  <a:pt x="1283777" y="31592"/>
                </a:lnTo>
                <a:lnTo>
                  <a:pt x="1338180" y="40650"/>
                </a:lnTo>
                <a:lnTo>
                  <a:pt x="1389156" y="50673"/>
                </a:lnTo>
                <a:lnTo>
                  <a:pt x="1436456" y="61603"/>
                </a:lnTo>
                <a:lnTo>
                  <a:pt x="1479832" y="73381"/>
                </a:lnTo>
                <a:lnTo>
                  <a:pt x="1519036" y="85952"/>
                </a:lnTo>
                <a:lnTo>
                  <a:pt x="1583933" y="113238"/>
                </a:lnTo>
                <a:lnTo>
                  <a:pt x="1629158" y="143003"/>
                </a:lnTo>
                <a:lnTo>
                  <a:pt x="1652723" y="174787"/>
                </a:lnTo>
                <a:lnTo>
                  <a:pt x="1655762" y="191293"/>
                </a:lnTo>
                <a:lnTo>
                  <a:pt x="1652723" y="207799"/>
                </a:lnTo>
                <a:lnTo>
                  <a:pt x="1629158" y="239583"/>
                </a:lnTo>
                <a:lnTo>
                  <a:pt x="1583933" y="269348"/>
                </a:lnTo>
                <a:lnTo>
                  <a:pt x="1519036" y="296634"/>
                </a:lnTo>
                <a:lnTo>
                  <a:pt x="1479832" y="309205"/>
                </a:lnTo>
                <a:lnTo>
                  <a:pt x="1436456" y="320984"/>
                </a:lnTo>
                <a:lnTo>
                  <a:pt x="1389156" y="331913"/>
                </a:lnTo>
                <a:lnTo>
                  <a:pt x="1338180" y="341936"/>
                </a:lnTo>
                <a:lnTo>
                  <a:pt x="1283777" y="350994"/>
                </a:lnTo>
                <a:lnTo>
                  <a:pt x="1226196" y="359031"/>
                </a:lnTo>
                <a:lnTo>
                  <a:pt x="1165686" y="365989"/>
                </a:lnTo>
                <a:lnTo>
                  <a:pt x="1102493" y="371811"/>
                </a:lnTo>
                <a:lnTo>
                  <a:pt x="1036868" y="376439"/>
                </a:lnTo>
                <a:lnTo>
                  <a:pt x="969059" y="379816"/>
                </a:lnTo>
                <a:lnTo>
                  <a:pt x="899313" y="381884"/>
                </a:lnTo>
                <a:lnTo>
                  <a:pt x="827881" y="382587"/>
                </a:lnTo>
                <a:lnTo>
                  <a:pt x="756448" y="381884"/>
                </a:lnTo>
                <a:lnTo>
                  <a:pt x="686702" y="379816"/>
                </a:lnTo>
                <a:lnTo>
                  <a:pt x="618893" y="376439"/>
                </a:lnTo>
                <a:lnTo>
                  <a:pt x="553268" y="371811"/>
                </a:lnTo>
                <a:lnTo>
                  <a:pt x="490075" y="365989"/>
                </a:lnTo>
                <a:lnTo>
                  <a:pt x="429565" y="359031"/>
                </a:lnTo>
                <a:lnTo>
                  <a:pt x="371984" y="350994"/>
                </a:lnTo>
                <a:lnTo>
                  <a:pt x="317581" y="341936"/>
                </a:lnTo>
                <a:lnTo>
                  <a:pt x="266605" y="331913"/>
                </a:lnTo>
                <a:lnTo>
                  <a:pt x="219305" y="320984"/>
                </a:lnTo>
                <a:lnTo>
                  <a:pt x="175929" y="309205"/>
                </a:lnTo>
                <a:lnTo>
                  <a:pt x="136725" y="296634"/>
                </a:lnTo>
                <a:lnTo>
                  <a:pt x="71828" y="269348"/>
                </a:lnTo>
                <a:lnTo>
                  <a:pt x="26603" y="239583"/>
                </a:lnTo>
                <a:lnTo>
                  <a:pt x="3038" y="207799"/>
                </a:lnTo>
                <a:lnTo>
                  <a:pt x="0" y="1912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51050" y="3818346"/>
            <a:ext cx="3357879" cy="135572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160270">
              <a:lnSpc>
                <a:spcPct val="100000"/>
              </a:lnSpc>
              <a:spcBef>
                <a:spcPts val="334"/>
              </a:spcBef>
            </a:pPr>
            <a:r>
              <a:rPr sz="2000" dirty="0">
                <a:latin typeface="宋体"/>
                <a:cs typeface="宋体"/>
              </a:rPr>
              <a:t>《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nd</a:t>
            </a:r>
            <a:r>
              <a:rPr sz="2000" dirty="0">
                <a:latin typeface="宋体"/>
                <a:cs typeface="宋体"/>
              </a:rPr>
              <a:t>》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r>
              <a:rPr sz="2800" dirty="0">
                <a:latin typeface="宋体"/>
                <a:cs typeface="宋体"/>
              </a:rPr>
              <a:t>检查图书证</a:t>
            </a:r>
            <a:endParaRPr sz="2800">
              <a:latin typeface="宋体"/>
              <a:cs typeface="宋体"/>
            </a:endParaRPr>
          </a:p>
          <a:p>
            <a:pPr marL="1728470">
              <a:lnSpc>
                <a:spcPct val="100000"/>
              </a:lnSpc>
              <a:spcBef>
                <a:spcPts val="795"/>
              </a:spcBef>
            </a:pPr>
            <a:r>
              <a:rPr sz="2800" dirty="0">
                <a:latin typeface="宋体"/>
                <a:cs typeface="宋体"/>
              </a:rPr>
              <a:t>《</a:t>
            </a:r>
            <a:r>
              <a:rPr sz="2000" spc="-5" dirty="0">
                <a:latin typeface="Times New Roman"/>
                <a:cs typeface="Times New Roman"/>
              </a:rPr>
              <a:t>extend</a:t>
            </a:r>
            <a:r>
              <a:rPr sz="2800" dirty="0">
                <a:latin typeface="宋体"/>
                <a:cs typeface="宋体"/>
              </a:rPr>
              <a:t>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0687" y="2276475"/>
            <a:ext cx="5977255" cy="3735704"/>
          </a:xfrm>
          <a:custGeom>
            <a:avLst/>
            <a:gdLst/>
            <a:ahLst/>
            <a:cxnLst/>
            <a:rect l="l" t="t" r="r" b="b"/>
            <a:pathLst>
              <a:path w="5977255" h="3735704">
                <a:moveTo>
                  <a:pt x="0" y="0"/>
                </a:moveTo>
                <a:lnTo>
                  <a:pt x="5976937" y="0"/>
                </a:lnTo>
                <a:lnTo>
                  <a:pt x="5976937" y="3735388"/>
                </a:lnTo>
                <a:lnTo>
                  <a:pt x="0" y="373538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219700" y="5349747"/>
            <a:ext cx="10795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日结算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0937" y="2493962"/>
            <a:ext cx="1338580" cy="488950"/>
          </a:xfrm>
          <a:custGeom>
            <a:avLst/>
            <a:gdLst/>
            <a:ahLst/>
            <a:cxnLst/>
            <a:rect l="l" t="t" r="r" b="b"/>
            <a:pathLst>
              <a:path w="1338579" h="488950">
                <a:moveTo>
                  <a:pt x="0" y="244475"/>
                </a:moveTo>
                <a:lnTo>
                  <a:pt x="13594" y="195204"/>
                </a:lnTo>
                <a:lnTo>
                  <a:pt x="52583" y="149314"/>
                </a:lnTo>
                <a:lnTo>
                  <a:pt x="114277" y="107786"/>
                </a:lnTo>
                <a:lnTo>
                  <a:pt x="152797" y="88966"/>
                </a:lnTo>
                <a:lnTo>
                  <a:pt x="195983" y="71605"/>
                </a:lnTo>
                <a:lnTo>
                  <a:pt x="243501" y="55826"/>
                </a:lnTo>
                <a:lnTo>
                  <a:pt x="295013" y="41752"/>
                </a:lnTo>
                <a:lnTo>
                  <a:pt x="350183" y="29506"/>
                </a:lnTo>
                <a:lnTo>
                  <a:pt x="408675" y="19212"/>
                </a:lnTo>
                <a:lnTo>
                  <a:pt x="470151" y="10991"/>
                </a:lnTo>
                <a:lnTo>
                  <a:pt x="534277" y="4966"/>
                </a:lnTo>
                <a:lnTo>
                  <a:pt x="600716" y="1262"/>
                </a:lnTo>
                <a:lnTo>
                  <a:pt x="669131" y="0"/>
                </a:lnTo>
                <a:lnTo>
                  <a:pt x="737545" y="1262"/>
                </a:lnTo>
                <a:lnTo>
                  <a:pt x="803984" y="4966"/>
                </a:lnTo>
                <a:lnTo>
                  <a:pt x="868110" y="10991"/>
                </a:lnTo>
                <a:lnTo>
                  <a:pt x="929587" y="19212"/>
                </a:lnTo>
                <a:lnTo>
                  <a:pt x="988078" y="29506"/>
                </a:lnTo>
                <a:lnTo>
                  <a:pt x="1043248" y="41752"/>
                </a:lnTo>
                <a:lnTo>
                  <a:pt x="1094760" y="55826"/>
                </a:lnTo>
                <a:lnTo>
                  <a:pt x="1142278" y="71605"/>
                </a:lnTo>
                <a:lnTo>
                  <a:pt x="1185465" y="88966"/>
                </a:lnTo>
                <a:lnTo>
                  <a:pt x="1223984" y="107786"/>
                </a:lnTo>
                <a:lnTo>
                  <a:pt x="1257501" y="127943"/>
                </a:lnTo>
                <a:lnTo>
                  <a:pt x="1308179" y="171775"/>
                </a:lnTo>
                <a:lnTo>
                  <a:pt x="1334807" y="219478"/>
                </a:lnTo>
                <a:lnTo>
                  <a:pt x="1338262" y="244475"/>
                </a:lnTo>
                <a:lnTo>
                  <a:pt x="1334807" y="269471"/>
                </a:lnTo>
                <a:lnTo>
                  <a:pt x="1308179" y="317174"/>
                </a:lnTo>
                <a:lnTo>
                  <a:pt x="1257501" y="361006"/>
                </a:lnTo>
                <a:lnTo>
                  <a:pt x="1223984" y="381163"/>
                </a:lnTo>
                <a:lnTo>
                  <a:pt x="1185465" y="399983"/>
                </a:lnTo>
                <a:lnTo>
                  <a:pt x="1142278" y="417344"/>
                </a:lnTo>
                <a:lnTo>
                  <a:pt x="1094760" y="433123"/>
                </a:lnTo>
                <a:lnTo>
                  <a:pt x="1043248" y="447197"/>
                </a:lnTo>
                <a:lnTo>
                  <a:pt x="988078" y="459443"/>
                </a:lnTo>
                <a:lnTo>
                  <a:pt x="929587" y="469737"/>
                </a:lnTo>
                <a:lnTo>
                  <a:pt x="868110" y="477958"/>
                </a:lnTo>
                <a:lnTo>
                  <a:pt x="803984" y="483983"/>
                </a:lnTo>
                <a:lnTo>
                  <a:pt x="737545" y="487687"/>
                </a:lnTo>
                <a:lnTo>
                  <a:pt x="669131" y="488950"/>
                </a:lnTo>
                <a:lnTo>
                  <a:pt x="600716" y="487687"/>
                </a:lnTo>
                <a:lnTo>
                  <a:pt x="534277" y="483983"/>
                </a:lnTo>
                <a:lnTo>
                  <a:pt x="470151" y="477958"/>
                </a:lnTo>
                <a:lnTo>
                  <a:pt x="408675" y="469737"/>
                </a:lnTo>
                <a:lnTo>
                  <a:pt x="350183" y="459443"/>
                </a:lnTo>
                <a:lnTo>
                  <a:pt x="295013" y="447197"/>
                </a:lnTo>
                <a:lnTo>
                  <a:pt x="243501" y="433123"/>
                </a:lnTo>
                <a:lnTo>
                  <a:pt x="195983" y="417344"/>
                </a:lnTo>
                <a:lnTo>
                  <a:pt x="152797" y="399983"/>
                </a:lnTo>
                <a:lnTo>
                  <a:pt x="114277" y="381163"/>
                </a:lnTo>
                <a:lnTo>
                  <a:pt x="80760" y="361006"/>
                </a:lnTo>
                <a:lnTo>
                  <a:pt x="30082" y="317174"/>
                </a:lnTo>
                <a:lnTo>
                  <a:pt x="3454" y="269471"/>
                </a:lnTo>
                <a:lnTo>
                  <a:pt x="0" y="2444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37137" y="3717925"/>
            <a:ext cx="1406525" cy="446405"/>
          </a:xfrm>
          <a:custGeom>
            <a:avLst/>
            <a:gdLst/>
            <a:ahLst/>
            <a:cxnLst/>
            <a:rect l="l" t="t" r="r" b="b"/>
            <a:pathLst>
              <a:path w="1406525" h="446404">
                <a:moveTo>
                  <a:pt x="0" y="223044"/>
                </a:moveTo>
                <a:lnTo>
                  <a:pt x="12680" y="180660"/>
                </a:lnTo>
                <a:lnTo>
                  <a:pt x="49151" y="140961"/>
                </a:lnTo>
                <a:lnTo>
                  <a:pt x="107054" y="104695"/>
                </a:lnTo>
                <a:lnTo>
                  <a:pt x="143306" y="88082"/>
                </a:lnTo>
                <a:lnTo>
                  <a:pt x="184032" y="72608"/>
                </a:lnTo>
                <a:lnTo>
                  <a:pt x="228937" y="58366"/>
                </a:lnTo>
                <a:lnTo>
                  <a:pt x="277726" y="45450"/>
                </a:lnTo>
                <a:lnTo>
                  <a:pt x="330105" y="33953"/>
                </a:lnTo>
                <a:lnTo>
                  <a:pt x="385780" y="23967"/>
                </a:lnTo>
                <a:lnTo>
                  <a:pt x="444454" y="15588"/>
                </a:lnTo>
                <a:lnTo>
                  <a:pt x="505835" y="8908"/>
                </a:lnTo>
                <a:lnTo>
                  <a:pt x="569626" y="4021"/>
                </a:lnTo>
                <a:lnTo>
                  <a:pt x="635533" y="1021"/>
                </a:lnTo>
                <a:lnTo>
                  <a:pt x="703262" y="0"/>
                </a:lnTo>
                <a:lnTo>
                  <a:pt x="770991" y="1021"/>
                </a:lnTo>
                <a:lnTo>
                  <a:pt x="836898" y="4021"/>
                </a:lnTo>
                <a:lnTo>
                  <a:pt x="900690" y="8908"/>
                </a:lnTo>
                <a:lnTo>
                  <a:pt x="962070" y="15588"/>
                </a:lnTo>
                <a:lnTo>
                  <a:pt x="1020744" y="23967"/>
                </a:lnTo>
                <a:lnTo>
                  <a:pt x="1076419" y="33953"/>
                </a:lnTo>
                <a:lnTo>
                  <a:pt x="1128798" y="45450"/>
                </a:lnTo>
                <a:lnTo>
                  <a:pt x="1177587" y="58366"/>
                </a:lnTo>
                <a:lnTo>
                  <a:pt x="1222492" y="72608"/>
                </a:lnTo>
                <a:lnTo>
                  <a:pt x="1263218" y="88082"/>
                </a:lnTo>
                <a:lnTo>
                  <a:pt x="1299470" y="104695"/>
                </a:lnTo>
                <a:lnTo>
                  <a:pt x="1357373" y="140961"/>
                </a:lnTo>
                <a:lnTo>
                  <a:pt x="1393844" y="180660"/>
                </a:lnTo>
                <a:lnTo>
                  <a:pt x="1406525" y="223044"/>
                </a:lnTo>
                <a:lnTo>
                  <a:pt x="1403305" y="244524"/>
                </a:lnTo>
                <a:lnTo>
                  <a:pt x="1378435" y="285659"/>
                </a:lnTo>
                <a:lnTo>
                  <a:pt x="1330953" y="323735"/>
                </a:lnTo>
                <a:lnTo>
                  <a:pt x="1263218" y="358005"/>
                </a:lnTo>
                <a:lnTo>
                  <a:pt x="1222492" y="373479"/>
                </a:lnTo>
                <a:lnTo>
                  <a:pt x="1177587" y="387721"/>
                </a:lnTo>
                <a:lnTo>
                  <a:pt x="1128798" y="400637"/>
                </a:lnTo>
                <a:lnTo>
                  <a:pt x="1076419" y="412134"/>
                </a:lnTo>
                <a:lnTo>
                  <a:pt x="1020744" y="422120"/>
                </a:lnTo>
                <a:lnTo>
                  <a:pt x="962070" y="430499"/>
                </a:lnTo>
                <a:lnTo>
                  <a:pt x="900690" y="437179"/>
                </a:lnTo>
                <a:lnTo>
                  <a:pt x="836898" y="442066"/>
                </a:lnTo>
                <a:lnTo>
                  <a:pt x="770991" y="445066"/>
                </a:lnTo>
                <a:lnTo>
                  <a:pt x="703262" y="446088"/>
                </a:lnTo>
                <a:lnTo>
                  <a:pt x="635533" y="445066"/>
                </a:lnTo>
                <a:lnTo>
                  <a:pt x="569626" y="442066"/>
                </a:lnTo>
                <a:lnTo>
                  <a:pt x="505835" y="437179"/>
                </a:lnTo>
                <a:lnTo>
                  <a:pt x="444454" y="430499"/>
                </a:lnTo>
                <a:lnTo>
                  <a:pt x="385780" y="422120"/>
                </a:lnTo>
                <a:lnTo>
                  <a:pt x="330105" y="412134"/>
                </a:lnTo>
                <a:lnTo>
                  <a:pt x="277726" y="400637"/>
                </a:lnTo>
                <a:lnTo>
                  <a:pt x="228937" y="387721"/>
                </a:lnTo>
                <a:lnTo>
                  <a:pt x="184032" y="373479"/>
                </a:lnTo>
                <a:lnTo>
                  <a:pt x="143306" y="358005"/>
                </a:lnTo>
                <a:lnTo>
                  <a:pt x="107054" y="341392"/>
                </a:lnTo>
                <a:lnTo>
                  <a:pt x="49151" y="305126"/>
                </a:lnTo>
                <a:lnTo>
                  <a:pt x="12680" y="265427"/>
                </a:lnTo>
                <a:lnTo>
                  <a:pt x="0" y="22304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75237" y="4913312"/>
            <a:ext cx="1584325" cy="460375"/>
          </a:xfrm>
          <a:custGeom>
            <a:avLst/>
            <a:gdLst/>
            <a:ahLst/>
            <a:cxnLst/>
            <a:rect l="l" t="t" r="r" b="b"/>
            <a:pathLst>
              <a:path w="1584325" h="460375">
                <a:moveTo>
                  <a:pt x="0" y="230187"/>
                </a:moveTo>
                <a:lnTo>
                  <a:pt x="12762" y="188810"/>
                </a:lnTo>
                <a:lnTo>
                  <a:pt x="49559" y="149867"/>
                </a:lnTo>
                <a:lnTo>
                  <a:pt x="108153" y="114007"/>
                </a:lnTo>
                <a:lnTo>
                  <a:pt x="144924" y="97436"/>
                </a:lnTo>
                <a:lnTo>
                  <a:pt x="186306" y="81880"/>
                </a:lnTo>
                <a:lnTo>
                  <a:pt x="232019" y="67420"/>
                </a:lnTo>
                <a:lnTo>
                  <a:pt x="281782" y="54137"/>
                </a:lnTo>
                <a:lnTo>
                  <a:pt x="335316" y="42112"/>
                </a:lnTo>
                <a:lnTo>
                  <a:pt x="392342" y="31427"/>
                </a:lnTo>
                <a:lnTo>
                  <a:pt x="452580" y="22163"/>
                </a:lnTo>
                <a:lnTo>
                  <a:pt x="515751" y="14401"/>
                </a:lnTo>
                <a:lnTo>
                  <a:pt x="581574" y="8222"/>
                </a:lnTo>
                <a:lnTo>
                  <a:pt x="649770" y="3708"/>
                </a:lnTo>
                <a:lnTo>
                  <a:pt x="720059" y="940"/>
                </a:lnTo>
                <a:lnTo>
                  <a:pt x="792162" y="0"/>
                </a:lnTo>
                <a:lnTo>
                  <a:pt x="864265" y="940"/>
                </a:lnTo>
                <a:lnTo>
                  <a:pt x="934554" y="3708"/>
                </a:lnTo>
                <a:lnTo>
                  <a:pt x="1002750" y="8222"/>
                </a:lnTo>
                <a:lnTo>
                  <a:pt x="1068573" y="14401"/>
                </a:lnTo>
                <a:lnTo>
                  <a:pt x="1131744" y="22163"/>
                </a:lnTo>
                <a:lnTo>
                  <a:pt x="1191982" y="31427"/>
                </a:lnTo>
                <a:lnTo>
                  <a:pt x="1249008" y="42112"/>
                </a:lnTo>
                <a:lnTo>
                  <a:pt x="1302542" y="54137"/>
                </a:lnTo>
                <a:lnTo>
                  <a:pt x="1352306" y="67420"/>
                </a:lnTo>
                <a:lnTo>
                  <a:pt x="1398018" y="81880"/>
                </a:lnTo>
                <a:lnTo>
                  <a:pt x="1439400" y="97436"/>
                </a:lnTo>
                <a:lnTo>
                  <a:pt x="1476171" y="114007"/>
                </a:lnTo>
                <a:lnTo>
                  <a:pt x="1534765" y="149867"/>
                </a:lnTo>
                <a:lnTo>
                  <a:pt x="1571562" y="188810"/>
                </a:lnTo>
                <a:lnTo>
                  <a:pt x="1584325" y="230187"/>
                </a:lnTo>
                <a:lnTo>
                  <a:pt x="1581087" y="251139"/>
                </a:lnTo>
                <a:lnTo>
                  <a:pt x="1556028" y="291380"/>
                </a:lnTo>
                <a:lnTo>
                  <a:pt x="1508053" y="328863"/>
                </a:lnTo>
                <a:lnTo>
                  <a:pt x="1439400" y="362938"/>
                </a:lnTo>
                <a:lnTo>
                  <a:pt x="1398018" y="378494"/>
                </a:lnTo>
                <a:lnTo>
                  <a:pt x="1352306" y="392954"/>
                </a:lnTo>
                <a:lnTo>
                  <a:pt x="1302542" y="406237"/>
                </a:lnTo>
                <a:lnTo>
                  <a:pt x="1249008" y="418262"/>
                </a:lnTo>
                <a:lnTo>
                  <a:pt x="1191982" y="428947"/>
                </a:lnTo>
                <a:lnTo>
                  <a:pt x="1131744" y="438211"/>
                </a:lnTo>
                <a:lnTo>
                  <a:pt x="1068573" y="445973"/>
                </a:lnTo>
                <a:lnTo>
                  <a:pt x="1002750" y="452152"/>
                </a:lnTo>
                <a:lnTo>
                  <a:pt x="934554" y="456666"/>
                </a:lnTo>
                <a:lnTo>
                  <a:pt x="864265" y="459434"/>
                </a:lnTo>
                <a:lnTo>
                  <a:pt x="792162" y="460375"/>
                </a:lnTo>
                <a:lnTo>
                  <a:pt x="720059" y="459434"/>
                </a:lnTo>
                <a:lnTo>
                  <a:pt x="649770" y="456666"/>
                </a:lnTo>
                <a:lnTo>
                  <a:pt x="581574" y="452152"/>
                </a:lnTo>
                <a:lnTo>
                  <a:pt x="515751" y="445973"/>
                </a:lnTo>
                <a:lnTo>
                  <a:pt x="452580" y="438211"/>
                </a:lnTo>
                <a:lnTo>
                  <a:pt x="392342" y="428947"/>
                </a:lnTo>
                <a:lnTo>
                  <a:pt x="335316" y="418262"/>
                </a:lnTo>
                <a:lnTo>
                  <a:pt x="281782" y="406237"/>
                </a:lnTo>
                <a:lnTo>
                  <a:pt x="232019" y="392954"/>
                </a:lnTo>
                <a:lnTo>
                  <a:pt x="186306" y="378494"/>
                </a:lnTo>
                <a:lnTo>
                  <a:pt x="144924" y="362938"/>
                </a:lnTo>
                <a:lnTo>
                  <a:pt x="108153" y="346367"/>
                </a:lnTo>
                <a:lnTo>
                  <a:pt x="49559" y="310507"/>
                </a:lnTo>
                <a:lnTo>
                  <a:pt x="12762" y="271563"/>
                </a:lnTo>
                <a:lnTo>
                  <a:pt x="0" y="23018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44800" y="3062287"/>
            <a:ext cx="287655" cy="295275"/>
          </a:xfrm>
          <a:custGeom>
            <a:avLst/>
            <a:gdLst/>
            <a:ahLst/>
            <a:cxnLst/>
            <a:rect l="l" t="t" r="r" b="b"/>
            <a:pathLst>
              <a:path w="287655" h="295275">
                <a:moveTo>
                  <a:pt x="0" y="147637"/>
                </a:moveTo>
                <a:lnTo>
                  <a:pt x="7324" y="100972"/>
                </a:lnTo>
                <a:lnTo>
                  <a:pt x="27719" y="60444"/>
                </a:lnTo>
                <a:lnTo>
                  <a:pt x="58819" y="28485"/>
                </a:lnTo>
                <a:lnTo>
                  <a:pt x="98258" y="7526"/>
                </a:lnTo>
                <a:lnTo>
                  <a:pt x="143669" y="0"/>
                </a:lnTo>
                <a:lnTo>
                  <a:pt x="189079" y="7526"/>
                </a:lnTo>
                <a:lnTo>
                  <a:pt x="228518" y="28485"/>
                </a:lnTo>
                <a:lnTo>
                  <a:pt x="259618" y="60444"/>
                </a:lnTo>
                <a:lnTo>
                  <a:pt x="280013" y="100972"/>
                </a:lnTo>
                <a:lnTo>
                  <a:pt x="287338" y="147637"/>
                </a:lnTo>
                <a:lnTo>
                  <a:pt x="280013" y="194302"/>
                </a:lnTo>
                <a:lnTo>
                  <a:pt x="259618" y="234830"/>
                </a:lnTo>
                <a:lnTo>
                  <a:pt x="228518" y="266789"/>
                </a:lnTo>
                <a:lnTo>
                  <a:pt x="189079" y="287748"/>
                </a:lnTo>
                <a:lnTo>
                  <a:pt x="143669" y="295275"/>
                </a:lnTo>
                <a:lnTo>
                  <a:pt x="98258" y="287748"/>
                </a:lnTo>
                <a:lnTo>
                  <a:pt x="58819" y="266789"/>
                </a:lnTo>
                <a:lnTo>
                  <a:pt x="27719" y="234830"/>
                </a:lnTo>
                <a:lnTo>
                  <a:pt x="7324" y="194302"/>
                </a:lnTo>
                <a:lnTo>
                  <a:pt x="0" y="1476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78150" y="3357562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80" h="184150">
                <a:moveTo>
                  <a:pt x="0" y="0"/>
                </a:moveTo>
                <a:lnTo>
                  <a:pt x="4763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0337" y="3429000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>
                <a:moveTo>
                  <a:pt x="0" y="0"/>
                </a:moveTo>
                <a:lnTo>
                  <a:pt x="5762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43213" y="3500437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80" h="288925">
                <a:moveTo>
                  <a:pt x="144462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6087" y="3500437"/>
            <a:ext cx="146050" cy="288925"/>
          </a:xfrm>
          <a:custGeom>
            <a:avLst/>
            <a:gdLst/>
            <a:ahLst/>
            <a:cxnLst/>
            <a:rect l="l" t="t" r="r" b="b"/>
            <a:pathLst>
              <a:path w="146050" h="288925">
                <a:moveTo>
                  <a:pt x="0" y="0"/>
                </a:moveTo>
                <a:lnTo>
                  <a:pt x="14605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95512" y="5349747"/>
            <a:ext cx="1790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销售部经理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67175" y="2925762"/>
            <a:ext cx="1025525" cy="215900"/>
          </a:xfrm>
          <a:custGeom>
            <a:avLst/>
            <a:gdLst/>
            <a:ahLst/>
            <a:cxnLst/>
            <a:rect l="l" t="t" r="r" b="b"/>
            <a:pathLst>
              <a:path w="1025525" h="215900">
                <a:moveTo>
                  <a:pt x="0" y="215900"/>
                </a:moveTo>
                <a:lnTo>
                  <a:pt x="10255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79837" y="4797425"/>
            <a:ext cx="1308100" cy="367030"/>
          </a:xfrm>
          <a:custGeom>
            <a:avLst/>
            <a:gdLst/>
            <a:ahLst/>
            <a:cxnLst/>
            <a:rect l="l" t="t" r="r" b="b"/>
            <a:pathLst>
              <a:path w="1308100" h="367029">
                <a:moveTo>
                  <a:pt x="0" y="0"/>
                </a:moveTo>
                <a:lnTo>
                  <a:pt x="1308100" y="36671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67175" y="3429000"/>
            <a:ext cx="1008380" cy="433705"/>
          </a:xfrm>
          <a:custGeom>
            <a:avLst/>
            <a:gdLst/>
            <a:ahLst/>
            <a:cxnLst/>
            <a:rect l="l" t="t" r="r" b="b"/>
            <a:pathLst>
              <a:path w="1008379" h="433704">
                <a:moveTo>
                  <a:pt x="0" y="0"/>
                </a:moveTo>
                <a:lnTo>
                  <a:pt x="1008063" y="43338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08399" y="4005262"/>
            <a:ext cx="1367155" cy="576580"/>
          </a:xfrm>
          <a:custGeom>
            <a:avLst/>
            <a:gdLst/>
            <a:ahLst/>
            <a:cxnLst/>
            <a:rect l="l" t="t" r="r" b="b"/>
            <a:pathLst>
              <a:path w="1367154" h="576579">
                <a:moveTo>
                  <a:pt x="1366838" y="0"/>
                </a:moveTo>
                <a:lnTo>
                  <a:pt x="0" y="57626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936068" y="242315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捕获用例原则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08081" y="1119123"/>
            <a:ext cx="6959600" cy="35337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75"/>
              </a:spcBef>
            </a:pPr>
            <a:r>
              <a:rPr sz="2800" dirty="0">
                <a:latin typeface="宋体"/>
                <a:cs typeface="宋体"/>
              </a:rPr>
              <a:t>4）参与者可以对应多个用例，用例也可以对 应多个参与者。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宋体"/>
              <a:cs typeface="宋体"/>
            </a:endParaRPr>
          </a:p>
          <a:p>
            <a:pPr marL="773430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参与者与用例</a:t>
            </a:r>
            <a:endParaRPr sz="2800">
              <a:latin typeface="宋体"/>
              <a:cs typeface="宋体"/>
            </a:endParaRPr>
          </a:p>
          <a:p>
            <a:pPr marL="4139565">
              <a:lnSpc>
                <a:spcPct val="100000"/>
              </a:lnSpc>
              <a:spcBef>
                <a:spcPts val="2260"/>
              </a:spcBef>
            </a:pPr>
            <a:r>
              <a:rPr sz="2800" dirty="0">
                <a:latin typeface="宋体"/>
                <a:cs typeface="宋体"/>
              </a:rPr>
              <a:t>销售业务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宋体"/>
              <a:cs typeface="宋体"/>
            </a:endParaRPr>
          </a:p>
          <a:p>
            <a:pPr marL="1331595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销售人员</a:t>
            </a:r>
            <a:endParaRPr sz="2800">
              <a:latin typeface="宋体"/>
              <a:cs typeface="宋体"/>
            </a:endParaRPr>
          </a:p>
          <a:p>
            <a:pPr marL="3850640">
              <a:lnSpc>
                <a:spcPct val="100000"/>
              </a:lnSpc>
              <a:spcBef>
                <a:spcPts val="75"/>
              </a:spcBef>
            </a:pPr>
            <a:r>
              <a:rPr sz="2800" dirty="0">
                <a:latin typeface="宋体"/>
                <a:cs typeface="宋体"/>
              </a:rPr>
              <a:t>客户信息查询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43212" y="4429125"/>
            <a:ext cx="292100" cy="295275"/>
          </a:xfrm>
          <a:custGeom>
            <a:avLst/>
            <a:gdLst/>
            <a:ahLst/>
            <a:cxnLst/>
            <a:rect l="l" t="t" r="r" b="b"/>
            <a:pathLst>
              <a:path w="292100" h="295275">
                <a:moveTo>
                  <a:pt x="0" y="147637"/>
                </a:moveTo>
                <a:lnTo>
                  <a:pt x="7445" y="100972"/>
                </a:lnTo>
                <a:lnTo>
                  <a:pt x="28179" y="60444"/>
                </a:lnTo>
                <a:lnTo>
                  <a:pt x="59794" y="28485"/>
                </a:lnTo>
                <a:lnTo>
                  <a:pt x="99886" y="7526"/>
                </a:lnTo>
                <a:lnTo>
                  <a:pt x="146050" y="0"/>
                </a:lnTo>
                <a:lnTo>
                  <a:pt x="192213" y="7526"/>
                </a:lnTo>
                <a:lnTo>
                  <a:pt x="232305" y="28485"/>
                </a:lnTo>
                <a:lnTo>
                  <a:pt x="263920" y="60444"/>
                </a:lnTo>
                <a:lnTo>
                  <a:pt x="284654" y="100972"/>
                </a:lnTo>
                <a:lnTo>
                  <a:pt x="292100" y="147637"/>
                </a:lnTo>
                <a:lnTo>
                  <a:pt x="284654" y="194302"/>
                </a:lnTo>
                <a:lnTo>
                  <a:pt x="263920" y="234830"/>
                </a:lnTo>
                <a:lnTo>
                  <a:pt x="232305" y="266789"/>
                </a:lnTo>
                <a:lnTo>
                  <a:pt x="192213" y="287748"/>
                </a:lnTo>
                <a:lnTo>
                  <a:pt x="146050" y="295275"/>
                </a:lnTo>
                <a:lnTo>
                  <a:pt x="99886" y="287748"/>
                </a:lnTo>
                <a:lnTo>
                  <a:pt x="59794" y="266789"/>
                </a:lnTo>
                <a:lnTo>
                  <a:pt x="28179" y="234830"/>
                </a:lnTo>
                <a:lnTo>
                  <a:pt x="7445" y="194302"/>
                </a:lnTo>
                <a:lnTo>
                  <a:pt x="0" y="1476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78150" y="4725987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80" h="184150">
                <a:moveTo>
                  <a:pt x="0" y="0"/>
                </a:moveTo>
                <a:lnTo>
                  <a:pt x="4763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00337" y="4797425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>
                <a:moveTo>
                  <a:pt x="0" y="0"/>
                </a:moveTo>
                <a:lnTo>
                  <a:pt x="5762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43213" y="4868862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80" h="288925">
                <a:moveTo>
                  <a:pt x="144462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86087" y="4868862"/>
            <a:ext cx="146050" cy="288925"/>
          </a:xfrm>
          <a:custGeom>
            <a:avLst/>
            <a:gdLst/>
            <a:ahLst/>
            <a:cxnLst/>
            <a:rect l="l" t="t" r="r" b="b"/>
            <a:pathLst>
              <a:path w="146050" h="288925">
                <a:moveTo>
                  <a:pt x="0" y="0"/>
                </a:moveTo>
                <a:lnTo>
                  <a:pt x="14605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576" y="1874837"/>
            <a:ext cx="8187055" cy="4848225"/>
          </a:xfrm>
          <a:custGeom>
            <a:avLst/>
            <a:gdLst/>
            <a:ahLst/>
            <a:cxnLst/>
            <a:rect l="l" t="t" r="r" b="b"/>
            <a:pathLst>
              <a:path w="8187055" h="4848225">
                <a:moveTo>
                  <a:pt x="0" y="0"/>
                </a:moveTo>
                <a:lnTo>
                  <a:pt x="8186737" y="0"/>
                </a:lnTo>
                <a:lnTo>
                  <a:pt x="8186737" y="4848225"/>
                </a:lnTo>
                <a:lnTo>
                  <a:pt x="0" y="484822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82264" y="83819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捕获用例原则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74975" y="3398011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订货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27312" y="2276475"/>
            <a:ext cx="1549400" cy="330200"/>
          </a:xfrm>
          <a:custGeom>
            <a:avLst/>
            <a:gdLst/>
            <a:ahLst/>
            <a:cxnLst/>
            <a:rect l="l" t="t" r="r" b="b"/>
            <a:pathLst>
              <a:path w="1549400" h="330200">
                <a:moveTo>
                  <a:pt x="0" y="165100"/>
                </a:moveTo>
                <a:lnTo>
                  <a:pt x="30943" y="118751"/>
                </a:lnTo>
                <a:lnTo>
                  <a:pt x="83248" y="90566"/>
                </a:lnTo>
                <a:lnTo>
                  <a:pt x="157863" y="65199"/>
                </a:lnTo>
                <a:lnTo>
                  <a:pt x="202726" y="53745"/>
                </a:lnTo>
                <a:lnTo>
                  <a:pt x="252192" y="43203"/>
                </a:lnTo>
                <a:lnTo>
                  <a:pt x="305938" y="33643"/>
                </a:lnTo>
                <a:lnTo>
                  <a:pt x="363638" y="25132"/>
                </a:lnTo>
                <a:lnTo>
                  <a:pt x="424967" y="17741"/>
                </a:lnTo>
                <a:lnTo>
                  <a:pt x="489602" y="11538"/>
                </a:lnTo>
                <a:lnTo>
                  <a:pt x="557217" y="6594"/>
                </a:lnTo>
                <a:lnTo>
                  <a:pt x="627488" y="2976"/>
                </a:lnTo>
                <a:lnTo>
                  <a:pt x="700091" y="755"/>
                </a:lnTo>
                <a:lnTo>
                  <a:pt x="774700" y="0"/>
                </a:lnTo>
                <a:lnTo>
                  <a:pt x="849308" y="755"/>
                </a:lnTo>
                <a:lnTo>
                  <a:pt x="921911" y="2976"/>
                </a:lnTo>
                <a:lnTo>
                  <a:pt x="992182" y="6594"/>
                </a:lnTo>
                <a:lnTo>
                  <a:pt x="1059797" y="11538"/>
                </a:lnTo>
                <a:lnTo>
                  <a:pt x="1124432" y="17741"/>
                </a:lnTo>
                <a:lnTo>
                  <a:pt x="1185761" y="25132"/>
                </a:lnTo>
                <a:lnTo>
                  <a:pt x="1243461" y="33643"/>
                </a:lnTo>
                <a:lnTo>
                  <a:pt x="1297207" y="43203"/>
                </a:lnTo>
                <a:lnTo>
                  <a:pt x="1346673" y="53745"/>
                </a:lnTo>
                <a:lnTo>
                  <a:pt x="1391536" y="65199"/>
                </a:lnTo>
                <a:lnTo>
                  <a:pt x="1431470" y="77496"/>
                </a:lnTo>
                <a:lnTo>
                  <a:pt x="1495255" y="104341"/>
                </a:lnTo>
                <a:lnTo>
                  <a:pt x="1535431" y="133727"/>
                </a:lnTo>
                <a:lnTo>
                  <a:pt x="1549400" y="165100"/>
                </a:lnTo>
                <a:lnTo>
                  <a:pt x="1545853" y="181000"/>
                </a:lnTo>
                <a:lnTo>
                  <a:pt x="1518456" y="211448"/>
                </a:lnTo>
                <a:lnTo>
                  <a:pt x="1466151" y="239633"/>
                </a:lnTo>
                <a:lnTo>
                  <a:pt x="1391536" y="265000"/>
                </a:lnTo>
                <a:lnTo>
                  <a:pt x="1346673" y="276454"/>
                </a:lnTo>
                <a:lnTo>
                  <a:pt x="1297207" y="286996"/>
                </a:lnTo>
                <a:lnTo>
                  <a:pt x="1243461" y="296556"/>
                </a:lnTo>
                <a:lnTo>
                  <a:pt x="1185761" y="305067"/>
                </a:lnTo>
                <a:lnTo>
                  <a:pt x="1124432" y="312458"/>
                </a:lnTo>
                <a:lnTo>
                  <a:pt x="1059797" y="318661"/>
                </a:lnTo>
                <a:lnTo>
                  <a:pt x="992182" y="323605"/>
                </a:lnTo>
                <a:lnTo>
                  <a:pt x="921911" y="327223"/>
                </a:lnTo>
                <a:lnTo>
                  <a:pt x="849308" y="329444"/>
                </a:lnTo>
                <a:lnTo>
                  <a:pt x="774700" y="330200"/>
                </a:lnTo>
                <a:lnTo>
                  <a:pt x="700091" y="329444"/>
                </a:lnTo>
                <a:lnTo>
                  <a:pt x="627488" y="327223"/>
                </a:lnTo>
                <a:lnTo>
                  <a:pt x="557217" y="323605"/>
                </a:lnTo>
                <a:lnTo>
                  <a:pt x="489602" y="318661"/>
                </a:lnTo>
                <a:lnTo>
                  <a:pt x="424967" y="312458"/>
                </a:lnTo>
                <a:lnTo>
                  <a:pt x="363638" y="305067"/>
                </a:lnTo>
                <a:lnTo>
                  <a:pt x="305938" y="296556"/>
                </a:lnTo>
                <a:lnTo>
                  <a:pt x="252192" y="286996"/>
                </a:lnTo>
                <a:lnTo>
                  <a:pt x="202726" y="276454"/>
                </a:lnTo>
                <a:lnTo>
                  <a:pt x="157863" y="265000"/>
                </a:lnTo>
                <a:lnTo>
                  <a:pt x="117929" y="252703"/>
                </a:lnTo>
                <a:lnTo>
                  <a:pt x="54144" y="225858"/>
                </a:lnTo>
                <a:lnTo>
                  <a:pt x="13969" y="196472"/>
                </a:lnTo>
                <a:lnTo>
                  <a:pt x="0" y="165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8316" y="960628"/>
            <a:ext cx="8074025" cy="204216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59690" marR="5080">
              <a:lnSpc>
                <a:spcPct val="101400"/>
              </a:lnSpc>
              <a:spcBef>
                <a:spcPts val="50"/>
              </a:spcBef>
            </a:pPr>
            <a:r>
              <a:rPr sz="2800" dirty="0">
                <a:latin typeface="宋体"/>
                <a:cs typeface="宋体"/>
              </a:rPr>
              <a:t>5）用例不是界面，界面也不是用例。一个用例可以 对应多个界面，一个界面也可能由多个用例使用。</a:t>
            </a: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宋体"/>
                <a:cs typeface="宋体"/>
              </a:rPr>
              <a:t>订单处理系统用例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 dirty="0">
              <a:latin typeface="宋体"/>
              <a:cs typeface="宋体"/>
            </a:endParaRPr>
          </a:p>
          <a:p>
            <a:pPr marL="1995805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查看订货目录</a:t>
            </a:r>
          </a:p>
        </p:txBody>
      </p:sp>
      <p:sp>
        <p:nvSpPr>
          <p:cNvPr id="7" name="object 7"/>
          <p:cNvSpPr/>
          <p:nvPr/>
        </p:nvSpPr>
        <p:spPr>
          <a:xfrm>
            <a:off x="2590800" y="4683125"/>
            <a:ext cx="1549400" cy="330200"/>
          </a:xfrm>
          <a:custGeom>
            <a:avLst/>
            <a:gdLst/>
            <a:ahLst/>
            <a:cxnLst/>
            <a:rect l="l" t="t" r="r" b="b"/>
            <a:pathLst>
              <a:path w="1549400" h="330200">
                <a:moveTo>
                  <a:pt x="0" y="165100"/>
                </a:moveTo>
                <a:lnTo>
                  <a:pt x="30943" y="118751"/>
                </a:lnTo>
                <a:lnTo>
                  <a:pt x="83248" y="90566"/>
                </a:lnTo>
                <a:lnTo>
                  <a:pt x="157863" y="65199"/>
                </a:lnTo>
                <a:lnTo>
                  <a:pt x="202726" y="53745"/>
                </a:lnTo>
                <a:lnTo>
                  <a:pt x="252192" y="43203"/>
                </a:lnTo>
                <a:lnTo>
                  <a:pt x="305938" y="33643"/>
                </a:lnTo>
                <a:lnTo>
                  <a:pt x="363638" y="25132"/>
                </a:lnTo>
                <a:lnTo>
                  <a:pt x="424967" y="17741"/>
                </a:lnTo>
                <a:lnTo>
                  <a:pt x="489602" y="11538"/>
                </a:lnTo>
                <a:lnTo>
                  <a:pt x="557217" y="6594"/>
                </a:lnTo>
                <a:lnTo>
                  <a:pt x="627488" y="2976"/>
                </a:lnTo>
                <a:lnTo>
                  <a:pt x="700091" y="755"/>
                </a:lnTo>
                <a:lnTo>
                  <a:pt x="774700" y="0"/>
                </a:lnTo>
                <a:lnTo>
                  <a:pt x="849308" y="755"/>
                </a:lnTo>
                <a:lnTo>
                  <a:pt x="921911" y="2976"/>
                </a:lnTo>
                <a:lnTo>
                  <a:pt x="992182" y="6594"/>
                </a:lnTo>
                <a:lnTo>
                  <a:pt x="1059797" y="11538"/>
                </a:lnTo>
                <a:lnTo>
                  <a:pt x="1124432" y="17741"/>
                </a:lnTo>
                <a:lnTo>
                  <a:pt x="1185761" y="25132"/>
                </a:lnTo>
                <a:lnTo>
                  <a:pt x="1243461" y="33643"/>
                </a:lnTo>
                <a:lnTo>
                  <a:pt x="1297207" y="43203"/>
                </a:lnTo>
                <a:lnTo>
                  <a:pt x="1346673" y="53745"/>
                </a:lnTo>
                <a:lnTo>
                  <a:pt x="1391536" y="65199"/>
                </a:lnTo>
                <a:lnTo>
                  <a:pt x="1431470" y="77496"/>
                </a:lnTo>
                <a:lnTo>
                  <a:pt x="1495255" y="104341"/>
                </a:lnTo>
                <a:lnTo>
                  <a:pt x="1535431" y="133727"/>
                </a:lnTo>
                <a:lnTo>
                  <a:pt x="1549400" y="165100"/>
                </a:lnTo>
                <a:lnTo>
                  <a:pt x="1545853" y="181000"/>
                </a:lnTo>
                <a:lnTo>
                  <a:pt x="1518456" y="211448"/>
                </a:lnTo>
                <a:lnTo>
                  <a:pt x="1466151" y="239633"/>
                </a:lnTo>
                <a:lnTo>
                  <a:pt x="1391536" y="265000"/>
                </a:lnTo>
                <a:lnTo>
                  <a:pt x="1346673" y="276454"/>
                </a:lnTo>
                <a:lnTo>
                  <a:pt x="1297207" y="286996"/>
                </a:lnTo>
                <a:lnTo>
                  <a:pt x="1243461" y="296556"/>
                </a:lnTo>
                <a:lnTo>
                  <a:pt x="1185761" y="305067"/>
                </a:lnTo>
                <a:lnTo>
                  <a:pt x="1124432" y="312458"/>
                </a:lnTo>
                <a:lnTo>
                  <a:pt x="1059797" y="318661"/>
                </a:lnTo>
                <a:lnTo>
                  <a:pt x="992182" y="323605"/>
                </a:lnTo>
                <a:lnTo>
                  <a:pt x="921911" y="327223"/>
                </a:lnTo>
                <a:lnTo>
                  <a:pt x="849308" y="329444"/>
                </a:lnTo>
                <a:lnTo>
                  <a:pt x="774700" y="330200"/>
                </a:lnTo>
                <a:lnTo>
                  <a:pt x="700091" y="329444"/>
                </a:lnTo>
                <a:lnTo>
                  <a:pt x="627488" y="327223"/>
                </a:lnTo>
                <a:lnTo>
                  <a:pt x="557217" y="323605"/>
                </a:lnTo>
                <a:lnTo>
                  <a:pt x="489602" y="318661"/>
                </a:lnTo>
                <a:lnTo>
                  <a:pt x="424967" y="312458"/>
                </a:lnTo>
                <a:lnTo>
                  <a:pt x="363638" y="305067"/>
                </a:lnTo>
                <a:lnTo>
                  <a:pt x="305938" y="296556"/>
                </a:lnTo>
                <a:lnTo>
                  <a:pt x="252192" y="286996"/>
                </a:lnTo>
                <a:lnTo>
                  <a:pt x="202726" y="276454"/>
                </a:lnTo>
                <a:lnTo>
                  <a:pt x="157863" y="265000"/>
                </a:lnTo>
                <a:lnTo>
                  <a:pt x="117929" y="252703"/>
                </a:lnTo>
                <a:lnTo>
                  <a:pt x="54144" y="225858"/>
                </a:lnTo>
                <a:lnTo>
                  <a:pt x="13969" y="196472"/>
                </a:lnTo>
                <a:lnTo>
                  <a:pt x="0" y="165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71737" y="4982971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查询订单状态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27312" y="3098800"/>
            <a:ext cx="1549400" cy="330200"/>
          </a:xfrm>
          <a:custGeom>
            <a:avLst/>
            <a:gdLst/>
            <a:ahLst/>
            <a:cxnLst/>
            <a:rect l="l" t="t" r="r" b="b"/>
            <a:pathLst>
              <a:path w="1549400" h="330200">
                <a:moveTo>
                  <a:pt x="0" y="165100"/>
                </a:moveTo>
                <a:lnTo>
                  <a:pt x="30943" y="118751"/>
                </a:lnTo>
                <a:lnTo>
                  <a:pt x="83248" y="90566"/>
                </a:lnTo>
                <a:lnTo>
                  <a:pt x="157863" y="65199"/>
                </a:lnTo>
                <a:lnTo>
                  <a:pt x="202726" y="53745"/>
                </a:lnTo>
                <a:lnTo>
                  <a:pt x="252192" y="43203"/>
                </a:lnTo>
                <a:lnTo>
                  <a:pt x="305938" y="33643"/>
                </a:lnTo>
                <a:lnTo>
                  <a:pt x="363638" y="25132"/>
                </a:lnTo>
                <a:lnTo>
                  <a:pt x="424967" y="17741"/>
                </a:lnTo>
                <a:lnTo>
                  <a:pt x="489602" y="11538"/>
                </a:lnTo>
                <a:lnTo>
                  <a:pt x="557217" y="6594"/>
                </a:lnTo>
                <a:lnTo>
                  <a:pt x="627488" y="2976"/>
                </a:lnTo>
                <a:lnTo>
                  <a:pt x="700091" y="755"/>
                </a:lnTo>
                <a:lnTo>
                  <a:pt x="774700" y="0"/>
                </a:lnTo>
                <a:lnTo>
                  <a:pt x="849308" y="755"/>
                </a:lnTo>
                <a:lnTo>
                  <a:pt x="921911" y="2976"/>
                </a:lnTo>
                <a:lnTo>
                  <a:pt x="992182" y="6594"/>
                </a:lnTo>
                <a:lnTo>
                  <a:pt x="1059797" y="11538"/>
                </a:lnTo>
                <a:lnTo>
                  <a:pt x="1124432" y="17741"/>
                </a:lnTo>
                <a:lnTo>
                  <a:pt x="1185761" y="25132"/>
                </a:lnTo>
                <a:lnTo>
                  <a:pt x="1243461" y="33643"/>
                </a:lnTo>
                <a:lnTo>
                  <a:pt x="1297207" y="43203"/>
                </a:lnTo>
                <a:lnTo>
                  <a:pt x="1346673" y="53745"/>
                </a:lnTo>
                <a:lnTo>
                  <a:pt x="1391536" y="65199"/>
                </a:lnTo>
                <a:lnTo>
                  <a:pt x="1431470" y="77496"/>
                </a:lnTo>
                <a:lnTo>
                  <a:pt x="1495255" y="104341"/>
                </a:lnTo>
                <a:lnTo>
                  <a:pt x="1535431" y="133727"/>
                </a:lnTo>
                <a:lnTo>
                  <a:pt x="1549400" y="165100"/>
                </a:lnTo>
                <a:lnTo>
                  <a:pt x="1545853" y="181000"/>
                </a:lnTo>
                <a:lnTo>
                  <a:pt x="1518456" y="211448"/>
                </a:lnTo>
                <a:lnTo>
                  <a:pt x="1466151" y="239633"/>
                </a:lnTo>
                <a:lnTo>
                  <a:pt x="1391536" y="265000"/>
                </a:lnTo>
                <a:lnTo>
                  <a:pt x="1346673" y="276454"/>
                </a:lnTo>
                <a:lnTo>
                  <a:pt x="1297207" y="286996"/>
                </a:lnTo>
                <a:lnTo>
                  <a:pt x="1243461" y="296556"/>
                </a:lnTo>
                <a:lnTo>
                  <a:pt x="1185761" y="305067"/>
                </a:lnTo>
                <a:lnTo>
                  <a:pt x="1124432" y="312458"/>
                </a:lnTo>
                <a:lnTo>
                  <a:pt x="1059797" y="318661"/>
                </a:lnTo>
                <a:lnTo>
                  <a:pt x="992182" y="323605"/>
                </a:lnTo>
                <a:lnTo>
                  <a:pt x="921911" y="327223"/>
                </a:lnTo>
                <a:lnTo>
                  <a:pt x="849308" y="329444"/>
                </a:lnTo>
                <a:lnTo>
                  <a:pt x="774700" y="330200"/>
                </a:lnTo>
                <a:lnTo>
                  <a:pt x="700091" y="329444"/>
                </a:lnTo>
                <a:lnTo>
                  <a:pt x="627488" y="327223"/>
                </a:lnTo>
                <a:lnTo>
                  <a:pt x="557217" y="323605"/>
                </a:lnTo>
                <a:lnTo>
                  <a:pt x="489602" y="318661"/>
                </a:lnTo>
                <a:lnTo>
                  <a:pt x="424967" y="312458"/>
                </a:lnTo>
                <a:lnTo>
                  <a:pt x="363638" y="305067"/>
                </a:lnTo>
                <a:lnTo>
                  <a:pt x="305938" y="296556"/>
                </a:lnTo>
                <a:lnTo>
                  <a:pt x="252192" y="286996"/>
                </a:lnTo>
                <a:lnTo>
                  <a:pt x="202726" y="276454"/>
                </a:lnTo>
                <a:lnTo>
                  <a:pt x="157863" y="265000"/>
                </a:lnTo>
                <a:lnTo>
                  <a:pt x="117929" y="252703"/>
                </a:lnTo>
                <a:lnTo>
                  <a:pt x="54144" y="225858"/>
                </a:lnTo>
                <a:lnTo>
                  <a:pt x="13969" y="196472"/>
                </a:lnTo>
                <a:lnTo>
                  <a:pt x="0" y="165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58850" y="3330955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客户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4387" y="5126228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客户代理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79612" y="2420938"/>
            <a:ext cx="576580" cy="287655"/>
          </a:xfrm>
          <a:custGeom>
            <a:avLst/>
            <a:gdLst/>
            <a:ahLst/>
            <a:cxnLst/>
            <a:rect l="l" t="t" r="r" b="b"/>
            <a:pathLst>
              <a:path w="576580" h="287655">
                <a:moveTo>
                  <a:pt x="0" y="287337"/>
                </a:moveTo>
                <a:lnTo>
                  <a:pt x="57626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79612" y="3068637"/>
            <a:ext cx="647700" cy="73025"/>
          </a:xfrm>
          <a:custGeom>
            <a:avLst/>
            <a:gdLst/>
            <a:ahLst/>
            <a:cxnLst/>
            <a:rect l="l" t="t" r="r" b="b"/>
            <a:pathLst>
              <a:path w="647700" h="73025">
                <a:moveTo>
                  <a:pt x="0" y="0"/>
                </a:moveTo>
                <a:lnTo>
                  <a:pt x="647700" y="730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9612" y="3284537"/>
            <a:ext cx="647700" cy="504825"/>
          </a:xfrm>
          <a:custGeom>
            <a:avLst/>
            <a:gdLst/>
            <a:ahLst/>
            <a:cxnLst/>
            <a:rect l="l" t="t" r="r" b="b"/>
            <a:pathLst>
              <a:path w="647700" h="504825">
                <a:moveTo>
                  <a:pt x="647700" y="50482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16012" y="3776662"/>
            <a:ext cx="431800" cy="215900"/>
          </a:xfrm>
          <a:custGeom>
            <a:avLst/>
            <a:gdLst/>
            <a:ahLst/>
            <a:cxnLst/>
            <a:rect l="l" t="t" r="r" b="b"/>
            <a:pathLst>
              <a:path w="431800" h="215900">
                <a:moveTo>
                  <a:pt x="0" y="215900"/>
                </a:moveTo>
                <a:lnTo>
                  <a:pt x="215900" y="0"/>
                </a:lnTo>
                <a:lnTo>
                  <a:pt x="431800" y="215900"/>
                </a:lnTo>
                <a:lnTo>
                  <a:pt x="0" y="215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31912" y="3992562"/>
            <a:ext cx="5080" cy="228600"/>
          </a:xfrm>
          <a:custGeom>
            <a:avLst/>
            <a:gdLst/>
            <a:ahLst/>
            <a:cxnLst/>
            <a:rect l="l" t="t" r="r" b="b"/>
            <a:pathLst>
              <a:path w="5080" h="228600">
                <a:moveTo>
                  <a:pt x="0" y="0"/>
                </a:moveTo>
                <a:lnTo>
                  <a:pt x="4762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87637" y="4190492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取消订单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90800" y="3819525"/>
            <a:ext cx="1549400" cy="330200"/>
          </a:xfrm>
          <a:custGeom>
            <a:avLst/>
            <a:gdLst/>
            <a:ahLst/>
            <a:cxnLst/>
            <a:rect l="l" t="t" r="r" b="b"/>
            <a:pathLst>
              <a:path w="1549400" h="330200">
                <a:moveTo>
                  <a:pt x="0" y="165100"/>
                </a:moveTo>
                <a:lnTo>
                  <a:pt x="30943" y="118751"/>
                </a:lnTo>
                <a:lnTo>
                  <a:pt x="83248" y="90566"/>
                </a:lnTo>
                <a:lnTo>
                  <a:pt x="157863" y="65199"/>
                </a:lnTo>
                <a:lnTo>
                  <a:pt x="202726" y="53745"/>
                </a:lnTo>
                <a:lnTo>
                  <a:pt x="252192" y="43203"/>
                </a:lnTo>
                <a:lnTo>
                  <a:pt x="305938" y="33643"/>
                </a:lnTo>
                <a:lnTo>
                  <a:pt x="363638" y="25132"/>
                </a:lnTo>
                <a:lnTo>
                  <a:pt x="424967" y="17741"/>
                </a:lnTo>
                <a:lnTo>
                  <a:pt x="489602" y="11538"/>
                </a:lnTo>
                <a:lnTo>
                  <a:pt x="557217" y="6594"/>
                </a:lnTo>
                <a:lnTo>
                  <a:pt x="627488" y="2976"/>
                </a:lnTo>
                <a:lnTo>
                  <a:pt x="700091" y="755"/>
                </a:lnTo>
                <a:lnTo>
                  <a:pt x="774700" y="0"/>
                </a:lnTo>
                <a:lnTo>
                  <a:pt x="849308" y="755"/>
                </a:lnTo>
                <a:lnTo>
                  <a:pt x="921911" y="2976"/>
                </a:lnTo>
                <a:lnTo>
                  <a:pt x="992182" y="6594"/>
                </a:lnTo>
                <a:lnTo>
                  <a:pt x="1059797" y="11538"/>
                </a:lnTo>
                <a:lnTo>
                  <a:pt x="1124432" y="17741"/>
                </a:lnTo>
                <a:lnTo>
                  <a:pt x="1185761" y="25132"/>
                </a:lnTo>
                <a:lnTo>
                  <a:pt x="1243461" y="33643"/>
                </a:lnTo>
                <a:lnTo>
                  <a:pt x="1297207" y="43203"/>
                </a:lnTo>
                <a:lnTo>
                  <a:pt x="1346673" y="53745"/>
                </a:lnTo>
                <a:lnTo>
                  <a:pt x="1391536" y="65199"/>
                </a:lnTo>
                <a:lnTo>
                  <a:pt x="1431470" y="77496"/>
                </a:lnTo>
                <a:lnTo>
                  <a:pt x="1495255" y="104341"/>
                </a:lnTo>
                <a:lnTo>
                  <a:pt x="1535431" y="133727"/>
                </a:lnTo>
                <a:lnTo>
                  <a:pt x="1549400" y="165100"/>
                </a:lnTo>
                <a:lnTo>
                  <a:pt x="1545853" y="181000"/>
                </a:lnTo>
                <a:lnTo>
                  <a:pt x="1518456" y="211448"/>
                </a:lnTo>
                <a:lnTo>
                  <a:pt x="1466151" y="239633"/>
                </a:lnTo>
                <a:lnTo>
                  <a:pt x="1391536" y="265000"/>
                </a:lnTo>
                <a:lnTo>
                  <a:pt x="1346673" y="276454"/>
                </a:lnTo>
                <a:lnTo>
                  <a:pt x="1297207" y="286996"/>
                </a:lnTo>
                <a:lnTo>
                  <a:pt x="1243461" y="296556"/>
                </a:lnTo>
                <a:lnTo>
                  <a:pt x="1185761" y="305067"/>
                </a:lnTo>
                <a:lnTo>
                  <a:pt x="1124432" y="312458"/>
                </a:lnTo>
                <a:lnTo>
                  <a:pt x="1059797" y="318661"/>
                </a:lnTo>
                <a:lnTo>
                  <a:pt x="992182" y="323605"/>
                </a:lnTo>
                <a:lnTo>
                  <a:pt x="921911" y="327223"/>
                </a:lnTo>
                <a:lnTo>
                  <a:pt x="849308" y="329444"/>
                </a:lnTo>
                <a:lnTo>
                  <a:pt x="774700" y="330200"/>
                </a:lnTo>
                <a:lnTo>
                  <a:pt x="700091" y="329444"/>
                </a:lnTo>
                <a:lnTo>
                  <a:pt x="627488" y="327223"/>
                </a:lnTo>
                <a:lnTo>
                  <a:pt x="557217" y="323605"/>
                </a:lnTo>
                <a:lnTo>
                  <a:pt x="489602" y="318661"/>
                </a:lnTo>
                <a:lnTo>
                  <a:pt x="424967" y="312458"/>
                </a:lnTo>
                <a:lnTo>
                  <a:pt x="363638" y="305067"/>
                </a:lnTo>
                <a:lnTo>
                  <a:pt x="305938" y="296556"/>
                </a:lnTo>
                <a:lnTo>
                  <a:pt x="252192" y="286996"/>
                </a:lnTo>
                <a:lnTo>
                  <a:pt x="202726" y="276454"/>
                </a:lnTo>
                <a:lnTo>
                  <a:pt x="157863" y="265000"/>
                </a:lnTo>
                <a:lnTo>
                  <a:pt x="117929" y="252703"/>
                </a:lnTo>
                <a:lnTo>
                  <a:pt x="54144" y="225858"/>
                </a:lnTo>
                <a:lnTo>
                  <a:pt x="13969" y="196472"/>
                </a:lnTo>
                <a:lnTo>
                  <a:pt x="0" y="165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27275" y="5991859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汇总销售报表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90800" y="5546725"/>
            <a:ext cx="1549400" cy="330200"/>
          </a:xfrm>
          <a:custGeom>
            <a:avLst/>
            <a:gdLst/>
            <a:ahLst/>
            <a:cxnLst/>
            <a:rect l="l" t="t" r="r" b="b"/>
            <a:pathLst>
              <a:path w="1549400" h="330200">
                <a:moveTo>
                  <a:pt x="0" y="165100"/>
                </a:moveTo>
                <a:lnTo>
                  <a:pt x="30943" y="118751"/>
                </a:lnTo>
                <a:lnTo>
                  <a:pt x="83248" y="90566"/>
                </a:lnTo>
                <a:lnTo>
                  <a:pt x="157863" y="65199"/>
                </a:lnTo>
                <a:lnTo>
                  <a:pt x="202726" y="53745"/>
                </a:lnTo>
                <a:lnTo>
                  <a:pt x="252192" y="43203"/>
                </a:lnTo>
                <a:lnTo>
                  <a:pt x="305938" y="33643"/>
                </a:lnTo>
                <a:lnTo>
                  <a:pt x="363638" y="25132"/>
                </a:lnTo>
                <a:lnTo>
                  <a:pt x="424967" y="17741"/>
                </a:lnTo>
                <a:lnTo>
                  <a:pt x="489602" y="11538"/>
                </a:lnTo>
                <a:lnTo>
                  <a:pt x="557217" y="6594"/>
                </a:lnTo>
                <a:lnTo>
                  <a:pt x="627488" y="2976"/>
                </a:lnTo>
                <a:lnTo>
                  <a:pt x="700091" y="755"/>
                </a:lnTo>
                <a:lnTo>
                  <a:pt x="774700" y="0"/>
                </a:lnTo>
                <a:lnTo>
                  <a:pt x="849308" y="755"/>
                </a:lnTo>
                <a:lnTo>
                  <a:pt x="921911" y="2976"/>
                </a:lnTo>
                <a:lnTo>
                  <a:pt x="992182" y="6594"/>
                </a:lnTo>
                <a:lnTo>
                  <a:pt x="1059797" y="11538"/>
                </a:lnTo>
                <a:lnTo>
                  <a:pt x="1124432" y="17741"/>
                </a:lnTo>
                <a:lnTo>
                  <a:pt x="1185761" y="25132"/>
                </a:lnTo>
                <a:lnTo>
                  <a:pt x="1243461" y="33643"/>
                </a:lnTo>
                <a:lnTo>
                  <a:pt x="1297207" y="43203"/>
                </a:lnTo>
                <a:lnTo>
                  <a:pt x="1346673" y="53745"/>
                </a:lnTo>
                <a:lnTo>
                  <a:pt x="1391536" y="65199"/>
                </a:lnTo>
                <a:lnTo>
                  <a:pt x="1431470" y="77496"/>
                </a:lnTo>
                <a:lnTo>
                  <a:pt x="1495255" y="104341"/>
                </a:lnTo>
                <a:lnTo>
                  <a:pt x="1535431" y="133727"/>
                </a:lnTo>
                <a:lnTo>
                  <a:pt x="1549400" y="165100"/>
                </a:lnTo>
                <a:lnTo>
                  <a:pt x="1545853" y="181000"/>
                </a:lnTo>
                <a:lnTo>
                  <a:pt x="1518456" y="211448"/>
                </a:lnTo>
                <a:lnTo>
                  <a:pt x="1466151" y="239633"/>
                </a:lnTo>
                <a:lnTo>
                  <a:pt x="1391536" y="265000"/>
                </a:lnTo>
                <a:lnTo>
                  <a:pt x="1346673" y="276454"/>
                </a:lnTo>
                <a:lnTo>
                  <a:pt x="1297207" y="286996"/>
                </a:lnTo>
                <a:lnTo>
                  <a:pt x="1243461" y="296556"/>
                </a:lnTo>
                <a:lnTo>
                  <a:pt x="1185761" y="305067"/>
                </a:lnTo>
                <a:lnTo>
                  <a:pt x="1124432" y="312458"/>
                </a:lnTo>
                <a:lnTo>
                  <a:pt x="1059797" y="318661"/>
                </a:lnTo>
                <a:lnTo>
                  <a:pt x="992182" y="323605"/>
                </a:lnTo>
                <a:lnTo>
                  <a:pt x="921911" y="327223"/>
                </a:lnTo>
                <a:lnTo>
                  <a:pt x="849308" y="329444"/>
                </a:lnTo>
                <a:lnTo>
                  <a:pt x="774700" y="330200"/>
                </a:lnTo>
                <a:lnTo>
                  <a:pt x="700091" y="329444"/>
                </a:lnTo>
                <a:lnTo>
                  <a:pt x="627488" y="327223"/>
                </a:lnTo>
                <a:lnTo>
                  <a:pt x="557217" y="323605"/>
                </a:lnTo>
                <a:lnTo>
                  <a:pt x="489602" y="318661"/>
                </a:lnTo>
                <a:lnTo>
                  <a:pt x="424967" y="312458"/>
                </a:lnTo>
                <a:lnTo>
                  <a:pt x="363638" y="305067"/>
                </a:lnTo>
                <a:lnTo>
                  <a:pt x="305938" y="296556"/>
                </a:lnTo>
                <a:lnTo>
                  <a:pt x="252192" y="286996"/>
                </a:lnTo>
                <a:lnTo>
                  <a:pt x="202726" y="276454"/>
                </a:lnTo>
                <a:lnTo>
                  <a:pt x="157863" y="265000"/>
                </a:lnTo>
                <a:lnTo>
                  <a:pt x="117929" y="252703"/>
                </a:lnTo>
                <a:lnTo>
                  <a:pt x="54144" y="225858"/>
                </a:lnTo>
                <a:lnTo>
                  <a:pt x="13969" y="196472"/>
                </a:lnTo>
                <a:lnTo>
                  <a:pt x="0" y="165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35150" y="3500437"/>
            <a:ext cx="720725" cy="1224280"/>
          </a:xfrm>
          <a:custGeom>
            <a:avLst/>
            <a:gdLst/>
            <a:ahLst/>
            <a:cxnLst/>
            <a:rect l="l" t="t" r="r" b="b"/>
            <a:pathLst>
              <a:path w="720725" h="1224279">
                <a:moveTo>
                  <a:pt x="0" y="0"/>
                </a:moveTo>
                <a:lnTo>
                  <a:pt x="720725" y="122396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92275" y="3716337"/>
            <a:ext cx="863600" cy="1873250"/>
          </a:xfrm>
          <a:custGeom>
            <a:avLst/>
            <a:gdLst/>
            <a:ahLst/>
            <a:cxnLst/>
            <a:rect l="l" t="t" r="r" b="b"/>
            <a:pathLst>
              <a:path w="863600" h="1873250">
                <a:moveTo>
                  <a:pt x="0" y="0"/>
                </a:moveTo>
                <a:lnTo>
                  <a:pt x="863600" y="18732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232525" y="5342635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签定合同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72225" y="4868862"/>
            <a:ext cx="1152525" cy="387350"/>
          </a:xfrm>
          <a:custGeom>
            <a:avLst/>
            <a:gdLst/>
            <a:ahLst/>
            <a:cxnLst/>
            <a:rect l="l" t="t" r="r" b="b"/>
            <a:pathLst>
              <a:path w="1152525" h="387350">
                <a:moveTo>
                  <a:pt x="0" y="193675"/>
                </a:moveTo>
                <a:lnTo>
                  <a:pt x="15219" y="149267"/>
                </a:lnTo>
                <a:lnTo>
                  <a:pt x="58571" y="108501"/>
                </a:lnTo>
                <a:lnTo>
                  <a:pt x="126598" y="72541"/>
                </a:lnTo>
                <a:lnTo>
                  <a:pt x="168783" y="56726"/>
                </a:lnTo>
                <a:lnTo>
                  <a:pt x="215839" y="42548"/>
                </a:lnTo>
                <a:lnTo>
                  <a:pt x="267334" y="30152"/>
                </a:lnTo>
                <a:lnTo>
                  <a:pt x="322836" y="19685"/>
                </a:lnTo>
                <a:lnTo>
                  <a:pt x="381912" y="11290"/>
                </a:lnTo>
                <a:lnTo>
                  <a:pt x="444130" y="5115"/>
                </a:lnTo>
                <a:lnTo>
                  <a:pt x="509058" y="1302"/>
                </a:lnTo>
                <a:lnTo>
                  <a:pt x="576262" y="0"/>
                </a:lnTo>
                <a:lnTo>
                  <a:pt x="643466" y="1302"/>
                </a:lnTo>
                <a:lnTo>
                  <a:pt x="708394" y="5115"/>
                </a:lnTo>
                <a:lnTo>
                  <a:pt x="770612" y="11290"/>
                </a:lnTo>
                <a:lnTo>
                  <a:pt x="829688" y="19685"/>
                </a:lnTo>
                <a:lnTo>
                  <a:pt x="885189" y="30152"/>
                </a:lnTo>
                <a:lnTo>
                  <a:pt x="936685" y="42548"/>
                </a:lnTo>
                <a:lnTo>
                  <a:pt x="983741" y="56726"/>
                </a:lnTo>
                <a:lnTo>
                  <a:pt x="1025926" y="72541"/>
                </a:lnTo>
                <a:lnTo>
                  <a:pt x="1062807" y="89848"/>
                </a:lnTo>
                <a:lnTo>
                  <a:pt x="1118929" y="128356"/>
                </a:lnTo>
                <a:lnTo>
                  <a:pt x="1148648" y="171088"/>
                </a:lnTo>
                <a:lnTo>
                  <a:pt x="1152525" y="193675"/>
                </a:lnTo>
                <a:lnTo>
                  <a:pt x="1148648" y="216261"/>
                </a:lnTo>
                <a:lnTo>
                  <a:pt x="1118929" y="258993"/>
                </a:lnTo>
                <a:lnTo>
                  <a:pt x="1062807" y="297501"/>
                </a:lnTo>
                <a:lnTo>
                  <a:pt x="1025926" y="314808"/>
                </a:lnTo>
                <a:lnTo>
                  <a:pt x="983741" y="330623"/>
                </a:lnTo>
                <a:lnTo>
                  <a:pt x="936685" y="344801"/>
                </a:lnTo>
                <a:lnTo>
                  <a:pt x="885189" y="357197"/>
                </a:lnTo>
                <a:lnTo>
                  <a:pt x="829688" y="367664"/>
                </a:lnTo>
                <a:lnTo>
                  <a:pt x="770612" y="376059"/>
                </a:lnTo>
                <a:lnTo>
                  <a:pt x="708394" y="382234"/>
                </a:lnTo>
                <a:lnTo>
                  <a:pt x="643466" y="386047"/>
                </a:lnTo>
                <a:lnTo>
                  <a:pt x="576262" y="387350"/>
                </a:lnTo>
                <a:lnTo>
                  <a:pt x="509058" y="386047"/>
                </a:lnTo>
                <a:lnTo>
                  <a:pt x="444130" y="382234"/>
                </a:lnTo>
                <a:lnTo>
                  <a:pt x="381912" y="376059"/>
                </a:lnTo>
                <a:lnTo>
                  <a:pt x="322836" y="367664"/>
                </a:lnTo>
                <a:lnTo>
                  <a:pt x="267334" y="357197"/>
                </a:lnTo>
                <a:lnTo>
                  <a:pt x="215839" y="344801"/>
                </a:lnTo>
                <a:lnTo>
                  <a:pt x="168783" y="330623"/>
                </a:lnTo>
                <a:lnTo>
                  <a:pt x="126598" y="314808"/>
                </a:lnTo>
                <a:lnTo>
                  <a:pt x="89717" y="297501"/>
                </a:lnTo>
                <a:lnTo>
                  <a:pt x="33595" y="258993"/>
                </a:lnTo>
                <a:lnTo>
                  <a:pt x="3876" y="216261"/>
                </a:lnTo>
                <a:lnTo>
                  <a:pt x="0" y="193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802562" y="570230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职员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30937" y="6135115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计算运费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27762" y="5805487"/>
            <a:ext cx="1217930" cy="360680"/>
          </a:xfrm>
          <a:custGeom>
            <a:avLst/>
            <a:gdLst/>
            <a:ahLst/>
            <a:cxnLst/>
            <a:rect l="l" t="t" r="r" b="b"/>
            <a:pathLst>
              <a:path w="1217929" h="360679">
                <a:moveTo>
                  <a:pt x="0" y="180181"/>
                </a:moveTo>
                <a:lnTo>
                  <a:pt x="16078" y="138867"/>
                </a:lnTo>
                <a:lnTo>
                  <a:pt x="61879" y="100941"/>
                </a:lnTo>
                <a:lnTo>
                  <a:pt x="133747" y="67486"/>
                </a:lnTo>
                <a:lnTo>
                  <a:pt x="178315" y="52773"/>
                </a:lnTo>
                <a:lnTo>
                  <a:pt x="228028" y="39583"/>
                </a:lnTo>
                <a:lnTo>
                  <a:pt x="282432" y="28052"/>
                </a:lnTo>
                <a:lnTo>
                  <a:pt x="341068" y="18313"/>
                </a:lnTo>
                <a:lnTo>
                  <a:pt x="403480" y="10504"/>
                </a:lnTo>
                <a:lnTo>
                  <a:pt x="469212" y="4758"/>
                </a:lnTo>
                <a:lnTo>
                  <a:pt x="537806" y="1212"/>
                </a:lnTo>
                <a:lnTo>
                  <a:pt x="608806" y="0"/>
                </a:lnTo>
                <a:lnTo>
                  <a:pt x="679805" y="1212"/>
                </a:lnTo>
                <a:lnTo>
                  <a:pt x="748399" y="4758"/>
                </a:lnTo>
                <a:lnTo>
                  <a:pt x="814131" y="10504"/>
                </a:lnTo>
                <a:lnTo>
                  <a:pt x="876543" y="18313"/>
                </a:lnTo>
                <a:lnTo>
                  <a:pt x="935179" y="28052"/>
                </a:lnTo>
                <a:lnTo>
                  <a:pt x="989583" y="39583"/>
                </a:lnTo>
                <a:lnTo>
                  <a:pt x="1039296" y="52773"/>
                </a:lnTo>
                <a:lnTo>
                  <a:pt x="1083864" y="67486"/>
                </a:lnTo>
                <a:lnTo>
                  <a:pt x="1122828" y="83588"/>
                </a:lnTo>
                <a:lnTo>
                  <a:pt x="1182119" y="119413"/>
                </a:lnTo>
                <a:lnTo>
                  <a:pt x="1213516" y="159168"/>
                </a:lnTo>
                <a:lnTo>
                  <a:pt x="1217612" y="180181"/>
                </a:lnTo>
                <a:lnTo>
                  <a:pt x="1213516" y="201193"/>
                </a:lnTo>
                <a:lnTo>
                  <a:pt x="1182119" y="240948"/>
                </a:lnTo>
                <a:lnTo>
                  <a:pt x="1122828" y="276773"/>
                </a:lnTo>
                <a:lnTo>
                  <a:pt x="1083864" y="292875"/>
                </a:lnTo>
                <a:lnTo>
                  <a:pt x="1039296" y="307588"/>
                </a:lnTo>
                <a:lnTo>
                  <a:pt x="989583" y="320778"/>
                </a:lnTo>
                <a:lnTo>
                  <a:pt x="935179" y="332309"/>
                </a:lnTo>
                <a:lnTo>
                  <a:pt x="876543" y="342048"/>
                </a:lnTo>
                <a:lnTo>
                  <a:pt x="814131" y="349857"/>
                </a:lnTo>
                <a:lnTo>
                  <a:pt x="748399" y="355603"/>
                </a:lnTo>
                <a:lnTo>
                  <a:pt x="679805" y="359149"/>
                </a:lnTo>
                <a:lnTo>
                  <a:pt x="608806" y="360362"/>
                </a:lnTo>
                <a:lnTo>
                  <a:pt x="537806" y="359149"/>
                </a:lnTo>
                <a:lnTo>
                  <a:pt x="469212" y="355603"/>
                </a:lnTo>
                <a:lnTo>
                  <a:pt x="403480" y="349857"/>
                </a:lnTo>
                <a:lnTo>
                  <a:pt x="341068" y="342048"/>
                </a:lnTo>
                <a:lnTo>
                  <a:pt x="282432" y="332309"/>
                </a:lnTo>
                <a:lnTo>
                  <a:pt x="228028" y="320778"/>
                </a:lnTo>
                <a:lnTo>
                  <a:pt x="178315" y="307588"/>
                </a:lnTo>
                <a:lnTo>
                  <a:pt x="133747" y="292875"/>
                </a:lnTo>
                <a:lnTo>
                  <a:pt x="94783" y="276773"/>
                </a:lnTo>
                <a:lnTo>
                  <a:pt x="35492" y="240948"/>
                </a:lnTo>
                <a:lnTo>
                  <a:pt x="4095" y="201193"/>
                </a:lnTo>
                <a:lnTo>
                  <a:pt x="0" y="1801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451725" y="5157787"/>
            <a:ext cx="433705" cy="287655"/>
          </a:xfrm>
          <a:custGeom>
            <a:avLst/>
            <a:gdLst/>
            <a:ahLst/>
            <a:cxnLst/>
            <a:rect l="l" t="t" r="r" b="b"/>
            <a:pathLst>
              <a:path w="433704" h="287654">
                <a:moveTo>
                  <a:pt x="0" y="0"/>
                </a:moveTo>
                <a:lnTo>
                  <a:pt x="433388" y="28733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451725" y="5661025"/>
            <a:ext cx="360680" cy="288925"/>
          </a:xfrm>
          <a:custGeom>
            <a:avLst/>
            <a:gdLst/>
            <a:ahLst/>
            <a:cxnLst/>
            <a:rect l="l" t="t" r="r" b="b"/>
            <a:pathLst>
              <a:path w="360679" h="288925">
                <a:moveTo>
                  <a:pt x="0" y="288925"/>
                </a:moveTo>
                <a:lnTo>
                  <a:pt x="3603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643437" y="2997200"/>
            <a:ext cx="979805" cy="904875"/>
          </a:xfrm>
          <a:prstGeom prst="rect">
            <a:avLst/>
          </a:prstGeom>
          <a:solidFill>
            <a:srgbClr val="C0C0C0"/>
          </a:solidFill>
          <a:ln w="9525">
            <a:solidFill>
              <a:srgbClr val="EEECE1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254"/>
              </a:spcBef>
            </a:pPr>
            <a:r>
              <a:rPr sz="2400" dirty="0">
                <a:latin typeface="宋体"/>
                <a:cs typeface="宋体"/>
              </a:rPr>
              <a:t>定单</a:t>
            </a:r>
          </a:p>
          <a:p>
            <a:pPr marL="167005">
              <a:lnSpc>
                <a:spcPct val="100000"/>
              </a:lnSpc>
              <a:spcBef>
                <a:spcPts val="625"/>
              </a:spcBef>
            </a:pPr>
            <a:r>
              <a:rPr sz="2400" dirty="0">
                <a:latin typeface="宋体"/>
                <a:cs typeface="宋体"/>
              </a:rPr>
              <a:t>界面</a:t>
            </a:r>
          </a:p>
        </p:txBody>
      </p:sp>
      <p:sp>
        <p:nvSpPr>
          <p:cNvPr id="31" name="object 31"/>
          <p:cNvSpPr/>
          <p:nvPr/>
        </p:nvSpPr>
        <p:spPr>
          <a:xfrm>
            <a:off x="7019925" y="4508500"/>
            <a:ext cx="73025" cy="360680"/>
          </a:xfrm>
          <a:custGeom>
            <a:avLst/>
            <a:gdLst/>
            <a:ahLst/>
            <a:cxnLst/>
            <a:rect l="l" t="t" r="r" b="b"/>
            <a:pathLst>
              <a:path w="73025" h="360679">
                <a:moveTo>
                  <a:pt x="73025" y="0"/>
                </a:moveTo>
                <a:lnTo>
                  <a:pt x="0" y="3603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35825" y="3860799"/>
            <a:ext cx="1008380" cy="1008380"/>
          </a:xfrm>
          <a:custGeom>
            <a:avLst/>
            <a:gdLst/>
            <a:ahLst/>
            <a:cxnLst/>
            <a:rect l="l" t="t" r="r" b="b"/>
            <a:pathLst>
              <a:path w="1008379" h="1008379">
                <a:moveTo>
                  <a:pt x="0" y="1008063"/>
                </a:moveTo>
                <a:lnTo>
                  <a:pt x="10080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92218" y="3026530"/>
            <a:ext cx="979805" cy="831215"/>
          </a:xfrm>
          <a:custGeom>
            <a:avLst/>
            <a:gdLst/>
            <a:ahLst/>
            <a:cxnLst/>
            <a:rect l="l" t="t" r="r" b="b"/>
            <a:pathLst>
              <a:path w="979804" h="831214">
                <a:moveTo>
                  <a:pt x="0" y="0"/>
                </a:moveTo>
                <a:lnTo>
                  <a:pt x="979487" y="0"/>
                </a:lnTo>
                <a:lnTo>
                  <a:pt x="979487" y="830997"/>
                </a:lnTo>
                <a:lnTo>
                  <a:pt x="0" y="830997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592218" y="3026530"/>
            <a:ext cx="979805" cy="831215"/>
          </a:xfrm>
          <a:custGeom>
            <a:avLst/>
            <a:gdLst/>
            <a:ahLst/>
            <a:cxnLst/>
            <a:rect l="l" t="t" r="r" b="b"/>
            <a:pathLst>
              <a:path w="979804" h="831214">
                <a:moveTo>
                  <a:pt x="0" y="0"/>
                </a:moveTo>
                <a:lnTo>
                  <a:pt x="979487" y="0"/>
                </a:lnTo>
                <a:lnTo>
                  <a:pt x="979487" y="830997"/>
                </a:lnTo>
                <a:lnTo>
                  <a:pt x="0" y="830997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579518" y="3071876"/>
            <a:ext cx="939800" cy="73596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710"/>
              </a:lnSpc>
              <a:spcBef>
                <a:spcPts val="330"/>
              </a:spcBef>
            </a:pPr>
            <a:r>
              <a:rPr sz="2400" dirty="0">
                <a:latin typeface="宋体"/>
                <a:cs typeface="宋体"/>
              </a:rPr>
              <a:t>原料合 同界面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10325" y="3654850"/>
            <a:ext cx="1019175" cy="831215"/>
          </a:xfrm>
          <a:prstGeom prst="rect">
            <a:avLst/>
          </a:prstGeom>
          <a:solidFill>
            <a:srgbClr val="C0C0C0"/>
          </a:solidFill>
          <a:ln w="9525">
            <a:solidFill>
              <a:srgbClr val="80808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R="97790">
              <a:lnSpc>
                <a:spcPts val="2710"/>
              </a:lnSpc>
              <a:spcBef>
                <a:spcPts val="685"/>
              </a:spcBef>
            </a:pPr>
            <a:r>
              <a:rPr sz="2400" dirty="0">
                <a:latin typeface="宋体"/>
                <a:cs typeface="宋体"/>
              </a:rPr>
              <a:t>设备合 同界面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09675" y="2636837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107950"/>
                </a:moveTo>
                <a:lnTo>
                  <a:pt x="8483" y="65930"/>
                </a:lnTo>
                <a:lnTo>
                  <a:pt x="31617" y="31617"/>
                </a:lnTo>
                <a:lnTo>
                  <a:pt x="65930" y="8483"/>
                </a:lnTo>
                <a:lnTo>
                  <a:pt x="107950" y="0"/>
                </a:lnTo>
                <a:lnTo>
                  <a:pt x="149968" y="8483"/>
                </a:lnTo>
                <a:lnTo>
                  <a:pt x="184282" y="31617"/>
                </a:lnTo>
                <a:lnTo>
                  <a:pt x="207416" y="65930"/>
                </a:lnTo>
                <a:lnTo>
                  <a:pt x="215900" y="107950"/>
                </a:lnTo>
                <a:lnTo>
                  <a:pt x="207416" y="149968"/>
                </a:lnTo>
                <a:lnTo>
                  <a:pt x="184282" y="184282"/>
                </a:lnTo>
                <a:lnTo>
                  <a:pt x="149968" y="207416"/>
                </a:lnTo>
                <a:lnTo>
                  <a:pt x="107950" y="215900"/>
                </a:lnTo>
                <a:lnTo>
                  <a:pt x="65930" y="207416"/>
                </a:lnTo>
                <a:lnTo>
                  <a:pt x="31617" y="184282"/>
                </a:lnTo>
                <a:lnTo>
                  <a:pt x="8483" y="149968"/>
                </a:lnTo>
                <a:lnTo>
                  <a:pt x="0" y="1079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22387" y="2852737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80" h="184150">
                <a:moveTo>
                  <a:pt x="0" y="0"/>
                </a:moveTo>
                <a:lnTo>
                  <a:pt x="4762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44575" y="2924175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>
                <a:moveTo>
                  <a:pt x="0" y="0"/>
                </a:moveTo>
                <a:lnTo>
                  <a:pt x="576263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187449" y="2995612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80" h="288925">
                <a:moveTo>
                  <a:pt x="144463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330325" y="2995612"/>
            <a:ext cx="167005" cy="288925"/>
          </a:xfrm>
          <a:custGeom>
            <a:avLst/>
            <a:gdLst/>
            <a:ahLst/>
            <a:cxnLst/>
            <a:rect l="l" t="t" r="r" b="b"/>
            <a:pathLst>
              <a:path w="167005" h="288925">
                <a:moveTo>
                  <a:pt x="0" y="0"/>
                </a:moveTo>
                <a:lnTo>
                  <a:pt x="166688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204912" y="4365625"/>
            <a:ext cx="215900" cy="222250"/>
          </a:xfrm>
          <a:custGeom>
            <a:avLst/>
            <a:gdLst/>
            <a:ahLst/>
            <a:cxnLst/>
            <a:rect l="l" t="t" r="r" b="b"/>
            <a:pathLst>
              <a:path w="215900" h="222250">
                <a:moveTo>
                  <a:pt x="0" y="111125"/>
                </a:moveTo>
                <a:lnTo>
                  <a:pt x="8483" y="67870"/>
                </a:lnTo>
                <a:lnTo>
                  <a:pt x="31617" y="32547"/>
                </a:lnTo>
                <a:lnTo>
                  <a:pt x="65930" y="8732"/>
                </a:lnTo>
                <a:lnTo>
                  <a:pt x="107950" y="0"/>
                </a:lnTo>
                <a:lnTo>
                  <a:pt x="149968" y="8732"/>
                </a:lnTo>
                <a:lnTo>
                  <a:pt x="184282" y="32547"/>
                </a:lnTo>
                <a:lnTo>
                  <a:pt x="207416" y="67870"/>
                </a:lnTo>
                <a:lnTo>
                  <a:pt x="215900" y="111125"/>
                </a:lnTo>
                <a:lnTo>
                  <a:pt x="207416" y="154379"/>
                </a:lnTo>
                <a:lnTo>
                  <a:pt x="184282" y="189702"/>
                </a:lnTo>
                <a:lnTo>
                  <a:pt x="149968" y="213517"/>
                </a:lnTo>
                <a:lnTo>
                  <a:pt x="107950" y="222250"/>
                </a:lnTo>
                <a:lnTo>
                  <a:pt x="65930" y="213517"/>
                </a:lnTo>
                <a:lnTo>
                  <a:pt x="31617" y="189702"/>
                </a:lnTo>
                <a:lnTo>
                  <a:pt x="8483" y="154379"/>
                </a:lnTo>
                <a:lnTo>
                  <a:pt x="0" y="1111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317625" y="4594225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80" h="184150">
                <a:moveTo>
                  <a:pt x="0" y="0"/>
                </a:moveTo>
                <a:lnTo>
                  <a:pt x="4763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9812" y="4665662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>
                <a:moveTo>
                  <a:pt x="0" y="0"/>
                </a:moveTo>
                <a:lnTo>
                  <a:pt x="5762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82687" y="4737100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80" h="288925">
                <a:moveTo>
                  <a:pt x="144462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25562" y="4737100"/>
            <a:ext cx="167005" cy="288925"/>
          </a:xfrm>
          <a:custGeom>
            <a:avLst/>
            <a:gdLst/>
            <a:ahLst/>
            <a:cxnLst/>
            <a:rect l="l" t="t" r="r" b="b"/>
            <a:pathLst>
              <a:path w="167005" h="288925">
                <a:moveTo>
                  <a:pt x="0" y="0"/>
                </a:moveTo>
                <a:lnTo>
                  <a:pt x="166687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974012" y="5000625"/>
            <a:ext cx="215900" cy="222250"/>
          </a:xfrm>
          <a:custGeom>
            <a:avLst/>
            <a:gdLst/>
            <a:ahLst/>
            <a:cxnLst/>
            <a:rect l="l" t="t" r="r" b="b"/>
            <a:pathLst>
              <a:path w="215900" h="222250">
                <a:moveTo>
                  <a:pt x="0" y="111125"/>
                </a:moveTo>
                <a:lnTo>
                  <a:pt x="8483" y="67870"/>
                </a:lnTo>
                <a:lnTo>
                  <a:pt x="31617" y="32547"/>
                </a:lnTo>
                <a:lnTo>
                  <a:pt x="65930" y="8732"/>
                </a:lnTo>
                <a:lnTo>
                  <a:pt x="107950" y="0"/>
                </a:lnTo>
                <a:lnTo>
                  <a:pt x="149968" y="8732"/>
                </a:lnTo>
                <a:lnTo>
                  <a:pt x="184282" y="32547"/>
                </a:lnTo>
                <a:lnTo>
                  <a:pt x="207416" y="67870"/>
                </a:lnTo>
                <a:lnTo>
                  <a:pt x="215900" y="111125"/>
                </a:lnTo>
                <a:lnTo>
                  <a:pt x="207416" y="154379"/>
                </a:lnTo>
                <a:lnTo>
                  <a:pt x="184282" y="189702"/>
                </a:lnTo>
                <a:lnTo>
                  <a:pt x="149968" y="213517"/>
                </a:lnTo>
                <a:lnTo>
                  <a:pt x="107950" y="222250"/>
                </a:lnTo>
                <a:lnTo>
                  <a:pt x="65930" y="213517"/>
                </a:lnTo>
                <a:lnTo>
                  <a:pt x="31617" y="189702"/>
                </a:lnTo>
                <a:lnTo>
                  <a:pt x="8483" y="154379"/>
                </a:lnTo>
                <a:lnTo>
                  <a:pt x="0" y="1111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089900" y="5235575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79" h="184150">
                <a:moveTo>
                  <a:pt x="0" y="0"/>
                </a:moveTo>
                <a:lnTo>
                  <a:pt x="4763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812087" y="5307012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>
                <a:moveTo>
                  <a:pt x="0" y="0"/>
                </a:moveTo>
                <a:lnTo>
                  <a:pt x="5762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954963" y="5378450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79" h="288925">
                <a:moveTo>
                  <a:pt x="144462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97837" y="5378450"/>
            <a:ext cx="167005" cy="288925"/>
          </a:xfrm>
          <a:custGeom>
            <a:avLst/>
            <a:gdLst/>
            <a:ahLst/>
            <a:cxnLst/>
            <a:rect l="l" t="t" r="r" b="b"/>
            <a:pathLst>
              <a:path w="167004" h="288925">
                <a:moveTo>
                  <a:pt x="0" y="0"/>
                </a:moveTo>
                <a:lnTo>
                  <a:pt x="166687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11637" y="3213100"/>
            <a:ext cx="431800" cy="71755"/>
          </a:xfrm>
          <a:custGeom>
            <a:avLst/>
            <a:gdLst/>
            <a:ahLst/>
            <a:cxnLst/>
            <a:rect l="l" t="t" r="r" b="b"/>
            <a:pathLst>
              <a:path w="431800" h="71754">
                <a:moveTo>
                  <a:pt x="0" y="0"/>
                </a:moveTo>
                <a:lnTo>
                  <a:pt x="431800" y="7143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67175" y="3644900"/>
            <a:ext cx="576580" cy="288925"/>
          </a:xfrm>
          <a:custGeom>
            <a:avLst/>
            <a:gdLst/>
            <a:ahLst/>
            <a:cxnLst/>
            <a:rect l="l" t="t" r="r" b="b"/>
            <a:pathLst>
              <a:path w="576579" h="288925">
                <a:moveTo>
                  <a:pt x="0" y="288925"/>
                </a:moveTo>
                <a:lnTo>
                  <a:pt x="5762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0112" y="2085975"/>
            <a:ext cx="7086600" cy="3935729"/>
          </a:xfrm>
          <a:custGeom>
            <a:avLst/>
            <a:gdLst/>
            <a:ahLst/>
            <a:cxnLst/>
            <a:rect l="l" t="t" r="r" b="b"/>
            <a:pathLst>
              <a:path w="7086600" h="3935729">
                <a:moveTo>
                  <a:pt x="0" y="0"/>
                </a:moveTo>
                <a:lnTo>
                  <a:pt x="7086600" y="0"/>
                </a:lnTo>
                <a:lnTo>
                  <a:pt x="7086600" y="3935413"/>
                </a:lnTo>
                <a:lnTo>
                  <a:pt x="0" y="393541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1552" y="5586476"/>
            <a:ext cx="3365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从处理逻辑上看有问题。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20377" y="175259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用例表示举例</a:t>
            </a:r>
          </a:p>
        </p:txBody>
      </p:sp>
      <p:sp>
        <p:nvSpPr>
          <p:cNvPr id="5" name="object 5"/>
          <p:cNvSpPr/>
          <p:nvPr/>
        </p:nvSpPr>
        <p:spPr>
          <a:xfrm>
            <a:off x="5969000" y="4156075"/>
            <a:ext cx="1524000" cy="408305"/>
          </a:xfrm>
          <a:custGeom>
            <a:avLst/>
            <a:gdLst/>
            <a:ahLst/>
            <a:cxnLst/>
            <a:rect l="l" t="t" r="r" b="b"/>
            <a:pathLst>
              <a:path w="1524000" h="408304">
                <a:moveTo>
                  <a:pt x="0" y="203994"/>
                </a:moveTo>
                <a:lnTo>
                  <a:pt x="13740" y="165230"/>
                </a:lnTo>
                <a:lnTo>
                  <a:pt x="53256" y="128922"/>
                </a:lnTo>
                <a:lnTo>
                  <a:pt x="115996" y="95753"/>
                </a:lnTo>
                <a:lnTo>
                  <a:pt x="155275" y="80559"/>
                </a:lnTo>
                <a:lnTo>
                  <a:pt x="199402" y="66407"/>
                </a:lnTo>
                <a:lnTo>
                  <a:pt x="248058" y="53381"/>
                </a:lnTo>
                <a:lnTo>
                  <a:pt x="300922" y="41568"/>
                </a:lnTo>
                <a:lnTo>
                  <a:pt x="357676" y="31053"/>
                </a:lnTo>
                <a:lnTo>
                  <a:pt x="418001" y="21920"/>
                </a:lnTo>
                <a:lnTo>
                  <a:pt x="481576" y="14257"/>
                </a:lnTo>
                <a:lnTo>
                  <a:pt x="548083" y="8147"/>
                </a:lnTo>
                <a:lnTo>
                  <a:pt x="617202" y="3678"/>
                </a:lnTo>
                <a:lnTo>
                  <a:pt x="688614" y="933"/>
                </a:lnTo>
                <a:lnTo>
                  <a:pt x="762000" y="0"/>
                </a:lnTo>
                <a:lnTo>
                  <a:pt x="835385" y="933"/>
                </a:lnTo>
                <a:lnTo>
                  <a:pt x="906797" y="3678"/>
                </a:lnTo>
                <a:lnTo>
                  <a:pt x="975916" y="8147"/>
                </a:lnTo>
                <a:lnTo>
                  <a:pt x="1042423" y="14257"/>
                </a:lnTo>
                <a:lnTo>
                  <a:pt x="1105998" y="21920"/>
                </a:lnTo>
                <a:lnTo>
                  <a:pt x="1166323" y="31053"/>
                </a:lnTo>
                <a:lnTo>
                  <a:pt x="1223077" y="41568"/>
                </a:lnTo>
                <a:lnTo>
                  <a:pt x="1275941" y="53381"/>
                </a:lnTo>
                <a:lnTo>
                  <a:pt x="1324597" y="66407"/>
                </a:lnTo>
                <a:lnTo>
                  <a:pt x="1368724" y="80559"/>
                </a:lnTo>
                <a:lnTo>
                  <a:pt x="1408003" y="95753"/>
                </a:lnTo>
                <a:lnTo>
                  <a:pt x="1470743" y="128922"/>
                </a:lnTo>
                <a:lnTo>
                  <a:pt x="1510260" y="165230"/>
                </a:lnTo>
                <a:lnTo>
                  <a:pt x="1524000" y="203994"/>
                </a:lnTo>
                <a:lnTo>
                  <a:pt x="1520511" y="223639"/>
                </a:lnTo>
                <a:lnTo>
                  <a:pt x="1493564" y="261261"/>
                </a:lnTo>
                <a:lnTo>
                  <a:pt x="1442116" y="296085"/>
                </a:lnTo>
                <a:lnTo>
                  <a:pt x="1368724" y="327428"/>
                </a:lnTo>
                <a:lnTo>
                  <a:pt x="1324597" y="341580"/>
                </a:lnTo>
                <a:lnTo>
                  <a:pt x="1275941" y="354606"/>
                </a:lnTo>
                <a:lnTo>
                  <a:pt x="1223077" y="366419"/>
                </a:lnTo>
                <a:lnTo>
                  <a:pt x="1166323" y="376934"/>
                </a:lnTo>
                <a:lnTo>
                  <a:pt x="1105998" y="386067"/>
                </a:lnTo>
                <a:lnTo>
                  <a:pt x="1042423" y="393730"/>
                </a:lnTo>
                <a:lnTo>
                  <a:pt x="975916" y="399840"/>
                </a:lnTo>
                <a:lnTo>
                  <a:pt x="906797" y="404309"/>
                </a:lnTo>
                <a:lnTo>
                  <a:pt x="835385" y="407054"/>
                </a:lnTo>
                <a:lnTo>
                  <a:pt x="762000" y="407988"/>
                </a:lnTo>
                <a:lnTo>
                  <a:pt x="688614" y="407054"/>
                </a:lnTo>
                <a:lnTo>
                  <a:pt x="617202" y="404309"/>
                </a:lnTo>
                <a:lnTo>
                  <a:pt x="548083" y="399840"/>
                </a:lnTo>
                <a:lnTo>
                  <a:pt x="481576" y="393730"/>
                </a:lnTo>
                <a:lnTo>
                  <a:pt x="418001" y="386067"/>
                </a:lnTo>
                <a:lnTo>
                  <a:pt x="357676" y="376934"/>
                </a:lnTo>
                <a:lnTo>
                  <a:pt x="300922" y="366419"/>
                </a:lnTo>
                <a:lnTo>
                  <a:pt x="248058" y="354606"/>
                </a:lnTo>
                <a:lnTo>
                  <a:pt x="199402" y="341580"/>
                </a:lnTo>
                <a:lnTo>
                  <a:pt x="155275" y="327428"/>
                </a:lnTo>
                <a:lnTo>
                  <a:pt x="115996" y="312234"/>
                </a:lnTo>
                <a:lnTo>
                  <a:pt x="53256" y="279065"/>
                </a:lnTo>
                <a:lnTo>
                  <a:pt x="13740" y="242757"/>
                </a:lnTo>
                <a:lnTo>
                  <a:pt x="0" y="2039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11862" y="5062537"/>
            <a:ext cx="1406525" cy="408305"/>
          </a:xfrm>
          <a:custGeom>
            <a:avLst/>
            <a:gdLst/>
            <a:ahLst/>
            <a:cxnLst/>
            <a:rect l="l" t="t" r="r" b="b"/>
            <a:pathLst>
              <a:path w="1406525" h="408304">
                <a:moveTo>
                  <a:pt x="0" y="203993"/>
                </a:moveTo>
                <a:lnTo>
                  <a:pt x="14287" y="162881"/>
                </a:lnTo>
                <a:lnTo>
                  <a:pt x="55265" y="124590"/>
                </a:lnTo>
                <a:lnTo>
                  <a:pt x="120106" y="89938"/>
                </a:lnTo>
                <a:lnTo>
                  <a:pt x="160590" y="74234"/>
                </a:lnTo>
                <a:lnTo>
                  <a:pt x="205980" y="59748"/>
                </a:lnTo>
                <a:lnTo>
                  <a:pt x="255922" y="46582"/>
                </a:lnTo>
                <a:lnTo>
                  <a:pt x="310061" y="34838"/>
                </a:lnTo>
                <a:lnTo>
                  <a:pt x="368045" y="24620"/>
                </a:lnTo>
                <a:lnTo>
                  <a:pt x="429520" y="16030"/>
                </a:lnTo>
                <a:lnTo>
                  <a:pt x="494133" y="9171"/>
                </a:lnTo>
                <a:lnTo>
                  <a:pt x="561530" y="4144"/>
                </a:lnTo>
                <a:lnTo>
                  <a:pt x="631357" y="1053"/>
                </a:lnTo>
                <a:lnTo>
                  <a:pt x="703262" y="0"/>
                </a:lnTo>
                <a:lnTo>
                  <a:pt x="775167" y="1053"/>
                </a:lnTo>
                <a:lnTo>
                  <a:pt x="844994" y="4144"/>
                </a:lnTo>
                <a:lnTo>
                  <a:pt x="912391" y="9171"/>
                </a:lnTo>
                <a:lnTo>
                  <a:pt x="977004" y="16030"/>
                </a:lnTo>
                <a:lnTo>
                  <a:pt x="1038479" y="24620"/>
                </a:lnTo>
                <a:lnTo>
                  <a:pt x="1096463" y="34838"/>
                </a:lnTo>
                <a:lnTo>
                  <a:pt x="1150602" y="46582"/>
                </a:lnTo>
                <a:lnTo>
                  <a:pt x="1200544" y="59748"/>
                </a:lnTo>
                <a:lnTo>
                  <a:pt x="1245934" y="74234"/>
                </a:lnTo>
                <a:lnTo>
                  <a:pt x="1286418" y="89938"/>
                </a:lnTo>
                <a:lnTo>
                  <a:pt x="1321645" y="106758"/>
                </a:lnTo>
                <a:lnTo>
                  <a:pt x="1374907" y="143332"/>
                </a:lnTo>
                <a:lnTo>
                  <a:pt x="1402894" y="183136"/>
                </a:lnTo>
                <a:lnTo>
                  <a:pt x="1406525" y="203993"/>
                </a:lnTo>
                <a:lnTo>
                  <a:pt x="1402894" y="224850"/>
                </a:lnTo>
                <a:lnTo>
                  <a:pt x="1374907" y="264654"/>
                </a:lnTo>
                <a:lnTo>
                  <a:pt x="1321645" y="301228"/>
                </a:lnTo>
                <a:lnTo>
                  <a:pt x="1286418" y="318048"/>
                </a:lnTo>
                <a:lnTo>
                  <a:pt x="1245934" y="333752"/>
                </a:lnTo>
                <a:lnTo>
                  <a:pt x="1200544" y="348238"/>
                </a:lnTo>
                <a:lnTo>
                  <a:pt x="1150602" y="361404"/>
                </a:lnTo>
                <a:lnTo>
                  <a:pt x="1096463" y="373148"/>
                </a:lnTo>
                <a:lnTo>
                  <a:pt x="1038479" y="383366"/>
                </a:lnTo>
                <a:lnTo>
                  <a:pt x="977004" y="391956"/>
                </a:lnTo>
                <a:lnTo>
                  <a:pt x="912391" y="398815"/>
                </a:lnTo>
                <a:lnTo>
                  <a:pt x="844994" y="403842"/>
                </a:lnTo>
                <a:lnTo>
                  <a:pt x="775167" y="406933"/>
                </a:lnTo>
                <a:lnTo>
                  <a:pt x="703262" y="407987"/>
                </a:lnTo>
                <a:lnTo>
                  <a:pt x="631357" y="406933"/>
                </a:lnTo>
                <a:lnTo>
                  <a:pt x="561530" y="403842"/>
                </a:lnTo>
                <a:lnTo>
                  <a:pt x="494133" y="398815"/>
                </a:lnTo>
                <a:lnTo>
                  <a:pt x="429520" y="391956"/>
                </a:lnTo>
                <a:lnTo>
                  <a:pt x="368045" y="383366"/>
                </a:lnTo>
                <a:lnTo>
                  <a:pt x="310061" y="373148"/>
                </a:lnTo>
                <a:lnTo>
                  <a:pt x="255922" y="361404"/>
                </a:lnTo>
                <a:lnTo>
                  <a:pt x="205980" y="348238"/>
                </a:lnTo>
                <a:lnTo>
                  <a:pt x="160590" y="333752"/>
                </a:lnTo>
                <a:lnTo>
                  <a:pt x="120106" y="318048"/>
                </a:lnTo>
                <a:lnTo>
                  <a:pt x="84879" y="301228"/>
                </a:lnTo>
                <a:lnTo>
                  <a:pt x="31617" y="264654"/>
                </a:lnTo>
                <a:lnTo>
                  <a:pt x="3630" y="224850"/>
                </a:lnTo>
                <a:lnTo>
                  <a:pt x="0" y="2039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42987" y="4797044"/>
            <a:ext cx="927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研究生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35150" y="4681537"/>
            <a:ext cx="1089025" cy="1905"/>
          </a:xfrm>
          <a:custGeom>
            <a:avLst/>
            <a:gdLst/>
            <a:ahLst/>
            <a:cxnLst/>
            <a:rect l="l" t="t" r="r" b="b"/>
            <a:pathLst>
              <a:path w="1089025" h="1904">
                <a:moveTo>
                  <a:pt x="0" y="0"/>
                </a:moveTo>
                <a:lnTo>
                  <a:pt x="1089025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16237" y="4486275"/>
            <a:ext cx="1524000" cy="408305"/>
          </a:xfrm>
          <a:custGeom>
            <a:avLst/>
            <a:gdLst/>
            <a:ahLst/>
            <a:cxnLst/>
            <a:rect l="l" t="t" r="r" b="b"/>
            <a:pathLst>
              <a:path w="1524000" h="408304">
                <a:moveTo>
                  <a:pt x="0" y="203994"/>
                </a:moveTo>
                <a:lnTo>
                  <a:pt x="13740" y="165230"/>
                </a:lnTo>
                <a:lnTo>
                  <a:pt x="53256" y="128922"/>
                </a:lnTo>
                <a:lnTo>
                  <a:pt x="115996" y="95753"/>
                </a:lnTo>
                <a:lnTo>
                  <a:pt x="155275" y="80559"/>
                </a:lnTo>
                <a:lnTo>
                  <a:pt x="199402" y="66407"/>
                </a:lnTo>
                <a:lnTo>
                  <a:pt x="248058" y="53381"/>
                </a:lnTo>
                <a:lnTo>
                  <a:pt x="300922" y="41568"/>
                </a:lnTo>
                <a:lnTo>
                  <a:pt x="357676" y="31053"/>
                </a:lnTo>
                <a:lnTo>
                  <a:pt x="418001" y="21920"/>
                </a:lnTo>
                <a:lnTo>
                  <a:pt x="481576" y="14257"/>
                </a:lnTo>
                <a:lnTo>
                  <a:pt x="548083" y="8147"/>
                </a:lnTo>
                <a:lnTo>
                  <a:pt x="617202" y="3678"/>
                </a:lnTo>
                <a:lnTo>
                  <a:pt x="688614" y="933"/>
                </a:lnTo>
                <a:lnTo>
                  <a:pt x="762000" y="0"/>
                </a:lnTo>
                <a:lnTo>
                  <a:pt x="835385" y="933"/>
                </a:lnTo>
                <a:lnTo>
                  <a:pt x="906797" y="3678"/>
                </a:lnTo>
                <a:lnTo>
                  <a:pt x="975916" y="8147"/>
                </a:lnTo>
                <a:lnTo>
                  <a:pt x="1042423" y="14257"/>
                </a:lnTo>
                <a:lnTo>
                  <a:pt x="1105998" y="21920"/>
                </a:lnTo>
                <a:lnTo>
                  <a:pt x="1166323" y="31053"/>
                </a:lnTo>
                <a:lnTo>
                  <a:pt x="1223077" y="41568"/>
                </a:lnTo>
                <a:lnTo>
                  <a:pt x="1275941" y="53381"/>
                </a:lnTo>
                <a:lnTo>
                  <a:pt x="1324597" y="66407"/>
                </a:lnTo>
                <a:lnTo>
                  <a:pt x="1368724" y="80559"/>
                </a:lnTo>
                <a:lnTo>
                  <a:pt x="1408003" y="95753"/>
                </a:lnTo>
                <a:lnTo>
                  <a:pt x="1470743" y="128922"/>
                </a:lnTo>
                <a:lnTo>
                  <a:pt x="1510260" y="165230"/>
                </a:lnTo>
                <a:lnTo>
                  <a:pt x="1524000" y="203994"/>
                </a:lnTo>
                <a:lnTo>
                  <a:pt x="1520511" y="223639"/>
                </a:lnTo>
                <a:lnTo>
                  <a:pt x="1493564" y="261261"/>
                </a:lnTo>
                <a:lnTo>
                  <a:pt x="1442116" y="296085"/>
                </a:lnTo>
                <a:lnTo>
                  <a:pt x="1368724" y="327428"/>
                </a:lnTo>
                <a:lnTo>
                  <a:pt x="1324597" y="341580"/>
                </a:lnTo>
                <a:lnTo>
                  <a:pt x="1275941" y="354606"/>
                </a:lnTo>
                <a:lnTo>
                  <a:pt x="1223077" y="366419"/>
                </a:lnTo>
                <a:lnTo>
                  <a:pt x="1166323" y="376934"/>
                </a:lnTo>
                <a:lnTo>
                  <a:pt x="1105998" y="386067"/>
                </a:lnTo>
                <a:lnTo>
                  <a:pt x="1042423" y="393730"/>
                </a:lnTo>
                <a:lnTo>
                  <a:pt x="975916" y="399840"/>
                </a:lnTo>
                <a:lnTo>
                  <a:pt x="906797" y="404309"/>
                </a:lnTo>
                <a:lnTo>
                  <a:pt x="835385" y="407054"/>
                </a:lnTo>
                <a:lnTo>
                  <a:pt x="762000" y="407988"/>
                </a:lnTo>
                <a:lnTo>
                  <a:pt x="688614" y="407054"/>
                </a:lnTo>
                <a:lnTo>
                  <a:pt x="617202" y="404309"/>
                </a:lnTo>
                <a:lnTo>
                  <a:pt x="548083" y="399840"/>
                </a:lnTo>
                <a:lnTo>
                  <a:pt x="481576" y="393730"/>
                </a:lnTo>
                <a:lnTo>
                  <a:pt x="418001" y="386067"/>
                </a:lnTo>
                <a:lnTo>
                  <a:pt x="357676" y="376934"/>
                </a:lnTo>
                <a:lnTo>
                  <a:pt x="300922" y="366419"/>
                </a:lnTo>
                <a:lnTo>
                  <a:pt x="248058" y="354606"/>
                </a:lnTo>
                <a:lnTo>
                  <a:pt x="199402" y="341580"/>
                </a:lnTo>
                <a:lnTo>
                  <a:pt x="155275" y="327428"/>
                </a:lnTo>
                <a:lnTo>
                  <a:pt x="115996" y="312234"/>
                </a:lnTo>
                <a:lnTo>
                  <a:pt x="53256" y="279065"/>
                </a:lnTo>
                <a:lnTo>
                  <a:pt x="13740" y="242757"/>
                </a:lnTo>
                <a:lnTo>
                  <a:pt x="0" y="2039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26611" y="4339565"/>
            <a:ext cx="1513840" cy="356235"/>
          </a:xfrm>
          <a:custGeom>
            <a:avLst/>
            <a:gdLst/>
            <a:ahLst/>
            <a:cxnLst/>
            <a:rect l="l" t="t" r="r" b="b"/>
            <a:pathLst>
              <a:path w="1513839" h="356235">
                <a:moveTo>
                  <a:pt x="37372" y="339413"/>
                </a:moveTo>
                <a:lnTo>
                  <a:pt x="0" y="346825"/>
                </a:lnTo>
                <a:lnTo>
                  <a:pt x="1852" y="356168"/>
                </a:lnTo>
                <a:lnTo>
                  <a:pt x="39225" y="348757"/>
                </a:lnTo>
                <a:lnTo>
                  <a:pt x="37372" y="339413"/>
                </a:lnTo>
                <a:close/>
              </a:path>
              <a:path w="1513839" h="356235">
                <a:moveTo>
                  <a:pt x="102773" y="326443"/>
                </a:moveTo>
                <a:lnTo>
                  <a:pt x="65401" y="333855"/>
                </a:lnTo>
                <a:lnTo>
                  <a:pt x="67254" y="343198"/>
                </a:lnTo>
                <a:lnTo>
                  <a:pt x="104626" y="335786"/>
                </a:lnTo>
                <a:lnTo>
                  <a:pt x="102773" y="326443"/>
                </a:lnTo>
                <a:close/>
              </a:path>
              <a:path w="1513839" h="356235">
                <a:moveTo>
                  <a:pt x="168174" y="313472"/>
                </a:moveTo>
                <a:lnTo>
                  <a:pt x="130802" y="320884"/>
                </a:lnTo>
                <a:lnTo>
                  <a:pt x="132655" y="330227"/>
                </a:lnTo>
                <a:lnTo>
                  <a:pt x="170027" y="322816"/>
                </a:lnTo>
                <a:lnTo>
                  <a:pt x="168174" y="313472"/>
                </a:lnTo>
                <a:close/>
              </a:path>
              <a:path w="1513839" h="356235">
                <a:moveTo>
                  <a:pt x="233575" y="300502"/>
                </a:moveTo>
                <a:lnTo>
                  <a:pt x="196203" y="307914"/>
                </a:lnTo>
                <a:lnTo>
                  <a:pt x="198056" y="317257"/>
                </a:lnTo>
                <a:lnTo>
                  <a:pt x="235428" y="309845"/>
                </a:lnTo>
                <a:lnTo>
                  <a:pt x="233575" y="300502"/>
                </a:lnTo>
                <a:close/>
              </a:path>
              <a:path w="1513839" h="356235">
                <a:moveTo>
                  <a:pt x="298977" y="287531"/>
                </a:moveTo>
                <a:lnTo>
                  <a:pt x="261604" y="294943"/>
                </a:lnTo>
                <a:lnTo>
                  <a:pt x="263457" y="304286"/>
                </a:lnTo>
                <a:lnTo>
                  <a:pt x="300829" y="296875"/>
                </a:lnTo>
                <a:lnTo>
                  <a:pt x="298977" y="287531"/>
                </a:lnTo>
                <a:close/>
              </a:path>
              <a:path w="1513839" h="356235">
                <a:moveTo>
                  <a:pt x="364378" y="274561"/>
                </a:moveTo>
                <a:lnTo>
                  <a:pt x="327005" y="281973"/>
                </a:lnTo>
                <a:lnTo>
                  <a:pt x="328858" y="291316"/>
                </a:lnTo>
                <a:lnTo>
                  <a:pt x="366231" y="283904"/>
                </a:lnTo>
                <a:lnTo>
                  <a:pt x="364378" y="274561"/>
                </a:lnTo>
                <a:close/>
              </a:path>
              <a:path w="1513839" h="356235">
                <a:moveTo>
                  <a:pt x="429779" y="261590"/>
                </a:moveTo>
                <a:lnTo>
                  <a:pt x="392407" y="269002"/>
                </a:lnTo>
                <a:lnTo>
                  <a:pt x="394260" y="278345"/>
                </a:lnTo>
                <a:lnTo>
                  <a:pt x="431632" y="270934"/>
                </a:lnTo>
                <a:lnTo>
                  <a:pt x="429779" y="261590"/>
                </a:lnTo>
                <a:close/>
              </a:path>
              <a:path w="1513839" h="356235">
                <a:moveTo>
                  <a:pt x="495180" y="248620"/>
                </a:moveTo>
                <a:lnTo>
                  <a:pt x="457808" y="256031"/>
                </a:lnTo>
                <a:lnTo>
                  <a:pt x="459661" y="265375"/>
                </a:lnTo>
                <a:lnTo>
                  <a:pt x="497033" y="257963"/>
                </a:lnTo>
                <a:lnTo>
                  <a:pt x="495180" y="248620"/>
                </a:lnTo>
                <a:close/>
              </a:path>
              <a:path w="1513839" h="356235">
                <a:moveTo>
                  <a:pt x="560581" y="235649"/>
                </a:moveTo>
                <a:lnTo>
                  <a:pt x="523209" y="243061"/>
                </a:lnTo>
                <a:lnTo>
                  <a:pt x="525062" y="252404"/>
                </a:lnTo>
                <a:lnTo>
                  <a:pt x="562434" y="244993"/>
                </a:lnTo>
                <a:lnTo>
                  <a:pt x="560581" y="235649"/>
                </a:lnTo>
                <a:close/>
              </a:path>
              <a:path w="1513839" h="356235">
                <a:moveTo>
                  <a:pt x="625983" y="222679"/>
                </a:moveTo>
                <a:lnTo>
                  <a:pt x="588610" y="230090"/>
                </a:lnTo>
                <a:lnTo>
                  <a:pt x="590463" y="239434"/>
                </a:lnTo>
                <a:lnTo>
                  <a:pt x="627835" y="232022"/>
                </a:lnTo>
                <a:lnTo>
                  <a:pt x="625983" y="222679"/>
                </a:lnTo>
                <a:close/>
              </a:path>
              <a:path w="1513839" h="356235">
                <a:moveTo>
                  <a:pt x="691384" y="209708"/>
                </a:moveTo>
                <a:lnTo>
                  <a:pt x="654011" y="217120"/>
                </a:lnTo>
                <a:lnTo>
                  <a:pt x="655864" y="226463"/>
                </a:lnTo>
                <a:lnTo>
                  <a:pt x="693237" y="219052"/>
                </a:lnTo>
                <a:lnTo>
                  <a:pt x="691384" y="209708"/>
                </a:lnTo>
                <a:close/>
              </a:path>
              <a:path w="1513839" h="356235">
                <a:moveTo>
                  <a:pt x="756785" y="196738"/>
                </a:moveTo>
                <a:lnTo>
                  <a:pt x="719413" y="204149"/>
                </a:lnTo>
                <a:lnTo>
                  <a:pt x="721266" y="213493"/>
                </a:lnTo>
                <a:lnTo>
                  <a:pt x="758638" y="206081"/>
                </a:lnTo>
                <a:lnTo>
                  <a:pt x="756785" y="196738"/>
                </a:lnTo>
                <a:close/>
              </a:path>
              <a:path w="1513839" h="356235">
                <a:moveTo>
                  <a:pt x="822186" y="183767"/>
                </a:moveTo>
                <a:lnTo>
                  <a:pt x="784814" y="191179"/>
                </a:lnTo>
                <a:lnTo>
                  <a:pt x="786667" y="200522"/>
                </a:lnTo>
                <a:lnTo>
                  <a:pt x="824039" y="193111"/>
                </a:lnTo>
                <a:lnTo>
                  <a:pt x="822186" y="183767"/>
                </a:lnTo>
                <a:close/>
              </a:path>
              <a:path w="1513839" h="356235">
                <a:moveTo>
                  <a:pt x="887587" y="170797"/>
                </a:moveTo>
                <a:lnTo>
                  <a:pt x="850215" y="178208"/>
                </a:lnTo>
                <a:lnTo>
                  <a:pt x="852068" y="187552"/>
                </a:lnTo>
                <a:lnTo>
                  <a:pt x="889440" y="180140"/>
                </a:lnTo>
                <a:lnTo>
                  <a:pt x="887587" y="170797"/>
                </a:lnTo>
                <a:close/>
              </a:path>
              <a:path w="1513839" h="356235">
                <a:moveTo>
                  <a:pt x="952988" y="157826"/>
                </a:moveTo>
                <a:lnTo>
                  <a:pt x="915617" y="165238"/>
                </a:lnTo>
                <a:lnTo>
                  <a:pt x="917469" y="174581"/>
                </a:lnTo>
                <a:lnTo>
                  <a:pt x="954841" y="167170"/>
                </a:lnTo>
                <a:lnTo>
                  <a:pt x="952988" y="157826"/>
                </a:lnTo>
                <a:close/>
              </a:path>
              <a:path w="1513839" h="356235">
                <a:moveTo>
                  <a:pt x="1018390" y="144856"/>
                </a:moveTo>
                <a:lnTo>
                  <a:pt x="981019" y="152267"/>
                </a:lnTo>
                <a:lnTo>
                  <a:pt x="982872" y="161611"/>
                </a:lnTo>
                <a:lnTo>
                  <a:pt x="1020243" y="154199"/>
                </a:lnTo>
                <a:lnTo>
                  <a:pt x="1018390" y="144856"/>
                </a:lnTo>
                <a:close/>
              </a:path>
              <a:path w="1513839" h="356235">
                <a:moveTo>
                  <a:pt x="1083791" y="131885"/>
                </a:moveTo>
                <a:lnTo>
                  <a:pt x="1046420" y="139297"/>
                </a:lnTo>
                <a:lnTo>
                  <a:pt x="1048273" y="148640"/>
                </a:lnTo>
                <a:lnTo>
                  <a:pt x="1085645" y="141229"/>
                </a:lnTo>
                <a:lnTo>
                  <a:pt x="1083791" y="131885"/>
                </a:lnTo>
                <a:close/>
              </a:path>
              <a:path w="1513839" h="356235">
                <a:moveTo>
                  <a:pt x="1149193" y="118915"/>
                </a:moveTo>
                <a:lnTo>
                  <a:pt x="1111821" y="126326"/>
                </a:lnTo>
                <a:lnTo>
                  <a:pt x="1113674" y="135670"/>
                </a:lnTo>
                <a:lnTo>
                  <a:pt x="1151046" y="128258"/>
                </a:lnTo>
                <a:lnTo>
                  <a:pt x="1149193" y="118915"/>
                </a:lnTo>
                <a:close/>
              </a:path>
              <a:path w="1513839" h="356235">
                <a:moveTo>
                  <a:pt x="1214594" y="105944"/>
                </a:moveTo>
                <a:lnTo>
                  <a:pt x="1177222" y="113356"/>
                </a:lnTo>
                <a:lnTo>
                  <a:pt x="1179075" y="122699"/>
                </a:lnTo>
                <a:lnTo>
                  <a:pt x="1216447" y="115288"/>
                </a:lnTo>
                <a:lnTo>
                  <a:pt x="1214594" y="105944"/>
                </a:lnTo>
                <a:close/>
              </a:path>
              <a:path w="1513839" h="356235">
                <a:moveTo>
                  <a:pt x="1279996" y="92974"/>
                </a:moveTo>
                <a:lnTo>
                  <a:pt x="1242623" y="100385"/>
                </a:lnTo>
                <a:lnTo>
                  <a:pt x="1244476" y="109729"/>
                </a:lnTo>
                <a:lnTo>
                  <a:pt x="1281849" y="102317"/>
                </a:lnTo>
                <a:lnTo>
                  <a:pt x="1279996" y="92974"/>
                </a:lnTo>
                <a:close/>
              </a:path>
              <a:path w="1513839" h="356235">
                <a:moveTo>
                  <a:pt x="1345397" y="80003"/>
                </a:moveTo>
                <a:lnTo>
                  <a:pt x="1308025" y="87415"/>
                </a:lnTo>
                <a:lnTo>
                  <a:pt x="1309877" y="96758"/>
                </a:lnTo>
                <a:lnTo>
                  <a:pt x="1347250" y="89347"/>
                </a:lnTo>
                <a:lnTo>
                  <a:pt x="1345397" y="80003"/>
                </a:lnTo>
                <a:close/>
              </a:path>
              <a:path w="1513839" h="356235">
                <a:moveTo>
                  <a:pt x="1410798" y="67033"/>
                </a:moveTo>
                <a:lnTo>
                  <a:pt x="1373426" y="74444"/>
                </a:lnTo>
                <a:lnTo>
                  <a:pt x="1375279" y="83788"/>
                </a:lnTo>
                <a:lnTo>
                  <a:pt x="1412651" y="76376"/>
                </a:lnTo>
                <a:lnTo>
                  <a:pt x="1410798" y="67033"/>
                </a:lnTo>
                <a:close/>
              </a:path>
              <a:path w="1513839" h="356235">
                <a:moveTo>
                  <a:pt x="1499227" y="54351"/>
                </a:moveTo>
                <a:lnTo>
                  <a:pt x="1438777" y="129063"/>
                </a:lnTo>
                <a:lnTo>
                  <a:pt x="1439094" y="132062"/>
                </a:lnTo>
                <a:lnTo>
                  <a:pt x="1443183" y="135370"/>
                </a:lnTo>
                <a:lnTo>
                  <a:pt x="1446182" y="135054"/>
                </a:lnTo>
                <a:lnTo>
                  <a:pt x="1508651" y="57847"/>
                </a:lnTo>
                <a:lnTo>
                  <a:pt x="1506081" y="57847"/>
                </a:lnTo>
                <a:lnTo>
                  <a:pt x="1505930" y="57086"/>
                </a:lnTo>
                <a:lnTo>
                  <a:pt x="1504246" y="57086"/>
                </a:lnTo>
                <a:lnTo>
                  <a:pt x="1499227" y="54351"/>
                </a:lnTo>
                <a:close/>
              </a:path>
              <a:path w="1513839" h="356235">
                <a:moveTo>
                  <a:pt x="1476199" y="54063"/>
                </a:moveTo>
                <a:lnTo>
                  <a:pt x="1438827" y="61474"/>
                </a:lnTo>
                <a:lnTo>
                  <a:pt x="1440680" y="70817"/>
                </a:lnTo>
                <a:lnTo>
                  <a:pt x="1478052" y="63406"/>
                </a:lnTo>
                <a:lnTo>
                  <a:pt x="1476199" y="54063"/>
                </a:lnTo>
                <a:close/>
              </a:path>
              <a:path w="1513839" h="356235">
                <a:moveTo>
                  <a:pt x="1505574" y="48237"/>
                </a:moveTo>
                <a:lnTo>
                  <a:pt x="1504228" y="48505"/>
                </a:lnTo>
                <a:lnTo>
                  <a:pt x="1506081" y="57847"/>
                </a:lnTo>
                <a:lnTo>
                  <a:pt x="1507427" y="57580"/>
                </a:lnTo>
                <a:lnTo>
                  <a:pt x="1505574" y="48237"/>
                </a:lnTo>
                <a:close/>
              </a:path>
              <a:path w="1513839" h="356235">
                <a:moveTo>
                  <a:pt x="1507914" y="48237"/>
                </a:moveTo>
                <a:lnTo>
                  <a:pt x="1505574" y="48237"/>
                </a:lnTo>
                <a:lnTo>
                  <a:pt x="1507427" y="57580"/>
                </a:lnTo>
                <a:lnTo>
                  <a:pt x="1506081" y="57847"/>
                </a:lnTo>
                <a:lnTo>
                  <a:pt x="1508651" y="57847"/>
                </a:lnTo>
                <a:lnTo>
                  <a:pt x="1513822" y="51456"/>
                </a:lnTo>
                <a:lnTo>
                  <a:pt x="1507914" y="48237"/>
                </a:lnTo>
                <a:close/>
              </a:path>
              <a:path w="1513839" h="356235">
                <a:moveTo>
                  <a:pt x="1502822" y="49908"/>
                </a:moveTo>
                <a:lnTo>
                  <a:pt x="1499227" y="54351"/>
                </a:lnTo>
                <a:lnTo>
                  <a:pt x="1504246" y="57086"/>
                </a:lnTo>
                <a:lnTo>
                  <a:pt x="1502822" y="49908"/>
                </a:lnTo>
                <a:close/>
              </a:path>
              <a:path w="1513839" h="356235">
                <a:moveTo>
                  <a:pt x="1504506" y="49908"/>
                </a:moveTo>
                <a:lnTo>
                  <a:pt x="1502822" y="49908"/>
                </a:lnTo>
                <a:lnTo>
                  <a:pt x="1504246" y="57086"/>
                </a:lnTo>
                <a:lnTo>
                  <a:pt x="1505930" y="57086"/>
                </a:lnTo>
                <a:lnTo>
                  <a:pt x="1504506" y="49908"/>
                </a:lnTo>
                <a:close/>
              </a:path>
              <a:path w="1513839" h="356235">
                <a:moveTo>
                  <a:pt x="1419397" y="0"/>
                </a:moveTo>
                <a:lnTo>
                  <a:pt x="1416505" y="852"/>
                </a:lnTo>
                <a:lnTo>
                  <a:pt x="1413988" y="5471"/>
                </a:lnTo>
                <a:lnTo>
                  <a:pt x="1414839" y="8364"/>
                </a:lnTo>
                <a:lnTo>
                  <a:pt x="1499227" y="54351"/>
                </a:lnTo>
                <a:lnTo>
                  <a:pt x="1502822" y="49908"/>
                </a:lnTo>
                <a:lnTo>
                  <a:pt x="1504506" y="49908"/>
                </a:lnTo>
                <a:lnTo>
                  <a:pt x="1504228" y="48505"/>
                </a:lnTo>
                <a:lnTo>
                  <a:pt x="1505574" y="48237"/>
                </a:lnTo>
                <a:lnTo>
                  <a:pt x="1507914" y="48237"/>
                </a:lnTo>
                <a:lnTo>
                  <a:pt x="14193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26096" y="4746848"/>
            <a:ext cx="1586230" cy="548640"/>
          </a:xfrm>
          <a:custGeom>
            <a:avLst/>
            <a:gdLst/>
            <a:ahLst/>
            <a:cxnLst/>
            <a:rect l="l" t="t" r="r" b="b"/>
            <a:pathLst>
              <a:path w="1586229" h="548639">
                <a:moveTo>
                  <a:pt x="2884" y="0"/>
                </a:moveTo>
                <a:lnTo>
                  <a:pt x="0" y="9077"/>
                </a:lnTo>
                <a:lnTo>
                  <a:pt x="36311" y="20612"/>
                </a:lnTo>
                <a:lnTo>
                  <a:pt x="39196" y="11534"/>
                </a:lnTo>
                <a:lnTo>
                  <a:pt x="2884" y="0"/>
                </a:lnTo>
                <a:close/>
              </a:path>
              <a:path w="1586229" h="548639">
                <a:moveTo>
                  <a:pt x="66429" y="20185"/>
                </a:moveTo>
                <a:lnTo>
                  <a:pt x="63546" y="29263"/>
                </a:lnTo>
                <a:lnTo>
                  <a:pt x="99858" y="40797"/>
                </a:lnTo>
                <a:lnTo>
                  <a:pt x="102741" y="31719"/>
                </a:lnTo>
                <a:lnTo>
                  <a:pt x="66429" y="20185"/>
                </a:lnTo>
                <a:close/>
              </a:path>
              <a:path w="1586229" h="548639">
                <a:moveTo>
                  <a:pt x="129976" y="40369"/>
                </a:moveTo>
                <a:lnTo>
                  <a:pt x="127092" y="49447"/>
                </a:lnTo>
                <a:lnTo>
                  <a:pt x="163404" y="60981"/>
                </a:lnTo>
                <a:lnTo>
                  <a:pt x="166288" y="51903"/>
                </a:lnTo>
                <a:lnTo>
                  <a:pt x="129976" y="40369"/>
                </a:lnTo>
                <a:close/>
              </a:path>
              <a:path w="1586229" h="548639">
                <a:moveTo>
                  <a:pt x="193522" y="60553"/>
                </a:moveTo>
                <a:lnTo>
                  <a:pt x="190639" y="69631"/>
                </a:lnTo>
                <a:lnTo>
                  <a:pt x="226951" y="81165"/>
                </a:lnTo>
                <a:lnTo>
                  <a:pt x="229834" y="72087"/>
                </a:lnTo>
                <a:lnTo>
                  <a:pt x="193522" y="60553"/>
                </a:lnTo>
                <a:close/>
              </a:path>
              <a:path w="1586229" h="548639">
                <a:moveTo>
                  <a:pt x="257069" y="80738"/>
                </a:moveTo>
                <a:lnTo>
                  <a:pt x="254185" y="89816"/>
                </a:lnTo>
                <a:lnTo>
                  <a:pt x="290497" y="101351"/>
                </a:lnTo>
                <a:lnTo>
                  <a:pt x="293381" y="92273"/>
                </a:lnTo>
                <a:lnTo>
                  <a:pt x="257069" y="80738"/>
                </a:lnTo>
                <a:close/>
              </a:path>
              <a:path w="1586229" h="548639">
                <a:moveTo>
                  <a:pt x="320615" y="100923"/>
                </a:moveTo>
                <a:lnTo>
                  <a:pt x="317732" y="110001"/>
                </a:lnTo>
                <a:lnTo>
                  <a:pt x="354044" y="121535"/>
                </a:lnTo>
                <a:lnTo>
                  <a:pt x="356927" y="112457"/>
                </a:lnTo>
                <a:lnTo>
                  <a:pt x="320615" y="100923"/>
                </a:lnTo>
                <a:close/>
              </a:path>
              <a:path w="1586229" h="548639">
                <a:moveTo>
                  <a:pt x="384162" y="121107"/>
                </a:moveTo>
                <a:lnTo>
                  <a:pt x="381278" y="130185"/>
                </a:lnTo>
                <a:lnTo>
                  <a:pt x="417589" y="141719"/>
                </a:lnTo>
                <a:lnTo>
                  <a:pt x="420474" y="132641"/>
                </a:lnTo>
                <a:lnTo>
                  <a:pt x="384162" y="121107"/>
                </a:lnTo>
                <a:close/>
              </a:path>
              <a:path w="1586229" h="548639">
                <a:moveTo>
                  <a:pt x="447708" y="141292"/>
                </a:moveTo>
                <a:lnTo>
                  <a:pt x="444825" y="150370"/>
                </a:lnTo>
                <a:lnTo>
                  <a:pt x="481136" y="161904"/>
                </a:lnTo>
                <a:lnTo>
                  <a:pt x="484019" y="152826"/>
                </a:lnTo>
                <a:lnTo>
                  <a:pt x="447708" y="141292"/>
                </a:lnTo>
                <a:close/>
              </a:path>
              <a:path w="1586229" h="548639">
                <a:moveTo>
                  <a:pt x="511255" y="161476"/>
                </a:moveTo>
                <a:lnTo>
                  <a:pt x="508370" y="170554"/>
                </a:lnTo>
                <a:lnTo>
                  <a:pt x="544683" y="182088"/>
                </a:lnTo>
                <a:lnTo>
                  <a:pt x="547566" y="173010"/>
                </a:lnTo>
                <a:lnTo>
                  <a:pt x="511255" y="161476"/>
                </a:lnTo>
                <a:close/>
              </a:path>
              <a:path w="1586229" h="548639">
                <a:moveTo>
                  <a:pt x="574800" y="181660"/>
                </a:moveTo>
                <a:lnTo>
                  <a:pt x="571917" y="190740"/>
                </a:lnTo>
                <a:lnTo>
                  <a:pt x="608229" y="202272"/>
                </a:lnTo>
                <a:lnTo>
                  <a:pt x="611112" y="193194"/>
                </a:lnTo>
                <a:lnTo>
                  <a:pt x="574800" y="181660"/>
                </a:lnTo>
                <a:close/>
              </a:path>
              <a:path w="1586229" h="548639">
                <a:moveTo>
                  <a:pt x="638347" y="201846"/>
                </a:moveTo>
                <a:lnTo>
                  <a:pt x="635463" y="210924"/>
                </a:lnTo>
                <a:lnTo>
                  <a:pt x="671775" y="222458"/>
                </a:lnTo>
                <a:lnTo>
                  <a:pt x="674659" y="213380"/>
                </a:lnTo>
                <a:lnTo>
                  <a:pt x="638347" y="201846"/>
                </a:lnTo>
                <a:close/>
              </a:path>
              <a:path w="1586229" h="548639">
                <a:moveTo>
                  <a:pt x="701893" y="222030"/>
                </a:moveTo>
                <a:lnTo>
                  <a:pt x="699010" y="231108"/>
                </a:lnTo>
                <a:lnTo>
                  <a:pt x="735322" y="242642"/>
                </a:lnTo>
                <a:lnTo>
                  <a:pt x="738205" y="233564"/>
                </a:lnTo>
                <a:lnTo>
                  <a:pt x="701893" y="222030"/>
                </a:lnTo>
                <a:close/>
              </a:path>
              <a:path w="1586229" h="548639">
                <a:moveTo>
                  <a:pt x="765440" y="242214"/>
                </a:moveTo>
                <a:lnTo>
                  <a:pt x="762556" y="251293"/>
                </a:lnTo>
                <a:lnTo>
                  <a:pt x="798868" y="262826"/>
                </a:lnTo>
                <a:lnTo>
                  <a:pt x="801752" y="253748"/>
                </a:lnTo>
                <a:lnTo>
                  <a:pt x="765440" y="242214"/>
                </a:lnTo>
                <a:close/>
              </a:path>
              <a:path w="1586229" h="548639">
                <a:moveTo>
                  <a:pt x="828986" y="262399"/>
                </a:moveTo>
                <a:lnTo>
                  <a:pt x="826103" y="271477"/>
                </a:lnTo>
                <a:lnTo>
                  <a:pt x="862415" y="283011"/>
                </a:lnTo>
                <a:lnTo>
                  <a:pt x="865297" y="273933"/>
                </a:lnTo>
                <a:lnTo>
                  <a:pt x="828986" y="262399"/>
                </a:lnTo>
                <a:close/>
              </a:path>
              <a:path w="1586229" h="548639">
                <a:moveTo>
                  <a:pt x="892533" y="282583"/>
                </a:moveTo>
                <a:lnTo>
                  <a:pt x="889648" y="291661"/>
                </a:lnTo>
                <a:lnTo>
                  <a:pt x="925960" y="303195"/>
                </a:lnTo>
                <a:lnTo>
                  <a:pt x="928844" y="294118"/>
                </a:lnTo>
                <a:lnTo>
                  <a:pt x="892533" y="282583"/>
                </a:lnTo>
                <a:close/>
              </a:path>
              <a:path w="1586229" h="548639">
                <a:moveTo>
                  <a:pt x="956078" y="302769"/>
                </a:moveTo>
                <a:lnTo>
                  <a:pt x="953195" y="311847"/>
                </a:lnTo>
                <a:lnTo>
                  <a:pt x="989507" y="323381"/>
                </a:lnTo>
                <a:lnTo>
                  <a:pt x="992390" y="314302"/>
                </a:lnTo>
                <a:lnTo>
                  <a:pt x="956078" y="302769"/>
                </a:lnTo>
                <a:close/>
              </a:path>
              <a:path w="1586229" h="548639">
                <a:moveTo>
                  <a:pt x="1019625" y="322953"/>
                </a:moveTo>
                <a:lnTo>
                  <a:pt x="1016741" y="332031"/>
                </a:lnTo>
                <a:lnTo>
                  <a:pt x="1053054" y="343565"/>
                </a:lnTo>
                <a:lnTo>
                  <a:pt x="1055937" y="334487"/>
                </a:lnTo>
                <a:lnTo>
                  <a:pt x="1019625" y="322953"/>
                </a:lnTo>
                <a:close/>
              </a:path>
              <a:path w="1586229" h="548639">
                <a:moveTo>
                  <a:pt x="1083171" y="343137"/>
                </a:moveTo>
                <a:lnTo>
                  <a:pt x="1080288" y="352215"/>
                </a:lnTo>
                <a:lnTo>
                  <a:pt x="1116600" y="363749"/>
                </a:lnTo>
                <a:lnTo>
                  <a:pt x="1119484" y="354671"/>
                </a:lnTo>
                <a:lnTo>
                  <a:pt x="1083171" y="343137"/>
                </a:lnTo>
                <a:close/>
              </a:path>
              <a:path w="1586229" h="548639">
                <a:moveTo>
                  <a:pt x="1146718" y="363322"/>
                </a:moveTo>
                <a:lnTo>
                  <a:pt x="1143834" y="372400"/>
                </a:lnTo>
                <a:lnTo>
                  <a:pt x="1180147" y="383934"/>
                </a:lnTo>
                <a:lnTo>
                  <a:pt x="1183030" y="374855"/>
                </a:lnTo>
                <a:lnTo>
                  <a:pt x="1146718" y="363322"/>
                </a:lnTo>
                <a:close/>
              </a:path>
              <a:path w="1586229" h="548639">
                <a:moveTo>
                  <a:pt x="1210264" y="383506"/>
                </a:moveTo>
                <a:lnTo>
                  <a:pt x="1207381" y="392584"/>
                </a:lnTo>
                <a:lnTo>
                  <a:pt x="1243693" y="404119"/>
                </a:lnTo>
                <a:lnTo>
                  <a:pt x="1246577" y="395041"/>
                </a:lnTo>
                <a:lnTo>
                  <a:pt x="1210264" y="383506"/>
                </a:lnTo>
                <a:close/>
              </a:path>
              <a:path w="1586229" h="548639">
                <a:moveTo>
                  <a:pt x="1273811" y="403691"/>
                </a:moveTo>
                <a:lnTo>
                  <a:pt x="1270927" y="412769"/>
                </a:lnTo>
                <a:lnTo>
                  <a:pt x="1307240" y="424303"/>
                </a:lnTo>
                <a:lnTo>
                  <a:pt x="1310123" y="415225"/>
                </a:lnTo>
                <a:lnTo>
                  <a:pt x="1273811" y="403691"/>
                </a:lnTo>
                <a:close/>
              </a:path>
              <a:path w="1586229" h="548639">
                <a:moveTo>
                  <a:pt x="1337356" y="423876"/>
                </a:moveTo>
                <a:lnTo>
                  <a:pt x="1334474" y="432954"/>
                </a:lnTo>
                <a:lnTo>
                  <a:pt x="1370785" y="444488"/>
                </a:lnTo>
                <a:lnTo>
                  <a:pt x="1373670" y="435409"/>
                </a:lnTo>
                <a:lnTo>
                  <a:pt x="1337356" y="423876"/>
                </a:lnTo>
                <a:close/>
              </a:path>
              <a:path w="1586229" h="548639">
                <a:moveTo>
                  <a:pt x="1400903" y="444060"/>
                </a:moveTo>
                <a:lnTo>
                  <a:pt x="1398019" y="453138"/>
                </a:lnTo>
                <a:lnTo>
                  <a:pt x="1434332" y="464672"/>
                </a:lnTo>
                <a:lnTo>
                  <a:pt x="1437215" y="455594"/>
                </a:lnTo>
                <a:lnTo>
                  <a:pt x="1400903" y="444060"/>
                </a:lnTo>
                <a:close/>
              </a:path>
              <a:path w="1586229" h="548639">
                <a:moveTo>
                  <a:pt x="1571596" y="503275"/>
                </a:moveTo>
                <a:lnTo>
                  <a:pt x="1482604" y="539562"/>
                </a:lnTo>
                <a:lnTo>
                  <a:pt x="1481434" y="542342"/>
                </a:lnTo>
                <a:lnTo>
                  <a:pt x="1483420" y="547212"/>
                </a:lnTo>
                <a:lnTo>
                  <a:pt x="1486200" y="548382"/>
                </a:lnTo>
                <a:lnTo>
                  <a:pt x="1585010" y="508091"/>
                </a:lnTo>
                <a:lnTo>
                  <a:pt x="1574673" y="508091"/>
                </a:lnTo>
                <a:lnTo>
                  <a:pt x="1571596" y="503275"/>
                </a:lnTo>
                <a:close/>
              </a:path>
              <a:path w="1586229" h="548639">
                <a:moveTo>
                  <a:pt x="1576887" y="501117"/>
                </a:moveTo>
                <a:lnTo>
                  <a:pt x="1571596" y="503275"/>
                </a:lnTo>
                <a:lnTo>
                  <a:pt x="1574673" y="508091"/>
                </a:lnTo>
                <a:lnTo>
                  <a:pt x="1576887" y="501117"/>
                </a:lnTo>
                <a:close/>
              </a:path>
              <a:path w="1586229" h="548639">
                <a:moveTo>
                  <a:pt x="1581521" y="501117"/>
                </a:moveTo>
                <a:lnTo>
                  <a:pt x="1576887" y="501117"/>
                </a:lnTo>
                <a:lnTo>
                  <a:pt x="1574673" y="508091"/>
                </a:lnTo>
                <a:lnTo>
                  <a:pt x="1585010" y="508091"/>
                </a:lnTo>
                <a:lnTo>
                  <a:pt x="1585776" y="507779"/>
                </a:lnTo>
                <a:lnTo>
                  <a:pt x="1581521" y="501117"/>
                </a:lnTo>
                <a:close/>
              </a:path>
              <a:path w="1586229" h="548639">
                <a:moveTo>
                  <a:pt x="1527996" y="484430"/>
                </a:moveTo>
                <a:lnTo>
                  <a:pt x="1525112" y="493508"/>
                </a:lnTo>
                <a:lnTo>
                  <a:pt x="1561425" y="505042"/>
                </a:lnTo>
                <a:lnTo>
                  <a:pt x="1564308" y="495962"/>
                </a:lnTo>
                <a:lnTo>
                  <a:pt x="1527996" y="484430"/>
                </a:lnTo>
                <a:close/>
              </a:path>
              <a:path w="1586229" h="548639">
                <a:moveTo>
                  <a:pt x="1524938" y="416509"/>
                </a:moveTo>
                <a:lnTo>
                  <a:pt x="1520504" y="419341"/>
                </a:lnTo>
                <a:lnTo>
                  <a:pt x="1519855" y="422286"/>
                </a:lnTo>
                <a:lnTo>
                  <a:pt x="1571596" y="503275"/>
                </a:lnTo>
                <a:lnTo>
                  <a:pt x="1576887" y="501117"/>
                </a:lnTo>
                <a:lnTo>
                  <a:pt x="1581521" y="501117"/>
                </a:lnTo>
                <a:lnTo>
                  <a:pt x="1527882" y="417158"/>
                </a:lnTo>
                <a:lnTo>
                  <a:pt x="1524938" y="416509"/>
                </a:lnTo>
                <a:close/>
              </a:path>
              <a:path w="1586229" h="548639">
                <a:moveTo>
                  <a:pt x="1464449" y="464244"/>
                </a:moveTo>
                <a:lnTo>
                  <a:pt x="1461566" y="473322"/>
                </a:lnTo>
                <a:lnTo>
                  <a:pt x="1497878" y="484856"/>
                </a:lnTo>
                <a:lnTo>
                  <a:pt x="1500762" y="475778"/>
                </a:lnTo>
                <a:lnTo>
                  <a:pt x="1464449" y="464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87850" y="5027676"/>
            <a:ext cx="13938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《</a:t>
            </a:r>
            <a:r>
              <a:rPr sz="2000" spc="-580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include </a:t>
            </a:r>
            <a:r>
              <a:rPr sz="2000" dirty="0">
                <a:latin typeface="宋体"/>
                <a:cs typeface="宋体"/>
              </a:rPr>
              <a:t>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76600" y="4858004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登录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8852" y="1063244"/>
            <a:ext cx="7340600" cy="38354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710"/>
              </a:lnSpc>
              <a:spcBef>
                <a:spcPts val="330"/>
              </a:spcBef>
            </a:pPr>
            <a:r>
              <a:rPr sz="2400" dirty="0">
                <a:latin typeface="宋体"/>
                <a:cs typeface="宋体"/>
              </a:rPr>
              <a:t>研究生教务系统：对登录、选课，以及查学分功能用例 描述的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四种表示</a:t>
            </a:r>
            <a:r>
              <a:rPr sz="2400" dirty="0">
                <a:latin typeface="宋体"/>
                <a:cs typeface="宋体"/>
              </a:rPr>
              <a:t>，说明了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四种不同的工作方式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宋体"/>
                <a:cs typeface="宋体"/>
              </a:rPr>
              <a:t>表示一：</a:t>
            </a:r>
            <a:endParaRPr sz="2400">
              <a:latin typeface="宋体"/>
              <a:cs typeface="宋体"/>
            </a:endParaRPr>
          </a:p>
          <a:p>
            <a:pPr marL="12700" marR="614680" indent="304800" algn="just">
              <a:lnSpc>
                <a:spcPct val="98800"/>
              </a:lnSpc>
              <a:spcBef>
                <a:spcPts val="1570"/>
              </a:spcBef>
            </a:pPr>
            <a:r>
              <a:rPr sz="2400" dirty="0">
                <a:latin typeface="宋体"/>
                <a:cs typeface="宋体"/>
              </a:rPr>
              <a:t>说明研究生在登录后，有两个功能是被反复使用 的。两个功能作为登录主程序从属的，并且都是</a:t>
            </a:r>
            <a:r>
              <a:rPr sz="2400" dirty="0">
                <a:solidFill>
                  <a:srgbClr val="009E5E"/>
                </a:solidFill>
                <a:latin typeface="宋体"/>
                <a:cs typeface="宋体"/>
              </a:rPr>
              <a:t>必 须要执行</a:t>
            </a:r>
            <a:r>
              <a:rPr sz="2400" dirty="0">
                <a:latin typeface="宋体"/>
                <a:cs typeface="宋体"/>
              </a:rPr>
              <a:t>的功能。</a:t>
            </a:r>
            <a:endParaRPr sz="2400">
              <a:latin typeface="宋体"/>
              <a:cs typeface="宋体"/>
            </a:endParaRPr>
          </a:p>
          <a:p>
            <a:pPr marL="575310" algn="ctr">
              <a:lnSpc>
                <a:spcPct val="100000"/>
              </a:lnSpc>
              <a:spcBef>
                <a:spcPts val="2080"/>
              </a:spcBef>
            </a:pPr>
            <a:r>
              <a:rPr sz="2000" dirty="0">
                <a:latin typeface="宋体"/>
                <a:cs typeface="宋体"/>
              </a:rPr>
              <a:t>《</a:t>
            </a:r>
            <a:r>
              <a:rPr sz="2000" spc="-500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include </a:t>
            </a:r>
            <a:r>
              <a:rPr sz="2000" dirty="0">
                <a:latin typeface="宋体"/>
                <a:cs typeface="宋体"/>
              </a:rPr>
              <a:t>》</a:t>
            </a:r>
            <a:endParaRPr sz="2000">
              <a:latin typeface="宋体"/>
              <a:cs typeface="宋体"/>
            </a:endParaRPr>
          </a:p>
          <a:p>
            <a:pPr marR="1329690" algn="r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宋体"/>
                <a:cs typeface="宋体"/>
              </a:rPr>
              <a:t>选课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00787" y="5440171"/>
            <a:ext cx="927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查学分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7450" y="4030662"/>
            <a:ext cx="436880" cy="367030"/>
          </a:xfrm>
          <a:custGeom>
            <a:avLst/>
            <a:gdLst/>
            <a:ahLst/>
            <a:cxnLst/>
            <a:rect l="l" t="t" r="r" b="b"/>
            <a:pathLst>
              <a:path w="436880" h="367029">
                <a:moveTo>
                  <a:pt x="0" y="183356"/>
                </a:moveTo>
                <a:lnTo>
                  <a:pt x="5764" y="141314"/>
                </a:lnTo>
                <a:lnTo>
                  <a:pt x="22186" y="102720"/>
                </a:lnTo>
                <a:lnTo>
                  <a:pt x="47953" y="68676"/>
                </a:lnTo>
                <a:lnTo>
                  <a:pt x="81757" y="40281"/>
                </a:lnTo>
                <a:lnTo>
                  <a:pt x="122286" y="18636"/>
                </a:lnTo>
                <a:lnTo>
                  <a:pt x="168231" y="4842"/>
                </a:lnTo>
                <a:lnTo>
                  <a:pt x="218281" y="0"/>
                </a:lnTo>
                <a:lnTo>
                  <a:pt x="268331" y="4842"/>
                </a:lnTo>
                <a:lnTo>
                  <a:pt x="314276" y="18636"/>
                </a:lnTo>
                <a:lnTo>
                  <a:pt x="354805" y="40281"/>
                </a:lnTo>
                <a:lnTo>
                  <a:pt x="388608" y="68676"/>
                </a:lnTo>
                <a:lnTo>
                  <a:pt x="414376" y="102720"/>
                </a:lnTo>
                <a:lnTo>
                  <a:pt x="430798" y="141314"/>
                </a:lnTo>
                <a:lnTo>
                  <a:pt x="436563" y="183356"/>
                </a:lnTo>
                <a:lnTo>
                  <a:pt x="430798" y="225397"/>
                </a:lnTo>
                <a:lnTo>
                  <a:pt x="414376" y="263991"/>
                </a:lnTo>
                <a:lnTo>
                  <a:pt x="388608" y="298035"/>
                </a:lnTo>
                <a:lnTo>
                  <a:pt x="354805" y="326430"/>
                </a:lnTo>
                <a:lnTo>
                  <a:pt x="314276" y="348075"/>
                </a:lnTo>
                <a:lnTo>
                  <a:pt x="268331" y="361869"/>
                </a:lnTo>
                <a:lnTo>
                  <a:pt x="218281" y="366712"/>
                </a:lnTo>
                <a:lnTo>
                  <a:pt x="168231" y="361869"/>
                </a:lnTo>
                <a:lnTo>
                  <a:pt x="122286" y="348075"/>
                </a:lnTo>
                <a:lnTo>
                  <a:pt x="81757" y="326430"/>
                </a:lnTo>
                <a:lnTo>
                  <a:pt x="47953" y="298035"/>
                </a:lnTo>
                <a:lnTo>
                  <a:pt x="22186" y="263991"/>
                </a:lnTo>
                <a:lnTo>
                  <a:pt x="5764" y="225397"/>
                </a:lnTo>
                <a:lnTo>
                  <a:pt x="0" y="1833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90650" y="4403725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80" h="184150">
                <a:moveTo>
                  <a:pt x="0" y="0"/>
                </a:moveTo>
                <a:lnTo>
                  <a:pt x="4763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12837" y="4475162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>
                <a:moveTo>
                  <a:pt x="0" y="0"/>
                </a:moveTo>
                <a:lnTo>
                  <a:pt x="5762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55712" y="4546600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80" h="288925">
                <a:moveTo>
                  <a:pt x="144462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98587" y="4546600"/>
            <a:ext cx="167005" cy="288925"/>
          </a:xfrm>
          <a:custGeom>
            <a:avLst/>
            <a:gdLst/>
            <a:ahLst/>
            <a:cxnLst/>
            <a:rect l="l" t="t" r="r" b="b"/>
            <a:pathLst>
              <a:path w="167005" h="288925">
                <a:moveTo>
                  <a:pt x="0" y="0"/>
                </a:moveTo>
                <a:lnTo>
                  <a:pt x="166687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5650" y="908050"/>
            <a:ext cx="7772400" cy="4340225"/>
          </a:xfrm>
          <a:custGeom>
            <a:avLst/>
            <a:gdLst/>
            <a:ahLst/>
            <a:cxnLst/>
            <a:rect l="l" t="t" r="r" b="b"/>
            <a:pathLst>
              <a:path w="7772400" h="4340225">
                <a:moveTo>
                  <a:pt x="0" y="0"/>
                </a:moveTo>
                <a:lnTo>
                  <a:pt x="7772400" y="0"/>
                </a:lnTo>
                <a:lnTo>
                  <a:pt x="7772400" y="4339650"/>
                </a:lnTo>
                <a:lnTo>
                  <a:pt x="0" y="433965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7089" y="737108"/>
            <a:ext cx="7632700" cy="168656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10"/>
              </a:spcBef>
            </a:pPr>
            <a:r>
              <a:rPr sz="2400" dirty="0">
                <a:solidFill>
                  <a:srgbClr val="000000"/>
                </a:solidFill>
              </a:rPr>
              <a:t>表示二：</a:t>
            </a:r>
            <a:endParaRPr sz="2400"/>
          </a:p>
          <a:p>
            <a:pPr marR="5080" indent="304800">
              <a:lnSpc>
                <a:spcPct val="149200"/>
              </a:lnSpc>
              <a:spcBef>
                <a:spcPts val="95"/>
              </a:spcBef>
            </a:pPr>
            <a:r>
              <a:rPr sz="2400" dirty="0">
                <a:solidFill>
                  <a:srgbClr val="000000"/>
                </a:solidFill>
              </a:rPr>
              <a:t>研究生可选择的两个功能，都包含有登录事务的需要。 每个功能的进入都必须登录。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348037" y="2995612"/>
            <a:ext cx="1524000" cy="408305"/>
          </a:xfrm>
          <a:custGeom>
            <a:avLst/>
            <a:gdLst/>
            <a:ahLst/>
            <a:cxnLst/>
            <a:rect l="l" t="t" r="r" b="b"/>
            <a:pathLst>
              <a:path w="1524000" h="408304">
                <a:moveTo>
                  <a:pt x="0" y="203993"/>
                </a:moveTo>
                <a:lnTo>
                  <a:pt x="13740" y="165229"/>
                </a:lnTo>
                <a:lnTo>
                  <a:pt x="53256" y="128921"/>
                </a:lnTo>
                <a:lnTo>
                  <a:pt x="115996" y="95752"/>
                </a:lnTo>
                <a:lnTo>
                  <a:pt x="155275" y="80559"/>
                </a:lnTo>
                <a:lnTo>
                  <a:pt x="199402" y="66407"/>
                </a:lnTo>
                <a:lnTo>
                  <a:pt x="248058" y="53381"/>
                </a:lnTo>
                <a:lnTo>
                  <a:pt x="300922" y="41568"/>
                </a:lnTo>
                <a:lnTo>
                  <a:pt x="357676" y="31053"/>
                </a:lnTo>
                <a:lnTo>
                  <a:pt x="418001" y="21920"/>
                </a:lnTo>
                <a:lnTo>
                  <a:pt x="481576" y="14257"/>
                </a:lnTo>
                <a:lnTo>
                  <a:pt x="548083" y="8147"/>
                </a:lnTo>
                <a:lnTo>
                  <a:pt x="617202" y="3678"/>
                </a:lnTo>
                <a:lnTo>
                  <a:pt x="688614" y="933"/>
                </a:lnTo>
                <a:lnTo>
                  <a:pt x="762000" y="0"/>
                </a:lnTo>
                <a:lnTo>
                  <a:pt x="835385" y="933"/>
                </a:lnTo>
                <a:lnTo>
                  <a:pt x="906797" y="3678"/>
                </a:lnTo>
                <a:lnTo>
                  <a:pt x="975916" y="8147"/>
                </a:lnTo>
                <a:lnTo>
                  <a:pt x="1042423" y="14257"/>
                </a:lnTo>
                <a:lnTo>
                  <a:pt x="1105998" y="21920"/>
                </a:lnTo>
                <a:lnTo>
                  <a:pt x="1166323" y="31053"/>
                </a:lnTo>
                <a:lnTo>
                  <a:pt x="1223077" y="41568"/>
                </a:lnTo>
                <a:lnTo>
                  <a:pt x="1275941" y="53381"/>
                </a:lnTo>
                <a:lnTo>
                  <a:pt x="1324597" y="66407"/>
                </a:lnTo>
                <a:lnTo>
                  <a:pt x="1368724" y="80559"/>
                </a:lnTo>
                <a:lnTo>
                  <a:pt x="1408003" y="95752"/>
                </a:lnTo>
                <a:lnTo>
                  <a:pt x="1470743" y="128921"/>
                </a:lnTo>
                <a:lnTo>
                  <a:pt x="1510260" y="165229"/>
                </a:lnTo>
                <a:lnTo>
                  <a:pt x="1524000" y="203993"/>
                </a:lnTo>
                <a:lnTo>
                  <a:pt x="1520511" y="223639"/>
                </a:lnTo>
                <a:lnTo>
                  <a:pt x="1493564" y="261260"/>
                </a:lnTo>
                <a:lnTo>
                  <a:pt x="1442116" y="296084"/>
                </a:lnTo>
                <a:lnTo>
                  <a:pt x="1368724" y="327427"/>
                </a:lnTo>
                <a:lnTo>
                  <a:pt x="1324597" y="341579"/>
                </a:lnTo>
                <a:lnTo>
                  <a:pt x="1275941" y="354605"/>
                </a:lnTo>
                <a:lnTo>
                  <a:pt x="1223077" y="366418"/>
                </a:lnTo>
                <a:lnTo>
                  <a:pt x="1166323" y="376933"/>
                </a:lnTo>
                <a:lnTo>
                  <a:pt x="1105998" y="386066"/>
                </a:lnTo>
                <a:lnTo>
                  <a:pt x="1042423" y="393729"/>
                </a:lnTo>
                <a:lnTo>
                  <a:pt x="975916" y="399839"/>
                </a:lnTo>
                <a:lnTo>
                  <a:pt x="906797" y="404308"/>
                </a:lnTo>
                <a:lnTo>
                  <a:pt x="835385" y="407053"/>
                </a:lnTo>
                <a:lnTo>
                  <a:pt x="762000" y="407987"/>
                </a:lnTo>
                <a:lnTo>
                  <a:pt x="688614" y="407053"/>
                </a:lnTo>
                <a:lnTo>
                  <a:pt x="617202" y="404308"/>
                </a:lnTo>
                <a:lnTo>
                  <a:pt x="548083" y="399839"/>
                </a:lnTo>
                <a:lnTo>
                  <a:pt x="481576" y="393729"/>
                </a:lnTo>
                <a:lnTo>
                  <a:pt x="418001" y="386066"/>
                </a:lnTo>
                <a:lnTo>
                  <a:pt x="357676" y="376933"/>
                </a:lnTo>
                <a:lnTo>
                  <a:pt x="300922" y="366418"/>
                </a:lnTo>
                <a:lnTo>
                  <a:pt x="248058" y="354605"/>
                </a:lnTo>
                <a:lnTo>
                  <a:pt x="199402" y="341579"/>
                </a:lnTo>
                <a:lnTo>
                  <a:pt x="155275" y="327427"/>
                </a:lnTo>
                <a:lnTo>
                  <a:pt x="115996" y="312234"/>
                </a:lnTo>
                <a:lnTo>
                  <a:pt x="53256" y="279065"/>
                </a:lnTo>
                <a:lnTo>
                  <a:pt x="13740" y="242757"/>
                </a:lnTo>
                <a:lnTo>
                  <a:pt x="0" y="2039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19475" y="3860800"/>
            <a:ext cx="1406525" cy="408305"/>
          </a:xfrm>
          <a:custGeom>
            <a:avLst/>
            <a:gdLst/>
            <a:ahLst/>
            <a:cxnLst/>
            <a:rect l="l" t="t" r="r" b="b"/>
            <a:pathLst>
              <a:path w="1406525" h="408304">
                <a:moveTo>
                  <a:pt x="0" y="203994"/>
                </a:moveTo>
                <a:lnTo>
                  <a:pt x="14287" y="162882"/>
                </a:lnTo>
                <a:lnTo>
                  <a:pt x="55265" y="124590"/>
                </a:lnTo>
                <a:lnTo>
                  <a:pt x="120106" y="89939"/>
                </a:lnTo>
                <a:lnTo>
                  <a:pt x="160590" y="74234"/>
                </a:lnTo>
                <a:lnTo>
                  <a:pt x="205980" y="59748"/>
                </a:lnTo>
                <a:lnTo>
                  <a:pt x="255922" y="46582"/>
                </a:lnTo>
                <a:lnTo>
                  <a:pt x="310061" y="34838"/>
                </a:lnTo>
                <a:lnTo>
                  <a:pt x="368045" y="24620"/>
                </a:lnTo>
                <a:lnTo>
                  <a:pt x="429520" y="16030"/>
                </a:lnTo>
                <a:lnTo>
                  <a:pt x="494133" y="9171"/>
                </a:lnTo>
                <a:lnTo>
                  <a:pt x="561530" y="4144"/>
                </a:lnTo>
                <a:lnTo>
                  <a:pt x="631357" y="1053"/>
                </a:lnTo>
                <a:lnTo>
                  <a:pt x="703262" y="0"/>
                </a:lnTo>
                <a:lnTo>
                  <a:pt x="775167" y="1053"/>
                </a:lnTo>
                <a:lnTo>
                  <a:pt x="844994" y="4144"/>
                </a:lnTo>
                <a:lnTo>
                  <a:pt x="912391" y="9171"/>
                </a:lnTo>
                <a:lnTo>
                  <a:pt x="977004" y="16030"/>
                </a:lnTo>
                <a:lnTo>
                  <a:pt x="1038479" y="24620"/>
                </a:lnTo>
                <a:lnTo>
                  <a:pt x="1096463" y="34838"/>
                </a:lnTo>
                <a:lnTo>
                  <a:pt x="1150602" y="46582"/>
                </a:lnTo>
                <a:lnTo>
                  <a:pt x="1200544" y="59748"/>
                </a:lnTo>
                <a:lnTo>
                  <a:pt x="1245934" y="74234"/>
                </a:lnTo>
                <a:lnTo>
                  <a:pt x="1286418" y="89939"/>
                </a:lnTo>
                <a:lnTo>
                  <a:pt x="1321645" y="106758"/>
                </a:lnTo>
                <a:lnTo>
                  <a:pt x="1374907" y="143332"/>
                </a:lnTo>
                <a:lnTo>
                  <a:pt x="1402894" y="183136"/>
                </a:lnTo>
                <a:lnTo>
                  <a:pt x="1406525" y="203994"/>
                </a:lnTo>
                <a:lnTo>
                  <a:pt x="1402894" y="224851"/>
                </a:lnTo>
                <a:lnTo>
                  <a:pt x="1374907" y="264655"/>
                </a:lnTo>
                <a:lnTo>
                  <a:pt x="1321645" y="301229"/>
                </a:lnTo>
                <a:lnTo>
                  <a:pt x="1286418" y="318049"/>
                </a:lnTo>
                <a:lnTo>
                  <a:pt x="1245934" y="333753"/>
                </a:lnTo>
                <a:lnTo>
                  <a:pt x="1200544" y="348239"/>
                </a:lnTo>
                <a:lnTo>
                  <a:pt x="1150602" y="361405"/>
                </a:lnTo>
                <a:lnTo>
                  <a:pt x="1096463" y="373149"/>
                </a:lnTo>
                <a:lnTo>
                  <a:pt x="1038479" y="383367"/>
                </a:lnTo>
                <a:lnTo>
                  <a:pt x="977004" y="391957"/>
                </a:lnTo>
                <a:lnTo>
                  <a:pt x="912391" y="398816"/>
                </a:lnTo>
                <a:lnTo>
                  <a:pt x="844994" y="403843"/>
                </a:lnTo>
                <a:lnTo>
                  <a:pt x="775167" y="406934"/>
                </a:lnTo>
                <a:lnTo>
                  <a:pt x="703262" y="407988"/>
                </a:lnTo>
                <a:lnTo>
                  <a:pt x="631357" y="406934"/>
                </a:lnTo>
                <a:lnTo>
                  <a:pt x="561530" y="403843"/>
                </a:lnTo>
                <a:lnTo>
                  <a:pt x="494133" y="398816"/>
                </a:lnTo>
                <a:lnTo>
                  <a:pt x="429520" y="391957"/>
                </a:lnTo>
                <a:lnTo>
                  <a:pt x="368045" y="383367"/>
                </a:lnTo>
                <a:lnTo>
                  <a:pt x="310061" y="373149"/>
                </a:lnTo>
                <a:lnTo>
                  <a:pt x="255922" y="361405"/>
                </a:lnTo>
                <a:lnTo>
                  <a:pt x="205980" y="348239"/>
                </a:lnTo>
                <a:lnTo>
                  <a:pt x="160590" y="333753"/>
                </a:lnTo>
                <a:lnTo>
                  <a:pt x="120106" y="318049"/>
                </a:lnTo>
                <a:lnTo>
                  <a:pt x="84879" y="301229"/>
                </a:lnTo>
                <a:lnTo>
                  <a:pt x="31617" y="264655"/>
                </a:lnTo>
                <a:lnTo>
                  <a:pt x="3630" y="224851"/>
                </a:lnTo>
                <a:lnTo>
                  <a:pt x="0" y="2039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2075" y="3620516"/>
            <a:ext cx="927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研究生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95512" y="3211512"/>
            <a:ext cx="1152525" cy="215900"/>
          </a:xfrm>
          <a:custGeom>
            <a:avLst/>
            <a:gdLst/>
            <a:ahLst/>
            <a:cxnLst/>
            <a:rect l="l" t="t" r="r" b="b"/>
            <a:pathLst>
              <a:path w="1152525" h="215900">
                <a:moveTo>
                  <a:pt x="0" y="215900"/>
                </a:moveTo>
                <a:lnTo>
                  <a:pt x="11525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56325" y="3284537"/>
            <a:ext cx="1524000" cy="408305"/>
          </a:xfrm>
          <a:custGeom>
            <a:avLst/>
            <a:gdLst/>
            <a:ahLst/>
            <a:cxnLst/>
            <a:rect l="l" t="t" r="r" b="b"/>
            <a:pathLst>
              <a:path w="1524000" h="408304">
                <a:moveTo>
                  <a:pt x="0" y="203993"/>
                </a:moveTo>
                <a:lnTo>
                  <a:pt x="13740" y="165229"/>
                </a:lnTo>
                <a:lnTo>
                  <a:pt x="53256" y="128921"/>
                </a:lnTo>
                <a:lnTo>
                  <a:pt x="115996" y="95752"/>
                </a:lnTo>
                <a:lnTo>
                  <a:pt x="155275" y="80559"/>
                </a:lnTo>
                <a:lnTo>
                  <a:pt x="199402" y="66407"/>
                </a:lnTo>
                <a:lnTo>
                  <a:pt x="248058" y="53381"/>
                </a:lnTo>
                <a:lnTo>
                  <a:pt x="300922" y="41568"/>
                </a:lnTo>
                <a:lnTo>
                  <a:pt x="357676" y="31053"/>
                </a:lnTo>
                <a:lnTo>
                  <a:pt x="418001" y="21920"/>
                </a:lnTo>
                <a:lnTo>
                  <a:pt x="481576" y="14257"/>
                </a:lnTo>
                <a:lnTo>
                  <a:pt x="548083" y="8147"/>
                </a:lnTo>
                <a:lnTo>
                  <a:pt x="617202" y="3678"/>
                </a:lnTo>
                <a:lnTo>
                  <a:pt x="688614" y="933"/>
                </a:lnTo>
                <a:lnTo>
                  <a:pt x="762000" y="0"/>
                </a:lnTo>
                <a:lnTo>
                  <a:pt x="835385" y="933"/>
                </a:lnTo>
                <a:lnTo>
                  <a:pt x="906797" y="3678"/>
                </a:lnTo>
                <a:lnTo>
                  <a:pt x="975916" y="8147"/>
                </a:lnTo>
                <a:lnTo>
                  <a:pt x="1042423" y="14257"/>
                </a:lnTo>
                <a:lnTo>
                  <a:pt x="1105998" y="21920"/>
                </a:lnTo>
                <a:lnTo>
                  <a:pt x="1166323" y="31053"/>
                </a:lnTo>
                <a:lnTo>
                  <a:pt x="1223077" y="41568"/>
                </a:lnTo>
                <a:lnTo>
                  <a:pt x="1275941" y="53381"/>
                </a:lnTo>
                <a:lnTo>
                  <a:pt x="1324597" y="66407"/>
                </a:lnTo>
                <a:lnTo>
                  <a:pt x="1368724" y="80559"/>
                </a:lnTo>
                <a:lnTo>
                  <a:pt x="1408003" y="95752"/>
                </a:lnTo>
                <a:lnTo>
                  <a:pt x="1470743" y="128921"/>
                </a:lnTo>
                <a:lnTo>
                  <a:pt x="1510260" y="165229"/>
                </a:lnTo>
                <a:lnTo>
                  <a:pt x="1524000" y="203993"/>
                </a:lnTo>
                <a:lnTo>
                  <a:pt x="1520511" y="223639"/>
                </a:lnTo>
                <a:lnTo>
                  <a:pt x="1493564" y="261260"/>
                </a:lnTo>
                <a:lnTo>
                  <a:pt x="1442116" y="296084"/>
                </a:lnTo>
                <a:lnTo>
                  <a:pt x="1368724" y="327427"/>
                </a:lnTo>
                <a:lnTo>
                  <a:pt x="1324597" y="341579"/>
                </a:lnTo>
                <a:lnTo>
                  <a:pt x="1275941" y="354605"/>
                </a:lnTo>
                <a:lnTo>
                  <a:pt x="1223077" y="366418"/>
                </a:lnTo>
                <a:lnTo>
                  <a:pt x="1166323" y="376933"/>
                </a:lnTo>
                <a:lnTo>
                  <a:pt x="1105998" y="386066"/>
                </a:lnTo>
                <a:lnTo>
                  <a:pt x="1042423" y="393729"/>
                </a:lnTo>
                <a:lnTo>
                  <a:pt x="975916" y="399839"/>
                </a:lnTo>
                <a:lnTo>
                  <a:pt x="906797" y="404308"/>
                </a:lnTo>
                <a:lnTo>
                  <a:pt x="835385" y="407053"/>
                </a:lnTo>
                <a:lnTo>
                  <a:pt x="762000" y="407987"/>
                </a:lnTo>
                <a:lnTo>
                  <a:pt x="688614" y="407053"/>
                </a:lnTo>
                <a:lnTo>
                  <a:pt x="617202" y="404308"/>
                </a:lnTo>
                <a:lnTo>
                  <a:pt x="548083" y="399839"/>
                </a:lnTo>
                <a:lnTo>
                  <a:pt x="481576" y="393729"/>
                </a:lnTo>
                <a:lnTo>
                  <a:pt x="418001" y="386066"/>
                </a:lnTo>
                <a:lnTo>
                  <a:pt x="357676" y="376933"/>
                </a:lnTo>
                <a:lnTo>
                  <a:pt x="300922" y="366418"/>
                </a:lnTo>
                <a:lnTo>
                  <a:pt x="248058" y="354605"/>
                </a:lnTo>
                <a:lnTo>
                  <a:pt x="199402" y="341579"/>
                </a:lnTo>
                <a:lnTo>
                  <a:pt x="155275" y="327427"/>
                </a:lnTo>
                <a:lnTo>
                  <a:pt x="115996" y="312234"/>
                </a:lnTo>
                <a:lnTo>
                  <a:pt x="53256" y="279065"/>
                </a:lnTo>
                <a:lnTo>
                  <a:pt x="13740" y="242757"/>
                </a:lnTo>
                <a:lnTo>
                  <a:pt x="0" y="2039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31804" y="3206782"/>
            <a:ext cx="1224915" cy="178435"/>
          </a:xfrm>
          <a:custGeom>
            <a:avLst/>
            <a:gdLst/>
            <a:ahLst/>
            <a:cxnLst/>
            <a:rect l="l" t="t" r="r" b="b"/>
            <a:pathLst>
              <a:path w="1224914" h="178435">
                <a:moveTo>
                  <a:pt x="1116" y="0"/>
                </a:moveTo>
                <a:lnTo>
                  <a:pt x="0" y="9458"/>
                </a:lnTo>
                <a:lnTo>
                  <a:pt x="37837" y="13925"/>
                </a:lnTo>
                <a:lnTo>
                  <a:pt x="38953" y="4466"/>
                </a:lnTo>
                <a:lnTo>
                  <a:pt x="1116" y="0"/>
                </a:lnTo>
                <a:close/>
              </a:path>
              <a:path w="1224914" h="178435">
                <a:moveTo>
                  <a:pt x="67331" y="7815"/>
                </a:moveTo>
                <a:lnTo>
                  <a:pt x="66215" y="17274"/>
                </a:lnTo>
                <a:lnTo>
                  <a:pt x="104052" y="21741"/>
                </a:lnTo>
                <a:lnTo>
                  <a:pt x="105168" y="12280"/>
                </a:lnTo>
                <a:lnTo>
                  <a:pt x="67331" y="7815"/>
                </a:lnTo>
                <a:close/>
              </a:path>
              <a:path w="1224914" h="178435">
                <a:moveTo>
                  <a:pt x="133546" y="15631"/>
                </a:moveTo>
                <a:lnTo>
                  <a:pt x="132430" y="25090"/>
                </a:lnTo>
                <a:lnTo>
                  <a:pt x="170267" y="29555"/>
                </a:lnTo>
                <a:lnTo>
                  <a:pt x="171383" y="20096"/>
                </a:lnTo>
                <a:lnTo>
                  <a:pt x="133546" y="15631"/>
                </a:lnTo>
                <a:close/>
              </a:path>
              <a:path w="1224914" h="178435">
                <a:moveTo>
                  <a:pt x="199762" y="23445"/>
                </a:moveTo>
                <a:lnTo>
                  <a:pt x="198645" y="32905"/>
                </a:lnTo>
                <a:lnTo>
                  <a:pt x="236482" y="37371"/>
                </a:lnTo>
                <a:lnTo>
                  <a:pt x="237599" y="27912"/>
                </a:lnTo>
                <a:lnTo>
                  <a:pt x="199762" y="23445"/>
                </a:lnTo>
                <a:close/>
              </a:path>
              <a:path w="1224914" h="178435">
                <a:moveTo>
                  <a:pt x="265977" y="31261"/>
                </a:moveTo>
                <a:lnTo>
                  <a:pt x="264861" y="40721"/>
                </a:lnTo>
                <a:lnTo>
                  <a:pt x="302698" y="45186"/>
                </a:lnTo>
                <a:lnTo>
                  <a:pt x="303815" y="35727"/>
                </a:lnTo>
                <a:lnTo>
                  <a:pt x="265977" y="31261"/>
                </a:lnTo>
                <a:close/>
              </a:path>
              <a:path w="1224914" h="178435">
                <a:moveTo>
                  <a:pt x="332192" y="39076"/>
                </a:moveTo>
                <a:lnTo>
                  <a:pt x="331076" y="48535"/>
                </a:lnTo>
                <a:lnTo>
                  <a:pt x="368913" y="53002"/>
                </a:lnTo>
                <a:lnTo>
                  <a:pt x="370031" y="43541"/>
                </a:lnTo>
                <a:lnTo>
                  <a:pt x="332192" y="39076"/>
                </a:lnTo>
                <a:close/>
              </a:path>
              <a:path w="1224914" h="178435">
                <a:moveTo>
                  <a:pt x="398409" y="46892"/>
                </a:moveTo>
                <a:lnTo>
                  <a:pt x="397291" y="56351"/>
                </a:lnTo>
                <a:lnTo>
                  <a:pt x="435129" y="60817"/>
                </a:lnTo>
                <a:lnTo>
                  <a:pt x="436246" y="51357"/>
                </a:lnTo>
                <a:lnTo>
                  <a:pt x="398409" y="46892"/>
                </a:lnTo>
                <a:close/>
              </a:path>
              <a:path w="1224914" h="178435">
                <a:moveTo>
                  <a:pt x="464624" y="54707"/>
                </a:moveTo>
                <a:lnTo>
                  <a:pt x="463508" y="64166"/>
                </a:lnTo>
                <a:lnTo>
                  <a:pt x="501345" y="68632"/>
                </a:lnTo>
                <a:lnTo>
                  <a:pt x="502461" y="59173"/>
                </a:lnTo>
                <a:lnTo>
                  <a:pt x="464624" y="54707"/>
                </a:lnTo>
                <a:close/>
              </a:path>
              <a:path w="1224914" h="178435">
                <a:moveTo>
                  <a:pt x="530839" y="62522"/>
                </a:moveTo>
                <a:lnTo>
                  <a:pt x="529723" y="71982"/>
                </a:lnTo>
                <a:lnTo>
                  <a:pt x="567560" y="76447"/>
                </a:lnTo>
                <a:lnTo>
                  <a:pt x="568676" y="66988"/>
                </a:lnTo>
                <a:lnTo>
                  <a:pt x="530839" y="62522"/>
                </a:lnTo>
                <a:close/>
              </a:path>
              <a:path w="1224914" h="178435">
                <a:moveTo>
                  <a:pt x="597054" y="70337"/>
                </a:moveTo>
                <a:lnTo>
                  <a:pt x="595938" y="79796"/>
                </a:lnTo>
                <a:lnTo>
                  <a:pt x="633775" y="84263"/>
                </a:lnTo>
                <a:lnTo>
                  <a:pt x="634892" y="74803"/>
                </a:lnTo>
                <a:lnTo>
                  <a:pt x="597054" y="70337"/>
                </a:lnTo>
                <a:close/>
              </a:path>
              <a:path w="1224914" h="178435">
                <a:moveTo>
                  <a:pt x="663270" y="78153"/>
                </a:moveTo>
                <a:lnTo>
                  <a:pt x="662153" y="87612"/>
                </a:lnTo>
                <a:lnTo>
                  <a:pt x="699990" y="92078"/>
                </a:lnTo>
                <a:lnTo>
                  <a:pt x="701107" y="82618"/>
                </a:lnTo>
                <a:lnTo>
                  <a:pt x="663270" y="78153"/>
                </a:lnTo>
                <a:close/>
              </a:path>
              <a:path w="1224914" h="178435">
                <a:moveTo>
                  <a:pt x="729485" y="85968"/>
                </a:moveTo>
                <a:lnTo>
                  <a:pt x="728369" y="95427"/>
                </a:lnTo>
                <a:lnTo>
                  <a:pt x="766206" y="99893"/>
                </a:lnTo>
                <a:lnTo>
                  <a:pt x="767322" y="90434"/>
                </a:lnTo>
                <a:lnTo>
                  <a:pt x="729485" y="85968"/>
                </a:lnTo>
                <a:close/>
              </a:path>
              <a:path w="1224914" h="178435">
                <a:moveTo>
                  <a:pt x="795700" y="93783"/>
                </a:moveTo>
                <a:lnTo>
                  <a:pt x="794584" y="103243"/>
                </a:lnTo>
                <a:lnTo>
                  <a:pt x="832421" y="107708"/>
                </a:lnTo>
                <a:lnTo>
                  <a:pt x="833537" y="98249"/>
                </a:lnTo>
                <a:lnTo>
                  <a:pt x="795700" y="93783"/>
                </a:lnTo>
                <a:close/>
              </a:path>
              <a:path w="1224914" h="178435">
                <a:moveTo>
                  <a:pt x="861915" y="101598"/>
                </a:moveTo>
                <a:lnTo>
                  <a:pt x="860799" y="111057"/>
                </a:lnTo>
                <a:lnTo>
                  <a:pt x="898636" y="115524"/>
                </a:lnTo>
                <a:lnTo>
                  <a:pt x="899753" y="106065"/>
                </a:lnTo>
                <a:lnTo>
                  <a:pt x="861915" y="101598"/>
                </a:lnTo>
                <a:close/>
              </a:path>
              <a:path w="1224914" h="178435">
                <a:moveTo>
                  <a:pt x="928131" y="109414"/>
                </a:moveTo>
                <a:lnTo>
                  <a:pt x="927014" y="118873"/>
                </a:lnTo>
                <a:lnTo>
                  <a:pt x="964852" y="123339"/>
                </a:lnTo>
                <a:lnTo>
                  <a:pt x="965968" y="113879"/>
                </a:lnTo>
                <a:lnTo>
                  <a:pt x="928131" y="109414"/>
                </a:lnTo>
                <a:close/>
              </a:path>
              <a:path w="1224914" h="178435">
                <a:moveTo>
                  <a:pt x="994346" y="117229"/>
                </a:moveTo>
                <a:lnTo>
                  <a:pt x="993230" y="126688"/>
                </a:lnTo>
                <a:lnTo>
                  <a:pt x="1031067" y="131154"/>
                </a:lnTo>
                <a:lnTo>
                  <a:pt x="1032184" y="121695"/>
                </a:lnTo>
                <a:lnTo>
                  <a:pt x="994346" y="117229"/>
                </a:lnTo>
                <a:close/>
              </a:path>
              <a:path w="1224914" h="178435">
                <a:moveTo>
                  <a:pt x="1060561" y="125044"/>
                </a:moveTo>
                <a:lnTo>
                  <a:pt x="1059445" y="134504"/>
                </a:lnTo>
                <a:lnTo>
                  <a:pt x="1097283" y="138969"/>
                </a:lnTo>
                <a:lnTo>
                  <a:pt x="1098400" y="129510"/>
                </a:lnTo>
                <a:lnTo>
                  <a:pt x="1060561" y="125044"/>
                </a:lnTo>
                <a:close/>
              </a:path>
              <a:path w="1224914" h="178435">
                <a:moveTo>
                  <a:pt x="1148286" y="144989"/>
                </a:moveTo>
                <a:lnTo>
                  <a:pt x="1144379" y="178097"/>
                </a:lnTo>
                <a:lnTo>
                  <a:pt x="1224520" y="149191"/>
                </a:lnTo>
                <a:lnTo>
                  <a:pt x="1220387" y="146477"/>
                </a:lnTo>
                <a:lnTo>
                  <a:pt x="1160898" y="146477"/>
                </a:lnTo>
                <a:lnTo>
                  <a:pt x="1148286" y="144989"/>
                </a:lnTo>
                <a:close/>
              </a:path>
              <a:path w="1224914" h="178435">
                <a:moveTo>
                  <a:pt x="1149403" y="135530"/>
                </a:moveTo>
                <a:lnTo>
                  <a:pt x="1148286" y="144989"/>
                </a:lnTo>
                <a:lnTo>
                  <a:pt x="1160898" y="146477"/>
                </a:lnTo>
                <a:lnTo>
                  <a:pt x="1162015" y="137019"/>
                </a:lnTo>
                <a:lnTo>
                  <a:pt x="1149403" y="135530"/>
                </a:lnTo>
                <a:close/>
              </a:path>
              <a:path w="1224914" h="178435">
                <a:moveTo>
                  <a:pt x="1153311" y="102422"/>
                </a:moveTo>
                <a:lnTo>
                  <a:pt x="1149403" y="135530"/>
                </a:lnTo>
                <a:lnTo>
                  <a:pt x="1162015" y="137019"/>
                </a:lnTo>
                <a:lnTo>
                  <a:pt x="1160898" y="146477"/>
                </a:lnTo>
                <a:lnTo>
                  <a:pt x="1220387" y="146477"/>
                </a:lnTo>
                <a:lnTo>
                  <a:pt x="1153311" y="102422"/>
                </a:lnTo>
                <a:close/>
              </a:path>
              <a:path w="1224914" h="178435">
                <a:moveTo>
                  <a:pt x="1126778" y="132859"/>
                </a:moveTo>
                <a:lnTo>
                  <a:pt x="1125660" y="142318"/>
                </a:lnTo>
                <a:lnTo>
                  <a:pt x="1148286" y="144989"/>
                </a:lnTo>
                <a:lnTo>
                  <a:pt x="1149403" y="135530"/>
                </a:lnTo>
                <a:lnTo>
                  <a:pt x="1126778" y="1328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58062" y="3555564"/>
            <a:ext cx="1298575" cy="381635"/>
          </a:xfrm>
          <a:custGeom>
            <a:avLst/>
            <a:gdLst/>
            <a:ahLst/>
            <a:cxnLst/>
            <a:rect l="l" t="t" r="r" b="b"/>
            <a:pathLst>
              <a:path w="1298575" h="381635">
                <a:moveTo>
                  <a:pt x="36709" y="361885"/>
                </a:moveTo>
                <a:lnTo>
                  <a:pt x="0" y="372084"/>
                </a:lnTo>
                <a:lnTo>
                  <a:pt x="2550" y="381262"/>
                </a:lnTo>
                <a:lnTo>
                  <a:pt x="39259" y="371062"/>
                </a:lnTo>
                <a:lnTo>
                  <a:pt x="36709" y="361885"/>
                </a:lnTo>
                <a:close/>
              </a:path>
              <a:path w="1298575" h="381635">
                <a:moveTo>
                  <a:pt x="100951" y="344036"/>
                </a:moveTo>
                <a:lnTo>
                  <a:pt x="64241" y="354236"/>
                </a:lnTo>
                <a:lnTo>
                  <a:pt x="66791" y="363413"/>
                </a:lnTo>
                <a:lnTo>
                  <a:pt x="103501" y="353213"/>
                </a:lnTo>
                <a:lnTo>
                  <a:pt x="100951" y="344036"/>
                </a:lnTo>
                <a:close/>
              </a:path>
              <a:path w="1298575" h="381635">
                <a:moveTo>
                  <a:pt x="165192" y="326186"/>
                </a:moveTo>
                <a:lnTo>
                  <a:pt x="128483" y="336386"/>
                </a:lnTo>
                <a:lnTo>
                  <a:pt x="131033" y="345564"/>
                </a:lnTo>
                <a:lnTo>
                  <a:pt x="167742" y="335363"/>
                </a:lnTo>
                <a:lnTo>
                  <a:pt x="165192" y="326186"/>
                </a:lnTo>
                <a:close/>
              </a:path>
              <a:path w="1298575" h="381635">
                <a:moveTo>
                  <a:pt x="229434" y="308338"/>
                </a:moveTo>
                <a:lnTo>
                  <a:pt x="192725" y="318537"/>
                </a:lnTo>
                <a:lnTo>
                  <a:pt x="195275" y="327714"/>
                </a:lnTo>
                <a:lnTo>
                  <a:pt x="231984" y="317515"/>
                </a:lnTo>
                <a:lnTo>
                  <a:pt x="229434" y="308338"/>
                </a:lnTo>
                <a:close/>
              </a:path>
              <a:path w="1298575" h="381635">
                <a:moveTo>
                  <a:pt x="293676" y="290488"/>
                </a:moveTo>
                <a:lnTo>
                  <a:pt x="256966" y="300687"/>
                </a:lnTo>
                <a:lnTo>
                  <a:pt x="259515" y="309864"/>
                </a:lnTo>
                <a:lnTo>
                  <a:pt x="296224" y="299665"/>
                </a:lnTo>
                <a:lnTo>
                  <a:pt x="293676" y="290488"/>
                </a:lnTo>
                <a:close/>
              </a:path>
              <a:path w="1298575" h="381635">
                <a:moveTo>
                  <a:pt x="357916" y="272639"/>
                </a:moveTo>
                <a:lnTo>
                  <a:pt x="321207" y="282839"/>
                </a:lnTo>
                <a:lnTo>
                  <a:pt x="323757" y="292016"/>
                </a:lnTo>
                <a:lnTo>
                  <a:pt x="360466" y="281816"/>
                </a:lnTo>
                <a:lnTo>
                  <a:pt x="357916" y="272639"/>
                </a:lnTo>
                <a:close/>
              </a:path>
              <a:path w="1298575" h="381635">
                <a:moveTo>
                  <a:pt x="422158" y="254789"/>
                </a:moveTo>
                <a:lnTo>
                  <a:pt x="385448" y="264989"/>
                </a:lnTo>
                <a:lnTo>
                  <a:pt x="387998" y="274166"/>
                </a:lnTo>
                <a:lnTo>
                  <a:pt x="424708" y="263966"/>
                </a:lnTo>
                <a:lnTo>
                  <a:pt x="422158" y="254789"/>
                </a:lnTo>
                <a:close/>
              </a:path>
              <a:path w="1298575" h="381635">
                <a:moveTo>
                  <a:pt x="486399" y="236941"/>
                </a:moveTo>
                <a:lnTo>
                  <a:pt x="449690" y="247140"/>
                </a:lnTo>
                <a:lnTo>
                  <a:pt x="452240" y="256317"/>
                </a:lnTo>
                <a:lnTo>
                  <a:pt x="488950" y="246118"/>
                </a:lnTo>
                <a:lnTo>
                  <a:pt x="486399" y="236941"/>
                </a:lnTo>
                <a:close/>
              </a:path>
              <a:path w="1298575" h="381635">
                <a:moveTo>
                  <a:pt x="550641" y="219091"/>
                </a:moveTo>
                <a:lnTo>
                  <a:pt x="513932" y="229290"/>
                </a:lnTo>
                <a:lnTo>
                  <a:pt x="516481" y="238467"/>
                </a:lnTo>
                <a:lnTo>
                  <a:pt x="553191" y="228268"/>
                </a:lnTo>
                <a:lnTo>
                  <a:pt x="550641" y="219091"/>
                </a:lnTo>
                <a:close/>
              </a:path>
              <a:path w="1298575" h="381635">
                <a:moveTo>
                  <a:pt x="614883" y="201241"/>
                </a:moveTo>
                <a:lnTo>
                  <a:pt x="578173" y="211442"/>
                </a:lnTo>
                <a:lnTo>
                  <a:pt x="580722" y="220619"/>
                </a:lnTo>
                <a:lnTo>
                  <a:pt x="617432" y="210419"/>
                </a:lnTo>
                <a:lnTo>
                  <a:pt x="614883" y="201241"/>
                </a:lnTo>
                <a:close/>
              </a:path>
              <a:path w="1298575" h="381635">
                <a:moveTo>
                  <a:pt x="679123" y="183393"/>
                </a:moveTo>
                <a:lnTo>
                  <a:pt x="642414" y="193592"/>
                </a:lnTo>
                <a:lnTo>
                  <a:pt x="644964" y="202769"/>
                </a:lnTo>
                <a:lnTo>
                  <a:pt x="681673" y="192570"/>
                </a:lnTo>
                <a:lnTo>
                  <a:pt x="679123" y="183393"/>
                </a:lnTo>
                <a:close/>
              </a:path>
              <a:path w="1298575" h="381635">
                <a:moveTo>
                  <a:pt x="743365" y="165543"/>
                </a:moveTo>
                <a:lnTo>
                  <a:pt x="706655" y="175743"/>
                </a:lnTo>
                <a:lnTo>
                  <a:pt x="709206" y="184920"/>
                </a:lnTo>
                <a:lnTo>
                  <a:pt x="745915" y="174721"/>
                </a:lnTo>
                <a:lnTo>
                  <a:pt x="743365" y="165543"/>
                </a:lnTo>
                <a:close/>
              </a:path>
              <a:path w="1298575" h="381635">
                <a:moveTo>
                  <a:pt x="807606" y="147694"/>
                </a:moveTo>
                <a:lnTo>
                  <a:pt x="770897" y="157894"/>
                </a:lnTo>
                <a:lnTo>
                  <a:pt x="773447" y="167071"/>
                </a:lnTo>
                <a:lnTo>
                  <a:pt x="810157" y="156871"/>
                </a:lnTo>
                <a:lnTo>
                  <a:pt x="807606" y="147694"/>
                </a:lnTo>
                <a:close/>
              </a:path>
              <a:path w="1298575" h="381635">
                <a:moveTo>
                  <a:pt x="871848" y="129844"/>
                </a:moveTo>
                <a:lnTo>
                  <a:pt x="835139" y="140045"/>
                </a:lnTo>
                <a:lnTo>
                  <a:pt x="837689" y="149222"/>
                </a:lnTo>
                <a:lnTo>
                  <a:pt x="874398" y="139023"/>
                </a:lnTo>
                <a:lnTo>
                  <a:pt x="871848" y="129844"/>
                </a:lnTo>
                <a:close/>
              </a:path>
              <a:path w="1298575" h="381635">
                <a:moveTo>
                  <a:pt x="936090" y="111996"/>
                </a:moveTo>
                <a:lnTo>
                  <a:pt x="899380" y="122195"/>
                </a:lnTo>
                <a:lnTo>
                  <a:pt x="901929" y="131372"/>
                </a:lnTo>
                <a:lnTo>
                  <a:pt x="938639" y="121173"/>
                </a:lnTo>
                <a:lnTo>
                  <a:pt x="936090" y="111996"/>
                </a:lnTo>
                <a:close/>
              </a:path>
              <a:path w="1298575" h="381635">
                <a:moveTo>
                  <a:pt x="1000330" y="94146"/>
                </a:moveTo>
                <a:lnTo>
                  <a:pt x="963621" y="104347"/>
                </a:lnTo>
                <a:lnTo>
                  <a:pt x="966171" y="113524"/>
                </a:lnTo>
                <a:lnTo>
                  <a:pt x="1002880" y="103324"/>
                </a:lnTo>
                <a:lnTo>
                  <a:pt x="1000330" y="94146"/>
                </a:lnTo>
                <a:close/>
              </a:path>
              <a:path w="1298575" h="381635">
                <a:moveTo>
                  <a:pt x="1064572" y="76297"/>
                </a:moveTo>
                <a:lnTo>
                  <a:pt x="1027863" y="86497"/>
                </a:lnTo>
                <a:lnTo>
                  <a:pt x="1030413" y="95674"/>
                </a:lnTo>
                <a:lnTo>
                  <a:pt x="1067122" y="85474"/>
                </a:lnTo>
                <a:lnTo>
                  <a:pt x="1064572" y="76297"/>
                </a:lnTo>
                <a:close/>
              </a:path>
              <a:path w="1298575" h="381635">
                <a:moveTo>
                  <a:pt x="1128814" y="58447"/>
                </a:moveTo>
                <a:lnTo>
                  <a:pt x="1092104" y="68647"/>
                </a:lnTo>
                <a:lnTo>
                  <a:pt x="1094654" y="77825"/>
                </a:lnTo>
                <a:lnTo>
                  <a:pt x="1131364" y="67626"/>
                </a:lnTo>
                <a:lnTo>
                  <a:pt x="1128814" y="58447"/>
                </a:lnTo>
                <a:close/>
              </a:path>
              <a:path w="1298575" h="381635">
                <a:moveTo>
                  <a:pt x="1193055" y="40599"/>
                </a:moveTo>
                <a:lnTo>
                  <a:pt x="1156346" y="50798"/>
                </a:lnTo>
                <a:lnTo>
                  <a:pt x="1158895" y="59975"/>
                </a:lnTo>
                <a:lnTo>
                  <a:pt x="1195605" y="49776"/>
                </a:lnTo>
                <a:lnTo>
                  <a:pt x="1193055" y="40599"/>
                </a:lnTo>
                <a:close/>
              </a:path>
              <a:path w="1298575" h="381635">
                <a:moveTo>
                  <a:pt x="1284524" y="28721"/>
                </a:moveTo>
                <a:lnTo>
                  <a:pt x="1235805" y="28721"/>
                </a:lnTo>
                <a:lnTo>
                  <a:pt x="1238355" y="37898"/>
                </a:lnTo>
                <a:lnTo>
                  <a:pt x="1226118" y="41298"/>
                </a:lnTo>
                <a:lnTo>
                  <a:pt x="1235043" y="73418"/>
                </a:lnTo>
                <a:lnTo>
                  <a:pt x="1284524" y="28721"/>
                </a:lnTo>
                <a:close/>
              </a:path>
              <a:path w="1298575" h="381635">
                <a:moveTo>
                  <a:pt x="1223568" y="32120"/>
                </a:moveTo>
                <a:lnTo>
                  <a:pt x="1220586" y="32948"/>
                </a:lnTo>
                <a:lnTo>
                  <a:pt x="1223137" y="42127"/>
                </a:lnTo>
                <a:lnTo>
                  <a:pt x="1226118" y="41298"/>
                </a:lnTo>
                <a:lnTo>
                  <a:pt x="1223568" y="32120"/>
                </a:lnTo>
                <a:close/>
              </a:path>
              <a:path w="1298575" h="381635">
                <a:moveTo>
                  <a:pt x="1235805" y="28721"/>
                </a:moveTo>
                <a:lnTo>
                  <a:pt x="1223568" y="32120"/>
                </a:lnTo>
                <a:lnTo>
                  <a:pt x="1226118" y="41298"/>
                </a:lnTo>
                <a:lnTo>
                  <a:pt x="1238355" y="37898"/>
                </a:lnTo>
                <a:lnTo>
                  <a:pt x="1235805" y="28721"/>
                </a:lnTo>
                <a:close/>
              </a:path>
              <a:path w="1298575" h="381635">
                <a:moveTo>
                  <a:pt x="1214644" y="0"/>
                </a:moveTo>
                <a:lnTo>
                  <a:pt x="1223568" y="32120"/>
                </a:lnTo>
                <a:lnTo>
                  <a:pt x="1235805" y="28721"/>
                </a:lnTo>
                <a:lnTo>
                  <a:pt x="1284524" y="28721"/>
                </a:lnTo>
                <a:lnTo>
                  <a:pt x="1298262" y="16310"/>
                </a:lnTo>
                <a:lnTo>
                  <a:pt x="12146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035550" y="3851148"/>
            <a:ext cx="13938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《</a:t>
            </a:r>
            <a:r>
              <a:rPr sz="2000" spc="-580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include </a:t>
            </a:r>
            <a:r>
              <a:rPr sz="2000" dirty="0">
                <a:latin typeface="宋体"/>
                <a:cs typeface="宋体"/>
              </a:rPr>
              <a:t>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19875" y="3690620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登录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0150" y="2784009"/>
            <a:ext cx="2549525" cy="93853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155700">
              <a:lnSpc>
                <a:spcPct val="100000"/>
              </a:lnSpc>
              <a:spcBef>
                <a:spcPts val="965"/>
              </a:spcBef>
            </a:pPr>
            <a:r>
              <a:rPr sz="2000" dirty="0">
                <a:latin typeface="宋体"/>
                <a:cs typeface="宋体"/>
              </a:rPr>
              <a:t>《</a:t>
            </a:r>
            <a:r>
              <a:rPr sz="2000" spc="-580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include </a:t>
            </a:r>
            <a:r>
              <a:rPr sz="2000" dirty="0">
                <a:latin typeface="宋体"/>
                <a:cs typeface="宋体"/>
              </a:rPr>
              <a:t>》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r>
              <a:rPr sz="2400" dirty="0">
                <a:latin typeface="宋体"/>
                <a:cs typeface="宋体"/>
              </a:rPr>
              <a:t>选课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7089" y="4193540"/>
            <a:ext cx="6108700" cy="973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63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查学分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r>
              <a:rPr sz="2400" dirty="0">
                <a:latin typeface="宋体"/>
                <a:cs typeface="宋体"/>
              </a:rPr>
              <a:t>当有这种严格的限定时，才需要这样的考虑。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06537" y="2852737"/>
            <a:ext cx="436880" cy="367030"/>
          </a:xfrm>
          <a:custGeom>
            <a:avLst/>
            <a:gdLst/>
            <a:ahLst/>
            <a:cxnLst/>
            <a:rect l="l" t="t" r="r" b="b"/>
            <a:pathLst>
              <a:path w="436880" h="367030">
                <a:moveTo>
                  <a:pt x="0" y="183356"/>
                </a:moveTo>
                <a:lnTo>
                  <a:pt x="5764" y="141314"/>
                </a:lnTo>
                <a:lnTo>
                  <a:pt x="22186" y="102720"/>
                </a:lnTo>
                <a:lnTo>
                  <a:pt x="47953" y="68676"/>
                </a:lnTo>
                <a:lnTo>
                  <a:pt x="81757" y="40281"/>
                </a:lnTo>
                <a:lnTo>
                  <a:pt x="122286" y="18636"/>
                </a:lnTo>
                <a:lnTo>
                  <a:pt x="168231" y="4842"/>
                </a:lnTo>
                <a:lnTo>
                  <a:pt x="218281" y="0"/>
                </a:lnTo>
                <a:lnTo>
                  <a:pt x="268330" y="4842"/>
                </a:lnTo>
                <a:lnTo>
                  <a:pt x="314275" y="18636"/>
                </a:lnTo>
                <a:lnTo>
                  <a:pt x="354804" y="40281"/>
                </a:lnTo>
                <a:lnTo>
                  <a:pt x="388608" y="68676"/>
                </a:lnTo>
                <a:lnTo>
                  <a:pt x="414375" y="102720"/>
                </a:lnTo>
                <a:lnTo>
                  <a:pt x="430797" y="141314"/>
                </a:lnTo>
                <a:lnTo>
                  <a:pt x="436562" y="183356"/>
                </a:lnTo>
                <a:lnTo>
                  <a:pt x="430797" y="225397"/>
                </a:lnTo>
                <a:lnTo>
                  <a:pt x="414375" y="263991"/>
                </a:lnTo>
                <a:lnTo>
                  <a:pt x="388608" y="298035"/>
                </a:lnTo>
                <a:lnTo>
                  <a:pt x="354804" y="326430"/>
                </a:lnTo>
                <a:lnTo>
                  <a:pt x="314275" y="348075"/>
                </a:lnTo>
                <a:lnTo>
                  <a:pt x="268330" y="361869"/>
                </a:lnTo>
                <a:lnTo>
                  <a:pt x="218281" y="366712"/>
                </a:lnTo>
                <a:lnTo>
                  <a:pt x="168231" y="361869"/>
                </a:lnTo>
                <a:lnTo>
                  <a:pt x="122286" y="348075"/>
                </a:lnTo>
                <a:lnTo>
                  <a:pt x="81757" y="326430"/>
                </a:lnTo>
                <a:lnTo>
                  <a:pt x="47953" y="298035"/>
                </a:lnTo>
                <a:lnTo>
                  <a:pt x="22186" y="263991"/>
                </a:lnTo>
                <a:lnTo>
                  <a:pt x="5764" y="225397"/>
                </a:lnTo>
                <a:lnTo>
                  <a:pt x="0" y="1833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09737" y="3225800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80" h="184150">
                <a:moveTo>
                  <a:pt x="0" y="0"/>
                </a:moveTo>
                <a:lnTo>
                  <a:pt x="4762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31925" y="3297237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>
                <a:moveTo>
                  <a:pt x="0" y="0"/>
                </a:moveTo>
                <a:lnTo>
                  <a:pt x="576263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74799" y="3368675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80" h="288925">
                <a:moveTo>
                  <a:pt x="144463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17675" y="3368675"/>
            <a:ext cx="167005" cy="288925"/>
          </a:xfrm>
          <a:custGeom>
            <a:avLst/>
            <a:gdLst/>
            <a:ahLst/>
            <a:cxnLst/>
            <a:rect l="l" t="t" r="r" b="b"/>
            <a:pathLst>
              <a:path w="167005" h="288925">
                <a:moveTo>
                  <a:pt x="0" y="0"/>
                </a:moveTo>
                <a:lnTo>
                  <a:pt x="166688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39975" y="3571875"/>
            <a:ext cx="1008380" cy="360680"/>
          </a:xfrm>
          <a:custGeom>
            <a:avLst/>
            <a:gdLst/>
            <a:ahLst/>
            <a:cxnLst/>
            <a:rect l="l" t="t" r="r" b="b"/>
            <a:pathLst>
              <a:path w="1008379" h="360679">
                <a:moveTo>
                  <a:pt x="0" y="0"/>
                </a:moveTo>
                <a:lnTo>
                  <a:pt x="1008063" y="3603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3125" y="392953"/>
            <a:ext cx="7397750" cy="5396230"/>
          </a:xfrm>
          <a:custGeom>
            <a:avLst/>
            <a:gdLst/>
            <a:ahLst/>
            <a:cxnLst/>
            <a:rect l="l" t="t" r="r" b="b"/>
            <a:pathLst>
              <a:path w="7397750" h="5396230">
                <a:moveTo>
                  <a:pt x="0" y="0"/>
                </a:moveTo>
                <a:lnTo>
                  <a:pt x="7397750" y="0"/>
                </a:lnTo>
                <a:lnTo>
                  <a:pt x="7397750" y="5395913"/>
                </a:lnTo>
                <a:lnTo>
                  <a:pt x="0" y="539591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1864" y="221995"/>
            <a:ext cx="6426200" cy="168656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400" dirty="0">
                <a:solidFill>
                  <a:srgbClr val="000000"/>
                </a:solidFill>
              </a:rPr>
              <a:t>表示三：</a:t>
            </a:r>
            <a:endParaRPr sz="2400"/>
          </a:p>
          <a:p>
            <a:pPr marL="317500" marR="5080">
              <a:lnSpc>
                <a:spcPct val="149200"/>
              </a:lnSpc>
              <a:spcBef>
                <a:spcPts val="95"/>
              </a:spcBef>
            </a:pPr>
            <a:r>
              <a:rPr sz="2400" dirty="0">
                <a:solidFill>
                  <a:srgbClr val="000000"/>
                </a:solidFill>
              </a:rPr>
              <a:t>研究生在登录后，选择“选课”或“查学分” 在登录中根据必要的条件，选择是哪个功能。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2438400" y="1983628"/>
            <a:ext cx="4392930" cy="1297305"/>
          </a:xfrm>
          <a:custGeom>
            <a:avLst/>
            <a:gdLst/>
            <a:ahLst/>
            <a:cxnLst/>
            <a:rect l="l" t="t" r="r" b="b"/>
            <a:pathLst>
              <a:path w="4392930" h="1297304">
                <a:moveTo>
                  <a:pt x="4230489" y="1296988"/>
                </a:moveTo>
                <a:lnTo>
                  <a:pt x="4262915" y="1167289"/>
                </a:lnTo>
                <a:lnTo>
                  <a:pt x="4392613" y="1134863"/>
                </a:lnTo>
                <a:lnTo>
                  <a:pt x="4230489" y="1296988"/>
                </a:lnTo>
                <a:lnTo>
                  <a:pt x="0" y="1296988"/>
                </a:lnTo>
                <a:lnTo>
                  <a:pt x="0" y="0"/>
                </a:lnTo>
                <a:lnTo>
                  <a:pt x="4392613" y="0"/>
                </a:lnTo>
                <a:lnTo>
                  <a:pt x="4392613" y="11348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750" y="3496515"/>
            <a:ext cx="1368425" cy="408305"/>
          </a:xfrm>
          <a:custGeom>
            <a:avLst/>
            <a:gdLst/>
            <a:ahLst/>
            <a:cxnLst/>
            <a:rect l="l" t="t" r="r" b="b"/>
            <a:pathLst>
              <a:path w="1368425" h="408304">
                <a:moveTo>
                  <a:pt x="0" y="203993"/>
                </a:moveTo>
                <a:lnTo>
                  <a:pt x="13900" y="162881"/>
                </a:lnTo>
                <a:lnTo>
                  <a:pt x="53768" y="124590"/>
                </a:lnTo>
                <a:lnTo>
                  <a:pt x="116852" y="89938"/>
                </a:lnTo>
                <a:lnTo>
                  <a:pt x="156240" y="74234"/>
                </a:lnTo>
                <a:lnTo>
                  <a:pt x="200401" y="59748"/>
                </a:lnTo>
                <a:lnTo>
                  <a:pt x="248989" y="46582"/>
                </a:lnTo>
                <a:lnTo>
                  <a:pt x="301662" y="34838"/>
                </a:lnTo>
                <a:lnTo>
                  <a:pt x="358076" y="24620"/>
                </a:lnTo>
                <a:lnTo>
                  <a:pt x="417886" y="16030"/>
                </a:lnTo>
                <a:lnTo>
                  <a:pt x="480748" y="9171"/>
                </a:lnTo>
                <a:lnTo>
                  <a:pt x="546319" y="4144"/>
                </a:lnTo>
                <a:lnTo>
                  <a:pt x="614255" y="1053"/>
                </a:lnTo>
                <a:lnTo>
                  <a:pt x="684212" y="0"/>
                </a:lnTo>
                <a:lnTo>
                  <a:pt x="754169" y="1053"/>
                </a:lnTo>
                <a:lnTo>
                  <a:pt x="822105" y="4144"/>
                </a:lnTo>
                <a:lnTo>
                  <a:pt x="887676" y="9171"/>
                </a:lnTo>
                <a:lnTo>
                  <a:pt x="950539" y="16030"/>
                </a:lnTo>
                <a:lnTo>
                  <a:pt x="1010348" y="24620"/>
                </a:lnTo>
                <a:lnTo>
                  <a:pt x="1066762" y="34838"/>
                </a:lnTo>
                <a:lnTo>
                  <a:pt x="1119435" y="46582"/>
                </a:lnTo>
                <a:lnTo>
                  <a:pt x="1168023" y="59748"/>
                </a:lnTo>
                <a:lnTo>
                  <a:pt x="1212184" y="74234"/>
                </a:lnTo>
                <a:lnTo>
                  <a:pt x="1251572" y="89938"/>
                </a:lnTo>
                <a:lnTo>
                  <a:pt x="1285844" y="106758"/>
                </a:lnTo>
                <a:lnTo>
                  <a:pt x="1337664" y="143332"/>
                </a:lnTo>
                <a:lnTo>
                  <a:pt x="1364892" y="183136"/>
                </a:lnTo>
                <a:lnTo>
                  <a:pt x="1368425" y="203993"/>
                </a:lnTo>
                <a:lnTo>
                  <a:pt x="1364892" y="224850"/>
                </a:lnTo>
                <a:lnTo>
                  <a:pt x="1337664" y="264654"/>
                </a:lnTo>
                <a:lnTo>
                  <a:pt x="1285844" y="301228"/>
                </a:lnTo>
                <a:lnTo>
                  <a:pt x="1251572" y="318048"/>
                </a:lnTo>
                <a:lnTo>
                  <a:pt x="1212184" y="333752"/>
                </a:lnTo>
                <a:lnTo>
                  <a:pt x="1168023" y="348238"/>
                </a:lnTo>
                <a:lnTo>
                  <a:pt x="1119435" y="361404"/>
                </a:lnTo>
                <a:lnTo>
                  <a:pt x="1066762" y="373148"/>
                </a:lnTo>
                <a:lnTo>
                  <a:pt x="1010348" y="383366"/>
                </a:lnTo>
                <a:lnTo>
                  <a:pt x="950539" y="391956"/>
                </a:lnTo>
                <a:lnTo>
                  <a:pt x="887676" y="398815"/>
                </a:lnTo>
                <a:lnTo>
                  <a:pt x="822105" y="403842"/>
                </a:lnTo>
                <a:lnTo>
                  <a:pt x="754169" y="406933"/>
                </a:lnTo>
                <a:lnTo>
                  <a:pt x="684212" y="407987"/>
                </a:lnTo>
                <a:lnTo>
                  <a:pt x="614255" y="406933"/>
                </a:lnTo>
                <a:lnTo>
                  <a:pt x="546319" y="403842"/>
                </a:lnTo>
                <a:lnTo>
                  <a:pt x="480748" y="398815"/>
                </a:lnTo>
                <a:lnTo>
                  <a:pt x="417886" y="391956"/>
                </a:lnTo>
                <a:lnTo>
                  <a:pt x="358076" y="383366"/>
                </a:lnTo>
                <a:lnTo>
                  <a:pt x="301662" y="373148"/>
                </a:lnTo>
                <a:lnTo>
                  <a:pt x="248989" y="361404"/>
                </a:lnTo>
                <a:lnTo>
                  <a:pt x="200401" y="348238"/>
                </a:lnTo>
                <a:lnTo>
                  <a:pt x="156240" y="333752"/>
                </a:lnTo>
                <a:lnTo>
                  <a:pt x="116852" y="318048"/>
                </a:lnTo>
                <a:lnTo>
                  <a:pt x="82580" y="301228"/>
                </a:lnTo>
                <a:lnTo>
                  <a:pt x="30760" y="264654"/>
                </a:lnTo>
                <a:lnTo>
                  <a:pt x="3532" y="224850"/>
                </a:lnTo>
                <a:lnTo>
                  <a:pt x="0" y="2039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27775" y="4431553"/>
            <a:ext cx="1295400" cy="408305"/>
          </a:xfrm>
          <a:custGeom>
            <a:avLst/>
            <a:gdLst/>
            <a:ahLst/>
            <a:cxnLst/>
            <a:rect l="l" t="t" r="r" b="b"/>
            <a:pathLst>
              <a:path w="1295400" h="408304">
                <a:moveTo>
                  <a:pt x="0" y="203994"/>
                </a:moveTo>
                <a:lnTo>
                  <a:pt x="14939" y="160232"/>
                </a:lnTo>
                <a:lnTo>
                  <a:pt x="57648" y="119741"/>
                </a:lnTo>
                <a:lnTo>
                  <a:pt x="124968" y="83517"/>
                </a:lnTo>
                <a:lnTo>
                  <a:pt x="166869" y="67316"/>
                </a:lnTo>
                <a:lnTo>
                  <a:pt x="213737" y="52555"/>
                </a:lnTo>
                <a:lnTo>
                  <a:pt x="265176" y="39359"/>
                </a:lnTo>
                <a:lnTo>
                  <a:pt x="320793" y="27851"/>
                </a:lnTo>
                <a:lnTo>
                  <a:pt x="380191" y="18156"/>
                </a:lnTo>
                <a:lnTo>
                  <a:pt x="442976" y="10399"/>
                </a:lnTo>
                <a:lnTo>
                  <a:pt x="508753" y="4705"/>
                </a:lnTo>
                <a:lnTo>
                  <a:pt x="577125" y="1197"/>
                </a:lnTo>
                <a:lnTo>
                  <a:pt x="647700" y="0"/>
                </a:lnTo>
                <a:lnTo>
                  <a:pt x="718274" y="1197"/>
                </a:lnTo>
                <a:lnTo>
                  <a:pt x="786646" y="4705"/>
                </a:lnTo>
                <a:lnTo>
                  <a:pt x="852423" y="10399"/>
                </a:lnTo>
                <a:lnTo>
                  <a:pt x="915208" y="18156"/>
                </a:lnTo>
                <a:lnTo>
                  <a:pt x="974606" y="27851"/>
                </a:lnTo>
                <a:lnTo>
                  <a:pt x="1030223" y="39359"/>
                </a:lnTo>
                <a:lnTo>
                  <a:pt x="1081663" y="52555"/>
                </a:lnTo>
                <a:lnTo>
                  <a:pt x="1128530" y="67316"/>
                </a:lnTo>
                <a:lnTo>
                  <a:pt x="1170431" y="83517"/>
                </a:lnTo>
                <a:lnTo>
                  <a:pt x="1206970" y="101034"/>
                </a:lnTo>
                <a:lnTo>
                  <a:pt x="1262379" y="139516"/>
                </a:lnTo>
                <a:lnTo>
                  <a:pt x="1291599" y="181766"/>
                </a:lnTo>
                <a:lnTo>
                  <a:pt x="1295400" y="203994"/>
                </a:lnTo>
                <a:lnTo>
                  <a:pt x="1291599" y="226221"/>
                </a:lnTo>
                <a:lnTo>
                  <a:pt x="1262379" y="268471"/>
                </a:lnTo>
                <a:lnTo>
                  <a:pt x="1206970" y="306953"/>
                </a:lnTo>
                <a:lnTo>
                  <a:pt x="1170431" y="324470"/>
                </a:lnTo>
                <a:lnTo>
                  <a:pt x="1128530" y="340671"/>
                </a:lnTo>
                <a:lnTo>
                  <a:pt x="1081663" y="355432"/>
                </a:lnTo>
                <a:lnTo>
                  <a:pt x="1030223" y="368629"/>
                </a:lnTo>
                <a:lnTo>
                  <a:pt x="974606" y="380136"/>
                </a:lnTo>
                <a:lnTo>
                  <a:pt x="915208" y="389831"/>
                </a:lnTo>
                <a:lnTo>
                  <a:pt x="852423" y="397588"/>
                </a:lnTo>
                <a:lnTo>
                  <a:pt x="786646" y="403282"/>
                </a:lnTo>
                <a:lnTo>
                  <a:pt x="718274" y="406790"/>
                </a:lnTo>
                <a:lnTo>
                  <a:pt x="647700" y="407988"/>
                </a:lnTo>
                <a:lnTo>
                  <a:pt x="577125" y="406790"/>
                </a:lnTo>
                <a:lnTo>
                  <a:pt x="508753" y="403282"/>
                </a:lnTo>
                <a:lnTo>
                  <a:pt x="442976" y="397588"/>
                </a:lnTo>
                <a:lnTo>
                  <a:pt x="380191" y="389831"/>
                </a:lnTo>
                <a:lnTo>
                  <a:pt x="320793" y="380136"/>
                </a:lnTo>
                <a:lnTo>
                  <a:pt x="265176" y="368629"/>
                </a:lnTo>
                <a:lnTo>
                  <a:pt x="213737" y="355432"/>
                </a:lnTo>
                <a:lnTo>
                  <a:pt x="166869" y="340671"/>
                </a:lnTo>
                <a:lnTo>
                  <a:pt x="124968" y="324470"/>
                </a:lnTo>
                <a:lnTo>
                  <a:pt x="88430" y="306953"/>
                </a:lnTo>
                <a:lnTo>
                  <a:pt x="33020" y="268471"/>
                </a:lnTo>
                <a:lnTo>
                  <a:pt x="3800" y="226221"/>
                </a:lnTo>
                <a:lnTo>
                  <a:pt x="0" y="2039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31900" y="4263644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研究生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36762" y="4147390"/>
            <a:ext cx="1089025" cy="1905"/>
          </a:xfrm>
          <a:custGeom>
            <a:avLst/>
            <a:gdLst/>
            <a:ahLst/>
            <a:cxnLst/>
            <a:rect l="l" t="t" r="r" b="b"/>
            <a:pathLst>
              <a:path w="1089025" h="1904">
                <a:moveTo>
                  <a:pt x="0" y="0"/>
                </a:moveTo>
                <a:lnTo>
                  <a:pt x="1089025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17850" y="3952128"/>
            <a:ext cx="1524000" cy="408305"/>
          </a:xfrm>
          <a:custGeom>
            <a:avLst/>
            <a:gdLst/>
            <a:ahLst/>
            <a:cxnLst/>
            <a:rect l="l" t="t" r="r" b="b"/>
            <a:pathLst>
              <a:path w="1524000" h="408304">
                <a:moveTo>
                  <a:pt x="0" y="203994"/>
                </a:moveTo>
                <a:lnTo>
                  <a:pt x="13740" y="165230"/>
                </a:lnTo>
                <a:lnTo>
                  <a:pt x="53256" y="128922"/>
                </a:lnTo>
                <a:lnTo>
                  <a:pt x="115996" y="95753"/>
                </a:lnTo>
                <a:lnTo>
                  <a:pt x="155275" y="80559"/>
                </a:lnTo>
                <a:lnTo>
                  <a:pt x="199402" y="66407"/>
                </a:lnTo>
                <a:lnTo>
                  <a:pt x="248058" y="53381"/>
                </a:lnTo>
                <a:lnTo>
                  <a:pt x="300922" y="41568"/>
                </a:lnTo>
                <a:lnTo>
                  <a:pt x="357676" y="31053"/>
                </a:lnTo>
                <a:lnTo>
                  <a:pt x="418001" y="21920"/>
                </a:lnTo>
                <a:lnTo>
                  <a:pt x="481576" y="14257"/>
                </a:lnTo>
                <a:lnTo>
                  <a:pt x="548083" y="8147"/>
                </a:lnTo>
                <a:lnTo>
                  <a:pt x="617202" y="3678"/>
                </a:lnTo>
                <a:lnTo>
                  <a:pt x="688614" y="933"/>
                </a:lnTo>
                <a:lnTo>
                  <a:pt x="762000" y="0"/>
                </a:lnTo>
                <a:lnTo>
                  <a:pt x="835385" y="933"/>
                </a:lnTo>
                <a:lnTo>
                  <a:pt x="906797" y="3678"/>
                </a:lnTo>
                <a:lnTo>
                  <a:pt x="975916" y="8147"/>
                </a:lnTo>
                <a:lnTo>
                  <a:pt x="1042423" y="14257"/>
                </a:lnTo>
                <a:lnTo>
                  <a:pt x="1105998" y="21920"/>
                </a:lnTo>
                <a:lnTo>
                  <a:pt x="1166323" y="31053"/>
                </a:lnTo>
                <a:lnTo>
                  <a:pt x="1223077" y="41568"/>
                </a:lnTo>
                <a:lnTo>
                  <a:pt x="1275941" y="53381"/>
                </a:lnTo>
                <a:lnTo>
                  <a:pt x="1324597" y="66407"/>
                </a:lnTo>
                <a:lnTo>
                  <a:pt x="1368724" y="80559"/>
                </a:lnTo>
                <a:lnTo>
                  <a:pt x="1408003" y="95753"/>
                </a:lnTo>
                <a:lnTo>
                  <a:pt x="1470743" y="128922"/>
                </a:lnTo>
                <a:lnTo>
                  <a:pt x="1510260" y="165230"/>
                </a:lnTo>
                <a:lnTo>
                  <a:pt x="1524000" y="203994"/>
                </a:lnTo>
                <a:lnTo>
                  <a:pt x="1520511" y="223639"/>
                </a:lnTo>
                <a:lnTo>
                  <a:pt x="1493564" y="261261"/>
                </a:lnTo>
                <a:lnTo>
                  <a:pt x="1442116" y="296085"/>
                </a:lnTo>
                <a:lnTo>
                  <a:pt x="1368724" y="327428"/>
                </a:lnTo>
                <a:lnTo>
                  <a:pt x="1324597" y="341580"/>
                </a:lnTo>
                <a:lnTo>
                  <a:pt x="1275941" y="354606"/>
                </a:lnTo>
                <a:lnTo>
                  <a:pt x="1223077" y="366419"/>
                </a:lnTo>
                <a:lnTo>
                  <a:pt x="1166323" y="376934"/>
                </a:lnTo>
                <a:lnTo>
                  <a:pt x="1105998" y="386067"/>
                </a:lnTo>
                <a:lnTo>
                  <a:pt x="1042423" y="393730"/>
                </a:lnTo>
                <a:lnTo>
                  <a:pt x="975916" y="399840"/>
                </a:lnTo>
                <a:lnTo>
                  <a:pt x="906797" y="404309"/>
                </a:lnTo>
                <a:lnTo>
                  <a:pt x="835385" y="407054"/>
                </a:lnTo>
                <a:lnTo>
                  <a:pt x="762000" y="407988"/>
                </a:lnTo>
                <a:lnTo>
                  <a:pt x="688614" y="407054"/>
                </a:lnTo>
                <a:lnTo>
                  <a:pt x="617202" y="404309"/>
                </a:lnTo>
                <a:lnTo>
                  <a:pt x="548083" y="399840"/>
                </a:lnTo>
                <a:lnTo>
                  <a:pt x="481576" y="393730"/>
                </a:lnTo>
                <a:lnTo>
                  <a:pt x="418001" y="386067"/>
                </a:lnTo>
                <a:lnTo>
                  <a:pt x="357676" y="376934"/>
                </a:lnTo>
                <a:lnTo>
                  <a:pt x="300922" y="366419"/>
                </a:lnTo>
                <a:lnTo>
                  <a:pt x="248058" y="354606"/>
                </a:lnTo>
                <a:lnTo>
                  <a:pt x="199402" y="341580"/>
                </a:lnTo>
                <a:lnTo>
                  <a:pt x="155275" y="327428"/>
                </a:lnTo>
                <a:lnTo>
                  <a:pt x="115996" y="312234"/>
                </a:lnTo>
                <a:lnTo>
                  <a:pt x="53256" y="279065"/>
                </a:lnTo>
                <a:lnTo>
                  <a:pt x="13740" y="242757"/>
                </a:lnTo>
                <a:lnTo>
                  <a:pt x="0" y="2039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98978" y="3779161"/>
            <a:ext cx="1656714" cy="347345"/>
          </a:xfrm>
          <a:custGeom>
            <a:avLst/>
            <a:gdLst/>
            <a:ahLst/>
            <a:cxnLst/>
            <a:rect l="l" t="t" r="r" b="b"/>
            <a:pathLst>
              <a:path w="1656714" h="347345">
                <a:moveTo>
                  <a:pt x="1654952" y="0"/>
                </a:moveTo>
                <a:lnTo>
                  <a:pt x="1617419" y="6549"/>
                </a:lnTo>
                <a:lnTo>
                  <a:pt x="1619056" y="15932"/>
                </a:lnTo>
                <a:lnTo>
                  <a:pt x="1656589" y="9382"/>
                </a:lnTo>
                <a:lnTo>
                  <a:pt x="1654952" y="0"/>
                </a:lnTo>
                <a:close/>
              </a:path>
              <a:path w="1656714" h="347345">
                <a:moveTo>
                  <a:pt x="1589270" y="11460"/>
                </a:moveTo>
                <a:lnTo>
                  <a:pt x="1551736" y="18009"/>
                </a:lnTo>
                <a:lnTo>
                  <a:pt x="1553373" y="27393"/>
                </a:lnTo>
                <a:lnTo>
                  <a:pt x="1590907" y="20844"/>
                </a:lnTo>
                <a:lnTo>
                  <a:pt x="1589270" y="11460"/>
                </a:lnTo>
                <a:close/>
              </a:path>
              <a:path w="1656714" h="347345">
                <a:moveTo>
                  <a:pt x="1523587" y="22922"/>
                </a:moveTo>
                <a:lnTo>
                  <a:pt x="1486054" y="29471"/>
                </a:lnTo>
                <a:lnTo>
                  <a:pt x="1487691" y="38854"/>
                </a:lnTo>
                <a:lnTo>
                  <a:pt x="1525224" y="32304"/>
                </a:lnTo>
                <a:lnTo>
                  <a:pt x="1523587" y="22922"/>
                </a:lnTo>
                <a:close/>
              </a:path>
              <a:path w="1656714" h="347345">
                <a:moveTo>
                  <a:pt x="1457905" y="34383"/>
                </a:moveTo>
                <a:lnTo>
                  <a:pt x="1420371" y="40933"/>
                </a:lnTo>
                <a:lnTo>
                  <a:pt x="1422008" y="50316"/>
                </a:lnTo>
                <a:lnTo>
                  <a:pt x="1459542" y="43766"/>
                </a:lnTo>
                <a:lnTo>
                  <a:pt x="1457905" y="34383"/>
                </a:lnTo>
                <a:close/>
              </a:path>
              <a:path w="1656714" h="347345">
                <a:moveTo>
                  <a:pt x="1392222" y="45845"/>
                </a:moveTo>
                <a:lnTo>
                  <a:pt x="1354689" y="52393"/>
                </a:lnTo>
                <a:lnTo>
                  <a:pt x="1356326" y="61777"/>
                </a:lnTo>
                <a:lnTo>
                  <a:pt x="1393859" y="55228"/>
                </a:lnTo>
                <a:lnTo>
                  <a:pt x="1392222" y="45845"/>
                </a:lnTo>
                <a:close/>
              </a:path>
              <a:path w="1656714" h="347345">
                <a:moveTo>
                  <a:pt x="1326539" y="57306"/>
                </a:moveTo>
                <a:lnTo>
                  <a:pt x="1289006" y="63855"/>
                </a:lnTo>
                <a:lnTo>
                  <a:pt x="1290643" y="73239"/>
                </a:lnTo>
                <a:lnTo>
                  <a:pt x="1328177" y="66690"/>
                </a:lnTo>
                <a:lnTo>
                  <a:pt x="1326539" y="57306"/>
                </a:lnTo>
                <a:close/>
              </a:path>
              <a:path w="1656714" h="347345">
                <a:moveTo>
                  <a:pt x="1260857" y="68767"/>
                </a:moveTo>
                <a:lnTo>
                  <a:pt x="1223324" y="75317"/>
                </a:lnTo>
                <a:lnTo>
                  <a:pt x="1224961" y="84700"/>
                </a:lnTo>
                <a:lnTo>
                  <a:pt x="1262494" y="78150"/>
                </a:lnTo>
                <a:lnTo>
                  <a:pt x="1260857" y="68767"/>
                </a:lnTo>
                <a:close/>
              </a:path>
              <a:path w="1656714" h="347345">
                <a:moveTo>
                  <a:pt x="1195174" y="80229"/>
                </a:moveTo>
                <a:lnTo>
                  <a:pt x="1157641" y="86779"/>
                </a:lnTo>
                <a:lnTo>
                  <a:pt x="1159278" y="96161"/>
                </a:lnTo>
                <a:lnTo>
                  <a:pt x="1196812" y="89612"/>
                </a:lnTo>
                <a:lnTo>
                  <a:pt x="1195174" y="80229"/>
                </a:lnTo>
                <a:close/>
              </a:path>
              <a:path w="1656714" h="347345">
                <a:moveTo>
                  <a:pt x="1129492" y="91690"/>
                </a:moveTo>
                <a:lnTo>
                  <a:pt x="1091958" y="98239"/>
                </a:lnTo>
                <a:lnTo>
                  <a:pt x="1093597" y="107623"/>
                </a:lnTo>
                <a:lnTo>
                  <a:pt x="1131129" y="101074"/>
                </a:lnTo>
                <a:lnTo>
                  <a:pt x="1129492" y="91690"/>
                </a:lnTo>
                <a:close/>
              </a:path>
              <a:path w="1656714" h="347345">
                <a:moveTo>
                  <a:pt x="1063809" y="103151"/>
                </a:moveTo>
                <a:lnTo>
                  <a:pt x="1026276" y="109701"/>
                </a:lnTo>
                <a:lnTo>
                  <a:pt x="1027913" y="119084"/>
                </a:lnTo>
                <a:lnTo>
                  <a:pt x="1065447" y="112534"/>
                </a:lnTo>
                <a:lnTo>
                  <a:pt x="1063809" y="103151"/>
                </a:lnTo>
                <a:close/>
              </a:path>
              <a:path w="1656714" h="347345">
                <a:moveTo>
                  <a:pt x="998127" y="114613"/>
                </a:moveTo>
                <a:lnTo>
                  <a:pt x="960593" y="121163"/>
                </a:lnTo>
                <a:lnTo>
                  <a:pt x="962232" y="130545"/>
                </a:lnTo>
                <a:lnTo>
                  <a:pt x="999764" y="123996"/>
                </a:lnTo>
                <a:lnTo>
                  <a:pt x="998127" y="114613"/>
                </a:lnTo>
                <a:close/>
              </a:path>
              <a:path w="1656714" h="347345">
                <a:moveTo>
                  <a:pt x="932444" y="126074"/>
                </a:moveTo>
                <a:lnTo>
                  <a:pt x="894911" y="132623"/>
                </a:lnTo>
                <a:lnTo>
                  <a:pt x="896548" y="142007"/>
                </a:lnTo>
                <a:lnTo>
                  <a:pt x="934082" y="135458"/>
                </a:lnTo>
                <a:lnTo>
                  <a:pt x="932444" y="126074"/>
                </a:lnTo>
                <a:close/>
              </a:path>
              <a:path w="1656714" h="347345">
                <a:moveTo>
                  <a:pt x="866762" y="137535"/>
                </a:moveTo>
                <a:lnTo>
                  <a:pt x="829228" y="144085"/>
                </a:lnTo>
                <a:lnTo>
                  <a:pt x="830867" y="153469"/>
                </a:lnTo>
                <a:lnTo>
                  <a:pt x="868399" y="146919"/>
                </a:lnTo>
                <a:lnTo>
                  <a:pt x="866762" y="137535"/>
                </a:lnTo>
                <a:close/>
              </a:path>
              <a:path w="1656714" h="347345">
                <a:moveTo>
                  <a:pt x="801079" y="148997"/>
                </a:moveTo>
                <a:lnTo>
                  <a:pt x="763546" y="155547"/>
                </a:lnTo>
                <a:lnTo>
                  <a:pt x="765183" y="164929"/>
                </a:lnTo>
                <a:lnTo>
                  <a:pt x="802717" y="158380"/>
                </a:lnTo>
                <a:lnTo>
                  <a:pt x="801079" y="148997"/>
                </a:lnTo>
                <a:close/>
              </a:path>
              <a:path w="1656714" h="347345">
                <a:moveTo>
                  <a:pt x="735397" y="160459"/>
                </a:moveTo>
                <a:lnTo>
                  <a:pt x="697863" y="167008"/>
                </a:lnTo>
                <a:lnTo>
                  <a:pt x="699502" y="176391"/>
                </a:lnTo>
                <a:lnTo>
                  <a:pt x="737034" y="169842"/>
                </a:lnTo>
                <a:lnTo>
                  <a:pt x="735397" y="160459"/>
                </a:lnTo>
                <a:close/>
              </a:path>
              <a:path w="1656714" h="347345">
                <a:moveTo>
                  <a:pt x="669714" y="171919"/>
                </a:moveTo>
                <a:lnTo>
                  <a:pt x="632181" y="178469"/>
                </a:lnTo>
                <a:lnTo>
                  <a:pt x="633818" y="187853"/>
                </a:lnTo>
                <a:lnTo>
                  <a:pt x="671352" y="181303"/>
                </a:lnTo>
                <a:lnTo>
                  <a:pt x="669714" y="171919"/>
                </a:lnTo>
                <a:close/>
              </a:path>
              <a:path w="1656714" h="347345">
                <a:moveTo>
                  <a:pt x="604032" y="183381"/>
                </a:moveTo>
                <a:lnTo>
                  <a:pt x="566498" y="189931"/>
                </a:lnTo>
                <a:lnTo>
                  <a:pt x="568137" y="199313"/>
                </a:lnTo>
                <a:lnTo>
                  <a:pt x="605669" y="192764"/>
                </a:lnTo>
                <a:lnTo>
                  <a:pt x="604032" y="183381"/>
                </a:lnTo>
                <a:close/>
              </a:path>
              <a:path w="1656714" h="347345">
                <a:moveTo>
                  <a:pt x="538349" y="194843"/>
                </a:moveTo>
                <a:lnTo>
                  <a:pt x="500816" y="201392"/>
                </a:lnTo>
                <a:lnTo>
                  <a:pt x="502453" y="210775"/>
                </a:lnTo>
                <a:lnTo>
                  <a:pt x="539987" y="204226"/>
                </a:lnTo>
                <a:lnTo>
                  <a:pt x="538349" y="194843"/>
                </a:lnTo>
                <a:close/>
              </a:path>
              <a:path w="1656714" h="347345">
                <a:moveTo>
                  <a:pt x="472667" y="206303"/>
                </a:moveTo>
                <a:lnTo>
                  <a:pt x="435133" y="212853"/>
                </a:lnTo>
                <a:lnTo>
                  <a:pt x="436772" y="222237"/>
                </a:lnTo>
                <a:lnTo>
                  <a:pt x="474304" y="215687"/>
                </a:lnTo>
                <a:lnTo>
                  <a:pt x="472667" y="206303"/>
                </a:lnTo>
                <a:close/>
              </a:path>
              <a:path w="1656714" h="347345">
                <a:moveTo>
                  <a:pt x="406984" y="217765"/>
                </a:moveTo>
                <a:lnTo>
                  <a:pt x="369451" y="224315"/>
                </a:lnTo>
                <a:lnTo>
                  <a:pt x="371088" y="233697"/>
                </a:lnTo>
                <a:lnTo>
                  <a:pt x="408622" y="227148"/>
                </a:lnTo>
                <a:lnTo>
                  <a:pt x="406984" y="217765"/>
                </a:lnTo>
                <a:close/>
              </a:path>
              <a:path w="1656714" h="347345">
                <a:moveTo>
                  <a:pt x="341302" y="229227"/>
                </a:moveTo>
                <a:lnTo>
                  <a:pt x="303768" y="235776"/>
                </a:lnTo>
                <a:lnTo>
                  <a:pt x="305407" y="245159"/>
                </a:lnTo>
                <a:lnTo>
                  <a:pt x="342939" y="238610"/>
                </a:lnTo>
                <a:lnTo>
                  <a:pt x="341302" y="229227"/>
                </a:lnTo>
                <a:close/>
              </a:path>
              <a:path w="1656714" h="347345">
                <a:moveTo>
                  <a:pt x="275619" y="240689"/>
                </a:moveTo>
                <a:lnTo>
                  <a:pt x="238086" y="247238"/>
                </a:lnTo>
                <a:lnTo>
                  <a:pt x="239723" y="256621"/>
                </a:lnTo>
                <a:lnTo>
                  <a:pt x="277257" y="250071"/>
                </a:lnTo>
                <a:lnTo>
                  <a:pt x="275619" y="240689"/>
                </a:lnTo>
                <a:close/>
              </a:path>
              <a:path w="1656714" h="347345">
                <a:moveTo>
                  <a:pt x="209937" y="252149"/>
                </a:moveTo>
                <a:lnTo>
                  <a:pt x="172403" y="258699"/>
                </a:lnTo>
                <a:lnTo>
                  <a:pt x="174042" y="268083"/>
                </a:lnTo>
                <a:lnTo>
                  <a:pt x="211574" y="261533"/>
                </a:lnTo>
                <a:lnTo>
                  <a:pt x="209937" y="252149"/>
                </a:lnTo>
                <a:close/>
              </a:path>
              <a:path w="1656714" h="347345">
                <a:moveTo>
                  <a:pt x="144254" y="263611"/>
                </a:moveTo>
                <a:lnTo>
                  <a:pt x="106721" y="270160"/>
                </a:lnTo>
                <a:lnTo>
                  <a:pt x="108358" y="279543"/>
                </a:lnTo>
                <a:lnTo>
                  <a:pt x="145892" y="272994"/>
                </a:lnTo>
                <a:lnTo>
                  <a:pt x="144254" y="263611"/>
                </a:lnTo>
                <a:close/>
              </a:path>
              <a:path w="1656714" h="347345">
                <a:moveTo>
                  <a:pt x="72552" y="211352"/>
                </a:moveTo>
                <a:lnTo>
                  <a:pt x="69546" y="211599"/>
                </a:lnTo>
                <a:lnTo>
                  <a:pt x="0" y="293617"/>
                </a:lnTo>
                <a:lnTo>
                  <a:pt x="93214" y="347234"/>
                </a:lnTo>
                <a:lnTo>
                  <a:pt x="96126" y="346449"/>
                </a:lnTo>
                <a:lnTo>
                  <a:pt x="98748" y="341890"/>
                </a:lnTo>
                <a:lnTo>
                  <a:pt x="97963" y="338978"/>
                </a:lnTo>
                <a:lnTo>
                  <a:pt x="25039" y="297032"/>
                </a:lnTo>
                <a:lnTo>
                  <a:pt x="8136" y="297032"/>
                </a:lnTo>
                <a:lnTo>
                  <a:pt x="6499" y="287648"/>
                </a:lnTo>
                <a:lnTo>
                  <a:pt x="12889" y="286533"/>
                </a:lnTo>
                <a:lnTo>
                  <a:pt x="18495" y="286533"/>
                </a:lnTo>
                <a:lnTo>
                  <a:pt x="76812" y="217759"/>
                </a:lnTo>
                <a:lnTo>
                  <a:pt x="76564" y="214754"/>
                </a:lnTo>
                <a:lnTo>
                  <a:pt x="72552" y="211352"/>
                </a:lnTo>
                <a:close/>
              </a:path>
              <a:path w="1656714" h="347345">
                <a:moveTo>
                  <a:pt x="12889" y="286533"/>
                </a:moveTo>
                <a:lnTo>
                  <a:pt x="6499" y="287648"/>
                </a:lnTo>
                <a:lnTo>
                  <a:pt x="8136" y="297032"/>
                </a:lnTo>
                <a:lnTo>
                  <a:pt x="14527" y="295917"/>
                </a:lnTo>
                <a:lnTo>
                  <a:pt x="14440" y="295419"/>
                </a:lnTo>
                <a:lnTo>
                  <a:pt x="10960" y="295419"/>
                </a:lnTo>
                <a:lnTo>
                  <a:pt x="9702" y="288211"/>
                </a:lnTo>
                <a:lnTo>
                  <a:pt x="13182" y="288211"/>
                </a:lnTo>
                <a:lnTo>
                  <a:pt x="12889" y="286533"/>
                </a:lnTo>
                <a:close/>
              </a:path>
              <a:path w="1656714" h="347345">
                <a:moveTo>
                  <a:pt x="14656" y="291060"/>
                </a:moveTo>
                <a:lnTo>
                  <a:pt x="13846" y="292015"/>
                </a:lnTo>
                <a:lnTo>
                  <a:pt x="14527" y="295917"/>
                </a:lnTo>
                <a:lnTo>
                  <a:pt x="8136" y="297032"/>
                </a:lnTo>
                <a:lnTo>
                  <a:pt x="25039" y="297032"/>
                </a:lnTo>
                <a:lnTo>
                  <a:pt x="14656" y="291060"/>
                </a:lnTo>
                <a:close/>
              </a:path>
              <a:path w="1656714" h="347345">
                <a:moveTo>
                  <a:pt x="9702" y="288211"/>
                </a:moveTo>
                <a:lnTo>
                  <a:pt x="10960" y="295419"/>
                </a:lnTo>
                <a:lnTo>
                  <a:pt x="13846" y="292015"/>
                </a:lnTo>
                <a:lnTo>
                  <a:pt x="13570" y="290435"/>
                </a:lnTo>
                <a:lnTo>
                  <a:pt x="9702" y="288211"/>
                </a:lnTo>
                <a:close/>
              </a:path>
              <a:path w="1656714" h="347345">
                <a:moveTo>
                  <a:pt x="13846" y="292015"/>
                </a:moveTo>
                <a:lnTo>
                  <a:pt x="10960" y="295419"/>
                </a:lnTo>
                <a:lnTo>
                  <a:pt x="14440" y="295419"/>
                </a:lnTo>
                <a:lnTo>
                  <a:pt x="13846" y="292015"/>
                </a:lnTo>
                <a:close/>
              </a:path>
              <a:path w="1656714" h="347345">
                <a:moveTo>
                  <a:pt x="13570" y="290435"/>
                </a:moveTo>
                <a:lnTo>
                  <a:pt x="13846" y="292015"/>
                </a:lnTo>
                <a:lnTo>
                  <a:pt x="14656" y="291060"/>
                </a:lnTo>
                <a:lnTo>
                  <a:pt x="13570" y="290435"/>
                </a:lnTo>
                <a:close/>
              </a:path>
              <a:path w="1656714" h="347345">
                <a:moveTo>
                  <a:pt x="18495" y="286533"/>
                </a:moveTo>
                <a:lnTo>
                  <a:pt x="12889" y="286533"/>
                </a:lnTo>
                <a:lnTo>
                  <a:pt x="13570" y="290435"/>
                </a:lnTo>
                <a:lnTo>
                  <a:pt x="14656" y="291060"/>
                </a:lnTo>
                <a:lnTo>
                  <a:pt x="18495" y="286533"/>
                </a:lnTo>
                <a:close/>
              </a:path>
              <a:path w="1656714" h="347345">
                <a:moveTo>
                  <a:pt x="78572" y="275073"/>
                </a:moveTo>
                <a:lnTo>
                  <a:pt x="41038" y="281622"/>
                </a:lnTo>
                <a:lnTo>
                  <a:pt x="42677" y="291005"/>
                </a:lnTo>
                <a:lnTo>
                  <a:pt x="80209" y="284455"/>
                </a:lnTo>
                <a:lnTo>
                  <a:pt x="78572" y="275073"/>
                </a:lnTo>
                <a:close/>
              </a:path>
              <a:path w="1656714" h="347345">
                <a:moveTo>
                  <a:pt x="13182" y="288211"/>
                </a:moveTo>
                <a:lnTo>
                  <a:pt x="9702" y="288211"/>
                </a:lnTo>
                <a:lnTo>
                  <a:pt x="13570" y="290435"/>
                </a:lnTo>
                <a:lnTo>
                  <a:pt x="13182" y="2882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98978" y="4096792"/>
            <a:ext cx="1728470" cy="471170"/>
          </a:xfrm>
          <a:custGeom>
            <a:avLst/>
            <a:gdLst/>
            <a:ahLst/>
            <a:cxnLst/>
            <a:rect l="l" t="t" r="r" b="b"/>
            <a:pathLst>
              <a:path w="1728470" h="471170">
                <a:moveTo>
                  <a:pt x="1691307" y="452911"/>
                </a:moveTo>
                <a:lnTo>
                  <a:pt x="1689060" y="462166"/>
                </a:lnTo>
                <a:lnTo>
                  <a:pt x="1726086" y="471150"/>
                </a:lnTo>
                <a:lnTo>
                  <a:pt x="1728332" y="461895"/>
                </a:lnTo>
                <a:lnTo>
                  <a:pt x="1691307" y="452911"/>
                </a:lnTo>
                <a:close/>
              </a:path>
              <a:path w="1728470" h="471170">
                <a:moveTo>
                  <a:pt x="1626511" y="437188"/>
                </a:moveTo>
                <a:lnTo>
                  <a:pt x="1624265" y="446444"/>
                </a:lnTo>
                <a:lnTo>
                  <a:pt x="1661290" y="455429"/>
                </a:lnTo>
                <a:lnTo>
                  <a:pt x="1663537" y="446172"/>
                </a:lnTo>
                <a:lnTo>
                  <a:pt x="1626511" y="437188"/>
                </a:lnTo>
                <a:close/>
              </a:path>
              <a:path w="1728470" h="471170">
                <a:moveTo>
                  <a:pt x="1561716" y="421466"/>
                </a:moveTo>
                <a:lnTo>
                  <a:pt x="1559471" y="430723"/>
                </a:lnTo>
                <a:lnTo>
                  <a:pt x="1596496" y="439707"/>
                </a:lnTo>
                <a:lnTo>
                  <a:pt x="1598742" y="430449"/>
                </a:lnTo>
                <a:lnTo>
                  <a:pt x="1561716" y="421466"/>
                </a:lnTo>
                <a:close/>
              </a:path>
              <a:path w="1728470" h="471170">
                <a:moveTo>
                  <a:pt x="1496922" y="405743"/>
                </a:moveTo>
                <a:lnTo>
                  <a:pt x="1494675" y="415000"/>
                </a:lnTo>
                <a:lnTo>
                  <a:pt x="1531701" y="423984"/>
                </a:lnTo>
                <a:lnTo>
                  <a:pt x="1533947" y="414728"/>
                </a:lnTo>
                <a:lnTo>
                  <a:pt x="1496922" y="405743"/>
                </a:lnTo>
                <a:close/>
              </a:path>
              <a:path w="1728470" h="471170">
                <a:moveTo>
                  <a:pt x="1432126" y="390022"/>
                </a:moveTo>
                <a:lnTo>
                  <a:pt x="1429881" y="399277"/>
                </a:lnTo>
                <a:lnTo>
                  <a:pt x="1466907" y="408261"/>
                </a:lnTo>
                <a:lnTo>
                  <a:pt x="1469152" y="399006"/>
                </a:lnTo>
                <a:lnTo>
                  <a:pt x="1432126" y="390022"/>
                </a:lnTo>
                <a:close/>
              </a:path>
              <a:path w="1728470" h="471170">
                <a:moveTo>
                  <a:pt x="1367332" y="374299"/>
                </a:moveTo>
                <a:lnTo>
                  <a:pt x="1365086" y="383555"/>
                </a:lnTo>
                <a:lnTo>
                  <a:pt x="1402111" y="392540"/>
                </a:lnTo>
                <a:lnTo>
                  <a:pt x="1404358" y="383283"/>
                </a:lnTo>
                <a:lnTo>
                  <a:pt x="1367332" y="374299"/>
                </a:lnTo>
                <a:close/>
              </a:path>
              <a:path w="1728470" h="471170">
                <a:moveTo>
                  <a:pt x="1302537" y="358576"/>
                </a:moveTo>
                <a:lnTo>
                  <a:pt x="1300292" y="367833"/>
                </a:lnTo>
                <a:lnTo>
                  <a:pt x="1337317" y="376817"/>
                </a:lnTo>
                <a:lnTo>
                  <a:pt x="1339562" y="367560"/>
                </a:lnTo>
                <a:lnTo>
                  <a:pt x="1302537" y="358576"/>
                </a:lnTo>
                <a:close/>
              </a:path>
              <a:path w="1728470" h="471170">
                <a:moveTo>
                  <a:pt x="1237743" y="342854"/>
                </a:moveTo>
                <a:lnTo>
                  <a:pt x="1235496" y="352111"/>
                </a:lnTo>
                <a:lnTo>
                  <a:pt x="1272522" y="361095"/>
                </a:lnTo>
                <a:lnTo>
                  <a:pt x="1274768" y="351839"/>
                </a:lnTo>
                <a:lnTo>
                  <a:pt x="1237743" y="342854"/>
                </a:lnTo>
                <a:close/>
              </a:path>
              <a:path w="1728470" h="471170">
                <a:moveTo>
                  <a:pt x="1172947" y="327132"/>
                </a:moveTo>
                <a:lnTo>
                  <a:pt x="1170702" y="336388"/>
                </a:lnTo>
                <a:lnTo>
                  <a:pt x="1207728" y="345372"/>
                </a:lnTo>
                <a:lnTo>
                  <a:pt x="1209973" y="336116"/>
                </a:lnTo>
                <a:lnTo>
                  <a:pt x="1172947" y="327132"/>
                </a:lnTo>
                <a:close/>
              </a:path>
              <a:path w="1728470" h="471170">
                <a:moveTo>
                  <a:pt x="1108153" y="311410"/>
                </a:moveTo>
                <a:lnTo>
                  <a:pt x="1105907" y="320667"/>
                </a:lnTo>
                <a:lnTo>
                  <a:pt x="1142932" y="329651"/>
                </a:lnTo>
                <a:lnTo>
                  <a:pt x="1145179" y="320394"/>
                </a:lnTo>
                <a:lnTo>
                  <a:pt x="1108153" y="311410"/>
                </a:lnTo>
                <a:close/>
              </a:path>
              <a:path w="1728470" h="471170">
                <a:moveTo>
                  <a:pt x="1043358" y="295687"/>
                </a:moveTo>
                <a:lnTo>
                  <a:pt x="1041112" y="304944"/>
                </a:lnTo>
                <a:lnTo>
                  <a:pt x="1078138" y="313928"/>
                </a:lnTo>
                <a:lnTo>
                  <a:pt x="1080383" y="304671"/>
                </a:lnTo>
                <a:lnTo>
                  <a:pt x="1043358" y="295687"/>
                </a:lnTo>
                <a:close/>
              </a:path>
              <a:path w="1728470" h="471170">
                <a:moveTo>
                  <a:pt x="978564" y="279966"/>
                </a:moveTo>
                <a:lnTo>
                  <a:pt x="976317" y="289222"/>
                </a:lnTo>
                <a:lnTo>
                  <a:pt x="1013343" y="298206"/>
                </a:lnTo>
                <a:lnTo>
                  <a:pt x="1015589" y="288950"/>
                </a:lnTo>
                <a:lnTo>
                  <a:pt x="978564" y="279966"/>
                </a:lnTo>
                <a:close/>
              </a:path>
              <a:path w="1728470" h="471170">
                <a:moveTo>
                  <a:pt x="913768" y="264243"/>
                </a:moveTo>
                <a:lnTo>
                  <a:pt x="911523" y="273499"/>
                </a:lnTo>
                <a:lnTo>
                  <a:pt x="948549" y="282483"/>
                </a:lnTo>
                <a:lnTo>
                  <a:pt x="950794" y="273227"/>
                </a:lnTo>
                <a:lnTo>
                  <a:pt x="913768" y="264243"/>
                </a:lnTo>
                <a:close/>
              </a:path>
              <a:path w="1728470" h="471170">
                <a:moveTo>
                  <a:pt x="848974" y="248521"/>
                </a:moveTo>
                <a:lnTo>
                  <a:pt x="846728" y="257778"/>
                </a:lnTo>
                <a:lnTo>
                  <a:pt x="883753" y="266762"/>
                </a:lnTo>
                <a:lnTo>
                  <a:pt x="886000" y="257505"/>
                </a:lnTo>
                <a:lnTo>
                  <a:pt x="848974" y="248521"/>
                </a:lnTo>
                <a:close/>
              </a:path>
              <a:path w="1728470" h="471170">
                <a:moveTo>
                  <a:pt x="784179" y="232798"/>
                </a:moveTo>
                <a:lnTo>
                  <a:pt x="781933" y="242055"/>
                </a:lnTo>
                <a:lnTo>
                  <a:pt x="818959" y="251039"/>
                </a:lnTo>
                <a:lnTo>
                  <a:pt x="821204" y="241782"/>
                </a:lnTo>
                <a:lnTo>
                  <a:pt x="784179" y="232798"/>
                </a:lnTo>
                <a:close/>
              </a:path>
              <a:path w="1728470" h="471170">
                <a:moveTo>
                  <a:pt x="719385" y="217077"/>
                </a:moveTo>
                <a:lnTo>
                  <a:pt x="717138" y="226333"/>
                </a:lnTo>
                <a:lnTo>
                  <a:pt x="754164" y="235317"/>
                </a:lnTo>
                <a:lnTo>
                  <a:pt x="756410" y="226061"/>
                </a:lnTo>
                <a:lnTo>
                  <a:pt x="719385" y="217077"/>
                </a:lnTo>
                <a:close/>
              </a:path>
              <a:path w="1728470" h="471170">
                <a:moveTo>
                  <a:pt x="654589" y="201354"/>
                </a:moveTo>
                <a:lnTo>
                  <a:pt x="652344" y="210610"/>
                </a:lnTo>
                <a:lnTo>
                  <a:pt x="689369" y="219594"/>
                </a:lnTo>
                <a:lnTo>
                  <a:pt x="691615" y="210338"/>
                </a:lnTo>
                <a:lnTo>
                  <a:pt x="654589" y="201354"/>
                </a:lnTo>
                <a:close/>
              </a:path>
              <a:path w="1728470" h="471170">
                <a:moveTo>
                  <a:pt x="589794" y="185632"/>
                </a:moveTo>
                <a:lnTo>
                  <a:pt x="587548" y="194889"/>
                </a:lnTo>
                <a:lnTo>
                  <a:pt x="624574" y="203873"/>
                </a:lnTo>
                <a:lnTo>
                  <a:pt x="626819" y="194616"/>
                </a:lnTo>
                <a:lnTo>
                  <a:pt x="589794" y="185632"/>
                </a:lnTo>
                <a:close/>
              </a:path>
              <a:path w="1728470" h="471170">
                <a:moveTo>
                  <a:pt x="525000" y="169909"/>
                </a:moveTo>
                <a:lnTo>
                  <a:pt x="522753" y="179166"/>
                </a:lnTo>
                <a:lnTo>
                  <a:pt x="559779" y="188150"/>
                </a:lnTo>
                <a:lnTo>
                  <a:pt x="562025" y="178894"/>
                </a:lnTo>
                <a:lnTo>
                  <a:pt x="525000" y="169909"/>
                </a:lnTo>
                <a:close/>
              </a:path>
              <a:path w="1728470" h="471170">
                <a:moveTo>
                  <a:pt x="460204" y="154188"/>
                </a:moveTo>
                <a:lnTo>
                  <a:pt x="457959" y="163443"/>
                </a:lnTo>
                <a:lnTo>
                  <a:pt x="494985" y="172427"/>
                </a:lnTo>
                <a:lnTo>
                  <a:pt x="497230" y="163172"/>
                </a:lnTo>
                <a:lnTo>
                  <a:pt x="460204" y="154188"/>
                </a:lnTo>
                <a:close/>
              </a:path>
              <a:path w="1728470" h="471170">
                <a:moveTo>
                  <a:pt x="395410" y="138465"/>
                </a:moveTo>
                <a:lnTo>
                  <a:pt x="393164" y="147721"/>
                </a:lnTo>
                <a:lnTo>
                  <a:pt x="430189" y="156705"/>
                </a:lnTo>
                <a:lnTo>
                  <a:pt x="432436" y="147449"/>
                </a:lnTo>
                <a:lnTo>
                  <a:pt x="395410" y="138465"/>
                </a:lnTo>
                <a:close/>
              </a:path>
              <a:path w="1728470" h="471170">
                <a:moveTo>
                  <a:pt x="330615" y="122742"/>
                </a:moveTo>
                <a:lnTo>
                  <a:pt x="328369" y="131999"/>
                </a:lnTo>
                <a:lnTo>
                  <a:pt x="365395" y="140983"/>
                </a:lnTo>
                <a:lnTo>
                  <a:pt x="367640" y="131726"/>
                </a:lnTo>
                <a:lnTo>
                  <a:pt x="330615" y="122742"/>
                </a:lnTo>
                <a:close/>
              </a:path>
              <a:path w="1728470" h="471170">
                <a:moveTo>
                  <a:pt x="265821" y="107020"/>
                </a:moveTo>
                <a:lnTo>
                  <a:pt x="263574" y="116277"/>
                </a:lnTo>
                <a:lnTo>
                  <a:pt x="300600" y="125261"/>
                </a:lnTo>
                <a:lnTo>
                  <a:pt x="302846" y="116005"/>
                </a:lnTo>
                <a:lnTo>
                  <a:pt x="265821" y="107020"/>
                </a:lnTo>
                <a:close/>
              </a:path>
              <a:path w="1728470" h="471170">
                <a:moveTo>
                  <a:pt x="201025" y="91299"/>
                </a:moveTo>
                <a:lnTo>
                  <a:pt x="198780" y="100554"/>
                </a:lnTo>
                <a:lnTo>
                  <a:pt x="235805" y="109538"/>
                </a:lnTo>
                <a:lnTo>
                  <a:pt x="238051" y="100283"/>
                </a:lnTo>
                <a:lnTo>
                  <a:pt x="201025" y="91299"/>
                </a:lnTo>
                <a:close/>
              </a:path>
              <a:path w="1728470" h="471170">
                <a:moveTo>
                  <a:pt x="136231" y="75576"/>
                </a:moveTo>
                <a:lnTo>
                  <a:pt x="133985" y="84832"/>
                </a:lnTo>
                <a:lnTo>
                  <a:pt x="171010" y="93817"/>
                </a:lnTo>
                <a:lnTo>
                  <a:pt x="173257" y="84560"/>
                </a:lnTo>
                <a:lnTo>
                  <a:pt x="136231" y="75576"/>
                </a:lnTo>
                <a:close/>
              </a:path>
              <a:path w="1728470" h="471170">
                <a:moveTo>
                  <a:pt x="96514" y="0"/>
                </a:moveTo>
                <a:lnTo>
                  <a:pt x="0" y="47420"/>
                </a:lnTo>
                <a:lnTo>
                  <a:pt x="64047" y="133802"/>
                </a:lnTo>
                <a:lnTo>
                  <a:pt x="67030" y="134245"/>
                </a:lnTo>
                <a:lnTo>
                  <a:pt x="71255" y="131112"/>
                </a:lnTo>
                <a:lnTo>
                  <a:pt x="71699" y="128129"/>
                </a:lnTo>
                <a:lnTo>
                  <a:pt x="18890" y="56905"/>
                </a:lnTo>
                <a:lnTo>
                  <a:pt x="6097" y="53801"/>
                </a:lnTo>
                <a:lnTo>
                  <a:pt x="8342" y="44543"/>
                </a:lnTo>
                <a:lnTo>
                  <a:pt x="27453" y="44543"/>
                </a:lnTo>
                <a:lnTo>
                  <a:pt x="100714" y="8548"/>
                </a:lnTo>
                <a:lnTo>
                  <a:pt x="101688" y="5694"/>
                </a:lnTo>
                <a:lnTo>
                  <a:pt x="99368" y="972"/>
                </a:lnTo>
                <a:lnTo>
                  <a:pt x="96514" y="0"/>
                </a:lnTo>
                <a:close/>
              </a:path>
              <a:path w="1728470" h="471170">
                <a:moveTo>
                  <a:pt x="71436" y="59853"/>
                </a:moveTo>
                <a:lnTo>
                  <a:pt x="69190" y="69110"/>
                </a:lnTo>
                <a:lnTo>
                  <a:pt x="106216" y="78094"/>
                </a:lnTo>
                <a:lnTo>
                  <a:pt x="108461" y="68837"/>
                </a:lnTo>
                <a:lnTo>
                  <a:pt x="71436" y="59853"/>
                </a:lnTo>
                <a:close/>
              </a:path>
              <a:path w="1728470" h="471170">
                <a:moveTo>
                  <a:pt x="21135" y="47648"/>
                </a:moveTo>
                <a:lnTo>
                  <a:pt x="14458" y="50928"/>
                </a:lnTo>
                <a:lnTo>
                  <a:pt x="18890" y="56905"/>
                </a:lnTo>
                <a:lnTo>
                  <a:pt x="41421" y="62372"/>
                </a:lnTo>
                <a:lnTo>
                  <a:pt x="43667" y="53116"/>
                </a:lnTo>
                <a:lnTo>
                  <a:pt x="21135" y="47648"/>
                </a:lnTo>
                <a:close/>
              </a:path>
              <a:path w="1728470" h="471170">
                <a:moveTo>
                  <a:pt x="8342" y="44543"/>
                </a:moveTo>
                <a:lnTo>
                  <a:pt x="6097" y="53801"/>
                </a:lnTo>
                <a:lnTo>
                  <a:pt x="18890" y="56905"/>
                </a:lnTo>
                <a:lnTo>
                  <a:pt x="16327" y="53449"/>
                </a:lnTo>
                <a:lnTo>
                  <a:pt x="9329" y="53449"/>
                </a:lnTo>
                <a:lnTo>
                  <a:pt x="11055" y="46338"/>
                </a:lnTo>
                <a:lnTo>
                  <a:pt x="15737" y="46338"/>
                </a:lnTo>
                <a:lnTo>
                  <a:pt x="8342" y="44543"/>
                </a:lnTo>
                <a:close/>
              </a:path>
              <a:path w="1728470" h="471170">
                <a:moveTo>
                  <a:pt x="11055" y="46338"/>
                </a:moveTo>
                <a:lnTo>
                  <a:pt x="9329" y="53449"/>
                </a:lnTo>
                <a:lnTo>
                  <a:pt x="14458" y="50928"/>
                </a:lnTo>
                <a:lnTo>
                  <a:pt x="11055" y="46338"/>
                </a:lnTo>
                <a:close/>
              </a:path>
              <a:path w="1728470" h="471170">
                <a:moveTo>
                  <a:pt x="14458" y="50928"/>
                </a:moveTo>
                <a:lnTo>
                  <a:pt x="9329" y="53449"/>
                </a:lnTo>
                <a:lnTo>
                  <a:pt x="16327" y="53449"/>
                </a:lnTo>
                <a:lnTo>
                  <a:pt x="14458" y="50928"/>
                </a:lnTo>
                <a:close/>
              </a:path>
              <a:path w="1728470" h="471170">
                <a:moveTo>
                  <a:pt x="15737" y="46338"/>
                </a:moveTo>
                <a:lnTo>
                  <a:pt x="11055" y="46338"/>
                </a:lnTo>
                <a:lnTo>
                  <a:pt x="14458" y="50928"/>
                </a:lnTo>
                <a:lnTo>
                  <a:pt x="21135" y="47648"/>
                </a:lnTo>
                <a:lnTo>
                  <a:pt x="15737" y="46338"/>
                </a:lnTo>
                <a:close/>
              </a:path>
              <a:path w="1728470" h="471170">
                <a:moveTo>
                  <a:pt x="27453" y="44543"/>
                </a:moveTo>
                <a:lnTo>
                  <a:pt x="8342" y="44543"/>
                </a:lnTo>
                <a:lnTo>
                  <a:pt x="21135" y="47648"/>
                </a:lnTo>
                <a:lnTo>
                  <a:pt x="27453" y="445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13262" y="4418076"/>
            <a:ext cx="1336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《</a:t>
            </a:r>
            <a:r>
              <a:rPr sz="2000" spc="-580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extend </a:t>
            </a:r>
            <a:r>
              <a:rPr sz="2000" dirty="0">
                <a:latin typeface="宋体"/>
                <a:cs typeface="宋体"/>
              </a:rPr>
              <a:t>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78225" y="4333747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登录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/>
              <a:t>条件：</a:t>
            </a: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350520" algn="l"/>
              </a:tabLst>
            </a:pPr>
            <a:r>
              <a:rPr spc="-5" dirty="0">
                <a:latin typeface="Times New Roman"/>
                <a:cs typeface="Times New Roman"/>
              </a:rPr>
              <a:t>if	</a:t>
            </a:r>
            <a:r>
              <a:rPr dirty="0"/>
              <a:t>选择“选课”</a:t>
            </a:r>
            <a:r>
              <a:rPr spc="-605" dirty="0"/>
              <a:t> </a:t>
            </a:r>
            <a:r>
              <a:rPr spc="-5" dirty="0">
                <a:latin typeface="Times New Roman"/>
                <a:cs typeface="Times New Roman"/>
              </a:rPr>
              <a:t>then </a:t>
            </a:r>
            <a:r>
              <a:rPr dirty="0"/>
              <a:t>选课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67665" algn="l"/>
              </a:tabLst>
            </a:pPr>
            <a:r>
              <a:rPr dirty="0">
                <a:latin typeface="Times New Roman"/>
                <a:cs typeface="Times New Roman"/>
              </a:rPr>
              <a:t>If	</a:t>
            </a:r>
            <a:r>
              <a:rPr dirty="0"/>
              <a:t>选择“查学分”</a:t>
            </a:r>
            <a:r>
              <a:rPr spc="-610" dirty="0"/>
              <a:t> </a:t>
            </a:r>
            <a:r>
              <a:rPr spc="-5" dirty="0">
                <a:latin typeface="Times New Roman"/>
                <a:cs typeface="Times New Roman"/>
              </a:rPr>
              <a:t>then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查学分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50"/>
          </a:p>
          <a:p>
            <a:pPr marL="2045335">
              <a:lnSpc>
                <a:spcPts val="2070"/>
              </a:lnSpc>
            </a:pPr>
            <a:r>
              <a:rPr sz="2000" dirty="0"/>
              <a:t>《</a:t>
            </a:r>
            <a:r>
              <a:rPr sz="2000" spc="-505" dirty="0"/>
              <a:t> </a:t>
            </a:r>
            <a:r>
              <a:rPr sz="2000" spc="-5" dirty="0">
                <a:latin typeface="Times New Roman"/>
                <a:cs typeface="Times New Roman"/>
              </a:rPr>
              <a:t>extend </a:t>
            </a:r>
            <a:r>
              <a:rPr sz="2000" dirty="0"/>
              <a:t>》</a:t>
            </a: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ts val="2550"/>
              </a:lnSpc>
            </a:pPr>
            <a:r>
              <a:rPr dirty="0"/>
              <a:t>选课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80464" y="4766564"/>
            <a:ext cx="6426200" cy="97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2240" algn="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查学分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2400" dirty="0">
                <a:latin typeface="宋体"/>
                <a:cs typeface="宋体"/>
              </a:rPr>
              <a:t>若增加功能，必须修改登录的条件和判断逻辑。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9062" y="3496515"/>
            <a:ext cx="436880" cy="367030"/>
          </a:xfrm>
          <a:custGeom>
            <a:avLst/>
            <a:gdLst/>
            <a:ahLst/>
            <a:cxnLst/>
            <a:rect l="l" t="t" r="r" b="b"/>
            <a:pathLst>
              <a:path w="436880" h="367029">
                <a:moveTo>
                  <a:pt x="0" y="183356"/>
                </a:moveTo>
                <a:lnTo>
                  <a:pt x="5764" y="141314"/>
                </a:lnTo>
                <a:lnTo>
                  <a:pt x="22186" y="102720"/>
                </a:lnTo>
                <a:lnTo>
                  <a:pt x="47953" y="68676"/>
                </a:lnTo>
                <a:lnTo>
                  <a:pt x="81757" y="40281"/>
                </a:lnTo>
                <a:lnTo>
                  <a:pt x="122286" y="18636"/>
                </a:lnTo>
                <a:lnTo>
                  <a:pt x="168231" y="4842"/>
                </a:lnTo>
                <a:lnTo>
                  <a:pt x="218281" y="0"/>
                </a:lnTo>
                <a:lnTo>
                  <a:pt x="268330" y="4842"/>
                </a:lnTo>
                <a:lnTo>
                  <a:pt x="314275" y="18636"/>
                </a:lnTo>
                <a:lnTo>
                  <a:pt x="354804" y="40281"/>
                </a:lnTo>
                <a:lnTo>
                  <a:pt x="388608" y="68676"/>
                </a:lnTo>
                <a:lnTo>
                  <a:pt x="414375" y="102720"/>
                </a:lnTo>
                <a:lnTo>
                  <a:pt x="430797" y="141314"/>
                </a:lnTo>
                <a:lnTo>
                  <a:pt x="436562" y="183356"/>
                </a:lnTo>
                <a:lnTo>
                  <a:pt x="430797" y="225397"/>
                </a:lnTo>
                <a:lnTo>
                  <a:pt x="414375" y="263991"/>
                </a:lnTo>
                <a:lnTo>
                  <a:pt x="388608" y="298035"/>
                </a:lnTo>
                <a:lnTo>
                  <a:pt x="354804" y="326430"/>
                </a:lnTo>
                <a:lnTo>
                  <a:pt x="314275" y="348075"/>
                </a:lnTo>
                <a:lnTo>
                  <a:pt x="268330" y="361869"/>
                </a:lnTo>
                <a:lnTo>
                  <a:pt x="218281" y="366712"/>
                </a:lnTo>
                <a:lnTo>
                  <a:pt x="168231" y="361869"/>
                </a:lnTo>
                <a:lnTo>
                  <a:pt x="122286" y="348075"/>
                </a:lnTo>
                <a:lnTo>
                  <a:pt x="81757" y="326430"/>
                </a:lnTo>
                <a:lnTo>
                  <a:pt x="47953" y="298035"/>
                </a:lnTo>
                <a:lnTo>
                  <a:pt x="22186" y="263991"/>
                </a:lnTo>
                <a:lnTo>
                  <a:pt x="5764" y="225397"/>
                </a:lnTo>
                <a:lnTo>
                  <a:pt x="0" y="1833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92262" y="3869578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80" h="184150">
                <a:moveTo>
                  <a:pt x="0" y="0"/>
                </a:moveTo>
                <a:lnTo>
                  <a:pt x="4762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14450" y="3941015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>
                <a:moveTo>
                  <a:pt x="0" y="0"/>
                </a:moveTo>
                <a:lnTo>
                  <a:pt x="576263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57324" y="4012453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80" h="288925">
                <a:moveTo>
                  <a:pt x="144463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00200" y="4012453"/>
            <a:ext cx="167005" cy="288925"/>
          </a:xfrm>
          <a:custGeom>
            <a:avLst/>
            <a:gdLst/>
            <a:ahLst/>
            <a:cxnLst/>
            <a:rect l="l" t="t" r="r" b="b"/>
            <a:pathLst>
              <a:path w="167005" h="288925">
                <a:moveTo>
                  <a:pt x="0" y="0"/>
                </a:moveTo>
                <a:lnTo>
                  <a:pt x="166688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990600"/>
            <a:ext cx="7334250" cy="4117975"/>
          </a:xfrm>
          <a:custGeom>
            <a:avLst/>
            <a:gdLst/>
            <a:ahLst/>
            <a:cxnLst/>
            <a:rect l="l" t="t" r="r" b="b"/>
            <a:pathLst>
              <a:path w="7334250" h="4117975">
                <a:moveTo>
                  <a:pt x="0" y="0"/>
                </a:moveTo>
                <a:lnTo>
                  <a:pt x="7334250" y="0"/>
                </a:lnTo>
                <a:lnTo>
                  <a:pt x="7334250" y="4117975"/>
                </a:lnTo>
                <a:lnTo>
                  <a:pt x="0" y="411797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51500" y="3284537"/>
            <a:ext cx="2303780" cy="504825"/>
          </a:xfrm>
          <a:custGeom>
            <a:avLst/>
            <a:gdLst/>
            <a:ahLst/>
            <a:cxnLst/>
            <a:rect l="l" t="t" r="r" b="b"/>
            <a:pathLst>
              <a:path w="2303779" h="504825">
                <a:moveTo>
                  <a:pt x="2240360" y="504825"/>
                </a:moveTo>
                <a:lnTo>
                  <a:pt x="2252980" y="454342"/>
                </a:lnTo>
                <a:lnTo>
                  <a:pt x="2303463" y="441721"/>
                </a:lnTo>
                <a:lnTo>
                  <a:pt x="2240360" y="504825"/>
                </a:lnTo>
                <a:lnTo>
                  <a:pt x="0" y="504825"/>
                </a:lnTo>
                <a:lnTo>
                  <a:pt x="0" y="0"/>
                </a:lnTo>
                <a:lnTo>
                  <a:pt x="2303463" y="0"/>
                </a:lnTo>
                <a:lnTo>
                  <a:pt x="2303463" y="4417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08625" y="4149725"/>
            <a:ext cx="2297430" cy="431800"/>
          </a:xfrm>
          <a:custGeom>
            <a:avLst/>
            <a:gdLst/>
            <a:ahLst/>
            <a:cxnLst/>
            <a:rect l="l" t="t" r="r" b="b"/>
            <a:pathLst>
              <a:path w="2297429" h="431800">
                <a:moveTo>
                  <a:pt x="2243139" y="431800"/>
                </a:moveTo>
                <a:lnTo>
                  <a:pt x="2253934" y="388621"/>
                </a:lnTo>
                <a:lnTo>
                  <a:pt x="2297113" y="377826"/>
                </a:lnTo>
                <a:lnTo>
                  <a:pt x="2243139" y="431800"/>
                </a:lnTo>
                <a:lnTo>
                  <a:pt x="0" y="431800"/>
                </a:lnTo>
                <a:lnTo>
                  <a:pt x="0" y="0"/>
                </a:lnTo>
                <a:lnTo>
                  <a:pt x="2297113" y="0"/>
                </a:lnTo>
                <a:lnTo>
                  <a:pt x="2297113" y="37782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0" y="3573462"/>
            <a:ext cx="1030605" cy="5080"/>
          </a:xfrm>
          <a:custGeom>
            <a:avLst/>
            <a:gdLst/>
            <a:ahLst/>
            <a:cxnLst/>
            <a:rect l="l" t="t" r="r" b="b"/>
            <a:pathLst>
              <a:path w="1030604" h="5079">
                <a:moveTo>
                  <a:pt x="0" y="0"/>
                </a:moveTo>
                <a:lnTo>
                  <a:pt x="1030288" y="476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59112" y="3381375"/>
            <a:ext cx="1524000" cy="408305"/>
          </a:xfrm>
          <a:custGeom>
            <a:avLst/>
            <a:gdLst/>
            <a:ahLst/>
            <a:cxnLst/>
            <a:rect l="l" t="t" r="r" b="b"/>
            <a:pathLst>
              <a:path w="1524000" h="408304">
                <a:moveTo>
                  <a:pt x="0" y="203994"/>
                </a:moveTo>
                <a:lnTo>
                  <a:pt x="13740" y="165230"/>
                </a:lnTo>
                <a:lnTo>
                  <a:pt x="53256" y="128922"/>
                </a:lnTo>
                <a:lnTo>
                  <a:pt x="115996" y="95753"/>
                </a:lnTo>
                <a:lnTo>
                  <a:pt x="155275" y="80559"/>
                </a:lnTo>
                <a:lnTo>
                  <a:pt x="199402" y="66407"/>
                </a:lnTo>
                <a:lnTo>
                  <a:pt x="248058" y="53381"/>
                </a:lnTo>
                <a:lnTo>
                  <a:pt x="300922" y="41568"/>
                </a:lnTo>
                <a:lnTo>
                  <a:pt x="357676" y="31053"/>
                </a:lnTo>
                <a:lnTo>
                  <a:pt x="418001" y="21920"/>
                </a:lnTo>
                <a:lnTo>
                  <a:pt x="481576" y="14257"/>
                </a:lnTo>
                <a:lnTo>
                  <a:pt x="548083" y="8147"/>
                </a:lnTo>
                <a:lnTo>
                  <a:pt x="617202" y="3678"/>
                </a:lnTo>
                <a:lnTo>
                  <a:pt x="688614" y="933"/>
                </a:lnTo>
                <a:lnTo>
                  <a:pt x="762000" y="0"/>
                </a:lnTo>
                <a:lnTo>
                  <a:pt x="835385" y="933"/>
                </a:lnTo>
                <a:lnTo>
                  <a:pt x="906797" y="3678"/>
                </a:lnTo>
                <a:lnTo>
                  <a:pt x="975916" y="8147"/>
                </a:lnTo>
                <a:lnTo>
                  <a:pt x="1042423" y="14257"/>
                </a:lnTo>
                <a:lnTo>
                  <a:pt x="1105998" y="21920"/>
                </a:lnTo>
                <a:lnTo>
                  <a:pt x="1166323" y="31053"/>
                </a:lnTo>
                <a:lnTo>
                  <a:pt x="1223077" y="41568"/>
                </a:lnTo>
                <a:lnTo>
                  <a:pt x="1275941" y="53381"/>
                </a:lnTo>
                <a:lnTo>
                  <a:pt x="1324597" y="66407"/>
                </a:lnTo>
                <a:lnTo>
                  <a:pt x="1368724" y="80559"/>
                </a:lnTo>
                <a:lnTo>
                  <a:pt x="1408003" y="95753"/>
                </a:lnTo>
                <a:lnTo>
                  <a:pt x="1470743" y="128922"/>
                </a:lnTo>
                <a:lnTo>
                  <a:pt x="1510260" y="165230"/>
                </a:lnTo>
                <a:lnTo>
                  <a:pt x="1524000" y="203994"/>
                </a:lnTo>
                <a:lnTo>
                  <a:pt x="1520511" y="223639"/>
                </a:lnTo>
                <a:lnTo>
                  <a:pt x="1493564" y="261261"/>
                </a:lnTo>
                <a:lnTo>
                  <a:pt x="1442116" y="296085"/>
                </a:lnTo>
                <a:lnTo>
                  <a:pt x="1368724" y="327428"/>
                </a:lnTo>
                <a:lnTo>
                  <a:pt x="1324597" y="341580"/>
                </a:lnTo>
                <a:lnTo>
                  <a:pt x="1275941" y="354606"/>
                </a:lnTo>
                <a:lnTo>
                  <a:pt x="1223077" y="366419"/>
                </a:lnTo>
                <a:lnTo>
                  <a:pt x="1166323" y="376934"/>
                </a:lnTo>
                <a:lnTo>
                  <a:pt x="1105998" y="386067"/>
                </a:lnTo>
                <a:lnTo>
                  <a:pt x="1042423" y="393730"/>
                </a:lnTo>
                <a:lnTo>
                  <a:pt x="975916" y="399840"/>
                </a:lnTo>
                <a:lnTo>
                  <a:pt x="906797" y="404309"/>
                </a:lnTo>
                <a:lnTo>
                  <a:pt x="835385" y="407054"/>
                </a:lnTo>
                <a:lnTo>
                  <a:pt x="762000" y="407988"/>
                </a:lnTo>
                <a:lnTo>
                  <a:pt x="688614" y="407054"/>
                </a:lnTo>
                <a:lnTo>
                  <a:pt x="617202" y="404309"/>
                </a:lnTo>
                <a:lnTo>
                  <a:pt x="548083" y="399840"/>
                </a:lnTo>
                <a:lnTo>
                  <a:pt x="481576" y="393730"/>
                </a:lnTo>
                <a:lnTo>
                  <a:pt x="418001" y="386067"/>
                </a:lnTo>
                <a:lnTo>
                  <a:pt x="357676" y="376934"/>
                </a:lnTo>
                <a:lnTo>
                  <a:pt x="300922" y="366419"/>
                </a:lnTo>
                <a:lnTo>
                  <a:pt x="248058" y="354606"/>
                </a:lnTo>
                <a:lnTo>
                  <a:pt x="199402" y="341580"/>
                </a:lnTo>
                <a:lnTo>
                  <a:pt x="155275" y="327428"/>
                </a:lnTo>
                <a:lnTo>
                  <a:pt x="115996" y="312234"/>
                </a:lnTo>
                <a:lnTo>
                  <a:pt x="53256" y="279065"/>
                </a:lnTo>
                <a:lnTo>
                  <a:pt x="13740" y="242757"/>
                </a:lnTo>
                <a:lnTo>
                  <a:pt x="0" y="2039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32137" y="4173537"/>
            <a:ext cx="1406525" cy="408305"/>
          </a:xfrm>
          <a:custGeom>
            <a:avLst/>
            <a:gdLst/>
            <a:ahLst/>
            <a:cxnLst/>
            <a:rect l="l" t="t" r="r" b="b"/>
            <a:pathLst>
              <a:path w="1406525" h="408304">
                <a:moveTo>
                  <a:pt x="0" y="203993"/>
                </a:moveTo>
                <a:lnTo>
                  <a:pt x="14287" y="162881"/>
                </a:lnTo>
                <a:lnTo>
                  <a:pt x="55265" y="124590"/>
                </a:lnTo>
                <a:lnTo>
                  <a:pt x="120106" y="89938"/>
                </a:lnTo>
                <a:lnTo>
                  <a:pt x="160590" y="74234"/>
                </a:lnTo>
                <a:lnTo>
                  <a:pt x="205980" y="59748"/>
                </a:lnTo>
                <a:lnTo>
                  <a:pt x="255922" y="46582"/>
                </a:lnTo>
                <a:lnTo>
                  <a:pt x="310061" y="34838"/>
                </a:lnTo>
                <a:lnTo>
                  <a:pt x="368045" y="24620"/>
                </a:lnTo>
                <a:lnTo>
                  <a:pt x="429520" y="16030"/>
                </a:lnTo>
                <a:lnTo>
                  <a:pt x="494133" y="9171"/>
                </a:lnTo>
                <a:lnTo>
                  <a:pt x="561530" y="4144"/>
                </a:lnTo>
                <a:lnTo>
                  <a:pt x="631357" y="1053"/>
                </a:lnTo>
                <a:lnTo>
                  <a:pt x="703262" y="0"/>
                </a:lnTo>
                <a:lnTo>
                  <a:pt x="775167" y="1053"/>
                </a:lnTo>
                <a:lnTo>
                  <a:pt x="844994" y="4144"/>
                </a:lnTo>
                <a:lnTo>
                  <a:pt x="912391" y="9171"/>
                </a:lnTo>
                <a:lnTo>
                  <a:pt x="977004" y="16030"/>
                </a:lnTo>
                <a:lnTo>
                  <a:pt x="1038479" y="24620"/>
                </a:lnTo>
                <a:lnTo>
                  <a:pt x="1096463" y="34838"/>
                </a:lnTo>
                <a:lnTo>
                  <a:pt x="1150602" y="46582"/>
                </a:lnTo>
                <a:lnTo>
                  <a:pt x="1200544" y="59748"/>
                </a:lnTo>
                <a:lnTo>
                  <a:pt x="1245934" y="74234"/>
                </a:lnTo>
                <a:lnTo>
                  <a:pt x="1286418" y="89938"/>
                </a:lnTo>
                <a:lnTo>
                  <a:pt x="1321645" y="106758"/>
                </a:lnTo>
                <a:lnTo>
                  <a:pt x="1374907" y="143332"/>
                </a:lnTo>
                <a:lnTo>
                  <a:pt x="1402894" y="183136"/>
                </a:lnTo>
                <a:lnTo>
                  <a:pt x="1406525" y="203993"/>
                </a:lnTo>
                <a:lnTo>
                  <a:pt x="1402894" y="224850"/>
                </a:lnTo>
                <a:lnTo>
                  <a:pt x="1374907" y="264654"/>
                </a:lnTo>
                <a:lnTo>
                  <a:pt x="1321645" y="301228"/>
                </a:lnTo>
                <a:lnTo>
                  <a:pt x="1286418" y="318048"/>
                </a:lnTo>
                <a:lnTo>
                  <a:pt x="1245934" y="333752"/>
                </a:lnTo>
                <a:lnTo>
                  <a:pt x="1200544" y="348238"/>
                </a:lnTo>
                <a:lnTo>
                  <a:pt x="1150602" y="361404"/>
                </a:lnTo>
                <a:lnTo>
                  <a:pt x="1096463" y="373148"/>
                </a:lnTo>
                <a:lnTo>
                  <a:pt x="1038479" y="383366"/>
                </a:lnTo>
                <a:lnTo>
                  <a:pt x="977004" y="391956"/>
                </a:lnTo>
                <a:lnTo>
                  <a:pt x="912391" y="398815"/>
                </a:lnTo>
                <a:lnTo>
                  <a:pt x="844994" y="403842"/>
                </a:lnTo>
                <a:lnTo>
                  <a:pt x="775167" y="406933"/>
                </a:lnTo>
                <a:lnTo>
                  <a:pt x="703262" y="407987"/>
                </a:lnTo>
                <a:lnTo>
                  <a:pt x="631357" y="406933"/>
                </a:lnTo>
                <a:lnTo>
                  <a:pt x="561530" y="403842"/>
                </a:lnTo>
                <a:lnTo>
                  <a:pt x="494133" y="398815"/>
                </a:lnTo>
                <a:lnTo>
                  <a:pt x="429520" y="391956"/>
                </a:lnTo>
                <a:lnTo>
                  <a:pt x="368045" y="383366"/>
                </a:lnTo>
                <a:lnTo>
                  <a:pt x="310061" y="373148"/>
                </a:lnTo>
                <a:lnTo>
                  <a:pt x="255922" y="361404"/>
                </a:lnTo>
                <a:lnTo>
                  <a:pt x="205980" y="348238"/>
                </a:lnTo>
                <a:lnTo>
                  <a:pt x="160590" y="333752"/>
                </a:lnTo>
                <a:lnTo>
                  <a:pt x="120106" y="318048"/>
                </a:lnTo>
                <a:lnTo>
                  <a:pt x="84879" y="301228"/>
                </a:lnTo>
                <a:lnTo>
                  <a:pt x="31617" y="264654"/>
                </a:lnTo>
                <a:lnTo>
                  <a:pt x="3630" y="224850"/>
                </a:lnTo>
                <a:lnTo>
                  <a:pt x="0" y="2039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42987" y="3980179"/>
            <a:ext cx="927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研究生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51050" y="3573462"/>
            <a:ext cx="1008380" cy="142875"/>
          </a:xfrm>
          <a:custGeom>
            <a:avLst/>
            <a:gdLst/>
            <a:ahLst/>
            <a:cxnLst/>
            <a:rect l="l" t="t" r="r" b="b"/>
            <a:pathLst>
              <a:path w="1008380" h="142875">
                <a:moveTo>
                  <a:pt x="0" y="142875"/>
                </a:moveTo>
                <a:lnTo>
                  <a:pt x="10080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41837" y="4129532"/>
            <a:ext cx="3138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937894" algn="l"/>
              </a:tabLst>
            </a:pPr>
            <a:r>
              <a:rPr sz="3600" u="heavy" baseline="2777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400" dirty="0">
                <a:latin typeface="宋体"/>
                <a:cs typeface="宋体"/>
              </a:rPr>
              <a:t>条件：通过登录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78162" y="2492375"/>
            <a:ext cx="1524000" cy="408305"/>
          </a:xfrm>
          <a:custGeom>
            <a:avLst/>
            <a:gdLst/>
            <a:ahLst/>
            <a:cxnLst/>
            <a:rect l="l" t="t" r="r" b="b"/>
            <a:pathLst>
              <a:path w="1524000" h="408305">
                <a:moveTo>
                  <a:pt x="0" y="203994"/>
                </a:moveTo>
                <a:lnTo>
                  <a:pt x="13740" y="165230"/>
                </a:lnTo>
                <a:lnTo>
                  <a:pt x="53256" y="128922"/>
                </a:lnTo>
                <a:lnTo>
                  <a:pt x="115996" y="95753"/>
                </a:lnTo>
                <a:lnTo>
                  <a:pt x="155275" y="80559"/>
                </a:lnTo>
                <a:lnTo>
                  <a:pt x="199402" y="66407"/>
                </a:lnTo>
                <a:lnTo>
                  <a:pt x="248058" y="53381"/>
                </a:lnTo>
                <a:lnTo>
                  <a:pt x="300922" y="41568"/>
                </a:lnTo>
                <a:lnTo>
                  <a:pt x="357676" y="31053"/>
                </a:lnTo>
                <a:lnTo>
                  <a:pt x="418001" y="21920"/>
                </a:lnTo>
                <a:lnTo>
                  <a:pt x="481576" y="14257"/>
                </a:lnTo>
                <a:lnTo>
                  <a:pt x="548083" y="8147"/>
                </a:lnTo>
                <a:lnTo>
                  <a:pt x="617202" y="3678"/>
                </a:lnTo>
                <a:lnTo>
                  <a:pt x="688614" y="933"/>
                </a:lnTo>
                <a:lnTo>
                  <a:pt x="762000" y="0"/>
                </a:lnTo>
                <a:lnTo>
                  <a:pt x="835385" y="933"/>
                </a:lnTo>
                <a:lnTo>
                  <a:pt x="906797" y="3678"/>
                </a:lnTo>
                <a:lnTo>
                  <a:pt x="975916" y="8147"/>
                </a:lnTo>
                <a:lnTo>
                  <a:pt x="1042423" y="14257"/>
                </a:lnTo>
                <a:lnTo>
                  <a:pt x="1105998" y="21920"/>
                </a:lnTo>
                <a:lnTo>
                  <a:pt x="1166323" y="31053"/>
                </a:lnTo>
                <a:lnTo>
                  <a:pt x="1223077" y="41568"/>
                </a:lnTo>
                <a:lnTo>
                  <a:pt x="1275941" y="53381"/>
                </a:lnTo>
                <a:lnTo>
                  <a:pt x="1324597" y="66407"/>
                </a:lnTo>
                <a:lnTo>
                  <a:pt x="1368724" y="80559"/>
                </a:lnTo>
                <a:lnTo>
                  <a:pt x="1408003" y="95753"/>
                </a:lnTo>
                <a:lnTo>
                  <a:pt x="1470743" y="128922"/>
                </a:lnTo>
                <a:lnTo>
                  <a:pt x="1510260" y="165230"/>
                </a:lnTo>
                <a:lnTo>
                  <a:pt x="1524000" y="203994"/>
                </a:lnTo>
                <a:lnTo>
                  <a:pt x="1520511" y="223639"/>
                </a:lnTo>
                <a:lnTo>
                  <a:pt x="1493564" y="261261"/>
                </a:lnTo>
                <a:lnTo>
                  <a:pt x="1442116" y="296085"/>
                </a:lnTo>
                <a:lnTo>
                  <a:pt x="1368724" y="327428"/>
                </a:lnTo>
                <a:lnTo>
                  <a:pt x="1324597" y="341580"/>
                </a:lnTo>
                <a:lnTo>
                  <a:pt x="1275941" y="354606"/>
                </a:lnTo>
                <a:lnTo>
                  <a:pt x="1223077" y="366419"/>
                </a:lnTo>
                <a:lnTo>
                  <a:pt x="1166323" y="376934"/>
                </a:lnTo>
                <a:lnTo>
                  <a:pt x="1105998" y="386067"/>
                </a:lnTo>
                <a:lnTo>
                  <a:pt x="1042423" y="393730"/>
                </a:lnTo>
                <a:lnTo>
                  <a:pt x="975916" y="399840"/>
                </a:lnTo>
                <a:lnTo>
                  <a:pt x="906797" y="404309"/>
                </a:lnTo>
                <a:lnTo>
                  <a:pt x="835385" y="407054"/>
                </a:lnTo>
                <a:lnTo>
                  <a:pt x="762000" y="407988"/>
                </a:lnTo>
                <a:lnTo>
                  <a:pt x="688614" y="407054"/>
                </a:lnTo>
                <a:lnTo>
                  <a:pt x="617202" y="404309"/>
                </a:lnTo>
                <a:lnTo>
                  <a:pt x="548083" y="399840"/>
                </a:lnTo>
                <a:lnTo>
                  <a:pt x="481576" y="393730"/>
                </a:lnTo>
                <a:lnTo>
                  <a:pt x="418001" y="386067"/>
                </a:lnTo>
                <a:lnTo>
                  <a:pt x="357676" y="376934"/>
                </a:lnTo>
                <a:lnTo>
                  <a:pt x="300922" y="366419"/>
                </a:lnTo>
                <a:lnTo>
                  <a:pt x="248058" y="354606"/>
                </a:lnTo>
                <a:lnTo>
                  <a:pt x="199402" y="341580"/>
                </a:lnTo>
                <a:lnTo>
                  <a:pt x="155275" y="327428"/>
                </a:lnTo>
                <a:lnTo>
                  <a:pt x="115996" y="312234"/>
                </a:lnTo>
                <a:lnTo>
                  <a:pt x="53256" y="279065"/>
                </a:lnTo>
                <a:lnTo>
                  <a:pt x="13740" y="242757"/>
                </a:lnTo>
                <a:lnTo>
                  <a:pt x="0" y="2039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9639" y="819404"/>
            <a:ext cx="7023100" cy="2869565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10"/>
              </a:spcBef>
            </a:pPr>
            <a:r>
              <a:rPr sz="2400" dirty="0">
                <a:latin typeface="宋体"/>
                <a:cs typeface="宋体"/>
              </a:rPr>
              <a:t>表示四：</a:t>
            </a:r>
            <a:endParaRPr sz="2400">
              <a:latin typeface="宋体"/>
              <a:cs typeface="宋体"/>
            </a:endParaRPr>
          </a:p>
          <a:p>
            <a:pPr marR="5080" indent="304800">
              <a:lnSpc>
                <a:spcPts val="2810"/>
              </a:lnSpc>
              <a:spcBef>
                <a:spcPts val="1664"/>
              </a:spcBef>
            </a:pPr>
            <a:r>
              <a:rPr sz="2400" dirty="0">
                <a:latin typeface="宋体"/>
                <a:cs typeface="宋体"/>
              </a:rPr>
              <a:t>研究生有三个独立的功能，它们之间没有直接的关 系，修改或添加功能，对其它的功能没有直接影响。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宋体"/>
              <a:cs typeface="宋体"/>
            </a:endParaRPr>
          </a:p>
          <a:p>
            <a:pPr marR="1216660" algn="ctr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登录</a:t>
            </a:r>
            <a:endParaRPr sz="2400">
              <a:latin typeface="宋体"/>
              <a:cs typeface="宋体"/>
            </a:endParaRPr>
          </a:p>
          <a:p>
            <a:pPr marL="4553585" algn="ctr">
              <a:lnSpc>
                <a:spcPct val="100000"/>
              </a:lnSpc>
              <a:spcBef>
                <a:spcPts val="815"/>
              </a:spcBef>
            </a:pPr>
            <a:r>
              <a:rPr sz="2400" dirty="0">
                <a:latin typeface="宋体"/>
                <a:cs typeface="宋体"/>
              </a:rPr>
              <a:t>条件：通过登录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1225" y="3757676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选课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76600" y="4556252"/>
            <a:ext cx="927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查学分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50962" y="3141662"/>
            <a:ext cx="436880" cy="367030"/>
          </a:xfrm>
          <a:custGeom>
            <a:avLst/>
            <a:gdLst/>
            <a:ahLst/>
            <a:cxnLst/>
            <a:rect l="l" t="t" r="r" b="b"/>
            <a:pathLst>
              <a:path w="436880" h="367029">
                <a:moveTo>
                  <a:pt x="0" y="183356"/>
                </a:moveTo>
                <a:lnTo>
                  <a:pt x="5764" y="141314"/>
                </a:lnTo>
                <a:lnTo>
                  <a:pt x="22186" y="102720"/>
                </a:lnTo>
                <a:lnTo>
                  <a:pt x="47953" y="68676"/>
                </a:lnTo>
                <a:lnTo>
                  <a:pt x="81757" y="40281"/>
                </a:lnTo>
                <a:lnTo>
                  <a:pt x="122286" y="18636"/>
                </a:lnTo>
                <a:lnTo>
                  <a:pt x="168231" y="4842"/>
                </a:lnTo>
                <a:lnTo>
                  <a:pt x="218281" y="0"/>
                </a:lnTo>
                <a:lnTo>
                  <a:pt x="268330" y="4842"/>
                </a:lnTo>
                <a:lnTo>
                  <a:pt x="314275" y="18636"/>
                </a:lnTo>
                <a:lnTo>
                  <a:pt x="354804" y="40281"/>
                </a:lnTo>
                <a:lnTo>
                  <a:pt x="388608" y="68676"/>
                </a:lnTo>
                <a:lnTo>
                  <a:pt x="414375" y="102720"/>
                </a:lnTo>
                <a:lnTo>
                  <a:pt x="430797" y="141314"/>
                </a:lnTo>
                <a:lnTo>
                  <a:pt x="436562" y="183356"/>
                </a:lnTo>
                <a:lnTo>
                  <a:pt x="430797" y="225397"/>
                </a:lnTo>
                <a:lnTo>
                  <a:pt x="414375" y="263991"/>
                </a:lnTo>
                <a:lnTo>
                  <a:pt x="388608" y="298035"/>
                </a:lnTo>
                <a:lnTo>
                  <a:pt x="354804" y="326430"/>
                </a:lnTo>
                <a:lnTo>
                  <a:pt x="314275" y="348075"/>
                </a:lnTo>
                <a:lnTo>
                  <a:pt x="268330" y="361869"/>
                </a:lnTo>
                <a:lnTo>
                  <a:pt x="218281" y="366712"/>
                </a:lnTo>
                <a:lnTo>
                  <a:pt x="168231" y="361869"/>
                </a:lnTo>
                <a:lnTo>
                  <a:pt x="122286" y="348075"/>
                </a:lnTo>
                <a:lnTo>
                  <a:pt x="81757" y="326430"/>
                </a:lnTo>
                <a:lnTo>
                  <a:pt x="47953" y="298035"/>
                </a:lnTo>
                <a:lnTo>
                  <a:pt x="22186" y="263991"/>
                </a:lnTo>
                <a:lnTo>
                  <a:pt x="5764" y="225397"/>
                </a:lnTo>
                <a:lnTo>
                  <a:pt x="0" y="1833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54162" y="3514725"/>
            <a:ext cx="5080" cy="184150"/>
          </a:xfrm>
          <a:custGeom>
            <a:avLst/>
            <a:gdLst/>
            <a:ahLst/>
            <a:cxnLst/>
            <a:rect l="l" t="t" r="r" b="b"/>
            <a:pathLst>
              <a:path w="5080" h="184150">
                <a:moveTo>
                  <a:pt x="0" y="0"/>
                </a:moveTo>
                <a:lnTo>
                  <a:pt x="4762" y="184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58887" y="3573462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>
                <a:moveTo>
                  <a:pt x="0" y="0"/>
                </a:moveTo>
                <a:lnTo>
                  <a:pt x="5762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19224" y="3657600"/>
            <a:ext cx="144780" cy="288925"/>
          </a:xfrm>
          <a:custGeom>
            <a:avLst/>
            <a:gdLst/>
            <a:ahLst/>
            <a:cxnLst/>
            <a:rect l="l" t="t" r="r" b="b"/>
            <a:pathLst>
              <a:path w="144780" h="288925">
                <a:moveTo>
                  <a:pt x="144463" y="0"/>
                </a:moveTo>
                <a:lnTo>
                  <a:pt x="0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62100" y="3657600"/>
            <a:ext cx="167005" cy="288925"/>
          </a:xfrm>
          <a:custGeom>
            <a:avLst/>
            <a:gdLst/>
            <a:ahLst/>
            <a:cxnLst/>
            <a:rect l="l" t="t" r="r" b="b"/>
            <a:pathLst>
              <a:path w="167005" h="288925">
                <a:moveTo>
                  <a:pt x="0" y="0"/>
                </a:moveTo>
                <a:lnTo>
                  <a:pt x="166688" y="288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24075" y="4005262"/>
            <a:ext cx="1008380" cy="360680"/>
          </a:xfrm>
          <a:custGeom>
            <a:avLst/>
            <a:gdLst/>
            <a:ahLst/>
            <a:cxnLst/>
            <a:rect l="l" t="t" r="r" b="b"/>
            <a:pathLst>
              <a:path w="1008380" h="360679">
                <a:moveTo>
                  <a:pt x="0" y="0"/>
                </a:moveTo>
                <a:lnTo>
                  <a:pt x="1008063" y="36036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51050" y="2708274"/>
            <a:ext cx="1008380" cy="649605"/>
          </a:xfrm>
          <a:custGeom>
            <a:avLst/>
            <a:gdLst/>
            <a:ahLst/>
            <a:cxnLst/>
            <a:rect l="l" t="t" r="r" b="b"/>
            <a:pathLst>
              <a:path w="1008380" h="649604">
                <a:moveTo>
                  <a:pt x="0" y="649288"/>
                </a:moveTo>
                <a:lnTo>
                  <a:pt x="10080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8727" y="452627"/>
            <a:ext cx="4495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用例图建模的步骤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082" y="1651508"/>
            <a:ext cx="810260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5335" indent="-762635">
              <a:lnSpc>
                <a:spcPct val="100000"/>
              </a:lnSpc>
              <a:spcBef>
                <a:spcPts val="100"/>
              </a:spcBef>
              <a:buSzPct val="95833"/>
              <a:buAutoNum type="arabicPlain"/>
              <a:tabLst>
                <a:tab pos="775335" algn="l"/>
              </a:tabLst>
            </a:pPr>
            <a:r>
              <a:rPr sz="2400" dirty="0">
                <a:latin typeface="宋体"/>
                <a:cs typeface="宋体"/>
              </a:rPr>
              <a:t>找出系统外部的参与者和外部系统，确定系统的边界和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ts val="2830"/>
              </a:lnSpc>
              <a:spcBef>
                <a:spcPts val="20"/>
              </a:spcBef>
            </a:pPr>
            <a:r>
              <a:rPr sz="2400" dirty="0">
                <a:latin typeface="宋体"/>
                <a:cs typeface="宋体"/>
              </a:rPr>
              <a:t>范围；</a:t>
            </a:r>
            <a:endParaRPr sz="2400">
              <a:latin typeface="宋体"/>
              <a:cs typeface="宋体"/>
            </a:endParaRPr>
          </a:p>
          <a:p>
            <a:pPr marL="775335" indent="-762635">
              <a:lnSpc>
                <a:spcPts val="2795"/>
              </a:lnSpc>
              <a:buSzPct val="95833"/>
              <a:buAutoNum type="arabicPlain" startAt="2"/>
              <a:tabLst>
                <a:tab pos="775335" algn="l"/>
              </a:tabLst>
            </a:pPr>
            <a:r>
              <a:rPr sz="2400" dirty="0">
                <a:latin typeface="宋体"/>
                <a:cs typeface="宋体"/>
              </a:rPr>
              <a:t>确定每一个参与者所期望的系统行为；</a:t>
            </a:r>
            <a:endParaRPr sz="2400">
              <a:latin typeface="宋体"/>
              <a:cs typeface="宋体"/>
            </a:endParaRPr>
          </a:p>
          <a:p>
            <a:pPr marL="775335" indent="-762635">
              <a:lnSpc>
                <a:spcPts val="2845"/>
              </a:lnSpc>
              <a:buSzPct val="95833"/>
              <a:buAutoNum type="arabicPlain" startAt="2"/>
              <a:tabLst>
                <a:tab pos="775335" algn="l"/>
                <a:tab pos="3974465" algn="l"/>
                <a:tab pos="4605020" algn="l"/>
                <a:tab pos="5357495" algn="l"/>
                <a:tab pos="5814695" algn="l"/>
              </a:tabLst>
            </a:pPr>
            <a:r>
              <a:rPr sz="2400" dirty="0">
                <a:latin typeface="宋体"/>
                <a:cs typeface="宋体"/>
              </a:rPr>
              <a:t>把这些系统行为命名为	</a:t>
            </a:r>
            <a:r>
              <a:rPr sz="2400" spc="-5" dirty="0">
                <a:latin typeface="Cambria Math"/>
                <a:cs typeface="Cambria Math"/>
              </a:rPr>
              <a:t>Use	Case	</a:t>
            </a:r>
            <a:r>
              <a:rPr sz="2400" dirty="0">
                <a:latin typeface="Cambria Math"/>
                <a:cs typeface="Cambria Math"/>
              </a:rPr>
              <a:t>–	</a:t>
            </a:r>
            <a:r>
              <a:rPr sz="2400" dirty="0">
                <a:latin typeface="宋体"/>
                <a:cs typeface="宋体"/>
              </a:rPr>
              <a:t>系统行为；</a:t>
            </a:r>
            <a:endParaRPr sz="2400">
              <a:latin typeface="宋体"/>
              <a:cs typeface="宋体"/>
            </a:endParaRPr>
          </a:p>
          <a:p>
            <a:pPr marL="775335" indent="-762635">
              <a:lnSpc>
                <a:spcPct val="100000"/>
              </a:lnSpc>
              <a:spcBef>
                <a:spcPts val="120"/>
              </a:spcBef>
              <a:buSzPct val="95833"/>
              <a:buAutoNum type="arabicPlain" startAt="2"/>
              <a:tabLst>
                <a:tab pos="775335" algn="l"/>
              </a:tabLst>
            </a:pPr>
            <a:r>
              <a:rPr sz="2400" dirty="0">
                <a:latin typeface="宋体"/>
                <a:cs typeface="宋体"/>
              </a:rPr>
              <a:t>使用泛化、包含、扩展等关系梳理出系统行为的公共或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宋体"/>
                <a:cs typeface="宋体"/>
              </a:rPr>
              <a:t>变更部分；</a:t>
            </a:r>
            <a:endParaRPr sz="2400">
              <a:latin typeface="宋体"/>
              <a:cs typeface="宋体"/>
            </a:endParaRPr>
          </a:p>
          <a:p>
            <a:pPr marL="775335" indent="-762635">
              <a:lnSpc>
                <a:spcPts val="2830"/>
              </a:lnSpc>
              <a:spcBef>
                <a:spcPts val="25"/>
              </a:spcBef>
              <a:buSzPct val="95833"/>
              <a:buAutoNum type="arabicPlain" startAt="5"/>
              <a:tabLst>
                <a:tab pos="775335" algn="l"/>
              </a:tabLst>
            </a:pPr>
            <a:r>
              <a:rPr sz="2400" dirty="0">
                <a:latin typeface="宋体"/>
                <a:cs typeface="宋体"/>
              </a:rPr>
              <a:t>为每个用例撰写交互流程脚本；</a:t>
            </a:r>
            <a:endParaRPr sz="2400">
              <a:latin typeface="宋体"/>
              <a:cs typeface="宋体"/>
            </a:endParaRPr>
          </a:p>
          <a:p>
            <a:pPr marL="775335" indent="-762635">
              <a:lnSpc>
                <a:spcPts val="2830"/>
              </a:lnSpc>
              <a:buSzPct val="95833"/>
              <a:buAutoNum type="arabicPlain" startAt="5"/>
              <a:tabLst>
                <a:tab pos="775335" algn="l"/>
              </a:tabLst>
            </a:pPr>
            <a:r>
              <a:rPr sz="2400" dirty="0">
                <a:latin typeface="宋体"/>
                <a:cs typeface="宋体"/>
              </a:rPr>
              <a:t>绘制用例图；</a:t>
            </a:r>
            <a:endParaRPr sz="2400">
              <a:latin typeface="宋体"/>
              <a:cs typeface="宋体"/>
            </a:endParaRPr>
          </a:p>
          <a:p>
            <a:pPr marL="12700" marR="130175">
              <a:lnSpc>
                <a:spcPct val="100800"/>
              </a:lnSpc>
              <a:buSzPct val="95833"/>
              <a:buAutoNum type="arabicPlain" startAt="5"/>
              <a:tabLst>
                <a:tab pos="765810" algn="l"/>
              </a:tabLst>
            </a:pPr>
            <a:r>
              <a:rPr sz="2400" spc="-40" dirty="0">
                <a:latin typeface="宋体"/>
                <a:cs typeface="宋体"/>
              </a:rPr>
              <a:t>区分主事件流和异常情况的事件流，把表示异常情况</a:t>
            </a:r>
            <a:r>
              <a:rPr sz="2400" dirty="0">
                <a:latin typeface="宋体"/>
                <a:cs typeface="宋体"/>
              </a:rPr>
              <a:t>的 </a:t>
            </a:r>
            <a:r>
              <a:rPr sz="2400" spc="-40" dirty="0">
                <a:latin typeface="宋体"/>
                <a:cs typeface="宋体"/>
              </a:rPr>
              <a:t>事件流作独立的用例处理</a:t>
            </a:r>
            <a:r>
              <a:rPr sz="2400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75335" indent="-762635">
              <a:lnSpc>
                <a:spcPct val="100000"/>
              </a:lnSpc>
              <a:spcBef>
                <a:spcPts val="25"/>
              </a:spcBef>
              <a:buSzPct val="95833"/>
              <a:buAutoNum type="arabicPlain" startAt="5"/>
              <a:tabLst>
                <a:tab pos="775335" algn="l"/>
              </a:tabLst>
            </a:pPr>
            <a:r>
              <a:rPr sz="2400" dirty="0">
                <a:latin typeface="宋体"/>
                <a:cs typeface="宋体"/>
              </a:rPr>
              <a:t>细化用例图，解决用例间的重复与冲突问题。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6780" y="30987"/>
            <a:ext cx="2159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用例描述模板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973260" y="527050"/>
            <a:ext cx="0" cy="5803900"/>
          </a:xfrm>
          <a:custGeom>
            <a:avLst/>
            <a:gdLst/>
            <a:ahLst/>
            <a:cxnLst/>
            <a:rect l="l" t="t" r="r" b="b"/>
            <a:pathLst>
              <a:path h="5803900">
                <a:moveTo>
                  <a:pt x="0" y="0"/>
                </a:moveTo>
                <a:lnTo>
                  <a:pt x="0" y="5803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43310" y="4184650"/>
            <a:ext cx="0" cy="1536700"/>
          </a:xfrm>
          <a:custGeom>
            <a:avLst/>
            <a:gdLst/>
            <a:ahLst/>
            <a:cxnLst/>
            <a:rect l="l" t="t" r="r" b="b"/>
            <a:pathLst>
              <a:path h="1536700">
                <a:moveTo>
                  <a:pt x="0" y="0"/>
                </a:moveTo>
                <a:lnTo>
                  <a:pt x="0" y="15367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25873" y="2355850"/>
            <a:ext cx="0" cy="927100"/>
          </a:xfrm>
          <a:custGeom>
            <a:avLst/>
            <a:gdLst/>
            <a:ahLst/>
            <a:cxnLst/>
            <a:rect l="l" t="t" r="r" b="b"/>
            <a:pathLst>
              <a:path h="927100">
                <a:moveTo>
                  <a:pt x="0" y="0"/>
                </a:moveTo>
                <a:lnTo>
                  <a:pt x="0" y="927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3760" y="8382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3760" y="11430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3760" y="14478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3760" y="17526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3760" y="20574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760" y="23622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66910" y="2667000"/>
            <a:ext cx="6212205" cy="0"/>
          </a:xfrm>
          <a:custGeom>
            <a:avLst/>
            <a:gdLst/>
            <a:ahLst/>
            <a:cxnLst/>
            <a:rect l="l" t="t" r="r" b="b"/>
            <a:pathLst>
              <a:path w="6212205">
                <a:moveTo>
                  <a:pt x="0" y="0"/>
                </a:moveTo>
                <a:lnTo>
                  <a:pt x="621188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66910" y="2971800"/>
            <a:ext cx="6212205" cy="0"/>
          </a:xfrm>
          <a:custGeom>
            <a:avLst/>
            <a:gdLst/>
            <a:ahLst/>
            <a:cxnLst/>
            <a:rect l="l" t="t" r="r" b="b"/>
            <a:pathLst>
              <a:path w="6212205">
                <a:moveTo>
                  <a:pt x="0" y="0"/>
                </a:moveTo>
                <a:lnTo>
                  <a:pt x="621188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3760" y="32766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3760" y="35814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3760" y="38862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3760" y="41910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3760" y="60198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72448" y="527050"/>
            <a:ext cx="0" cy="5803900"/>
          </a:xfrm>
          <a:custGeom>
            <a:avLst/>
            <a:gdLst/>
            <a:ahLst/>
            <a:cxnLst/>
            <a:rect l="l" t="t" r="r" b="b"/>
            <a:pathLst>
              <a:path h="5803900">
                <a:moveTo>
                  <a:pt x="0" y="0"/>
                </a:moveTo>
                <a:lnTo>
                  <a:pt x="0" y="5803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93760" y="5334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3760" y="6324600"/>
            <a:ext cx="7285355" cy="0"/>
          </a:xfrm>
          <a:custGeom>
            <a:avLst/>
            <a:gdLst/>
            <a:ahLst/>
            <a:cxnLst/>
            <a:rect l="l" t="t" r="r" b="b"/>
            <a:pathLst>
              <a:path w="7285355">
                <a:moveTo>
                  <a:pt x="0" y="0"/>
                </a:moveTo>
                <a:lnTo>
                  <a:pt x="72850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893760" y="533400"/>
          <a:ext cx="7272654" cy="57832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5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9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50" b="1" spc="65" dirty="0">
                          <a:latin typeface="宋体"/>
                          <a:cs typeface="宋体"/>
                        </a:rPr>
                        <a:t>用例编号</a:t>
                      </a:r>
                      <a:endParaRPr sz="1350">
                        <a:latin typeface="宋体"/>
                        <a:cs typeface="宋体"/>
                      </a:endParaRPr>
                    </a:p>
                    <a:p>
                      <a:pPr marL="173990" marR="161290" algn="ctr">
                        <a:lnSpc>
                          <a:spcPct val="147200"/>
                        </a:lnSpc>
                        <a:spcBef>
                          <a:spcPts val="15"/>
                        </a:spcBef>
                      </a:pPr>
                      <a:r>
                        <a:rPr sz="1350" b="1" spc="25" dirty="0">
                          <a:latin typeface="宋体"/>
                          <a:cs typeface="宋体"/>
                        </a:rPr>
                        <a:t>用例名称 用例概述 </a:t>
                      </a:r>
                      <a:r>
                        <a:rPr sz="1400" i="1" dirty="0">
                          <a:latin typeface="宋体"/>
                          <a:cs typeface="宋体"/>
                        </a:rPr>
                        <a:t>范围</a:t>
                      </a:r>
                      <a:endParaRPr sz="1400">
                        <a:latin typeface="宋体"/>
                        <a:cs typeface="宋体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350" b="1" spc="25" dirty="0">
                          <a:latin typeface="宋体"/>
                          <a:cs typeface="宋体"/>
                        </a:rPr>
                        <a:t>主参与者</a:t>
                      </a:r>
                      <a:endParaRPr sz="1350">
                        <a:latin typeface="宋体"/>
                        <a:cs typeface="宋体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次要参与者</a:t>
                      </a:r>
                      <a:endParaRPr sz="1400">
                        <a:latin typeface="宋体"/>
                        <a:cs typeface="宋体"/>
                      </a:endParaRPr>
                    </a:p>
                    <a:p>
                      <a:pPr marL="92075" marR="78740" algn="ctr">
                        <a:lnSpc>
                          <a:spcPts val="1610"/>
                        </a:lnSpc>
                        <a:spcBef>
                          <a:spcPts val="835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项目相关人 利益说明</a:t>
                      </a:r>
                      <a:endParaRPr sz="1400">
                        <a:latin typeface="宋体"/>
                        <a:cs typeface="宋体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74625" marR="161290" indent="6350" algn="just">
                        <a:lnSpc>
                          <a:spcPct val="143500"/>
                        </a:lnSpc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前置条件 后置条件 成功保证 </a:t>
                      </a:r>
                      <a:r>
                        <a:rPr sz="1350" b="1" spc="25" dirty="0">
                          <a:latin typeface="宋体"/>
                          <a:cs typeface="宋体"/>
                        </a:rPr>
                        <a:t>基本事件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为用例制定一个唯一的编号，通常格式为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UCxx]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6520" marR="1714500">
                        <a:lnSpc>
                          <a:spcPct val="14290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应为一个动词短语，让读者一目了然地知道用例的目标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 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用例的目标，一个概要性的描述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用例的设计范围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该用例的主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Actor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，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在此列出名称，并简要的描述它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该用例的次要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Actor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，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在此列出名称，并简要的描述它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87045">
                        <a:lnSpc>
                          <a:spcPct val="100000"/>
                        </a:lnSpc>
                        <a:spcBef>
                          <a:spcPts val="815"/>
                        </a:spcBef>
                        <a:tabLst>
                          <a:tab pos="3853179" algn="l"/>
                        </a:tabLst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项目相关人	利益</a:t>
                      </a:r>
                      <a:endParaRPr sz="1400">
                        <a:latin typeface="宋体"/>
                        <a:cs typeface="宋体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625"/>
                        </a:spcBef>
                        <a:tabLst>
                          <a:tab pos="1949450" algn="l"/>
                        </a:tabLst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项目相关人员名称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	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从该用例获取的利益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815"/>
                        </a:spcBef>
                        <a:tabLst>
                          <a:tab pos="194945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……	……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即启动该用例所应该满足的条件。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6520" marR="2959100">
                        <a:lnSpc>
                          <a:spcPct val="14290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即该用例完成之后，将执行什么动作。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 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描述当前目标完成后，环境变化情况。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2305">
                        <a:lnSpc>
                          <a:spcPct val="100000"/>
                        </a:lnSpc>
                        <a:spcBef>
                          <a:spcPts val="815"/>
                        </a:spcBef>
                        <a:tabLst>
                          <a:tab pos="3761740" algn="l"/>
                        </a:tabLst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步骤	活动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32384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1905" algn="ctr">
                        <a:lnSpc>
                          <a:spcPts val="1210"/>
                        </a:lnSpc>
                      </a:pPr>
                      <a:r>
                        <a:rPr sz="1350" b="1" dirty="0">
                          <a:latin typeface="宋体"/>
                          <a:cs typeface="宋体"/>
                        </a:rPr>
                        <a:t>流</a:t>
                      </a:r>
                      <a:endParaRPr sz="135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在这里写出触发事件到目标完成以及清除的步骤。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……(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其中可以包含子事件流，以子事件流编号来表示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扩展事件流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[1a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表示是对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的扩展，其中应说明条件和活动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……(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其中可以包含子事件流，以子事件流编号来表示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662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子事件流</a:t>
                      </a:r>
                      <a:endParaRPr sz="1400">
                        <a:latin typeface="宋体"/>
                        <a:cs typeface="宋体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i="1" dirty="0">
                          <a:latin typeface="宋体"/>
                          <a:cs typeface="宋体"/>
                        </a:rPr>
                        <a:t>规则与约束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对多次重复的事件流可以定义为子事件流，这也是抽取被包含用例的地方。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对该用例实现时需要考虑的业务规则、非功能需求、设计约束等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本节小结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045972"/>
            <a:ext cx="7778750" cy="44450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4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dirty="0">
                <a:latin typeface="宋体"/>
                <a:cs typeface="宋体"/>
              </a:rPr>
              <a:t>首先阐述了事物构造块、关系构造块，它们是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840"/>
              </a:spcBef>
            </a:pPr>
            <a:r>
              <a:rPr sz="2800" dirty="0">
                <a:latin typeface="Calibri"/>
                <a:cs typeface="Calibri"/>
              </a:rPr>
              <a:t>UML</a:t>
            </a:r>
            <a:r>
              <a:rPr sz="2800" dirty="0">
                <a:latin typeface="宋体"/>
                <a:cs typeface="宋体"/>
              </a:rPr>
              <a:t>建模元素的主体。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1360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事务构造块包括结构、行为、分组和注释四种类型；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1320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关系构造块主要包括关联、泛化、依赖、实现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简要阐述了</a:t>
            </a:r>
            <a:r>
              <a:rPr sz="2400" spc="-5" dirty="0">
                <a:latin typeface="Calibri"/>
                <a:cs typeface="Calibri"/>
              </a:rPr>
              <a:t>UML</a:t>
            </a:r>
            <a:r>
              <a:rPr sz="2400" dirty="0">
                <a:latin typeface="宋体"/>
                <a:cs typeface="宋体"/>
              </a:rPr>
              <a:t>中公共的规则</a:t>
            </a:r>
            <a:endParaRPr sz="2400">
              <a:latin typeface="宋体"/>
              <a:cs typeface="宋体"/>
            </a:endParaRPr>
          </a:p>
          <a:p>
            <a:pPr marL="469900" marR="34290" indent="-457200">
              <a:lnSpc>
                <a:spcPct val="125000"/>
              </a:lnSpc>
              <a:spcBef>
                <a:spcPts val="68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dirty="0">
                <a:latin typeface="宋体"/>
                <a:cs typeface="宋体"/>
              </a:rPr>
              <a:t>简要地阐述了</a:t>
            </a:r>
            <a:r>
              <a:rPr sz="2800" dirty="0">
                <a:latin typeface="Calibri"/>
                <a:cs typeface="Calibri"/>
              </a:rPr>
              <a:t>UML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2.0</a:t>
            </a:r>
            <a:r>
              <a:rPr sz="2800" dirty="0">
                <a:latin typeface="宋体"/>
                <a:cs typeface="宋体"/>
              </a:rPr>
              <a:t>中定义的</a:t>
            </a:r>
            <a:r>
              <a:rPr sz="2800" spc="5" dirty="0">
                <a:latin typeface="Calibri"/>
                <a:cs typeface="Calibri"/>
              </a:rPr>
              <a:t>13</a:t>
            </a:r>
            <a:r>
              <a:rPr sz="2800" dirty="0">
                <a:latin typeface="宋体"/>
                <a:cs typeface="宋体"/>
              </a:rPr>
              <a:t>种图，以及不 同图的划分和类别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dirty="0">
                <a:latin typeface="宋体"/>
                <a:cs typeface="宋体"/>
              </a:rPr>
              <a:t>用例图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360680"/>
          </a:xfrm>
          <a:custGeom>
            <a:avLst/>
            <a:gdLst/>
            <a:ahLst/>
            <a:cxnLst/>
            <a:rect l="l" t="t" r="r" b="b"/>
            <a:pathLst>
              <a:path w="9144000" h="360680">
                <a:moveTo>
                  <a:pt x="0" y="0"/>
                </a:moveTo>
                <a:lnTo>
                  <a:pt x="9144000" y="0"/>
                </a:lnTo>
                <a:lnTo>
                  <a:pt x="9144000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517305"/>
            <a:ext cx="9144000" cy="340995"/>
          </a:xfrm>
          <a:custGeom>
            <a:avLst/>
            <a:gdLst/>
            <a:ahLst/>
            <a:cxnLst/>
            <a:rect l="l" t="t" r="r" b="b"/>
            <a:pathLst>
              <a:path w="9144000" h="340995">
                <a:moveTo>
                  <a:pt x="0" y="0"/>
                </a:moveTo>
                <a:lnTo>
                  <a:pt x="9144000" y="0"/>
                </a:lnTo>
                <a:lnTo>
                  <a:pt x="9144000" y="340694"/>
                </a:lnTo>
                <a:lnTo>
                  <a:pt x="0" y="340694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66529" y="3482340"/>
            <a:ext cx="56114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3540" algn="ctr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385723"/>
                </a:solidFill>
                <a:latin typeface="微软雅黑"/>
                <a:cs typeface="微软雅黑"/>
              </a:rPr>
              <a:t>Q</a:t>
            </a:r>
            <a:r>
              <a:rPr sz="4400" b="1" spc="-720" dirty="0">
                <a:solidFill>
                  <a:srgbClr val="385723"/>
                </a:solidFill>
                <a:latin typeface="微软雅黑"/>
                <a:cs typeface="微软雅黑"/>
              </a:rPr>
              <a:t> </a:t>
            </a:r>
            <a:r>
              <a:rPr sz="4400" b="1" dirty="0">
                <a:solidFill>
                  <a:srgbClr val="385723"/>
                </a:solidFill>
                <a:latin typeface="微软雅黑"/>
                <a:cs typeface="微软雅黑"/>
              </a:rPr>
              <a:t>&amp;</a:t>
            </a:r>
            <a:r>
              <a:rPr sz="4400" b="1" spc="-715" dirty="0">
                <a:solidFill>
                  <a:srgbClr val="385723"/>
                </a:solidFill>
                <a:latin typeface="微软雅黑"/>
                <a:cs typeface="微软雅黑"/>
              </a:rPr>
              <a:t> </a:t>
            </a:r>
            <a:r>
              <a:rPr sz="4400" b="1" dirty="0">
                <a:solidFill>
                  <a:srgbClr val="385723"/>
                </a:solidFill>
                <a:latin typeface="微软雅黑"/>
                <a:cs typeface="微软雅黑"/>
              </a:rPr>
              <a:t>A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3829" y="2666160"/>
            <a:ext cx="5636895" cy="2383155"/>
          </a:xfrm>
          <a:custGeom>
            <a:avLst/>
            <a:gdLst/>
            <a:ahLst/>
            <a:cxnLst/>
            <a:rect l="l" t="t" r="r" b="b"/>
            <a:pathLst>
              <a:path w="5636895" h="2383154">
                <a:moveTo>
                  <a:pt x="0" y="0"/>
                </a:moveTo>
                <a:lnTo>
                  <a:pt x="5636342" y="0"/>
                </a:lnTo>
                <a:lnTo>
                  <a:pt x="5636342" y="2382838"/>
                </a:lnTo>
                <a:lnTo>
                  <a:pt x="0" y="238283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3857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20416" y="2047035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5" h="770255">
                <a:moveTo>
                  <a:pt x="0" y="0"/>
                </a:moveTo>
                <a:lnTo>
                  <a:pt x="769937" y="0"/>
                </a:lnTo>
                <a:lnTo>
                  <a:pt x="769937" y="769937"/>
                </a:lnTo>
                <a:lnTo>
                  <a:pt x="0" y="769937"/>
                </a:lnTo>
                <a:lnTo>
                  <a:pt x="0" y="0"/>
                </a:lnTo>
                <a:close/>
              </a:path>
            </a:pathLst>
          </a:custGeom>
          <a:solidFill>
            <a:srgbClr val="AE2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5791" y="1870823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799" y="0"/>
                </a:lnTo>
                <a:lnTo>
                  <a:pt x="558799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96653" y="244391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67140" y="4951366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4" h="770254">
                <a:moveTo>
                  <a:pt x="0" y="0"/>
                </a:moveTo>
                <a:lnTo>
                  <a:pt x="769937" y="0"/>
                </a:lnTo>
                <a:lnTo>
                  <a:pt x="769937" y="769938"/>
                </a:lnTo>
                <a:lnTo>
                  <a:pt x="0" y="769938"/>
                </a:lnTo>
                <a:lnTo>
                  <a:pt x="0" y="0"/>
                </a:lnTo>
                <a:close/>
              </a:path>
            </a:pathLst>
          </a:custGeom>
          <a:solidFill>
            <a:srgbClr val="AE2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92515" y="4775154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43378" y="5348241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8371" y="744588"/>
            <a:ext cx="1079999" cy="1083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413115" y="6232652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98989"/>
                </a:solidFill>
                <a:latin typeface="Arial"/>
                <a:cs typeface="Arial"/>
              </a:rPr>
              <a:t>61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2228</Words>
  <Application>Microsoft Office PowerPoint</Application>
  <PresentationFormat>全屏显示(4:3)</PresentationFormat>
  <Paragraphs>767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2" baseType="lpstr">
      <vt:lpstr>MS Gothic</vt:lpstr>
      <vt:lpstr>华文行楷</vt:lpstr>
      <vt:lpstr>宋体</vt:lpstr>
      <vt:lpstr>微软雅黑</vt:lpstr>
      <vt:lpstr>Arial</vt:lpstr>
      <vt:lpstr>Arial Black</vt:lpstr>
      <vt:lpstr>Calibri</vt:lpstr>
      <vt:lpstr>Cambria Math</vt:lpstr>
      <vt:lpstr>Tahoma</vt:lpstr>
      <vt:lpstr>Times New Roman</vt:lpstr>
      <vt:lpstr>Wingdings</vt:lpstr>
      <vt:lpstr>Office Theme</vt:lpstr>
      <vt:lpstr>面向对象分析与UML建模(2)</vt:lpstr>
      <vt:lpstr>1. UML组成元素</vt:lpstr>
      <vt:lpstr>UML面向对象视角下的世界</vt:lpstr>
      <vt:lpstr>UML概览</vt:lpstr>
      <vt:lpstr>PowerPoint 演示文稿</vt:lpstr>
      <vt:lpstr>1.1.1. 事物构造块</vt:lpstr>
      <vt:lpstr>(1) 结构事物</vt:lpstr>
      <vt:lpstr>类和对象</vt:lpstr>
      <vt:lpstr>接口</vt:lpstr>
      <vt:lpstr>主动类</vt:lpstr>
      <vt:lpstr>用例与协作</vt:lpstr>
      <vt:lpstr>构件</vt:lpstr>
      <vt:lpstr>节点</vt:lpstr>
      <vt:lpstr>(2) 行为事物</vt:lpstr>
      <vt:lpstr>(3) 分组事物</vt:lpstr>
      <vt:lpstr>(4) 注释事物</vt:lpstr>
      <vt:lpstr>1.1.2. 关系构造块 ---UML模型关系的种类</vt:lpstr>
      <vt:lpstr>关联关系</vt:lpstr>
      <vt:lpstr>泛化、实现、扩展与依赖</vt:lpstr>
      <vt:lpstr>1.2. UML规则</vt:lpstr>
      <vt:lpstr>1.3. UML公共机制：规格描述</vt:lpstr>
      <vt:lpstr>1.3. UML公共机制: 修饰与通用划分</vt:lpstr>
      <vt:lpstr>1.3. UML扩展机制</vt:lpstr>
      <vt:lpstr>面向对象分析与UML建模(2)</vt:lpstr>
      <vt:lpstr>UML定义的图</vt:lpstr>
      <vt:lpstr>UML模型划分</vt:lpstr>
      <vt:lpstr>静态模型---领域建模</vt:lpstr>
      <vt:lpstr>动态模型---行为建模</vt:lpstr>
      <vt:lpstr>物理实现</vt:lpstr>
      <vt:lpstr>UML建模过程</vt:lpstr>
      <vt:lpstr>建模过程的建议</vt:lpstr>
      <vt:lpstr>面向对象分析与UML建模(2)</vt:lpstr>
      <vt:lpstr>Use Case用例图</vt:lpstr>
      <vt:lpstr>Use case 图元素</vt:lpstr>
      <vt:lpstr>Use Case示例</vt:lpstr>
      <vt:lpstr>Use Case目的</vt:lpstr>
      <vt:lpstr>参与者</vt:lpstr>
      <vt:lpstr>参与者泛化关系</vt:lpstr>
      <vt:lpstr>识别参与者</vt:lpstr>
      <vt:lpstr>用例（case）</vt:lpstr>
      <vt:lpstr>识别用例</vt:lpstr>
      <vt:lpstr>PowerPoint 演示文稿</vt:lpstr>
      <vt:lpstr>用例关系</vt:lpstr>
      <vt:lpstr>用例包含和扩展关系比较</vt:lpstr>
      <vt:lpstr>Use case的扩展示例</vt:lpstr>
      <vt:lpstr>用例说明</vt:lpstr>
      <vt:lpstr>捕获用例</vt:lpstr>
      <vt:lpstr>捕获用例原则</vt:lpstr>
      <vt:lpstr>捕获用例原则</vt:lpstr>
      <vt:lpstr>捕获用例原则</vt:lpstr>
      <vt:lpstr>捕获用例原则</vt:lpstr>
      <vt:lpstr>捕获用例原则</vt:lpstr>
      <vt:lpstr>用例表示举例</vt:lpstr>
      <vt:lpstr>表示二： 研究生可选择的两个功能，都包含有登录事务的需要。 每个功能的进入都必须登录。</vt:lpstr>
      <vt:lpstr>表示三： 研究生在登录后，选择“选课”或“查学分” 在登录中根据必要的条件，选择是哪个功能。</vt:lpstr>
      <vt:lpstr>PowerPoint 演示文稿</vt:lpstr>
      <vt:lpstr>用例图建模的步骤</vt:lpstr>
      <vt:lpstr>用例描述模板</vt:lpstr>
      <vt:lpstr>本节小结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面向对象分析与UML建模(2)</dc:title>
  <cp:lastModifiedBy>- Vel</cp:lastModifiedBy>
  <cp:revision>1</cp:revision>
  <dcterms:created xsi:type="dcterms:W3CDTF">2024-04-24T11:55:57Z</dcterms:created>
  <dcterms:modified xsi:type="dcterms:W3CDTF">2024-04-24T12:27:26Z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2024-04-11T00:00:00Z</vt:filetime>
  </property>
  <property fmtid="{D5CDD505-2E9C-101B-9397-08002B2CF9AE}" pid="3" name="LastSaved">
    <vt:filetime>2024-04-24T00:00:00Z</vt:filetime>
  </property>
</Properties>
</file>